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4"/>
    <p:sldMasterId id="2147483673" r:id="rId5"/>
  </p:sldMasterIdLst>
  <p:notesMasterIdLst>
    <p:notesMasterId r:id="rId40"/>
  </p:notesMasterIdLst>
  <p:sldIdLst>
    <p:sldId id="256" r:id="rId6"/>
    <p:sldId id="261" r:id="rId7"/>
    <p:sldId id="301" r:id="rId8"/>
    <p:sldId id="268" r:id="rId9"/>
    <p:sldId id="259" r:id="rId10"/>
    <p:sldId id="297" r:id="rId11"/>
    <p:sldId id="298" r:id="rId12"/>
    <p:sldId id="302" r:id="rId13"/>
    <p:sldId id="303" r:id="rId14"/>
    <p:sldId id="260" r:id="rId15"/>
    <p:sldId id="299" r:id="rId16"/>
    <p:sldId id="300"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Lst>
  <p:sldSz cx="9144000" cy="5143500" type="screen16x9"/>
  <p:notesSz cx="6858000" cy="9144000"/>
  <p:embeddedFontLst>
    <p:embeddedFont>
      <p:font typeface="Aclonica" panose="02060503000000020004"/>
      <p:regular r:id="rId41"/>
    </p:embeddedFont>
    <p:embeddedFont>
      <p:font typeface="Amatic SC" pitchFamily="2" charset="-79"/>
      <p:regular r:id="rId42"/>
      <p:bold r:id="rId43"/>
    </p:embeddedFont>
    <p:embeddedFont>
      <p:font typeface="Darker Grotesque" pitchFamily="2" charset="0"/>
      <p:regular r:id="rId44"/>
      <p:bold r:id="rId45"/>
    </p:embeddedFont>
    <p:embeddedFont>
      <p:font typeface="Darker Grotesque Medium"/>
      <p:regular r:id="rId46"/>
      <p:bold r:id="rId47"/>
    </p:embeddedFont>
    <p:embeddedFont>
      <p:font typeface="Darker Grotesque SemiBold" pitchFamily="2" charset="0"/>
      <p:regular r:id="rId48"/>
      <p:bold r:id="rId49"/>
    </p:embeddedFont>
    <p:embeddedFont>
      <p:font typeface="Proxima Nova" panose="02000506030000020004" pitchFamily="2" charset="0"/>
      <p:regular r:id="rId50"/>
      <p:bold r:id="rId51"/>
      <p:italic r:id="rId52"/>
      <p:boldItalic r:id="rId53"/>
    </p:embeddedFont>
    <p:embeddedFont>
      <p:font typeface="Roboto Medium" panose="02000000000000000000"/>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F3EB8F-1BF3-49AB-B88B-96782A9D3280}" v="15" dt="2026-03-10T18:29:31.224"/>
  </p1510:revLst>
</p1510:revInfo>
</file>

<file path=ppt/tableStyles.xml><?xml version="1.0" encoding="utf-8"?>
<a:tblStyleLst xmlns:a="http://schemas.openxmlformats.org/drawingml/2006/main" def="{C45671E9-3E22-431C-94F4-C79F7631B32A}">
  <a:tblStyle styleId="{C45671E9-3E22-431C-94F4-C79F7631B3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829" autoAdjust="0"/>
    <p:restoredTop sz="94692"/>
  </p:normalViewPr>
  <p:slideViewPr>
    <p:cSldViewPr snapToGrid="0">
      <p:cViewPr varScale="1">
        <p:scale>
          <a:sx n="95" d="100"/>
          <a:sy n="95" d="100"/>
        </p:scale>
        <p:origin x="184" y="17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55" Type="http://schemas.openxmlformats.org/officeDocument/2006/relationships/font" Target="fonts/font15.fntdata"/><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schemas.openxmlformats.org/officeDocument/2006/relationships/presProps" Target="presProps.xml"/><Relationship Id="rId5" Type="http://schemas.openxmlformats.org/officeDocument/2006/relationships/slideMaster" Target="slideMasters/slideMaster2.xml"/><Relationship Id="rId61" Type="http://schemas.openxmlformats.org/officeDocument/2006/relationships/tableStyles" Target="tableStyles.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3.fntdata"/><Relationship Id="rId48" Type="http://schemas.openxmlformats.org/officeDocument/2006/relationships/font" Target="fonts/font8.fntdata"/><Relationship Id="rId56" Type="http://schemas.openxmlformats.org/officeDocument/2006/relationships/font" Target="fonts/font16.fntdata"/><Relationship Id="rId8" Type="http://schemas.openxmlformats.org/officeDocument/2006/relationships/slide" Target="slides/slide3.xml"/><Relationship Id="rId51" Type="http://schemas.openxmlformats.org/officeDocument/2006/relationships/font" Target="fonts/font11.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font" Target="fonts/font6.fntdata"/><Relationship Id="rId59" Type="http://schemas.openxmlformats.org/officeDocument/2006/relationships/viewProps" Target="viewProps.xml"/><Relationship Id="rId20" Type="http://schemas.openxmlformats.org/officeDocument/2006/relationships/slide" Target="slides/slide15.xml"/><Relationship Id="rId41" Type="http://schemas.openxmlformats.org/officeDocument/2006/relationships/font" Target="fonts/font1.fntdata"/><Relationship Id="rId54" Type="http://schemas.openxmlformats.org/officeDocument/2006/relationships/font" Target="fonts/font14.fntdata"/><Relationship Id="rId62"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9.fntdata"/><Relationship Id="rId57" Type="http://schemas.openxmlformats.org/officeDocument/2006/relationships/font" Target="fonts/font17.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ged3401ed3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5" name="Google Shape;1365;ged3401ed36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9"/>
        <p:cNvGrpSpPr/>
        <p:nvPr/>
      </p:nvGrpSpPr>
      <p:grpSpPr>
        <a:xfrm>
          <a:off x="0" y="0"/>
          <a:ext cx="0" cy="0"/>
          <a:chOff x="0" y="0"/>
          <a:chExt cx="0" cy="0"/>
        </a:xfrm>
      </p:grpSpPr>
      <p:sp>
        <p:nvSpPr>
          <p:cNvPr id="1450" name="Google Shape;1450;ge1d838b627_4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1" name="Google Shape;1451;ge1d838b627_4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5"/>
        <p:cNvGrpSpPr/>
        <p:nvPr/>
      </p:nvGrpSpPr>
      <p:grpSpPr>
        <a:xfrm>
          <a:off x="0" y="0"/>
          <a:ext cx="0" cy="0"/>
          <a:chOff x="0" y="0"/>
          <a:chExt cx="0" cy="0"/>
        </a:xfrm>
      </p:grpSpPr>
      <p:sp>
        <p:nvSpPr>
          <p:cNvPr id="1656" name="Google Shape;1656;ge1d838b627_4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7" name="Google Shape;1657;ge1d838b627_4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ge207fd22f2_0_250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1B9F3757-2F05-E206-1066-B9DE3A97B163}"/>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93CF921-898E-4378-F9AC-A1C4CAD7BF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50C47040-8982-00ED-5115-7323A5D4A9E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4970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E9208A50-3076-8A3F-5D05-124702FBCC17}"/>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BB4F78BA-E007-9E25-9A1E-B1C7B4ACDA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10A9828-988F-0946-753A-1B7C5715FC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3381767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B47BF9CD-F0B6-DCF8-0E96-BEB54A84184A}"/>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15C7DA86-EA53-F032-CBD6-0B4F9DFF26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3704D390-FFC3-6903-44D0-BE300C1CDD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2687098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a:extLst>
            <a:ext uri="{FF2B5EF4-FFF2-40B4-BE49-F238E27FC236}">
              <a16:creationId xmlns:a16="http://schemas.microsoft.com/office/drawing/2014/main" id="{BDA32272-A083-5FB3-9E56-FAFD44EF86BD}"/>
            </a:ext>
          </a:extLst>
        </p:cNvPr>
        <p:cNvGrpSpPr/>
        <p:nvPr/>
      </p:nvGrpSpPr>
      <p:grpSpPr>
        <a:xfrm>
          <a:off x="0" y="0"/>
          <a:ext cx="0" cy="0"/>
          <a:chOff x="0" y="0"/>
          <a:chExt cx="0" cy="0"/>
        </a:xfrm>
      </p:grpSpPr>
      <p:sp>
        <p:nvSpPr>
          <p:cNvPr id="1416" name="Google Shape;1416;ge207fd22f2_0_25013:notes">
            <a:extLst>
              <a:ext uri="{FF2B5EF4-FFF2-40B4-BE49-F238E27FC236}">
                <a16:creationId xmlns:a16="http://schemas.microsoft.com/office/drawing/2014/main" id="{D3AC7EDE-1DC1-B647-E4D0-19C603933A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7" name="Google Shape;1417;ge207fd22f2_0_25013:notes">
            <a:extLst>
              <a:ext uri="{FF2B5EF4-FFF2-40B4-BE49-F238E27FC236}">
                <a16:creationId xmlns:a16="http://schemas.microsoft.com/office/drawing/2014/main" id="{0B095A2D-E714-5B80-A340-31D166FE37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t>
            </a:r>
            <a:endParaRPr dirty="0"/>
          </a:p>
        </p:txBody>
      </p:sp>
    </p:spTree>
    <p:extLst>
      <p:ext uri="{BB962C8B-B14F-4D97-AF65-F5344CB8AC3E}">
        <p14:creationId xmlns:p14="http://schemas.microsoft.com/office/powerpoint/2010/main" val="24500095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p:cNvGrpSpPr/>
        <p:nvPr/>
      </p:nvGrpSpPr>
      <p:grpSpPr>
        <a:xfrm>
          <a:off x="0" y="0"/>
          <a:ext cx="0" cy="0"/>
          <a:chOff x="0" y="0"/>
          <a:chExt cx="0" cy="0"/>
        </a:xfrm>
      </p:grpSpPr>
      <p:sp>
        <p:nvSpPr>
          <p:cNvPr id="1428" name="Google Shape;1428;ge1d838b627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F9FAF9E2-7C9A-1B55-B087-8243F41DC880}"/>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C3EF3812-DBBA-B41F-C704-952ABB56B5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C12E2E59-DEF1-E099-A7B4-D9B34BA8F0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9934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7">
          <a:extLst>
            <a:ext uri="{FF2B5EF4-FFF2-40B4-BE49-F238E27FC236}">
              <a16:creationId xmlns:a16="http://schemas.microsoft.com/office/drawing/2014/main" id="{0193F452-5F07-F7B3-8568-836DC905F7B8}"/>
            </a:ext>
          </a:extLst>
        </p:cNvPr>
        <p:cNvGrpSpPr/>
        <p:nvPr/>
      </p:nvGrpSpPr>
      <p:grpSpPr>
        <a:xfrm>
          <a:off x="0" y="0"/>
          <a:ext cx="0" cy="0"/>
          <a:chOff x="0" y="0"/>
          <a:chExt cx="0" cy="0"/>
        </a:xfrm>
      </p:grpSpPr>
      <p:sp>
        <p:nvSpPr>
          <p:cNvPr id="1428" name="Google Shape;1428;ge1d838b627_4_0:notes">
            <a:extLst>
              <a:ext uri="{FF2B5EF4-FFF2-40B4-BE49-F238E27FC236}">
                <a16:creationId xmlns:a16="http://schemas.microsoft.com/office/drawing/2014/main" id="{DA515AFC-8B0E-9A41-A37A-68BB2198FD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9" name="Google Shape;1429;ge1d838b627_4_0:notes">
            <a:extLst>
              <a:ext uri="{FF2B5EF4-FFF2-40B4-BE49-F238E27FC236}">
                <a16:creationId xmlns:a16="http://schemas.microsoft.com/office/drawing/2014/main" id="{A659B9CA-A8DB-D7F0-A121-2ACA53F1A6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71717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135c9f142d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135c9f142d8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5"/>
        <p:cNvGrpSpPr/>
        <p:nvPr/>
      </p:nvGrpSpPr>
      <p:grpSpPr>
        <a:xfrm>
          <a:off x="0" y="0"/>
          <a:ext cx="0" cy="0"/>
          <a:chOff x="0" y="0"/>
          <a:chExt cx="0" cy="0"/>
        </a:xfrm>
      </p:grpSpPr>
      <p:sp>
        <p:nvSpPr>
          <p:cNvPr id="1936" name="Google Shape;1936;ge207fd22f2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7" name="Google Shape;1937;ge207fd22f2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e207fd22f2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e207fd22f2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6"/>
        <p:cNvGrpSpPr/>
        <p:nvPr/>
      </p:nvGrpSpPr>
      <p:grpSpPr>
        <a:xfrm>
          <a:off x="0" y="0"/>
          <a:ext cx="0" cy="0"/>
          <a:chOff x="0" y="0"/>
          <a:chExt cx="0" cy="0"/>
        </a:xfrm>
      </p:grpSpPr>
      <p:sp>
        <p:nvSpPr>
          <p:cNvPr id="2307" name="Google Shape;2307;ge207fd22f2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8" name="Google Shape;2308;ge207fd22f2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243252b292d_0_198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243252b292d_0_19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8"/>
        <p:cNvGrpSpPr/>
        <p:nvPr/>
      </p:nvGrpSpPr>
      <p:grpSpPr>
        <a:xfrm>
          <a:off x="0" y="0"/>
          <a:ext cx="0" cy="0"/>
          <a:chOff x="0" y="0"/>
          <a:chExt cx="0" cy="0"/>
        </a:xfrm>
      </p:grpSpPr>
      <p:sp>
        <p:nvSpPr>
          <p:cNvPr id="2329" name="Google Shape;2329;g243252b292d_0_198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0" name="Google Shape;2330;g243252b292d_0_19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4"/>
        <p:cNvGrpSpPr/>
        <p:nvPr/>
      </p:nvGrpSpPr>
      <p:grpSpPr>
        <a:xfrm>
          <a:off x="0" y="0"/>
          <a:ext cx="0" cy="0"/>
          <a:chOff x="0" y="0"/>
          <a:chExt cx="0" cy="0"/>
        </a:xfrm>
      </p:grpSpPr>
      <p:sp>
        <p:nvSpPr>
          <p:cNvPr id="2335" name="Google Shape;2335;g243252b292d_0_198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6" name="Google Shape;2336;g243252b292d_0_198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0"/>
        <p:cNvGrpSpPr/>
        <p:nvPr/>
      </p:nvGrpSpPr>
      <p:grpSpPr>
        <a:xfrm>
          <a:off x="0" y="0"/>
          <a:ext cx="0" cy="0"/>
          <a:chOff x="0" y="0"/>
          <a:chExt cx="0" cy="0"/>
        </a:xfrm>
      </p:grpSpPr>
      <p:sp>
        <p:nvSpPr>
          <p:cNvPr id="2361" name="Google Shape;2361;g243252b292d_0_198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2" name="Google Shape;2362;g243252b292d_0_198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6"/>
        <p:cNvGrpSpPr/>
        <p:nvPr/>
      </p:nvGrpSpPr>
      <p:grpSpPr>
        <a:xfrm>
          <a:off x="0" y="0"/>
          <a:ext cx="0" cy="0"/>
          <a:chOff x="0" y="0"/>
          <a:chExt cx="0" cy="0"/>
        </a:xfrm>
      </p:grpSpPr>
      <p:sp>
        <p:nvSpPr>
          <p:cNvPr id="2377" name="Google Shape;2377;g243252b292d_0_198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8" name="Google Shape;2378;g243252b292d_0_19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5"/>
        <p:cNvGrpSpPr/>
        <p:nvPr/>
      </p:nvGrpSpPr>
      <p:grpSpPr>
        <a:xfrm>
          <a:off x="0" y="0"/>
          <a:ext cx="0" cy="0"/>
          <a:chOff x="0" y="0"/>
          <a:chExt cx="0" cy="0"/>
        </a:xfrm>
      </p:grpSpPr>
      <p:sp>
        <p:nvSpPr>
          <p:cNvPr id="2716" name="Google Shape;2716;g243252b292d_0_20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7" name="Google Shape;2717;g243252b292d_0_20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6"/>
        <p:cNvGrpSpPr/>
        <p:nvPr/>
      </p:nvGrpSpPr>
      <p:grpSpPr>
        <a:xfrm>
          <a:off x="0" y="0"/>
          <a:ext cx="0" cy="0"/>
          <a:chOff x="0" y="0"/>
          <a:chExt cx="0" cy="0"/>
        </a:xfrm>
      </p:grpSpPr>
      <p:sp>
        <p:nvSpPr>
          <p:cNvPr id="4917" name="Google Shape;4917;g243252b292d_0_223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8" name="Google Shape;4918;g243252b292d_0_22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5"/>
        <p:cNvGrpSpPr/>
        <p:nvPr/>
      </p:nvGrpSpPr>
      <p:grpSpPr>
        <a:xfrm>
          <a:off x="0" y="0"/>
          <a:ext cx="0" cy="0"/>
          <a:chOff x="0" y="0"/>
          <a:chExt cx="0" cy="0"/>
        </a:xfrm>
      </p:grpSpPr>
      <p:sp>
        <p:nvSpPr>
          <p:cNvPr id="5336" name="Google Shape;5336;g243252b292d_0_22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37" name="Google Shape;5337;g243252b292d_0_22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5"/>
        <p:cNvGrpSpPr/>
        <p:nvPr/>
      </p:nvGrpSpPr>
      <p:grpSpPr>
        <a:xfrm>
          <a:off x="0" y="0"/>
          <a:ext cx="0" cy="0"/>
          <a:chOff x="0" y="0"/>
          <a:chExt cx="0" cy="0"/>
        </a:xfrm>
      </p:grpSpPr>
      <p:sp>
        <p:nvSpPr>
          <p:cNvPr id="5506" name="Google Shape;5506;g243252b292d_0_229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07" name="Google Shape;5507;g243252b292d_0_229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0"/>
        <p:cNvGrpSpPr/>
        <p:nvPr/>
      </p:nvGrpSpPr>
      <p:grpSpPr>
        <a:xfrm>
          <a:off x="0" y="0"/>
          <a:ext cx="0" cy="0"/>
          <a:chOff x="0" y="0"/>
          <a:chExt cx="0" cy="0"/>
        </a:xfrm>
      </p:grpSpPr>
      <p:sp>
        <p:nvSpPr>
          <p:cNvPr id="5911" name="Google Shape;5911;g243252b292d_0_233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12" name="Google Shape;5912;g243252b292d_0_233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0"/>
        <p:cNvGrpSpPr/>
        <p:nvPr/>
      </p:nvGrpSpPr>
      <p:grpSpPr>
        <a:xfrm>
          <a:off x="0" y="0"/>
          <a:ext cx="0" cy="0"/>
          <a:chOff x="0" y="0"/>
          <a:chExt cx="0" cy="0"/>
        </a:xfrm>
      </p:grpSpPr>
      <p:sp>
        <p:nvSpPr>
          <p:cNvPr id="6291" name="Google Shape;6291;g243252b292d_0_237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2" name="Google Shape;6292;g243252b292d_0_23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7"/>
        <p:cNvGrpSpPr/>
        <p:nvPr/>
      </p:nvGrpSpPr>
      <p:grpSpPr>
        <a:xfrm>
          <a:off x="0" y="0"/>
          <a:ext cx="0" cy="0"/>
          <a:chOff x="0" y="0"/>
          <a:chExt cx="0" cy="0"/>
        </a:xfrm>
      </p:grpSpPr>
      <p:sp>
        <p:nvSpPr>
          <p:cNvPr id="7068" name="Google Shape;7068;g243252b292d_0_245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9" name="Google Shape;7069;g243252b292d_0_24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4"/>
        <p:cNvGrpSpPr/>
        <p:nvPr/>
      </p:nvGrpSpPr>
      <p:grpSpPr>
        <a:xfrm>
          <a:off x="0" y="0"/>
          <a:ext cx="0" cy="0"/>
          <a:chOff x="0" y="0"/>
          <a:chExt cx="0" cy="0"/>
        </a:xfrm>
      </p:grpSpPr>
      <p:sp>
        <p:nvSpPr>
          <p:cNvPr id="8475" name="Google Shape;8475;g243252b292d_0_259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6" name="Google Shape;8476;g243252b292d_0_25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8"/>
        <p:cNvGrpSpPr/>
        <p:nvPr/>
      </p:nvGrpSpPr>
      <p:grpSpPr>
        <a:xfrm>
          <a:off x="0" y="0"/>
          <a:ext cx="0" cy="0"/>
          <a:chOff x="0" y="0"/>
          <a:chExt cx="0" cy="0"/>
        </a:xfrm>
      </p:grpSpPr>
      <p:sp>
        <p:nvSpPr>
          <p:cNvPr id="10869" name="Google Shape;10869;g243252b292d_0_283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70" name="Google Shape;10870;g243252b292d_0_28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82"/>
        <p:cNvGrpSpPr/>
        <p:nvPr/>
      </p:nvGrpSpPr>
      <p:grpSpPr>
        <a:xfrm>
          <a:off x="0" y="0"/>
          <a:ext cx="0" cy="0"/>
          <a:chOff x="0" y="0"/>
          <a:chExt cx="0" cy="0"/>
        </a:xfrm>
      </p:grpSpPr>
      <p:sp>
        <p:nvSpPr>
          <p:cNvPr id="12883" name="Google Shape;12883;g243252b292d_0_303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84" name="Google Shape;12884;g243252b292d_0_303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8"/>
        <p:cNvGrpSpPr/>
        <p:nvPr/>
      </p:nvGrpSpPr>
      <p:grpSpPr>
        <a:xfrm>
          <a:off x="0" y="0"/>
          <a:ext cx="0" cy="0"/>
          <a:chOff x="0" y="0"/>
          <a:chExt cx="0" cy="0"/>
        </a:xfrm>
      </p:grpSpPr>
      <p:sp>
        <p:nvSpPr>
          <p:cNvPr id="14519" name="Google Shape;14519;g243252b292d_0_319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20" name="Google Shape;14520;g243252b292d_0_319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0"/>
        <p:cNvGrpSpPr/>
        <p:nvPr/>
      </p:nvGrpSpPr>
      <p:grpSpPr>
        <a:xfrm>
          <a:off x="0" y="0"/>
          <a:ext cx="0" cy="0"/>
          <a:chOff x="0" y="0"/>
          <a:chExt cx="0" cy="0"/>
        </a:xfrm>
      </p:grpSpPr>
      <p:sp>
        <p:nvSpPr>
          <p:cNvPr id="15561" name="Google Shape;15561;g243252b292d_0_330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62" name="Google Shape;15562;g243252b292d_0_330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03"/>
        <p:cNvGrpSpPr/>
        <p:nvPr/>
      </p:nvGrpSpPr>
      <p:grpSpPr>
        <a:xfrm>
          <a:off x="0" y="0"/>
          <a:ext cx="0" cy="0"/>
          <a:chOff x="0" y="0"/>
          <a:chExt cx="0" cy="0"/>
        </a:xfrm>
      </p:grpSpPr>
      <p:sp>
        <p:nvSpPr>
          <p:cNvPr id="17104" name="Google Shape;17104;g243252b292d_0_385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5" name="Google Shape;17105;g243252b292d_0_38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230500" y="0"/>
            <a:ext cx="8913500" cy="5154433"/>
            <a:chOff x="230500" y="0"/>
            <a:chExt cx="8913500" cy="5154433"/>
          </a:xfrm>
        </p:grpSpPr>
        <p:sp>
          <p:nvSpPr>
            <p:cNvPr id="10" name="Google Shape;10;p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57648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504380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7290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9446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21;p2"/>
          <p:cNvGrpSpPr/>
          <p:nvPr/>
        </p:nvGrpSpPr>
        <p:grpSpPr>
          <a:xfrm>
            <a:off x="648049" y="390807"/>
            <a:ext cx="2212648" cy="2641814"/>
            <a:chOff x="780000" y="2087625"/>
            <a:chExt cx="1580350" cy="1886875"/>
          </a:xfrm>
        </p:grpSpPr>
        <p:sp>
          <p:nvSpPr>
            <p:cNvPr id="22" name="Google Shape;22;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 name="Google Shape;66;p2"/>
          <p:cNvGrpSpPr/>
          <p:nvPr/>
        </p:nvGrpSpPr>
        <p:grpSpPr>
          <a:xfrm rot="5400000">
            <a:off x="6601649" y="-54468"/>
            <a:ext cx="2212648" cy="2641814"/>
            <a:chOff x="780000" y="2087625"/>
            <a:chExt cx="1580350" cy="1886875"/>
          </a:xfrm>
        </p:grpSpPr>
        <p:sp>
          <p:nvSpPr>
            <p:cNvPr id="67" name="Google Shape;67;p2"/>
            <p:cNvSpPr/>
            <p:nvPr/>
          </p:nvSpPr>
          <p:spPr>
            <a:xfrm>
              <a:off x="2343425" y="3858675"/>
              <a:ext cx="3300" cy="30550"/>
            </a:xfrm>
            <a:custGeom>
              <a:avLst/>
              <a:gdLst/>
              <a:ahLst/>
              <a:cxnLst/>
              <a:rect l="l" t="t" r="r" b="b"/>
              <a:pathLst>
                <a:path w="132" h="1222" extrusionOk="0">
                  <a:moveTo>
                    <a:pt x="1" y="0"/>
                  </a:moveTo>
                  <a:lnTo>
                    <a:pt x="1" y="545"/>
                  </a:lnTo>
                  <a:lnTo>
                    <a:pt x="1" y="1221"/>
                  </a:lnTo>
                  <a:cubicBezTo>
                    <a:pt x="131" y="1221"/>
                    <a:pt x="131" y="949"/>
                    <a:pt x="131" y="545"/>
                  </a:cubicBezTo>
                  <a:cubicBezTo>
                    <a:pt x="131" y="273"/>
                    <a:pt x="13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329800" y="3872300"/>
              <a:ext cx="30550" cy="3300"/>
            </a:xfrm>
            <a:custGeom>
              <a:avLst/>
              <a:gdLst/>
              <a:ahLst/>
              <a:cxnLst/>
              <a:rect l="l" t="t" r="r" b="b"/>
              <a:pathLst>
                <a:path w="1222" h="132" extrusionOk="0">
                  <a:moveTo>
                    <a:pt x="1" y="0"/>
                  </a:moveTo>
                  <a:cubicBezTo>
                    <a:pt x="1" y="131"/>
                    <a:pt x="273" y="131"/>
                    <a:pt x="546" y="131"/>
                  </a:cubicBezTo>
                  <a:cubicBezTo>
                    <a:pt x="949" y="131"/>
                    <a:pt x="1221" y="131"/>
                    <a:pt x="122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333075" y="3861950"/>
              <a:ext cx="27275" cy="20450"/>
            </a:xfrm>
            <a:custGeom>
              <a:avLst/>
              <a:gdLst/>
              <a:ahLst/>
              <a:cxnLst/>
              <a:rect l="l" t="t" r="r" b="b"/>
              <a:pathLst>
                <a:path w="1091" h="818" extrusionOk="0">
                  <a:moveTo>
                    <a:pt x="1090" y="0"/>
                  </a:moveTo>
                  <a:cubicBezTo>
                    <a:pt x="960" y="0"/>
                    <a:pt x="818" y="142"/>
                    <a:pt x="545" y="414"/>
                  </a:cubicBezTo>
                  <a:cubicBezTo>
                    <a:pt x="818" y="273"/>
                    <a:pt x="1090" y="0"/>
                    <a:pt x="1090" y="0"/>
                  </a:cubicBezTo>
                  <a:close/>
                  <a:moveTo>
                    <a:pt x="545" y="414"/>
                  </a:moveTo>
                  <a:cubicBezTo>
                    <a:pt x="273" y="545"/>
                    <a:pt x="1" y="818"/>
                    <a:pt x="1" y="818"/>
                  </a:cubicBezTo>
                  <a:cubicBezTo>
                    <a:pt x="142" y="818"/>
                    <a:pt x="273" y="687"/>
                    <a:pt x="545"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2336625" y="3858675"/>
              <a:ext cx="20450" cy="28125"/>
            </a:xfrm>
            <a:custGeom>
              <a:avLst/>
              <a:gdLst/>
              <a:ahLst/>
              <a:cxnLst/>
              <a:rect l="l" t="t" r="r" b="b"/>
              <a:pathLst>
                <a:path w="818" h="1125" extrusionOk="0">
                  <a:moveTo>
                    <a:pt x="0" y="0"/>
                  </a:moveTo>
                  <a:cubicBezTo>
                    <a:pt x="0" y="131"/>
                    <a:pt x="131" y="404"/>
                    <a:pt x="273" y="676"/>
                  </a:cubicBezTo>
                  <a:cubicBezTo>
                    <a:pt x="497" y="900"/>
                    <a:pt x="625" y="1124"/>
                    <a:pt x="663" y="1124"/>
                  </a:cubicBezTo>
                  <a:cubicBezTo>
                    <a:pt x="672" y="1124"/>
                    <a:pt x="676" y="1114"/>
                    <a:pt x="676" y="1090"/>
                  </a:cubicBezTo>
                  <a:cubicBezTo>
                    <a:pt x="818" y="1090"/>
                    <a:pt x="676" y="818"/>
                    <a:pt x="403" y="545"/>
                  </a:cubicBezTo>
                  <a:cubicBezTo>
                    <a:pt x="273" y="273"/>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2030100" y="3787025"/>
              <a:ext cx="3275" cy="30800"/>
            </a:xfrm>
            <a:custGeom>
              <a:avLst/>
              <a:gdLst/>
              <a:ahLst/>
              <a:cxnLst/>
              <a:rect l="l" t="t" r="r" b="b"/>
              <a:pathLst>
                <a:path w="131" h="1232" extrusionOk="0">
                  <a:moveTo>
                    <a:pt x="131" y="0"/>
                  </a:moveTo>
                  <a:cubicBezTo>
                    <a:pt x="0" y="0"/>
                    <a:pt x="0" y="273"/>
                    <a:pt x="0" y="687"/>
                  </a:cubicBezTo>
                  <a:cubicBezTo>
                    <a:pt x="0" y="959"/>
                    <a:pt x="0" y="1232"/>
                    <a:pt x="131" y="1232"/>
                  </a:cubicBezTo>
                  <a:lnTo>
                    <a:pt x="131" y="687"/>
                  </a:lnTo>
                  <a:lnTo>
                    <a:pt x="13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2016475" y="3800625"/>
              <a:ext cx="30525" cy="3575"/>
            </a:xfrm>
            <a:custGeom>
              <a:avLst/>
              <a:gdLst/>
              <a:ahLst/>
              <a:cxnLst/>
              <a:rect l="l" t="t" r="r" b="b"/>
              <a:pathLst>
                <a:path w="1221" h="143" extrusionOk="0">
                  <a:moveTo>
                    <a:pt x="676" y="1"/>
                  </a:moveTo>
                  <a:cubicBezTo>
                    <a:pt x="273" y="1"/>
                    <a:pt x="0" y="1"/>
                    <a:pt x="0" y="143"/>
                  </a:cubicBezTo>
                  <a:lnTo>
                    <a:pt x="1221" y="143"/>
                  </a:lnTo>
                  <a:cubicBezTo>
                    <a:pt x="1221" y="1"/>
                    <a:pt x="948" y="1"/>
                    <a:pt x="6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2019750" y="3790550"/>
              <a:ext cx="27250" cy="21325"/>
            </a:xfrm>
            <a:custGeom>
              <a:avLst/>
              <a:gdLst/>
              <a:ahLst/>
              <a:cxnLst/>
              <a:rect l="l" t="t" r="r" b="b"/>
              <a:pathLst>
                <a:path w="1090" h="853" extrusionOk="0">
                  <a:moveTo>
                    <a:pt x="1090" y="1"/>
                  </a:moveTo>
                  <a:cubicBezTo>
                    <a:pt x="1090" y="1"/>
                    <a:pt x="817" y="132"/>
                    <a:pt x="545" y="404"/>
                  </a:cubicBezTo>
                  <a:cubicBezTo>
                    <a:pt x="272" y="676"/>
                    <a:pt x="0" y="818"/>
                    <a:pt x="142" y="818"/>
                  </a:cubicBezTo>
                  <a:cubicBezTo>
                    <a:pt x="142" y="842"/>
                    <a:pt x="151" y="853"/>
                    <a:pt x="168" y="853"/>
                  </a:cubicBezTo>
                  <a:cubicBezTo>
                    <a:pt x="243" y="853"/>
                    <a:pt x="465" y="652"/>
                    <a:pt x="687" y="546"/>
                  </a:cubicBezTo>
                  <a:cubicBezTo>
                    <a:pt x="959" y="273"/>
                    <a:pt x="1090" y="1"/>
                    <a:pt x="109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2023275" y="3789575"/>
              <a:ext cx="20475" cy="28250"/>
            </a:xfrm>
            <a:custGeom>
              <a:avLst/>
              <a:gdLst/>
              <a:ahLst/>
              <a:cxnLst/>
              <a:rect l="l" t="t" r="r" b="b"/>
              <a:pathLst>
                <a:path w="819" h="1130" extrusionOk="0">
                  <a:moveTo>
                    <a:pt x="27" y="1"/>
                  </a:moveTo>
                  <a:cubicBezTo>
                    <a:pt x="10" y="1"/>
                    <a:pt x="1" y="13"/>
                    <a:pt x="1" y="40"/>
                  </a:cubicBezTo>
                  <a:lnTo>
                    <a:pt x="273" y="585"/>
                  </a:lnTo>
                  <a:cubicBezTo>
                    <a:pt x="546" y="857"/>
                    <a:pt x="676" y="1130"/>
                    <a:pt x="818" y="1130"/>
                  </a:cubicBezTo>
                  <a:cubicBezTo>
                    <a:pt x="818" y="988"/>
                    <a:pt x="676" y="857"/>
                    <a:pt x="404" y="443"/>
                  </a:cubicBezTo>
                  <a:cubicBezTo>
                    <a:pt x="298" y="222"/>
                    <a:pt x="99" y="1"/>
                    <a:pt x="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2186750" y="3943675"/>
              <a:ext cx="3300" cy="30825"/>
            </a:xfrm>
            <a:custGeom>
              <a:avLst/>
              <a:gdLst/>
              <a:ahLst/>
              <a:cxnLst/>
              <a:rect l="l" t="t" r="r" b="b"/>
              <a:pathLst>
                <a:path w="132" h="1233" extrusionOk="0">
                  <a:moveTo>
                    <a:pt x="1" y="1"/>
                  </a:moveTo>
                  <a:lnTo>
                    <a:pt x="1" y="546"/>
                  </a:lnTo>
                  <a:lnTo>
                    <a:pt x="1" y="1232"/>
                  </a:lnTo>
                  <a:cubicBezTo>
                    <a:pt x="132" y="1232"/>
                    <a:pt x="132" y="960"/>
                    <a:pt x="132" y="546"/>
                  </a:cubicBezTo>
                  <a:cubicBezTo>
                    <a:pt x="132" y="273"/>
                    <a:pt x="132"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2173125" y="3957300"/>
              <a:ext cx="30550" cy="3575"/>
            </a:xfrm>
            <a:custGeom>
              <a:avLst/>
              <a:gdLst/>
              <a:ahLst/>
              <a:cxnLst/>
              <a:rect l="l" t="t" r="r" b="b"/>
              <a:pathLst>
                <a:path w="1222" h="143" extrusionOk="0">
                  <a:moveTo>
                    <a:pt x="1" y="1"/>
                  </a:moveTo>
                  <a:cubicBezTo>
                    <a:pt x="1" y="142"/>
                    <a:pt x="273" y="142"/>
                    <a:pt x="546" y="142"/>
                  </a:cubicBezTo>
                  <a:cubicBezTo>
                    <a:pt x="949" y="142"/>
                    <a:pt x="1222" y="142"/>
                    <a:pt x="12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2176400" y="3947225"/>
              <a:ext cx="27275" cy="20450"/>
            </a:xfrm>
            <a:custGeom>
              <a:avLst/>
              <a:gdLst/>
              <a:ahLst/>
              <a:cxnLst/>
              <a:rect l="l" t="t" r="r" b="b"/>
              <a:pathLst>
                <a:path w="1091" h="818" extrusionOk="0">
                  <a:moveTo>
                    <a:pt x="1091" y="1"/>
                  </a:moveTo>
                  <a:cubicBezTo>
                    <a:pt x="960" y="1"/>
                    <a:pt x="818" y="131"/>
                    <a:pt x="546" y="404"/>
                  </a:cubicBezTo>
                  <a:cubicBezTo>
                    <a:pt x="818" y="273"/>
                    <a:pt x="1091" y="1"/>
                    <a:pt x="1091" y="1"/>
                  </a:cubicBezTo>
                  <a:close/>
                  <a:moveTo>
                    <a:pt x="546" y="404"/>
                  </a:moveTo>
                  <a:lnTo>
                    <a:pt x="546" y="404"/>
                  </a:lnTo>
                  <a:cubicBezTo>
                    <a:pt x="273" y="545"/>
                    <a:pt x="1" y="818"/>
                    <a:pt x="1" y="818"/>
                  </a:cubicBezTo>
                  <a:cubicBezTo>
                    <a:pt x="142" y="818"/>
                    <a:pt x="273" y="676"/>
                    <a:pt x="546" y="40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2179950" y="3943675"/>
              <a:ext cx="20450" cy="28250"/>
            </a:xfrm>
            <a:custGeom>
              <a:avLst/>
              <a:gdLst/>
              <a:ahLst/>
              <a:cxnLst/>
              <a:rect l="l" t="t" r="r" b="b"/>
              <a:pathLst>
                <a:path w="818" h="1130" extrusionOk="0">
                  <a:moveTo>
                    <a:pt x="0" y="1"/>
                  </a:moveTo>
                  <a:cubicBezTo>
                    <a:pt x="0" y="143"/>
                    <a:pt x="131" y="415"/>
                    <a:pt x="273" y="687"/>
                  </a:cubicBezTo>
                  <a:cubicBezTo>
                    <a:pt x="494" y="908"/>
                    <a:pt x="622" y="1129"/>
                    <a:pt x="662" y="1129"/>
                  </a:cubicBezTo>
                  <a:cubicBezTo>
                    <a:pt x="672" y="1129"/>
                    <a:pt x="676" y="1117"/>
                    <a:pt x="676" y="1091"/>
                  </a:cubicBezTo>
                  <a:cubicBezTo>
                    <a:pt x="818" y="1091"/>
                    <a:pt x="676" y="818"/>
                    <a:pt x="404" y="546"/>
                  </a:cubicBezTo>
                  <a:cubicBezTo>
                    <a:pt x="131" y="273"/>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889000" y="3695200"/>
              <a:ext cx="3575" cy="30525"/>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872100" y="3708825"/>
              <a:ext cx="34075" cy="327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878925" y="3698450"/>
              <a:ext cx="27250" cy="21475"/>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878925" y="3697625"/>
              <a:ext cx="20450" cy="28100"/>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188700" y="2594975"/>
              <a:ext cx="6850" cy="34075"/>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1175100" y="2608600"/>
              <a:ext cx="34075" cy="355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1181900" y="2598500"/>
              <a:ext cx="24000" cy="23725"/>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1181900" y="2598500"/>
              <a:ext cx="20450" cy="27275"/>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793625" y="2629025"/>
              <a:ext cx="3575" cy="30800"/>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780000" y="2642650"/>
              <a:ext cx="34100" cy="357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783550" y="2632575"/>
              <a:ext cx="27275" cy="21325"/>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786825" y="2631600"/>
              <a:ext cx="20450" cy="28225"/>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997975" y="2870975"/>
              <a:ext cx="3575" cy="34075"/>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984350" y="2884600"/>
              <a:ext cx="34100" cy="330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a:off x="987900" y="2874250"/>
              <a:ext cx="27275" cy="24000"/>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991175" y="2874250"/>
              <a:ext cx="20450" cy="27275"/>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1188700" y="3436350"/>
              <a:ext cx="3575" cy="30550"/>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1175100" y="3449975"/>
              <a:ext cx="30800" cy="330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1178625" y="3439625"/>
              <a:ext cx="27275" cy="20450"/>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1181900" y="3438775"/>
              <a:ext cx="20450" cy="25700"/>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1822200" y="2612125"/>
              <a:ext cx="3575" cy="34100"/>
            </a:xfrm>
            <a:custGeom>
              <a:avLst/>
              <a:gdLst/>
              <a:ahLst/>
              <a:cxnLst/>
              <a:rect l="l" t="t" r="r" b="b"/>
              <a:pathLst>
                <a:path w="143" h="1364" extrusionOk="0">
                  <a:moveTo>
                    <a:pt x="0" y="1"/>
                  </a:moveTo>
                  <a:lnTo>
                    <a:pt x="0" y="676"/>
                  </a:lnTo>
                  <a:lnTo>
                    <a:pt x="0" y="1363"/>
                  </a:lnTo>
                  <a:cubicBezTo>
                    <a:pt x="0" y="1363"/>
                    <a:pt x="142" y="1091"/>
                    <a:pt x="142" y="676"/>
                  </a:cubicBezTo>
                  <a:cubicBezTo>
                    <a:pt x="142" y="404"/>
                    <a:pt x="0"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1805300" y="2629025"/>
              <a:ext cx="34100" cy="3575"/>
            </a:xfrm>
            <a:custGeom>
              <a:avLst/>
              <a:gdLst/>
              <a:ahLst/>
              <a:cxnLst/>
              <a:rect l="l" t="t" r="r" b="b"/>
              <a:pathLst>
                <a:path w="1364" h="143" extrusionOk="0">
                  <a:moveTo>
                    <a:pt x="1" y="0"/>
                  </a:moveTo>
                  <a:cubicBezTo>
                    <a:pt x="1" y="142"/>
                    <a:pt x="273" y="142"/>
                    <a:pt x="676" y="142"/>
                  </a:cubicBezTo>
                  <a:cubicBezTo>
                    <a:pt x="1091"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1812125" y="2617950"/>
              <a:ext cx="27275" cy="21450"/>
            </a:xfrm>
            <a:custGeom>
              <a:avLst/>
              <a:gdLst/>
              <a:ahLst/>
              <a:cxnLst/>
              <a:rect l="l" t="t" r="r" b="b"/>
              <a:pathLst>
                <a:path w="1091" h="858" extrusionOk="0">
                  <a:moveTo>
                    <a:pt x="919" y="0"/>
                  </a:moveTo>
                  <a:cubicBezTo>
                    <a:pt x="841" y="0"/>
                    <a:pt x="622" y="199"/>
                    <a:pt x="403" y="313"/>
                  </a:cubicBezTo>
                  <a:cubicBezTo>
                    <a:pt x="131" y="585"/>
                    <a:pt x="0" y="858"/>
                    <a:pt x="0" y="858"/>
                  </a:cubicBezTo>
                  <a:cubicBezTo>
                    <a:pt x="0" y="858"/>
                    <a:pt x="273" y="716"/>
                    <a:pt x="545" y="443"/>
                  </a:cubicBezTo>
                  <a:cubicBezTo>
                    <a:pt x="818" y="313"/>
                    <a:pt x="1090" y="40"/>
                    <a:pt x="948" y="40"/>
                  </a:cubicBezTo>
                  <a:cubicBezTo>
                    <a:pt x="948" y="12"/>
                    <a:pt x="938" y="0"/>
                    <a:pt x="91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1812125" y="2615400"/>
              <a:ext cx="20450" cy="27275"/>
            </a:xfrm>
            <a:custGeom>
              <a:avLst/>
              <a:gdLst/>
              <a:ahLst/>
              <a:cxnLst/>
              <a:rect l="l" t="t" r="r" b="b"/>
              <a:pathLst>
                <a:path w="818" h="1091" extrusionOk="0">
                  <a:moveTo>
                    <a:pt x="131" y="0"/>
                  </a:moveTo>
                  <a:lnTo>
                    <a:pt x="131" y="0"/>
                  </a:lnTo>
                  <a:cubicBezTo>
                    <a:pt x="0" y="142"/>
                    <a:pt x="131" y="273"/>
                    <a:pt x="403" y="687"/>
                  </a:cubicBezTo>
                  <a:cubicBezTo>
                    <a:pt x="545" y="960"/>
                    <a:pt x="818" y="1090"/>
                    <a:pt x="818" y="1090"/>
                  </a:cubicBezTo>
                  <a:lnTo>
                    <a:pt x="545" y="545"/>
                  </a:lnTo>
                  <a:cubicBezTo>
                    <a:pt x="273" y="273"/>
                    <a:pt x="131" y="1"/>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1835825" y="3453250"/>
              <a:ext cx="3575" cy="30800"/>
            </a:xfrm>
            <a:custGeom>
              <a:avLst/>
              <a:gdLst/>
              <a:ahLst/>
              <a:cxnLst/>
              <a:rect l="l" t="t" r="r" b="b"/>
              <a:pathLst>
                <a:path w="143" h="1232" extrusionOk="0">
                  <a:moveTo>
                    <a:pt x="142" y="0"/>
                  </a:moveTo>
                  <a:cubicBezTo>
                    <a:pt x="142" y="0"/>
                    <a:pt x="0" y="273"/>
                    <a:pt x="0" y="545"/>
                  </a:cubicBezTo>
                  <a:cubicBezTo>
                    <a:pt x="0" y="959"/>
                    <a:pt x="142" y="1232"/>
                    <a:pt x="142" y="1232"/>
                  </a:cubicBezTo>
                  <a:lnTo>
                    <a:pt x="142" y="545"/>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1822200" y="3466875"/>
              <a:ext cx="34075" cy="3550"/>
            </a:xfrm>
            <a:custGeom>
              <a:avLst/>
              <a:gdLst/>
              <a:ahLst/>
              <a:cxnLst/>
              <a:rect l="l" t="t" r="r" b="b"/>
              <a:pathLst>
                <a:path w="1363" h="142" extrusionOk="0">
                  <a:moveTo>
                    <a:pt x="0" y="0"/>
                  </a:moveTo>
                  <a:cubicBezTo>
                    <a:pt x="0" y="142"/>
                    <a:pt x="273" y="142"/>
                    <a:pt x="687" y="142"/>
                  </a:cubicBezTo>
                  <a:cubicBezTo>
                    <a:pt x="1090" y="142"/>
                    <a:pt x="1363" y="142"/>
                    <a:pt x="13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829000" y="3455800"/>
              <a:ext cx="24000" cy="21450"/>
            </a:xfrm>
            <a:custGeom>
              <a:avLst/>
              <a:gdLst/>
              <a:ahLst/>
              <a:cxnLst/>
              <a:rect l="l" t="t" r="r" b="b"/>
              <a:pathLst>
                <a:path w="960" h="858" extrusionOk="0">
                  <a:moveTo>
                    <a:pt x="931" y="0"/>
                  </a:moveTo>
                  <a:cubicBezTo>
                    <a:pt x="853" y="0"/>
                    <a:pt x="634" y="198"/>
                    <a:pt x="415" y="312"/>
                  </a:cubicBezTo>
                  <a:cubicBezTo>
                    <a:pt x="143" y="585"/>
                    <a:pt x="1" y="857"/>
                    <a:pt x="1" y="857"/>
                  </a:cubicBezTo>
                  <a:cubicBezTo>
                    <a:pt x="1" y="857"/>
                    <a:pt x="273" y="715"/>
                    <a:pt x="546" y="443"/>
                  </a:cubicBezTo>
                  <a:cubicBezTo>
                    <a:pt x="818" y="312"/>
                    <a:pt x="960" y="40"/>
                    <a:pt x="960" y="40"/>
                  </a:cubicBezTo>
                  <a:cubicBezTo>
                    <a:pt x="960" y="12"/>
                    <a:pt x="949" y="0"/>
                    <a:pt x="9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1829000" y="3453250"/>
              <a:ext cx="20475" cy="27250"/>
            </a:xfrm>
            <a:custGeom>
              <a:avLst/>
              <a:gdLst/>
              <a:ahLst/>
              <a:cxnLst/>
              <a:rect l="l" t="t" r="r" b="b"/>
              <a:pathLst>
                <a:path w="819" h="1090" extrusionOk="0">
                  <a:moveTo>
                    <a:pt x="1" y="0"/>
                  </a:moveTo>
                  <a:cubicBezTo>
                    <a:pt x="1" y="142"/>
                    <a:pt x="143" y="273"/>
                    <a:pt x="415" y="687"/>
                  </a:cubicBezTo>
                  <a:cubicBezTo>
                    <a:pt x="546" y="959"/>
                    <a:pt x="818" y="1090"/>
                    <a:pt x="818" y="1090"/>
                  </a:cubicBezTo>
                  <a:lnTo>
                    <a:pt x="546" y="545"/>
                  </a:lnTo>
                  <a:cubicBezTo>
                    <a:pt x="27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1318125" y="2087625"/>
              <a:ext cx="3575" cy="34075"/>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1301250" y="2104525"/>
              <a:ext cx="34075" cy="357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1308050" y="2090900"/>
              <a:ext cx="27275" cy="24000"/>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1308050" y="2090900"/>
              <a:ext cx="20450" cy="27275"/>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 name="Google Shape;111;p2"/>
          <p:cNvGrpSpPr/>
          <p:nvPr/>
        </p:nvGrpSpPr>
        <p:grpSpPr>
          <a:xfrm>
            <a:off x="43843" y="203972"/>
            <a:ext cx="75974" cy="84124"/>
            <a:chOff x="7553342" y="94254"/>
            <a:chExt cx="43123" cy="47743"/>
          </a:xfrm>
        </p:grpSpPr>
        <p:sp>
          <p:nvSpPr>
            <p:cNvPr id="112" name="Google Shape;11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116;p2"/>
          <p:cNvGrpSpPr/>
          <p:nvPr/>
        </p:nvGrpSpPr>
        <p:grpSpPr>
          <a:xfrm>
            <a:off x="511318" y="1336897"/>
            <a:ext cx="75974" cy="84124"/>
            <a:chOff x="7553342" y="94254"/>
            <a:chExt cx="43123" cy="47743"/>
          </a:xfrm>
        </p:grpSpPr>
        <p:sp>
          <p:nvSpPr>
            <p:cNvPr id="117" name="Google Shape;117;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 name="Google Shape;121;p2"/>
          <p:cNvGrpSpPr/>
          <p:nvPr/>
        </p:nvGrpSpPr>
        <p:grpSpPr>
          <a:xfrm>
            <a:off x="8371818" y="1034472"/>
            <a:ext cx="75974" cy="84124"/>
            <a:chOff x="7553342" y="94254"/>
            <a:chExt cx="43123" cy="47743"/>
          </a:xfrm>
        </p:grpSpPr>
        <p:sp>
          <p:nvSpPr>
            <p:cNvPr id="122" name="Google Shape;122;p2"/>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 name="Google Shape;126;p2"/>
          <p:cNvSpPr txBox="1">
            <a:spLocks noGrp="1"/>
          </p:cNvSpPr>
          <p:nvPr>
            <p:ph type="ctrTitle"/>
          </p:nvPr>
        </p:nvSpPr>
        <p:spPr>
          <a:xfrm>
            <a:off x="1610800" y="1209325"/>
            <a:ext cx="5922300" cy="1933500"/>
          </a:xfrm>
          <a:prstGeom prst="rect">
            <a:avLst/>
          </a:prstGeom>
          <a:effectLst>
            <a:outerShdw blurRad="57150" dist="28575" dir="5400000" algn="bl" rotWithShape="0">
              <a:schemeClr val="dk1">
                <a:alpha val="40000"/>
              </a:schemeClr>
            </a:outerShdw>
          </a:effectLst>
        </p:spPr>
        <p:txBody>
          <a:bodyPr spcFirstLastPara="1" wrap="square" lIns="91425" tIns="91425" rIns="91425" bIns="91425" anchor="b" anchorCtr="0">
            <a:noAutofit/>
          </a:bodyPr>
          <a:lstStyle>
            <a:lvl1pPr lvl="0" algn="ctr" rtl="0">
              <a:lnSpc>
                <a:spcPct val="80000"/>
              </a:lnSpc>
              <a:spcBef>
                <a:spcPts val="0"/>
              </a:spcBef>
              <a:spcAft>
                <a:spcPts val="0"/>
              </a:spcAft>
              <a:buSzPts val="5200"/>
              <a:buNone/>
              <a:defRPr sz="7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r>
              <a:rPr lang="en-US"/>
              <a:t>Click to edit Master title style</a:t>
            </a:r>
            <a:endParaRPr/>
          </a:p>
        </p:txBody>
      </p:sp>
      <p:sp>
        <p:nvSpPr>
          <p:cNvPr id="127" name="Google Shape;127;p2"/>
          <p:cNvSpPr txBox="1">
            <a:spLocks noGrp="1"/>
          </p:cNvSpPr>
          <p:nvPr>
            <p:ph type="subTitle" idx="1"/>
          </p:nvPr>
        </p:nvSpPr>
        <p:spPr>
          <a:xfrm>
            <a:off x="1610850" y="3049313"/>
            <a:ext cx="5922300" cy="393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r>
              <a:rPr lang="en-US"/>
              <a:t>Click to edit Master subtitle style</a:t>
            </a:r>
            <a:endParaRPr/>
          </a:p>
        </p:txBody>
      </p:sp>
      <p:sp>
        <p:nvSpPr>
          <p:cNvPr id="128" name="Google Shape;128;p2"/>
          <p:cNvSpPr/>
          <p:nvPr/>
        </p:nvSpPr>
        <p:spPr>
          <a:xfrm>
            <a:off x="0" y="0"/>
            <a:ext cx="396021" cy="473237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0"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180375" y="2620750"/>
            <a:ext cx="1597944" cy="2436215"/>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132;p2"/>
          <p:cNvGrpSpPr/>
          <p:nvPr/>
        </p:nvGrpSpPr>
        <p:grpSpPr>
          <a:xfrm rot="427817">
            <a:off x="8033091" y="1960610"/>
            <a:ext cx="1655621" cy="3005222"/>
            <a:chOff x="4813300" y="1919750"/>
            <a:chExt cx="1022925" cy="1856775"/>
          </a:xfrm>
        </p:grpSpPr>
        <p:sp>
          <p:nvSpPr>
            <p:cNvPr id="133" name="Google Shape;133;p2"/>
            <p:cNvSpPr/>
            <p:nvPr/>
          </p:nvSpPr>
          <p:spPr>
            <a:xfrm>
              <a:off x="4813300" y="2497900"/>
              <a:ext cx="1022925" cy="1278625"/>
            </a:xfrm>
            <a:custGeom>
              <a:avLst/>
              <a:gdLst/>
              <a:ahLst/>
              <a:cxnLst/>
              <a:rect l="l" t="t" r="r" b="b"/>
              <a:pathLst>
                <a:path w="40917" h="51145" extrusionOk="0">
                  <a:moveTo>
                    <a:pt x="19462" y="1"/>
                  </a:moveTo>
                  <a:cubicBezTo>
                    <a:pt x="19569" y="446"/>
                    <a:pt x="19462" y="890"/>
                    <a:pt x="19347" y="1219"/>
                  </a:cubicBezTo>
                  <a:cubicBezTo>
                    <a:pt x="19240" y="1442"/>
                    <a:pt x="19018" y="1664"/>
                    <a:pt x="18795" y="1780"/>
                  </a:cubicBezTo>
                  <a:cubicBezTo>
                    <a:pt x="18680" y="1442"/>
                    <a:pt x="18573" y="1113"/>
                    <a:pt x="18573" y="775"/>
                  </a:cubicBezTo>
                  <a:lnTo>
                    <a:pt x="18350" y="890"/>
                  </a:lnTo>
                  <a:cubicBezTo>
                    <a:pt x="18457" y="1780"/>
                    <a:pt x="18457" y="2669"/>
                    <a:pt x="18573" y="3665"/>
                  </a:cubicBezTo>
                  <a:cubicBezTo>
                    <a:pt x="17790" y="3443"/>
                    <a:pt x="17123" y="2892"/>
                    <a:pt x="16901" y="2002"/>
                  </a:cubicBezTo>
                  <a:lnTo>
                    <a:pt x="16901" y="2002"/>
                  </a:lnTo>
                  <a:cubicBezTo>
                    <a:pt x="17016" y="2892"/>
                    <a:pt x="17683" y="3781"/>
                    <a:pt x="18680" y="4110"/>
                  </a:cubicBezTo>
                  <a:cubicBezTo>
                    <a:pt x="18680" y="5338"/>
                    <a:pt x="18795" y="6450"/>
                    <a:pt x="18902" y="7668"/>
                  </a:cubicBezTo>
                  <a:cubicBezTo>
                    <a:pt x="18764" y="7717"/>
                    <a:pt x="18606" y="7745"/>
                    <a:pt x="18436" y="7745"/>
                  </a:cubicBezTo>
                  <a:cubicBezTo>
                    <a:pt x="18200" y="7745"/>
                    <a:pt x="17942" y="7691"/>
                    <a:pt x="17683" y="7561"/>
                  </a:cubicBezTo>
                  <a:cubicBezTo>
                    <a:pt x="17239" y="7446"/>
                    <a:pt x="16794" y="7001"/>
                    <a:pt x="16571" y="6556"/>
                  </a:cubicBezTo>
                  <a:lnTo>
                    <a:pt x="16571" y="6556"/>
                  </a:lnTo>
                  <a:cubicBezTo>
                    <a:pt x="16678" y="7117"/>
                    <a:pt x="17123" y="7561"/>
                    <a:pt x="17568" y="7784"/>
                  </a:cubicBezTo>
                  <a:cubicBezTo>
                    <a:pt x="17894" y="7947"/>
                    <a:pt x="18220" y="8048"/>
                    <a:pt x="18547" y="8048"/>
                  </a:cubicBezTo>
                  <a:cubicBezTo>
                    <a:pt x="18665" y="8048"/>
                    <a:pt x="18783" y="8034"/>
                    <a:pt x="18902" y="8006"/>
                  </a:cubicBezTo>
                  <a:cubicBezTo>
                    <a:pt x="19018" y="9340"/>
                    <a:pt x="19124" y="10559"/>
                    <a:pt x="19240" y="11786"/>
                  </a:cubicBezTo>
                  <a:cubicBezTo>
                    <a:pt x="19124" y="11786"/>
                    <a:pt x="18902" y="11671"/>
                    <a:pt x="18795" y="11671"/>
                  </a:cubicBezTo>
                  <a:cubicBezTo>
                    <a:pt x="18235" y="11448"/>
                    <a:pt x="17790" y="11226"/>
                    <a:pt x="17239" y="10781"/>
                  </a:cubicBezTo>
                  <a:cubicBezTo>
                    <a:pt x="16233" y="10114"/>
                    <a:pt x="15344" y="9225"/>
                    <a:pt x="14570" y="8228"/>
                  </a:cubicBezTo>
                  <a:cubicBezTo>
                    <a:pt x="14125" y="7890"/>
                    <a:pt x="13903" y="7446"/>
                    <a:pt x="13565" y="7001"/>
                  </a:cubicBezTo>
                  <a:cubicBezTo>
                    <a:pt x="13787" y="6672"/>
                    <a:pt x="14125" y="6227"/>
                    <a:pt x="14232" y="5667"/>
                  </a:cubicBezTo>
                  <a:cubicBezTo>
                    <a:pt x="14348" y="5338"/>
                    <a:pt x="14348" y="5000"/>
                    <a:pt x="14125" y="4671"/>
                  </a:cubicBezTo>
                  <a:cubicBezTo>
                    <a:pt x="14010" y="4333"/>
                    <a:pt x="13787" y="4110"/>
                    <a:pt x="13458" y="4110"/>
                  </a:cubicBezTo>
                  <a:cubicBezTo>
                    <a:pt x="13787" y="4110"/>
                    <a:pt x="14010" y="4448"/>
                    <a:pt x="14010" y="4671"/>
                  </a:cubicBezTo>
                  <a:cubicBezTo>
                    <a:pt x="14125" y="5000"/>
                    <a:pt x="14125" y="5338"/>
                    <a:pt x="14010" y="5667"/>
                  </a:cubicBezTo>
                  <a:cubicBezTo>
                    <a:pt x="13903" y="5889"/>
                    <a:pt x="13681" y="6227"/>
                    <a:pt x="13458" y="6450"/>
                  </a:cubicBezTo>
                  <a:cubicBezTo>
                    <a:pt x="13458" y="6556"/>
                    <a:pt x="13343" y="6672"/>
                    <a:pt x="13343" y="6672"/>
                  </a:cubicBezTo>
                  <a:cubicBezTo>
                    <a:pt x="13014" y="6227"/>
                    <a:pt x="12676" y="5667"/>
                    <a:pt x="12347" y="5115"/>
                  </a:cubicBezTo>
                  <a:cubicBezTo>
                    <a:pt x="12231" y="5000"/>
                    <a:pt x="12231" y="4777"/>
                    <a:pt x="12124" y="4671"/>
                  </a:cubicBezTo>
                  <a:cubicBezTo>
                    <a:pt x="12231" y="4333"/>
                    <a:pt x="12453" y="4110"/>
                    <a:pt x="12569" y="3781"/>
                  </a:cubicBezTo>
                  <a:cubicBezTo>
                    <a:pt x="12569" y="3665"/>
                    <a:pt x="12676" y="3559"/>
                    <a:pt x="12676" y="3443"/>
                  </a:cubicBezTo>
                  <a:cubicBezTo>
                    <a:pt x="13236" y="2998"/>
                    <a:pt x="13458" y="2331"/>
                    <a:pt x="13236" y="1780"/>
                  </a:cubicBezTo>
                  <a:lnTo>
                    <a:pt x="13236" y="1780"/>
                  </a:lnTo>
                  <a:cubicBezTo>
                    <a:pt x="13343" y="2109"/>
                    <a:pt x="13120" y="2554"/>
                    <a:pt x="12898" y="2892"/>
                  </a:cubicBezTo>
                  <a:lnTo>
                    <a:pt x="12898" y="2776"/>
                  </a:lnTo>
                  <a:cubicBezTo>
                    <a:pt x="12898" y="2447"/>
                    <a:pt x="12898" y="2002"/>
                    <a:pt x="12791" y="1664"/>
                  </a:cubicBezTo>
                  <a:cubicBezTo>
                    <a:pt x="12569" y="1335"/>
                    <a:pt x="12347" y="997"/>
                    <a:pt x="12009" y="775"/>
                  </a:cubicBezTo>
                  <a:lnTo>
                    <a:pt x="11902" y="997"/>
                  </a:lnTo>
                  <a:cubicBezTo>
                    <a:pt x="12231" y="1219"/>
                    <a:pt x="12347" y="1442"/>
                    <a:pt x="12453" y="1780"/>
                  </a:cubicBezTo>
                  <a:cubicBezTo>
                    <a:pt x="12569" y="2109"/>
                    <a:pt x="12569" y="2447"/>
                    <a:pt x="12569" y="2669"/>
                  </a:cubicBezTo>
                  <a:cubicBezTo>
                    <a:pt x="12453" y="3221"/>
                    <a:pt x="12124" y="3665"/>
                    <a:pt x="11902" y="4110"/>
                  </a:cubicBezTo>
                  <a:cubicBezTo>
                    <a:pt x="11457" y="3336"/>
                    <a:pt x="11235" y="2447"/>
                    <a:pt x="11012" y="1557"/>
                  </a:cubicBezTo>
                  <a:lnTo>
                    <a:pt x="10790" y="1557"/>
                  </a:lnTo>
                  <a:cubicBezTo>
                    <a:pt x="10790" y="2002"/>
                    <a:pt x="10897" y="2447"/>
                    <a:pt x="11012" y="2892"/>
                  </a:cubicBezTo>
                  <a:cubicBezTo>
                    <a:pt x="10956" y="2902"/>
                    <a:pt x="10897" y="2908"/>
                    <a:pt x="10837" y="2908"/>
                  </a:cubicBezTo>
                  <a:cubicBezTo>
                    <a:pt x="10300" y="2908"/>
                    <a:pt x="9644" y="2498"/>
                    <a:pt x="9340" y="2002"/>
                  </a:cubicBezTo>
                  <a:lnTo>
                    <a:pt x="9340" y="2002"/>
                  </a:lnTo>
                  <a:cubicBezTo>
                    <a:pt x="9456" y="2331"/>
                    <a:pt x="9678" y="2669"/>
                    <a:pt x="10007" y="2892"/>
                  </a:cubicBezTo>
                  <a:cubicBezTo>
                    <a:pt x="10345" y="3114"/>
                    <a:pt x="10674" y="3221"/>
                    <a:pt x="11119" y="3221"/>
                  </a:cubicBezTo>
                  <a:cubicBezTo>
                    <a:pt x="11341" y="4003"/>
                    <a:pt x="11564" y="4671"/>
                    <a:pt x="11786" y="5444"/>
                  </a:cubicBezTo>
                  <a:cubicBezTo>
                    <a:pt x="11902" y="5667"/>
                    <a:pt x="12124" y="6005"/>
                    <a:pt x="12231" y="6334"/>
                  </a:cubicBezTo>
                  <a:cubicBezTo>
                    <a:pt x="11955" y="6392"/>
                    <a:pt x="11677" y="6421"/>
                    <a:pt x="11399" y="6421"/>
                  </a:cubicBezTo>
                  <a:cubicBezTo>
                    <a:pt x="11121" y="6421"/>
                    <a:pt x="10843" y="6392"/>
                    <a:pt x="10568" y="6334"/>
                  </a:cubicBezTo>
                  <a:cubicBezTo>
                    <a:pt x="10230" y="6227"/>
                    <a:pt x="9900" y="6005"/>
                    <a:pt x="9562" y="5782"/>
                  </a:cubicBezTo>
                  <a:cubicBezTo>
                    <a:pt x="9340" y="5560"/>
                    <a:pt x="9011" y="5222"/>
                    <a:pt x="8895" y="4893"/>
                  </a:cubicBezTo>
                  <a:lnTo>
                    <a:pt x="8789" y="5000"/>
                  </a:lnTo>
                  <a:cubicBezTo>
                    <a:pt x="8789" y="5338"/>
                    <a:pt x="9011" y="5782"/>
                    <a:pt x="9340" y="6112"/>
                  </a:cubicBezTo>
                  <a:cubicBezTo>
                    <a:pt x="9562" y="6334"/>
                    <a:pt x="9785" y="6450"/>
                    <a:pt x="10007" y="6556"/>
                  </a:cubicBezTo>
                  <a:cubicBezTo>
                    <a:pt x="9637" y="6927"/>
                    <a:pt x="9112" y="7143"/>
                    <a:pt x="8561" y="7143"/>
                  </a:cubicBezTo>
                  <a:cubicBezTo>
                    <a:pt x="8451" y="7143"/>
                    <a:pt x="8339" y="7134"/>
                    <a:pt x="8228" y="7117"/>
                  </a:cubicBezTo>
                  <a:lnTo>
                    <a:pt x="8228" y="7117"/>
                  </a:lnTo>
                  <a:cubicBezTo>
                    <a:pt x="8449" y="7190"/>
                    <a:pt x="8693" y="7227"/>
                    <a:pt x="8942" y="7227"/>
                  </a:cubicBezTo>
                  <a:cubicBezTo>
                    <a:pt x="9447" y="7227"/>
                    <a:pt x="9970" y="7076"/>
                    <a:pt x="10345" y="6779"/>
                  </a:cubicBezTo>
                  <a:lnTo>
                    <a:pt x="10452" y="6779"/>
                  </a:lnTo>
                  <a:cubicBezTo>
                    <a:pt x="10897" y="7001"/>
                    <a:pt x="11235" y="7001"/>
                    <a:pt x="11679" y="7117"/>
                  </a:cubicBezTo>
                  <a:lnTo>
                    <a:pt x="12676" y="7117"/>
                  </a:lnTo>
                  <a:lnTo>
                    <a:pt x="12676" y="7223"/>
                  </a:lnTo>
                  <a:lnTo>
                    <a:pt x="13681" y="8896"/>
                  </a:lnTo>
                  <a:cubicBezTo>
                    <a:pt x="13787" y="9002"/>
                    <a:pt x="13903" y="9118"/>
                    <a:pt x="14010" y="9340"/>
                  </a:cubicBezTo>
                  <a:cubicBezTo>
                    <a:pt x="13426" y="9848"/>
                    <a:pt x="12650" y="10119"/>
                    <a:pt x="11842" y="10119"/>
                  </a:cubicBezTo>
                  <a:cubicBezTo>
                    <a:pt x="11419" y="10119"/>
                    <a:pt x="10986" y="10045"/>
                    <a:pt x="10568" y="9892"/>
                  </a:cubicBezTo>
                  <a:lnTo>
                    <a:pt x="10568" y="9892"/>
                  </a:lnTo>
                  <a:cubicBezTo>
                    <a:pt x="11070" y="10146"/>
                    <a:pt x="11632" y="10269"/>
                    <a:pt x="12164" y="10269"/>
                  </a:cubicBezTo>
                  <a:cubicBezTo>
                    <a:pt x="12339" y="10269"/>
                    <a:pt x="12511" y="10256"/>
                    <a:pt x="12676" y="10230"/>
                  </a:cubicBezTo>
                  <a:cubicBezTo>
                    <a:pt x="13236" y="10114"/>
                    <a:pt x="13787" y="9892"/>
                    <a:pt x="14232" y="9563"/>
                  </a:cubicBezTo>
                  <a:cubicBezTo>
                    <a:pt x="14899" y="10452"/>
                    <a:pt x="15566" y="11226"/>
                    <a:pt x="16456" y="11893"/>
                  </a:cubicBezTo>
                  <a:cubicBezTo>
                    <a:pt x="16901" y="12338"/>
                    <a:pt x="17461" y="12782"/>
                    <a:pt x="18128" y="13120"/>
                  </a:cubicBezTo>
                  <a:cubicBezTo>
                    <a:pt x="18573" y="13227"/>
                    <a:pt x="18902" y="13450"/>
                    <a:pt x="19347" y="13450"/>
                  </a:cubicBezTo>
                  <a:lnTo>
                    <a:pt x="19462" y="13450"/>
                  </a:lnTo>
                  <a:cubicBezTo>
                    <a:pt x="19462" y="13788"/>
                    <a:pt x="19462" y="14117"/>
                    <a:pt x="19569" y="14455"/>
                  </a:cubicBezTo>
                  <a:cubicBezTo>
                    <a:pt x="19685" y="15896"/>
                    <a:pt x="19907" y="17345"/>
                    <a:pt x="20236" y="18902"/>
                  </a:cubicBezTo>
                  <a:cubicBezTo>
                    <a:pt x="19685" y="18786"/>
                    <a:pt x="19124" y="18680"/>
                    <a:pt x="18680" y="18457"/>
                  </a:cubicBezTo>
                  <a:cubicBezTo>
                    <a:pt x="17906" y="18342"/>
                    <a:pt x="17239" y="18013"/>
                    <a:pt x="16571" y="17675"/>
                  </a:cubicBezTo>
                  <a:cubicBezTo>
                    <a:pt x="16456" y="17568"/>
                    <a:pt x="16456" y="17452"/>
                    <a:pt x="16456" y="17452"/>
                  </a:cubicBezTo>
                  <a:cubicBezTo>
                    <a:pt x="16456" y="17007"/>
                    <a:pt x="16571" y="16678"/>
                    <a:pt x="16571" y="16234"/>
                  </a:cubicBezTo>
                  <a:cubicBezTo>
                    <a:pt x="16571" y="15789"/>
                    <a:pt x="16571" y="15344"/>
                    <a:pt x="16349" y="14899"/>
                  </a:cubicBezTo>
                  <a:cubicBezTo>
                    <a:pt x="16128" y="14563"/>
                    <a:pt x="15792" y="14235"/>
                    <a:pt x="15464" y="14013"/>
                  </a:cubicBezTo>
                  <a:lnTo>
                    <a:pt x="15464" y="14013"/>
                  </a:lnTo>
                  <a:cubicBezTo>
                    <a:pt x="15792" y="14235"/>
                    <a:pt x="16127" y="14563"/>
                    <a:pt x="16233" y="15006"/>
                  </a:cubicBezTo>
                  <a:cubicBezTo>
                    <a:pt x="16456" y="15344"/>
                    <a:pt x="16456" y="15789"/>
                    <a:pt x="16349" y="16118"/>
                  </a:cubicBezTo>
                  <a:cubicBezTo>
                    <a:pt x="16233" y="16563"/>
                    <a:pt x="16127" y="17007"/>
                    <a:pt x="16127" y="17452"/>
                  </a:cubicBezTo>
                  <a:cubicBezTo>
                    <a:pt x="15566" y="17007"/>
                    <a:pt x="15122" y="16563"/>
                    <a:pt x="14793" y="16011"/>
                  </a:cubicBezTo>
                  <a:cubicBezTo>
                    <a:pt x="14348" y="15344"/>
                    <a:pt x="14125" y="14561"/>
                    <a:pt x="14232" y="13788"/>
                  </a:cubicBezTo>
                  <a:lnTo>
                    <a:pt x="14010" y="13788"/>
                  </a:lnTo>
                  <a:cubicBezTo>
                    <a:pt x="13903" y="14561"/>
                    <a:pt x="14010" y="15451"/>
                    <a:pt x="14455" y="16234"/>
                  </a:cubicBezTo>
                  <a:cubicBezTo>
                    <a:pt x="14793" y="17007"/>
                    <a:pt x="15460" y="17675"/>
                    <a:pt x="16127" y="18119"/>
                  </a:cubicBezTo>
                  <a:cubicBezTo>
                    <a:pt x="16794" y="18680"/>
                    <a:pt x="17568" y="19009"/>
                    <a:pt x="18350" y="19347"/>
                  </a:cubicBezTo>
                  <a:cubicBezTo>
                    <a:pt x="19018" y="19569"/>
                    <a:pt x="19791" y="19676"/>
                    <a:pt x="20458" y="19898"/>
                  </a:cubicBezTo>
                  <a:cubicBezTo>
                    <a:pt x="20574" y="20343"/>
                    <a:pt x="20681" y="20903"/>
                    <a:pt x="20796" y="21348"/>
                  </a:cubicBezTo>
                  <a:cubicBezTo>
                    <a:pt x="21348" y="23678"/>
                    <a:pt x="22131" y="25902"/>
                    <a:pt x="23127" y="28126"/>
                  </a:cubicBezTo>
                  <a:cubicBezTo>
                    <a:pt x="23572" y="29131"/>
                    <a:pt x="24132" y="30020"/>
                    <a:pt x="24683" y="30910"/>
                  </a:cubicBezTo>
                  <a:cubicBezTo>
                    <a:pt x="23465" y="30465"/>
                    <a:pt x="22353" y="29905"/>
                    <a:pt x="21241" y="29131"/>
                  </a:cubicBezTo>
                  <a:cubicBezTo>
                    <a:pt x="20236" y="28464"/>
                    <a:pt x="19347" y="27574"/>
                    <a:pt x="18457" y="26569"/>
                  </a:cubicBezTo>
                  <a:cubicBezTo>
                    <a:pt x="17683" y="25680"/>
                    <a:pt x="16901" y="24568"/>
                    <a:pt x="16011" y="23456"/>
                  </a:cubicBezTo>
                  <a:cubicBezTo>
                    <a:pt x="15237" y="22344"/>
                    <a:pt x="14348" y="21348"/>
                    <a:pt x="13343" y="20343"/>
                  </a:cubicBezTo>
                  <a:cubicBezTo>
                    <a:pt x="13014" y="20014"/>
                    <a:pt x="12676" y="19676"/>
                    <a:pt x="12231" y="19347"/>
                  </a:cubicBezTo>
                  <a:cubicBezTo>
                    <a:pt x="12569" y="18119"/>
                    <a:pt x="12347" y="16785"/>
                    <a:pt x="11679" y="15789"/>
                  </a:cubicBezTo>
                  <a:lnTo>
                    <a:pt x="11679" y="15789"/>
                  </a:lnTo>
                  <a:cubicBezTo>
                    <a:pt x="12231" y="16785"/>
                    <a:pt x="12231" y="18013"/>
                    <a:pt x="11902" y="19124"/>
                  </a:cubicBezTo>
                  <a:cubicBezTo>
                    <a:pt x="11457" y="18786"/>
                    <a:pt x="11012" y="18457"/>
                    <a:pt x="10568" y="18235"/>
                  </a:cubicBezTo>
                  <a:cubicBezTo>
                    <a:pt x="10568" y="17675"/>
                    <a:pt x="10452" y="17230"/>
                    <a:pt x="10230" y="16901"/>
                  </a:cubicBezTo>
                  <a:cubicBezTo>
                    <a:pt x="10007" y="16456"/>
                    <a:pt x="9678" y="16118"/>
                    <a:pt x="9340" y="15789"/>
                  </a:cubicBezTo>
                  <a:cubicBezTo>
                    <a:pt x="9233" y="15789"/>
                    <a:pt x="9118" y="15673"/>
                    <a:pt x="9011" y="15566"/>
                  </a:cubicBezTo>
                  <a:cubicBezTo>
                    <a:pt x="9233" y="14455"/>
                    <a:pt x="8566" y="13227"/>
                    <a:pt x="7561" y="12676"/>
                  </a:cubicBezTo>
                  <a:lnTo>
                    <a:pt x="7561" y="12676"/>
                  </a:lnTo>
                  <a:cubicBezTo>
                    <a:pt x="8451" y="13343"/>
                    <a:pt x="8789" y="14455"/>
                    <a:pt x="8673" y="15344"/>
                  </a:cubicBezTo>
                  <a:cubicBezTo>
                    <a:pt x="8566" y="15344"/>
                    <a:pt x="8344" y="15228"/>
                    <a:pt x="8228" y="15122"/>
                  </a:cubicBezTo>
                  <a:cubicBezTo>
                    <a:pt x="7784" y="15006"/>
                    <a:pt x="7339" y="14784"/>
                    <a:pt x="7010" y="14677"/>
                  </a:cubicBezTo>
                  <a:lnTo>
                    <a:pt x="6894" y="14899"/>
                  </a:lnTo>
                  <a:cubicBezTo>
                    <a:pt x="7677" y="15344"/>
                    <a:pt x="8451" y="15673"/>
                    <a:pt x="8895" y="16234"/>
                  </a:cubicBezTo>
                  <a:cubicBezTo>
                    <a:pt x="9233" y="16563"/>
                    <a:pt x="9456" y="16901"/>
                    <a:pt x="9562" y="17230"/>
                  </a:cubicBezTo>
                  <a:cubicBezTo>
                    <a:pt x="9562" y="17345"/>
                    <a:pt x="9562" y="17568"/>
                    <a:pt x="9678" y="17675"/>
                  </a:cubicBezTo>
                  <a:cubicBezTo>
                    <a:pt x="8344" y="17007"/>
                    <a:pt x="7116" y="16456"/>
                    <a:pt x="5782" y="16011"/>
                  </a:cubicBezTo>
                  <a:cubicBezTo>
                    <a:pt x="4670" y="15566"/>
                    <a:pt x="3674" y="15228"/>
                    <a:pt x="2562" y="14899"/>
                  </a:cubicBezTo>
                  <a:lnTo>
                    <a:pt x="2447" y="15006"/>
                  </a:lnTo>
                  <a:cubicBezTo>
                    <a:pt x="3007" y="15228"/>
                    <a:pt x="3559" y="15451"/>
                    <a:pt x="4003" y="15673"/>
                  </a:cubicBezTo>
                  <a:cubicBezTo>
                    <a:pt x="3538" y="16075"/>
                    <a:pt x="2949" y="16276"/>
                    <a:pt x="2336" y="16276"/>
                  </a:cubicBezTo>
                  <a:cubicBezTo>
                    <a:pt x="1930" y="16276"/>
                    <a:pt x="1513" y="16188"/>
                    <a:pt x="1113" y="16011"/>
                  </a:cubicBezTo>
                  <a:lnTo>
                    <a:pt x="1113" y="16011"/>
                  </a:lnTo>
                  <a:cubicBezTo>
                    <a:pt x="1673" y="16340"/>
                    <a:pt x="2224" y="16456"/>
                    <a:pt x="2892" y="16456"/>
                  </a:cubicBezTo>
                  <a:cubicBezTo>
                    <a:pt x="3452" y="16456"/>
                    <a:pt x="4003" y="16234"/>
                    <a:pt x="4448" y="15896"/>
                  </a:cubicBezTo>
                  <a:cubicBezTo>
                    <a:pt x="4786" y="16011"/>
                    <a:pt x="5115" y="16234"/>
                    <a:pt x="5453" y="16340"/>
                  </a:cubicBezTo>
                  <a:cubicBezTo>
                    <a:pt x="5231" y="16678"/>
                    <a:pt x="5008" y="17123"/>
                    <a:pt x="4670" y="17452"/>
                  </a:cubicBezTo>
                  <a:cubicBezTo>
                    <a:pt x="4226" y="17897"/>
                    <a:pt x="3897" y="18342"/>
                    <a:pt x="3336" y="18680"/>
                  </a:cubicBezTo>
                  <a:cubicBezTo>
                    <a:pt x="2892" y="19009"/>
                    <a:pt x="2340" y="19231"/>
                    <a:pt x="1780" y="19347"/>
                  </a:cubicBezTo>
                  <a:cubicBezTo>
                    <a:pt x="1228" y="19347"/>
                    <a:pt x="561" y="19231"/>
                    <a:pt x="116" y="18902"/>
                  </a:cubicBezTo>
                  <a:lnTo>
                    <a:pt x="1" y="19009"/>
                  </a:lnTo>
                  <a:cubicBezTo>
                    <a:pt x="445" y="19569"/>
                    <a:pt x="1113" y="19791"/>
                    <a:pt x="1780" y="19791"/>
                  </a:cubicBezTo>
                  <a:cubicBezTo>
                    <a:pt x="2118" y="19791"/>
                    <a:pt x="2447" y="19676"/>
                    <a:pt x="2669" y="19569"/>
                  </a:cubicBezTo>
                  <a:lnTo>
                    <a:pt x="2669" y="19569"/>
                  </a:lnTo>
                  <a:cubicBezTo>
                    <a:pt x="2562" y="20788"/>
                    <a:pt x="2118" y="21899"/>
                    <a:pt x="1335" y="22682"/>
                  </a:cubicBezTo>
                  <a:cubicBezTo>
                    <a:pt x="2340" y="21899"/>
                    <a:pt x="2892" y="20788"/>
                    <a:pt x="3114" y="19453"/>
                  </a:cubicBezTo>
                  <a:cubicBezTo>
                    <a:pt x="3336" y="19347"/>
                    <a:pt x="3559" y="19231"/>
                    <a:pt x="3674" y="19231"/>
                  </a:cubicBezTo>
                  <a:cubicBezTo>
                    <a:pt x="4341" y="18786"/>
                    <a:pt x="4786" y="18457"/>
                    <a:pt x="5231" y="18013"/>
                  </a:cubicBezTo>
                  <a:cubicBezTo>
                    <a:pt x="5676" y="17568"/>
                    <a:pt x="6005" y="17123"/>
                    <a:pt x="6449" y="16785"/>
                  </a:cubicBezTo>
                  <a:cubicBezTo>
                    <a:pt x="7561" y="17345"/>
                    <a:pt x="8566" y="17897"/>
                    <a:pt x="9678" y="18564"/>
                  </a:cubicBezTo>
                  <a:cubicBezTo>
                    <a:pt x="10790" y="19347"/>
                    <a:pt x="11786" y="20121"/>
                    <a:pt x="12569" y="21126"/>
                  </a:cubicBezTo>
                  <a:cubicBezTo>
                    <a:pt x="13343" y="21793"/>
                    <a:pt x="13903" y="22682"/>
                    <a:pt x="14455" y="23572"/>
                  </a:cubicBezTo>
                  <a:cubicBezTo>
                    <a:pt x="14237" y="23585"/>
                    <a:pt x="14020" y="23591"/>
                    <a:pt x="13803" y="23591"/>
                  </a:cubicBezTo>
                  <a:cubicBezTo>
                    <a:pt x="12243" y="23591"/>
                    <a:pt x="10694" y="23254"/>
                    <a:pt x="9233" y="22567"/>
                  </a:cubicBezTo>
                  <a:cubicBezTo>
                    <a:pt x="8566" y="21677"/>
                    <a:pt x="8006" y="20681"/>
                    <a:pt x="7561" y="19676"/>
                  </a:cubicBezTo>
                  <a:lnTo>
                    <a:pt x="7561" y="19676"/>
                  </a:lnTo>
                  <a:lnTo>
                    <a:pt x="8566" y="22344"/>
                  </a:lnTo>
                  <a:cubicBezTo>
                    <a:pt x="7784" y="21899"/>
                    <a:pt x="7010" y="21455"/>
                    <a:pt x="6343" y="20903"/>
                  </a:cubicBezTo>
                  <a:lnTo>
                    <a:pt x="6120" y="21010"/>
                  </a:lnTo>
                  <a:cubicBezTo>
                    <a:pt x="7339" y="22237"/>
                    <a:pt x="8895" y="23127"/>
                    <a:pt x="10568" y="23794"/>
                  </a:cubicBezTo>
                  <a:cubicBezTo>
                    <a:pt x="10452" y="23794"/>
                    <a:pt x="10345" y="23901"/>
                    <a:pt x="10230" y="24016"/>
                  </a:cubicBezTo>
                  <a:cubicBezTo>
                    <a:pt x="10007" y="24239"/>
                    <a:pt x="9785" y="24461"/>
                    <a:pt x="9678" y="24683"/>
                  </a:cubicBezTo>
                  <a:cubicBezTo>
                    <a:pt x="9456" y="24906"/>
                    <a:pt x="9340" y="25128"/>
                    <a:pt x="9118" y="25351"/>
                  </a:cubicBezTo>
                  <a:cubicBezTo>
                    <a:pt x="9011" y="25573"/>
                    <a:pt x="8789" y="25680"/>
                    <a:pt x="8566" y="25795"/>
                  </a:cubicBezTo>
                  <a:cubicBezTo>
                    <a:pt x="8337" y="25839"/>
                    <a:pt x="8109" y="25865"/>
                    <a:pt x="7882" y="25865"/>
                  </a:cubicBezTo>
                  <a:cubicBezTo>
                    <a:pt x="7553" y="25865"/>
                    <a:pt x="7225" y="25811"/>
                    <a:pt x="6894" y="25680"/>
                  </a:cubicBezTo>
                  <a:cubicBezTo>
                    <a:pt x="6345" y="25573"/>
                    <a:pt x="5902" y="25238"/>
                    <a:pt x="5460" y="24911"/>
                  </a:cubicBezTo>
                  <a:lnTo>
                    <a:pt x="5460" y="24911"/>
                  </a:lnTo>
                  <a:cubicBezTo>
                    <a:pt x="5902" y="25238"/>
                    <a:pt x="6345" y="25574"/>
                    <a:pt x="6894" y="25795"/>
                  </a:cubicBezTo>
                  <a:cubicBezTo>
                    <a:pt x="7220" y="25958"/>
                    <a:pt x="7666" y="26059"/>
                    <a:pt x="8102" y="26059"/>
                  </a:cubicBezTo>
                  <a:cubicBezTo>
                    <a:pt x="8260" y="26059"/>
                    <a:pt x="8417" y="26046"/>
                    <a:pt x="8566" y="26018"/>
                  </a:cubicBezTo>
                  <a:cubicBezTo>
                    <a:pt x="8895" y="25902"/>
                    <a:pt x="9118" y="25680"/>
                    <a:pt x="9340" y="25573"/>
                  </a:cubicBezTo>
                  <a:cubicBezTo>
                    <a:pt x="9562" y="25351"/>
                    <a:pt x="9785" y="25128"/>
                    <a:pt x="9900" y="24906"/>
                  </a:cubicBezTo>
                  <a:cubicBezTo>
                    <a:pt x="10123" y="24683"/>
                    <a:pt x="10230" y="24461"/>
                    <a:pt x="10452" y="24239"/>
                  </a:cubicBezTo>
                  <a:cubicBezTo>
                    <a:pt x="10674" y="24123"/>
                    <a:pt x="10897" y="24016"/>
                    <a:pt x="11119" y="24016"/>
                  </a:cubicBezTo>
                  <a:cubicBezTo>
                    <a:pt x="12453" y="24345"/>
                    <a:pt x="13787" y="24568"/>
                    <a:pt x="15122" y="24568"/>
                  </a:cubicBezTo>
                  <a:cubicBezTo>
                    <a:pt x="15789" y="25573"/>
                    <a:pt x="16456" y="26685"/>
                    <a:pt x="17123" y="27681"/>
                  </a:cubicBezTo>
                  <a:cubicBezTo>
                    <a:pt x="18012" y="28793"/>
                    <a:pt x="19018" y="29798"/>
                    <a:pt x="20129" y="30687"/>
                  </a:cubicBezTo>
                  <a:cubicBezTo>
                    <a:pt x="21908" y="32244"/>
                    <a:pt x="24132" y="33240"/>
                    <a:pt x="26462" y="33800"/>
                  </a:cubicBezTo>
                  <a:cubicBezTo>
                    <a:pt x="26578" y="33907"/>
                    <a:pt x="26685" y="34130"/>
                    <a:pt x="26800" y="34245"/>
                  </a:cubicBezTo>
                  <a:cubicBezTo>
                    <a:pt x="28135" y="36131"/>
                    <a:pt x="29469" y="38025"/>
                    <a:pt x="30581" y="39911"/>
                  </a:cubicBezTo>
                  <a:cubicBezTo>
                    <a:pt x="31577" y="41690"/>
                    <a:pt x="32582" y="43585"/>
                    <a:pt x="33133" y="45363"/>
                  </a:cubicBezTo>
                  <a:cubicBezTo>
                    <a:pt x="33694" y="47249"/>
                    <a:pt x="33800" y="49028"/>
                    <a:pt x="33578" y="50700"/>
                  </a:cubicBezTo>
                  <a:lnTo>
                    <a:pt x="40916" y="51145"/>
                  </a:lnTo>
                  <a:cubicBezTo>
                    <a:pt x="40916" y="49695"/>
                    <a:pt x="40809" y="48254"/>
                    <a:pt x="40471" y="46920"/>
                  </a:cubicBezTo>
                  <a:cubicBezTo>
                    <a:pt x="40142" y="45586"/>
                    <a:pt x="39698" y="44252"/>
                    <a:pt x="39137" y="43024"/>
                  </a:cubicBezTo>
                  <a:cubicBezTo>
                    <a:pt x="38025" y="40694"/>
                    <a:pt x="36584" y="38577"/>
                    <a:pt x="35135" y="36691"/>
                  </a:cubicBezTo>
                  <a:cubicBezTo>
                    <a:pt x="33578" y="34797"/>
                    <a:pt x="32022" y="33133"/>
                    <a:pt x="30465" y="31461"/>
                  </a:cubicBezTo>
                  <a:cubicBezTo>
                    <a:pt x="29024" y="29682"/>
                    <a:pt x="27574" y="28019"/>
                    <a:pt x="26462" y="26240"/>
                  </a:cubicBezTo>
                  <a:cubicBezTo>
                    <a:pt x="25466" y="24790"/>
                    <a:pt x="24577" y="23127"/>
                    <a:pt x="23910" y="21348"/>
                  </a:cubicBezTo>
                  <a:cubicBezTo>
                    <a:pt x="24683" y="19569"/>
                    <a:pt x="25351" y="17675"/>
                    <a:pt x="25795" y="15789"/>
                  </a:cubicBezTo>
                  <a:cubicBezTo>
                    <a:pt x="26462" y="15673"/>
                    <a:pt x="27129" y="15344"/>
                    <a:pt x="27690" y="14899"/>
                  </a:cubicBezTo>
                  <a:cubicBezTo>
                    <a:pt x="28357" y="14455"/>
                    <a:pt x="28908" y="13672"/>
                    <a:pt x="29246" y="12782"/>
                  </a:cubicBezTo>
                  <a:lnTo>
                    <a:pt x="29246" y="12782"/>
                  </a:lnTo>
                  <a:cubicBezTo>
                    <a:pt x="28579" y="14232"/>
                    <a:pt x="27245" y="15228"/>
                    <a:pt x="25911" y="15344"/>
                  </a:cubicBezTo>
                  <a:cubicBezTo>
                    <a:pt x="26133" y="14339"/>
                    <a:pt x="26240" y="13343"/>
                    <a:pt x="26356" y="12231"/>
                  </a:cubicBezTo>
                  <a:cubicBezTo>
                    <a:pt x="26800" y="12009"/>
                    <a:pt x="27129" y="11671"/>
                    <a:pt x="27467" y="11342"/>
                  </a:cubicBezTo>
                  <a:cubicBezTo>
                    <a:pt x="27797" y="10897"/>
                    <a:pt x="28135" y="10336"/>
                    <a:pt x="28241" y="9785"/>
                  </a:cubicBezTo>
                  <a:cubicBezTo>
                    <a:pt x="28357" y="9447"/>
                    <a:pt x="28464" y="9118"/>
                    <a:pt x="28464" y="8673"/>
                  </a:cubicBezTo>
                  <a:lnTo>
                    <a:pt x="28464" y="8896"/>
                  </a:lnTo>
                  <a:cubicBezTo>
                    <a:pt x="29246" y="8558"/>
                    <a:pt x="29575" y="7784"/>
                    <a:pt x="29575" y="7117"/>
                  </a:cubicBezTo>
                  <a:lnTo>
                    <a:pt x="29575" y="7117"/>
                  </a:lnTo>
                  <a:cubicBezTo>
                    <a:pt x="29469" y="7668"/>
                    <a:pt x="29024" y="8228"/>
                    <a:pt x="28464" y="8451"/>
                  </a:cubicBezTo>
                  <a:lnTo>
                    <a:pt x="28464" y="8006"/>
                  </a:lnTo>
                  <a:cubicBezTo>
                    <a:pt x="28464" y="7446"/>
                    <a:pt x="28464" y="6779"/>
                    <a:pt x="28357" y="6227"/>
                  </a:cubicBezTo>
                  <a:lnTo>
                    <a:pt x="28135" y="6227"/>
                  </a:lnTo>
                  <a:cubicBezTo>
                    <a:pt x="28241" y="6450"/>
                    <a:pt x="28241" y="6672"/>
                    <a:pt x="28135" y="6894"/>
                  </a:cubicBezTo>
                  <a:cubicBezTo>
                    <a:pt x="27690" y="6894"/>
                    <a:pt x="27023" y="6450"/>
                    <a:pt x="26907" y="5782"/>
                  </a:cubicBezTo>
                  <a:lnTo>
                    <a:pt x="26907" y="5782"/>
                  </a:lnTo>
                  <a:cubicBezTo>
                    <a:pt x="26907" y="6112"/>
                    <a:pt x="27023" y="6450"/>
                    <a:pt x="27245" y="6779"/>
                  </a:cubicBezTo>
                  <a:cubicBezTo>
                    <a:pt x="27467" y="7001"/>
                    <a:pt x="27797" y="7223"/>
                    <a:pt x="28135" y="7339"/>
                  </a:cubicBezTo>
                  <a:lnTo>
                    <a:pt x="28135" y="8006"/>
                  </a:lnTo>
                  <a:cubicBezTo>
                    <a:pt x="28135" y="8558"/>
                    <a:pt x="28019" y="9118"/>
                    <a:pt x="27797" y="9563"/>
                  </a:cubicBezTo>
                  <a:cubicBezTo>
                    <a:pt x="27574" y="10114"/>
                    <a:pt x="27352" y="10559"/>
                    <a:pt x="26907" y="10897"/>
                  </a:cubicBezTo>
                  <a:cubicBezTo>
                    <a:pt x="26800" y="11119"/>
                    <a:pt x="26685" y="11226"/>
                    <a:pt x="26462" y="11342"/>
                  </a:cubicBezTo>
                  <a:cubicBezTo>
                    <a:pt x="26685" y="8896"/>
                    <a:pt x="26578" y="6556"/>
                    <a:pt x="26133" y="4226"/>
                  </a:cubicBezTo>
                  <a:cubicBezTo>
                    <a:pt x="26462" y="3781"/>
                    <a:pt x="26578" y="3221"/>
                    <a:pt x="26578" y="2776"/>
                  </a:cubicBezTo>
                  <a:lnTo>
                    <a:pt x="26578" y="2776"/>
                  </a:lnTo>
                  <a:cubicBezTo>
                    <a:pt x="26462" y="3221"/>
                    <a:pt x="26356" y="3559"/>
                    <a:pt x="26018" y="3781"/>
                  </a:cubicBezTo>
                  <a:cubicBezTo>
                    <a:pt x="25911" y="2998"/>
                    <a:pt x="25689" y="2109"/>
                    <a:pt x="25466" y="1335"/>
                  </a:cubicBezTo>
                  <a:lnTo>
                    <a:pt x="25244" y="1442"/>
                  </a:lnTo>
                  <a:cubicBezTo>
                    <a:pt x="25573" y="2776"/>
                    <a:pt x="25689" y="4226"/>
                    <a:pt x="25795" y="5667"/>
                  </a:cubicBezTo>
                  <a:cubicBezTo>
                    <a:pt x="25466" y="5667"/>
                    <a:pt x="25128" y="5444"/>
                    <a:pt x="24799" y="5338"/>
                  </a:cubicBezTo>
                  <a:cubicBezTo>
                    <a:pt x="24461" y="5000"/>
                    <a:pt x="24132" y="4555"/>
                    <a:pt x="24016" y="4110"/>
                  </a:cubicBezTo>
                  <a:lnTo>
                    <a:pt x="23794" y="4110"/>
                  </a:lnTo>
                  <a:cubicBezTo>
                    <a:pt x="23794" y="4671"/>
                    <a:pt x="24132" y="5222"/>
                    <a:pt x="24461" y="5667"/>
                  </a:cubicBezTo>
                  <a:cubicBezTo>
                    <a:pt x="24799" y="6112"/>
                    <a:pt x="25244" y="6450"/>
                    <a:pt x="25795" y="6556"/>
                  </a:cubicBezTo>
                  <a:cubicBezTo>
                    <a:pt x="25795" y="7446"/>
                    <a:pt x="25689" y="8335"/>
                    <a:pt x="25689" y="9118"/>
                  </a:cubicBezTo>
                  <a:cubicBezTo>
                    <a:pt x="24799" y="8780"/>
                    <a:pt x="24132" y="8006"/>
                    <a:pt x="23687" y="7117"/>
                  </a:cubicBezTo>
                  <a:lnTo>
                    <a:pt x="23687" y="7117"/>
                  </a:lnTo>
                  <a:cubicBezTo>
                    <a:pt x="24016" y="8113"/>
                    <a:pt x="24683" y="9002"/>
                    <a:pt x="25573" y="9563"/>
                  </a:cubicBezTo>
                  <a:cubicBezTo>
                    <a:pt x="25244" y="12782"/>
                    <a:pt x="24354" y="16011"/>
                    <a:pt x="22904" y="18902"/>
                  </a:cubicBezTo>
                  <a:cubicBezTo>
                    <a:pt x="22353" y="17345"/>
                    <a:pt x="21908" y="15789"/>
                    <a:pt x="21464" y="14117"/>
                  </a:cubicBezTo>
                  <a:cubicBezTo>
                    <a:pt x="21019" y="12115"/>
                    <a:pt x="20574" y="10114"/>
                    <a:pt x="20129" y="8006"/>
                  </a:cubicBezTo>
                  <a:cubicBezTo>
                    <a:pt x="20796" y="7339"/>
                    <a:pt x="21241" y="6556"/>
                    <a:pt x="21464" y="5667"/>
                  </a:cubicBezTo>
                  <a:lnTo>
                    <a:pt x="21464" y="5560"/>
                  </a:lnTo>
                  <a:cubicBezTo>
                    <a:pt x="21908" y="5338"/>
                    <a:pt x="22237" y="4777"/>
                    <a:pt x="22353" y="4226"/>
                  </a:cubicBezTo>
                  <a:lnTo>
                    <a:pt x="22353" y="4226"/>
                  </a:lnTo>
                  <a:cubicBezTo>
                    <a:pt x="22131" y="4671"/>
                    <a:pt x="21908" y="4893"/>
                    <a:pt x="21570" y="5115"/>
                  </a:cubicBezTo>
                  <a:cubicBezTo>
                    <a:pt x="21793" y="4226"/>
                    <a:pt x="21686" y="3221"/>
                    <a:pt x="21464" y="2447"/>
                  </a:cubicBezTo>
                  <a:lnTo>
                    <a:pt x="21241" y="2447"/>
                  </a:lnTo>
                  <a:cubicBezTo>
                    <a:pt x="21570" y="4110"/>
                    <a:pt x="21019" y="6005"/>
                    <a:pt x="19907" y="7223"/>
                  </a:cubicBezTo>
                  <a:lnTo>
                    <a:pt x="18902" y="2225"/>
                  </a:lnTo>
                  <a:cubicBezTo>
                    <a:pt x="19240" y="2002"/>
                    <a:pt x="19462" y="1664"/>
                    <a:pt x="19569" y="1335"/>
                  </a:cubicBezTo>
                  <a:cubicBezTo>
                    <a:pt x="19685" y="890"/>
                    <a:pt x="19685" y="330"/>
                    <a:pt x="1946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891125" y="1919750"/>
              <a:ext cx="945100" cy="908850"/>
            </a:xfrm>
            <a:custGeom>
              <a:avLst/>
              <a:gdLst/>
              <a:ahLst/>
              <a:cxnLst/>
              <a:rect l="l" t="t" r="r" b="b"/>
              <a:pathLst>
                <a:path w="37804" h="36354" extrusionOk="0">
                  <a:moveTo>
                    <a:pt x="18128" y="1"/>
                  </a:moveTo>
                  <a:cubicBezTo>
                    <a:pt x="18128" y="108"/>
                    <a:pt x="18128" y="223"/>
                    <a:pt x="18013" y="330"/>
                  </a:cubicBezTo>
                  <a:cubicBezTo>
                    <a:pt x="18013" y="446"/>
                    <a:pt x="17906" y="552"/>
                    <a:pt x="17790" y="775"/>
                  </a:cubicBezTo>
                  <a:cubicBezTo>
                    <a:pt x="17790" y="890"/>
                    <a:pt x="17790" y="1113"/>
                    <a:pt x="17906" y="1219"/>
                  </a:cubicBezTo>
                  <a:cubicBezTo>
                    <a:pt x="17906" y="1335"/>
                    <a:pt x="18013" y="1442"/>
                    <a:pt x="18013" y="1557"/>
                  </a:cubicBezTo>
                  <a:cubicBezTo>
                    <a:pt x="18013" y="1780"/>
                    <a:pt x="17906" y="2109"/>
                    <a:pt x="17790" y="2225"/>
                  </a:cubicBezTo>
                  <a:cubicBezTo>
                    <a:pt x="17568" y="2447"/>
                    <a:pt x="17461" y="2554"/>
                    <a:pt x="17239" y="2669"/>
                  </a:cubicBezTo>
                  <a:cubicBezTo>
                    <a:pt x="16901" y="2109"/>
                    <a:pt x="16572" y="1442"/>
                    <a:pt x="16011" y="997"/>
                  </a:cubicBezTo>
                  <a:lnTo>
                    <a:pt x="15789" y="1113"/>
                  </a:lnTo>
                  <a:cubicBezTo>
                    <a:pt x="16127" y="1442"/>
                    <a:pt x="16234" y="1780"/>
                    <a:pt x="16456" y="2109"/>
                  </a:cubicBezTo>
                  <a:cubicBezTo>
                    <a:pt x="16349" y="2109"/>
                    <a:pt x="16127" y="2002"/>
                    <a:pt x="16011" y="2002"/>
                  </a:cubicBezTo>
                  <a:cubicBezTo>
                    <a:pt x="15789" y="1887"/>
                    <a:pt x="15567" y="1887"/>
                    <a:pt x="15344" y="1887"/>
                  </a:cubicBezTo>
                  <a:cubicBezTo>
                    <a:pt x="15122" y="1780"/>
                    <a:pt x="14900" y="1780"/>
                    <a:pt x="14793" y="1558"/>
                  </a:cubicBezTo>
                  <a:lnTo>
                    <a:pt x="14793" y="1558"/>
                  </a:lnTo>
                  <a:cubicBezTo>
                    <a:pt x="14900" y="1780"/>
                    <a:pt x="15122" y="1887"/>
                    <a:pt x="15344" y="2002"/>
                  </a:cubicBezTo>
                  <a:cubicBezTo>
                    <a:pt x="15567" y="2109"/>
                    <a:pt x="15789" y="2109"/>
                    <a:pt x="15905" y="2225"/>
                  </a:cubicBezTo>
                  <a:cubicBezTo>
                    <a:pt x="16349" y="2447"/>
                    <a:pt x="16572" y="2776"/>
                    <a:pt x="16678" y="3114"/>
                  </a:cubicBezTo>
                  <a:lnTo>
                    <a:pt x="16794" y="2998"/>
                  </a:lnTo>
                  <a:cubicBezTo>
                    <a:pt x="17123" y="3888"/>
                    <a:pt x="17239" y="4777"/>
                    <a:pt x="17123" y="5560"/>
                  </a:cubicBezTo>
                  <a:cubicBezTo>
                    <a:pt x="15460" y="4333"/>
                    <a:pt x="13788" y="3221"/>
                    <a:pt x="12124" y="2109"/>
                  </a:cubicBezTo>
                  <a:lnTo>
                    <a:pt x="12009" y="2331"/>
                  </a:lnTo>
                  <a:cubicBezTo>
                    <a:pt x="12569" y="2892"/>
                    <a:pt x="13236" y="3336"/>
                    <a:pt x="13903" y="3888"/>
                  </a:cubicBezTo>
                  <a:cubicBezTo>
                    <a:pt x="13602" y="3988"/>
                    <a:pt x="13278" y="4043"/>
                    <a:pt x="12951" y="4043"/>
                  </a:cubicBezTo>
                  <a:cubicBezTo>
                    <a:pt x="12553" y="4043"/>
                    <a:pt x="12152" y="3962"/>
                    <a:pt x="11786" y="3781"/>
                  </a:cubicBezTo>
                  <a:lnTo>
                    <a:pt x="11786" y="3781"/>
                  </a:lnTo>
                  <a:cubicBezTo>
                    <a:pt x="12336" y="4147"/>
                    <a:pt x="13114" y="4363"/>
                    <a:pt x="13869" y="4363"/>
                  </a:cubicBezTo>
                  <a:cubicBezTo>
                    <a:pt x="14031" y="4363"/>
                    <a:pt x="14191" y="4353"/>
                    <a:pt x="14348" y="4333"/>
                  </a:cubicBezTo>
                  <a:cubicBezTo>
                    <a:pt x="15789" y="5560"/>
                    <a:pt x="17123" y="6779"/>
                    <a:pt x="18235" y="8228"/>
                  </a:cubicBezTo>
                  <a:cubicBezTo>
                    <a:pt x="19240" y="9225"/>
                    <a:pt x="20014" y="10452"/>
                    <a:pt x="20681" y="11671"/>
                  </a:cubicBezTo>
                  <a:cubicBezTo>
                    <a:pt x="20681" y="11786"/>
                    <a:pt x="20797" y="11893"/>
                    <a:pt x="20797" y="12009"/>
                  </a:cubicBezTo>
                  <a:cubicBezTo>
                    <a:pt x="18902" y="10897"/>
                    <a:pt x="17016" y="9892"/>
                    <a:pt x="14899" y="9118"/>
                  </a:cubicBezTo>
                  <a:lnTo>
                    <a:pt x="14899" y="8896"/>
                  </a:lnTo>
                  <a:cubicBezTo>
                    <a:pt x="14793" y="8558"/>
                    <a:pt x="14570" y="8335"/>
                    <a:pt x="14455" y="8113"/>
                  </a:cubicBezTo>
                  <a:cubicBezTo>
                    <a:pt x="14348" y="7890"/>
                    <a:pt x="14232" y="7668"/>
                    <a:pt x="14232" y="7339"/>
                  </a:cubicBezTo>
                  <a:cubicBezTo>
                    <a:pt x="14126" y="7117"/>
                    <a:pt x="14126" y="6894"/>
                    <a:pt x="14232" y="6557"/>
                  </a:cubicBezTo>
                  <a:lnTo>
                    <a:pt x="14232" y="6557"/>
                  </a:lnTo>
                  <a:cubicBezTo>
                    <a:pt x="14126" y="6894"/>
                    <a:pt x="14010" y="7117"/>
                    <a:pt x="14126" y="7446"/>
                  </a:cubicBezTo>
                  <a:cubicBezTo>
                    <a:pt x="14126" y="7668"/>
                    <a:pt x="14126" y="8006"/>
                    <a:pt x="14232" y="8228"/>
                  </a:cubicBezTo>
                  <a:cubicBezTo>
                    <a:pt x="14348" y="8451"/>
                    <a:pt x="14455" y="8673"/>
                    <a:pt x="14455" y="9002"/>
                  </a:cubicBezTo>
                  <a:cubicBezTo>
                    <a:pt x="14126" y="8896"/>
                    <a:pt x="13788" y="8673"/>
                    <a:pt x="13458" y="8558"/>
                  </a:cubicBezTo>
                  <a:cubicBezTo>
                    <a:pt x="12569" y="6672"/>
                    <a:pt x="10790" y="5222"/>
                    <a:pt x="8789" y="4555"/>
                  </a:cubicBezTo>
                  <a:lnTo>
                    <a:pt x="8789" y="4893"/>
                  </a:lnTo>
                  <a:cubicBezTo>
                    <a:pt x="9456" y="5115"/>
                    <a:pt x="10230" y="5560"/>
                    <a:pt x="10790" y="6112"/>
                  </a:cubicBezTo>
                  <a:cubicBezTo>
                    <a:pt x="10626" y="6154"/>
                    <a:pt x="10446" y="6181"/>
                    <a:pt x="10262" y="6181"/>
                  </a:cubicBezTo>
                  <a:cubicBezTo>
                    <a:pt x="9948" y="6181"/>
                    <a:pt x="9621" y="6102"/>
                    <a:pt x="9340" y="5889"/>
                  </a:cubicBezTo>
                  <a:lnTo>
                    <a:pt x="9340" y="5889"/>
                  </a:lnTo>
                  <a:cubicBezTo>
                    <a:pt x="9688" y="6237"/>
                    <a:pt x="10172" y="6520"/>
                    <a:pt x="10686" y="6520"/>
                  </a:cubicBezTo>
                  <a:cubicBezTo>
                    <a:pt x="10829" y="6520"/>
                    <a:pt x="10974" y="6498"/>
                    <a:pt x="11119" y="6450"/>
                  </a:cubicBezTo>
                  <a:cubicBezTo>
                    <a:pt x="11680" y="7001"/>
                    <a:pt x="12124" y="7668"/>
                    <a:pt x="12453" y="8335"/>
                  </a:cubicBezTo>
                  <a:cubicBezTo>
                    <a:pt x="10230" y="7668"/>
                    <a:pt x="8006" y="7223"/>
                    <a:pt x="5782" y="7001"/>
                  </a:cubicBezTo>
                  <a:cubicBezTo>
                    <a:pt x="5560" y="5782"/>
                    <a:pt x="4671" y="4893"/>
                    <a:pt x="3674" y="4671"/>
                  </a:cubicBezTo>
                  <a:lnTo>
                    <a:pt x="3674" y="4671"/>
                  </a:lnTo>
                  <a:cubicBezTo>
                    <a:pt x="4564" y="5115"/>
                    <a:pt x="5231" y="6005"/>
                    <a:pt x="5231" y="6894"/>
                  </a:cubicBezTo>
                  <a:cubicBezTo>
                    <a:pt x="4564" y="6894"/>
                    <a:pt x="4003" y="6779"/>
                    <a:pt x="3336" y="6779"/>
                  </a:cubicBezTo>
                  <a:lnTo>
                    <a:pt x="3336" y="6672"/>
                  </a:lnTo>
                  <a:cubicBezTo>
                    <a:pt x="2892" y="6672"/>
                    <a:pt x="2563" y="6450"/>
                    <a:pt x="2340" y="6112"/>
                  </a:cubicBezTo>
                  <a:cubicBezTo>
                    <a:pt x="2225" y="5889"/>
                    <a:pt x="2118" y="5667"/>
                    <a:pt x="1895" y="5444"/>
                  </a:cubicBezTo>
                  <a:cubicBezTo>
                    <a:pt x="1895" y="5338"/>
                    <a:pt x="1780" y="5338"/>
                    <a:pt x="1557" y="5222"/>
                  </a:cubicBezTo>
                  <a:cubicBezTo>
                    <a:pt x="1451" y="5222"/>
                    <a:pt x="1335" y="5222"/>
                    <a:pt x="1228" y="5338"/>
                  </a:cubicBezTo>
                  <a:cubicBezTo>
                    <a:pt x="1288" y="5307"/>
                    <a:pt x="1348" y="5292"/>
                    <a:pt x="1406" y="5292"/>
                  </a:cubicBezTo>
                  <a:cubicBezTo>
                    <a:pt x="1562" y="5292"/>
                    <a:pt x="1702" y="5398"/>
                    <a:pt x="1780" y="5560"/>
                  </a:cubicBezTo>
                  <a:lnTo>
                    <a:pt x="2118" y="6227"/>
                  </a:lnTo>
                  <a:cubicBezTo>
                    <a:pt x="2118" y="6450"/>
                    <a:pt x="2340" y="6556"/>
                    <a:pt x="2447" y="6779"/>
                  </a:cubicBezTo>
                  <a:lnTo>
                    <a:pt x="561" y="6779"/>
                  </a:lnTo>
                  <a:lnTo>
                    <a:pt x="561" y="7117"/>
                  </a:lnTo>
                  <a:cubicBezTo>
                    <a:pt x="2669" y="7117"/>
                    <a:pt x="4893" y="7446"/>
                    <a:pt x="7010" y="8006"/>
                  </a:cubicBezTo>
                  <a:cubicBezTo>
                    <a:pt x="5338" y="8558"/>
                    <a:pt x="3559" y="8780"/>
                    <a:pt x="1895" y="8780"/>
                  </a:cubicBezTo>
                  <a:lnTo>
                    <a:pt x="1895" y="9002"/>
                  </a:lnTo>
                  <a:cubicBezTo>
                    <a:pt x="2394" y="9060"/>
                    <a:pt x="2921" y="9089"/>
                    <a:pt x="3449" y="9089"/>
                  </a:cubicBezTo>
                  <a:cubicBezTo>
                    <a:pt x="3977" y="9089"/>
                    <a:pt x="4506" y="9060"/>
                    <a:pt x="5009" y="9002"/>
                  </a:cubicBezTo>
                  <a:lnTo>
                    <a:pt x="5009" y="9002"/>
                  </a:lnTo>
                  <a:lnTo>
                    <a:pt x="4786" y="9340"/>
                  </a:lnTo>
                  <a:cubicBezTo>
                    <a:pt x="4671" y="9563"/>
                    <a:pt x="4448" y="9785"/>
                    <a:pt x="4341" y="10007"/>
                  </a:cubicBezTo>
                  <a:cubicBezTo>
                    <a:pt x="4119" y="10114"/>
                    <a:pt x="3897" y="10336"/>
                    <a:pt x="3674" y="10452"/>
                  </a:cubicBezTo>
                  <a:cubicBezTo>
                    <a:pt x="3452" y="10674"/>
                    <a:pt x="3230" y="10781"/>
                    <a:pt x="3007" y="10781"/>
                  </a:cubicBezTo>
                  <a:cubicBezTo>
                    <a:pt x="3230" y="10781"/>
                    <a:pt x="3559" y="10674"/>
                    <a:pt x="3781" y="10559"/>
                  </a:cubicBezTo>
                  <a:cubicBezTo>
                    <a:pt x="4003" y="10452"/>
                    <a:pt x="4226" y="10336"/>
                    <a:pt x="4448" y="10114"/>
                  </a:cubicBezTo>
                  <a:cubicBezTo>
                    <a:pt x="4671" y="10007"/>
                    <a:pt x="4893" y="9785"/>
                    <a:pt x="5115" y="9563"/>
                  </a:cubicBezTo>
                  <a:lnTo>
                    <a:pt x="5676" y="9002"/>
                  </a:lnTo>
                  <a:lnTo>
                    <a:pt x="5560" y="8896"/>
                  </a:lnTo>
                  <a:cubicBezTo>
                    <a:pt x="6449" y="8780"/>
                    <a:pt x="7339" y="8558"/>
                    <a:pt x="8122" y="8228"/>
                  </a:cubicBezTo>
                  <a:cubicBezTo>
                    <a:pt x="9011" y="8451"/>
                    <a:pt x="9785" y="8780"/>
                    <a:pt x="10674" y="9002"/>
                  </a:cubicBezTo>
                  <a:cubicBezTo>
                    <a:pt x="10452" y="9225"/>
                    <a:pt x="10230" y="9340"/>
                    <a:pt x="10007" y="9340"/>
                  </a:cubicBezTo>
                  <a:lnTo>
                    <a:pt x="9118" y="9340"/>
                  </a:lnTo>
                  <a:cubicBezTo>
                    <a:pt x="8896" y="9340"/>
                    <a:pt x="8566" y="9447"/>
                    <a:pt x="8344" y="9563"/>
                  </a:cubicBezTo>
                  <a:cubicBezTo>
                    <a:pt x="8455" y="9505"/>
                    <a:pt x="8593" y="9476"/>
                    <a:pt x="8731" y="9476"/>
                  </a:cubicBezTo>
                  <a:cubicBezTo>
                    <a:pt x="8869" y="9476"/>
                    <a:pt x="9007" y="9505"/>
                    <a:pt x="9118" y="9563"/>
                  </a:cubicBezTo>
                  <a:lnTo>
                    <a:pt x="10007" y="9563"/>
                  </a:lnTo>
                  <a:cubicBezTo>
                    <a:pt x="10345" y="9563"/>
                    <a:pt x="10790" y="9447"/>
                    <a:pt x="11119" y="9225"/>
                  </a:cubicBezTo>
                  <a:cubicBezTo>
                    <a:pt x="15344" y="10781"/>
                    <a:pt x="19240" y="13120"/>
                    <a:pt x="22460" y="16011"/>
                  </a:cubicBezTo>
                  <a:cubicBezTo>
                    <a:pt x="23349" y="16901"/>
                    <a:pt x="24239" y="17790"/>
                    <a:pt x="25022" y="18680"/>
                  </a:cubicBezTo>
                  <a:cubicBezTo>
                    <a:pt x="20681" y="16234"/>
                    <a:pt x="14455" y="14784"/>
                    <a:pt x="9456" y="14010"/>
                  </a:cubicBezTo>
                  <a:cubicBezTo>
                    <a:pt x="9456" y="13788"/>
                    <a:pt x="9340" y="13565"/>
                    <a:pt x="9118" y="13450"/>
                  </a:cubicBezTo>
                  <a:cubicBezTo>
                    <a:pt x="9011" y="13227"/>
                    <a:pt x="8789" y="13120"/>
                    <a:pt x="8673" y="13005"/>
                  </a:cubicBezTo>
                  <a:cubicBezTo>
                    <a:pt x="8344" y="12782"/>
                    <a:pt x="8122" y="12453"/>
                    <a:pt x="7899" y="12231"/>
                  </a:cubicBezTo>
                  <a:cubicBezTo>
                    <a:pt x="7339" y="11564"/>
                    <a:pt x="7010" y="10897"/>
                    <a:pt x="6787" y="10114"/>
                  </a:cubicBezTo>
                  <a:lnTo>
                    <a:pt x="6787" y="10114"/>
                  </a:lnTo>
                  <a:cubicBezTo>
                    <a:pt x="6894" y="10897"/>
                    <a:pt x="7232" y="11671"/>
                    <a:pt x="7677" y="12338"/>
                  </a:cubicBezTo>
                  <a:cubicBezTo>
                    <a:pt x="7899" y="12676"/>
                    <a:pt x="8122" y="13005"/>
                    <a:pt x="8451" y="13343"/>
                  </a:cubicBezTo>
                  <a:lnTo>
                    <a:pt x="8789" y="13672"/>
                  </a:lnTo>
                  <a:cubicBezTo>
                    <a:pt x="8896" y="13788"/>
                    <a:pt x="8896" y="13894"/>
                    <a:pt x="8896" y="14010"/>
                  </a:cubicBezTo>
                  <a:cubicBezTo>
                    <a:pt x="7232" y="13672"/>
                    <a:pt x="5676" y="13565"/>
                    <a:pt x="4448" y="13450"/>
                  </a:cubicBezTo>
                  <a:lnTo>
                    <a:pt x="4564" y="13343"/>
                  </a:lnTo>
                  <a:cubicBezTo>
                    <a:pt x="3897" y="12560"/>
                    <a:pt x="3007" y="12115"/>
                    <a:pt x="2118" y="11893"/>
                  </a:cubicBezTo>
                  <a:lnTo>
                    <a:pt x="2118" y="11893"/>
                  </a:lnTo>
                  <a:cubicBezTo>
                    <a:pt x="2892" y="12231"/>
                    <a:pt x="3559" y="12676"/>
                    <a:pt x="4003" y="13343"/>
                  </a:cubicBezTo>
                  <a:cubicBezTo>
                    <a:pt x="3336" y="13343"/>
                    <a:pt x="2785" y="13227"/>
                    <a:pt x="2340" y="13227"/>
                  </a:cubicBezTo>
                  <a:lnTo>
                    <a:pt x="2225" y="13120"/>
                  </a:lnTo>
                  <a:lnTo>
                    <a:pt x="2225" y="13227"/>
                  </a:lnTo>
                  <a:cubicBezTo>
                    <a:pt x="1780" y="13227"/>
                    <a:pt x="1557" y="13120"/>
                    <a:pt x="1451" y="13120"/>
                  </a:cubicBezTo>
                  <a:lnTo>
                    <a:pt x="1451" y="13450"/>
                  </a:lnTo>
                  <a:lnTo>
                    <a:pt x="1895" y="13450"/>
                  </a:lnTo>
                  <a:cubicBezTo>
                    <a:pt x="1451" y="13894"/>
                    <a:pt x="784" y="14232"/>
                    <a:pt x="1" y="14339"/>
                  </a:cubicBezTo>
                  <a:cubicBezTo>
                    <a:pt x="118" y="14354"/>
                    <a:pt x="238" y="14362"/>
                    <a:pt x="358" y="14362"/>
                  </a:cubicBezTo>
                  <a:cubicBezTo>
                    <a:pt x="1150" y="14362"/>
                    <a:pt x="1984" y="14044"/>
                    <a:pt x="2563" y="13565"/>
                  </a:cubicBezTo>
                  <a:cubicBezTo>
                    <a:pt x="4119" y="13672"/>
                    <a:pt x="5560" y="13894"/>
                    <a:pt x="7010" y="14117"/>
                  </a:cubicBezTo>
                  <a:cubicBezTo>
                    <a:pt x="6343" y="14784"/>
                    <a:pt x="5560" y="15229"/>
                    <a:pt x="4671" y="15567"/>
                  </a:cubicBezTo>
                  <a:cubicBezTo>
                    <a:pt x="4564" y="15344"/>
                    <a:pt x="4448" y="15229"/>
                    <a:pt x="4226" y="15122"/>
                  </a:cubicBezTo>
                  <a:cubicBezTo>
                    <a:pt x="4003" y="15006"/>
                    <a:pt x="3897" y="15006"/>
                    <a:pt x="3674" y="14899"/>
                  </a:cubicBezTo>
                  <a:cubicBezTo>
                    <a:pt x="3452" y="14784"/>
                    <a:pt x="3230" y="14784"/>
                    <a:pt x="3114" y="14677"/>
                  </a:cubicBezTo>
                  <a:cubicBezTo>
                    <a:pt x="2892" y="14561"/>
                    <a:pt x="2669" y="14455"/>
                    <a:pt x="2563" y="14339"/>
                  </a:cubicBezTo>
                  <a:lnTo>
                    <a:pt x="2563" y="14339"/>
                  </a:lnTo>
                  <a:cubicBezTo>
                    <a:pt x="2669" y="14455"/>
                    <a:pt x="2785" y="14677"/>
                    <a:pt x="3007" y="14784"/>
                  </a:cubicBezTo>
                  <a:cubicBezTo>
                    <a:pt x="3114" y="14899"/>
                    <a:pt x="3336" y="15006"/>
                    <a:pt x="3559" y="15122"/>
                  </a:cubicBezTo>
                  <a:cubicBezTo>
                    <a:pt x="3674" y="15229"/>
                    <a:pt x="3897" y="15344"/>
                    <a:pt x="4003" y="15451"/>
                  </a:cubicBezTo>
                  <a:lnTo>
                    <a:pt x="4226" y="15673"/>
                  </a:lnTo>
                  <a:cubicBezTo>
                    <a:pt x="3902" y="15722"/>
                    <a:pt x="3557" y="15750"/>
                    <a:pt x="3209" y="15750"/>
                  </a:cubicBezTo>
                  <a:cubicBezTo>
                    <a:pt x="2725" y="15750"/>
                    <a:pt x="2235" y="15696"/>
                    <a:pt x="1780" y="15567"/>
                  </a:cubicBezTo>
                  <a:lnTo>
                    <a:pt x="1673" y="15896"/>
                  </a:lnTo>
                  <a:cubicBezTo>
                    <a:pt x="2229" y="16065"/>
                    <a:pt x="2812" y="16149"/>
                    <a:pt x="3394" y="16149"/>
                  </a:cubicBezTo>
                  <a:cubicBezTo>
                    <a:pt x="3977" y="16149"/>
                    <a:pt x="4559" y="16065"/>
                    <a:pt x="5115" y="15896"/>
                  </a:cubicBezTo>
                  <a:lnTo>
                    <a:pt x="5115" y="15896"/>
                  </a:lnTo>
                  <a:cubicBezTo>
                    <a:pt x="4786" y="16563"/>
                    <a:pt x="4119" y="17123"/>
                    <a:pt x="3336" y="17230"/>
                  </a:cubicBezTo>
                  <a:cubicBezTo>
                    <a:pt x="4341" y="17230"/>
                    <a:pt x="5231" y="16563"/>
                    <a:pt x="5676" y="15673"/>
                  </a:cubicBezTo>
                  <a:cubicBezTo>
                    <a:pt x="6449" y="15344"/>
                    <a:pt x="7232" y="14899"/>
                    <a:pt x="7784" y="14339"/>
                  </a:cubicBezTo>
                  <a:cubicBezTo>
                    <a:pt x="9563" y="14677"/>
                    <a:pt x="11342" y="15122"/>
                    <a:pt x="13014" y="15567"/>
                  </a:cubicBezTo>
                  <a:cubicBezTo>
                    <a:pt x="12231" y="16456"/>
                    <a:pt x="11342" y="17123"/>
                    <a:pt x="10345" y="17790"/>
                  </a:cubicBezTo>
                  <a:cubicBezTo>
                    <a:pt x="9456" y="17568"/>
                    <a:pt x="8451" y="17452"/>
                    <a:pt x="7561" y="17452"/>
                  </a:cubicBezTo>
                  <a:cubicBezTo>
                    <a:pt x="8344" y="17568"/>
                    <a:pt x="9011" y="17790"/>
                    <a:pt x="9785" y="18013"/>
                  </a:cubicBezTo>
                  <a:cubicBezTo>
                    <a:pt x="9118" y="18342"/>
                    <a:pt x="8451" y="18564"/>
                    <a:pt x="7677" y="18786"/>
                  </a:cubicBezTo>
                  <a:lnTo>
                    <a:pt x="7784" y="19009"/>
                  </a:lnTo>
                  <a:cubicBezTo>
                    <a:pt x="8122" y="19009"/>
                    <a:pt x="8451" y="18902"/>
                    <a:pt x="8896" y="18902"/>
                  </a:cubicBezTo>
                  <a:cubicBezTo>
                    <a:pt x="8344" y="19569"/>
                    <a:pt x="7677" y="20236"/>
                    <a:pt x="6894" y="20565"/>
                  </a:cubicBezTo>
                  <a:cubicBezTo>
                    <a:pt x="8006" y="20236"/>
                    <a:pt x="8896" y="19569"/>
                    <a:pt x="9563" y="18680"/>
                  </a:cubicBezTo>
                  <a:cubicBezTo>
                    <a:pt x="11342" y="18235"/>
                    <a:pt x="13014" y="17345"/>
                    <a:pt x="14455" y="16011"/>
                  </a:cubicBezTo>
                  <a:cubicBezTo>
                    <a:pt x="19124" y="17452"/>
                    <a:pt x="23572" y="19569"/>
                    <a:pt x="27690" y="22122"/>
                  </a:cubicBezTo>
                  <a:cubicBezTo>
                    <a:pt x="30581" y="26462"/>
                    <a:pt x="32466" y="31354"/>
                    <a:pt x="33133" y="36353"/>
                  </a:cubicBezTo>
                  <a:lnTo>
                    <a:pt x="37803" y="35464"/>
                  </a:lnTo>
                  <a:cubicBezTo>
                    <a:pt x="35802" y="26907"/>
                    <a:pt x="30803" y="19347"/>
                    <a:pt x="24016" y="14117"/>
                  </a:cubicBezTo>
                  <a:cubicBezTo>
                    <a:pt x="24016" y="14117"/>
                    <a:pt x="23910" y="14010"/>
                    <a:pt x="23794" y="14010"/>
                  </a:cubicBezTo>
                  <a:cubicBezTo>
                    <a:pt x="23349" y="12782"/>
                    <a:pt x="22798" y="11786"/>
                    <a:pt x="22131" y="10781"/>
                  </a:cubicBezTo>
                  <a:cubicBezTo>
                    <a:pt x="21241" y="9447"/>
                    <a:pt x="20236" y="8335"/>
                    <a:pt x="19124" y="7339"/>
                  </a:cubicBezTo>
                  <a:cubicBezTo>
                    <a:pt x="18795" y="7001"/>
                    <a:pt x="18457" y="6672"/>
                    <a:pt x="18013" y="6334"/>
                  </a:cubicBezTo>
                  <a:cubicBezTo>
                    <a:pt x="18128" y="5222"/>
                    <a:pt x="17906" y="4110"/>
                    <a:pt x="17461" y="3114"/>
                  </a:cubicBezTo>
                  <a:lnTo>
                    <a:pt x="17461" y="3114"/>
                  </a:lnTo>
                  <a:lnTo>
                    <a:pt x="17568" y="3221"/>
                  </a:lnTo>
                  <a:cubicBezTo>
                    <a:pt x="17683" y="2998"/>
                    <a:pt x="17906" y="2776"/>
                    <a:pt x="18128" y="2447"/>
                  </a:cubicBezTo>
                  <a:cubicBezTo>
                    <a:pt x="18235" y="2225"/>
                    <a:pt x="18351" y="1887"/>
                    <a:pt x="18235" y="1557"/>
                  </a:cubicBezTo>
                  <a:cubicBezTo>
                    <a:pt x="18128" y="1219"/>
                    <a:pt x="17906" y="997"/>
                    <a:pt x="17906" y="775"/>
                  </a:cubicBezTo>
                  <a:cubicBezTo>
                    <a:pt x="18013" y="668"/>
                    <a:pt x="18013" y="552"/>
                    <a:pt x="18128" y="446"/>
                  </a:cubicBezTo>
                  <a:cubicBezTo>
                    <a:pt x="18128" y="223"/>
                    <a:pt x="18235" y="108"/>
                    <a:pt x="1812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 name="Google Shape;135;p2"/>
          <p:cNvSpPr/>
          <p:nvPr/>
        </p:nvSpPr>
        <p:spPr>
          <a:xfrm>
            <a:off x="7852963" y="203975"/>
            <a:ext cx="1246945" cy="46966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2"/>
          <p:cNvSpPr/>
          <p:nvPr/>
        </p:nvSpPr>
        <p:spPr>
          <a:xfrm>
            <a:off x="515850" y="52346"/>
            <a:ext cx="805896" cy="379377"/>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7"/>
        <p:cNvGrpSpPr/>
        <p:nvPr/>
      </p:nvGrpSpPr>
      <p:grpSpPr>
        <a:xfrm>
          <a:off x="0" y="0"/>
          <a:ext cx="0" cy="0"/>
          <a:chOff x="0" y="0"/>
          <a:chExt cx="0" cy="0"/>
        </a:xfrm>
      </p:grpSpPr>
      <p:grpSp>
        <p:nvGrpSpPr>
          <p:cNvPr id="138" name="Google Shape;138;p3"/>
          <p:cNvGrpSpPr/>
          <p:nvPr/>
        </p:nvGrpSpPr>
        <p:grpSpPr>
          <a:xfrm>
            <a:off x="198000" y="-159600"/>
            <a:ext cx="8678879" cy="5436439"/>
            <a:chOff x="198000" y="-159600"/>
            <a:chExt cx="8678879" cy="5436439"/>
          </a:xfrm>
        </p:grpSpPr>
        <p:sp>
          <p:nvSpPr>
            <p:cNvPr id="139" name="Google Shape;139;p3"/>
            <p:cNvSpPr/>
            <p:nvPr/>
          </p:nvSpPr>
          <p:spPr>
            <a:xfrm>
              <a:off x="19800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3"/>
          <p:cNvSpPr txBox="1">
            <a:spLocks noGrp="1"/>
          </p:cNvSpPr>
          <p:nvPr>
            <p:ph type="title"/>
          </p:nvPr>
        </p:nvSpPr>
        <p:spPr>
          <a:xfrm>
            <a:off x="1660500" y="2511700"/>
            <a:ext cx="5823000" cy="841800"/>
          </a:xfrm>
          <a:prstGeom prst="rect">
            <a:avLst/>
          </a:prstGeom>
          <a:ln>
            <a:noFill/>
          </a:ln>
        </p:spPr>
        <p:txBody>
          <a:bodyPr spcFirstLastPara="1" wrap="square" lIns="91425" tIns="91425" rIns="91425" bIns="91425" anchor="b" anchorCtr="0">
            <a:noAutofit/>
          </a:bodyPr>
          <a:lstStyle>
            <a:lvl1pPr lvl="0" algn="ctr">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r>
              <a:rPr lang="en-US"/>
              <a:t>Click to edit Master title style</a:t>
            </a:r>
            <a:endParaRPr/>
          </a:p>
        </p:txBody>
      </p:sp>
      <p:sp>
        <p:nvSpPr>
          <p:cNvPr id="146" name="Google Shape;146;p3"/>
          <p:cNvSpPr txBox="1">
            <a:spLocks noGrp="1"/>
          </p:cNvSpPr>
          <p:nvPr>
            <p:ph type="title" idx="2" hasCustomPrompt="1"/>
          </p:nvPr>
        </p:nvSpPr>
        <p:spPr>
          <a:xfrm>
            <a:off x="3837575" y="1510350"/>
            <a:ext cx="1468800" cy="10455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7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47" name="Google Shape;147;p3"/>
          <p:cNvSpPr txBox="1">
            <a:spLocks noGrp="1"/>
          </p:cNvSpPr>
          <p:nvPr>
            <p:ph type="subTitle" idx="1"/>
          </p:nvPr>
        </p:nvSpPr>
        <p:spPr>
          <a:xfrm>
            <a:off x="1660500" y="3282150"/>
            <a:ext cx="5823000" cy="351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atin typeface="Darker Grotesque SemiBold"/>
                <a:ea typeface="Darker Grotesque SemiBold"/>
                <a:cs typeface="Darker Grotesque SemiBold"/>
                <a:sym typeface="Darker Grotesque SemiBold"/>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48" name="Google Shape;148;p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124724" y="0"/>
            <a:ext cx="588491" cy="4886428"/>
          </a:xfrm>
          <a:custGeom>
            <a:avLst/>
            <a:gdLst/>
            <a:ahLst/>
            <a:cxnLst/>
            <a:rect l="l" t="t" r="r" b="b"/>
            <a:pathLst>
              <a:path w="7590" h="34585" extrusionOk="0">
                <a:moveTo>
                  <a:pt x="2721" y="1"/>
                </a:moveTo>
                <a:cubicBezTo>
                  <a:pt x="2721" y="1"/>
                  <a:pt x="2796" y="2149"/>
                  <a:pt x="2796" y="4658"/>
                </a:cubicBezTo>
                <a:lnTo>
                  <a:pt x="218" y="3226"/>
                </a:lnTo>
                <a:lnTo>
                  <a:pt x="1" y="3369"/>
                </a:lnTo>
                <a:lnTo>
                  <a:pt x="2796" y="5013"/>
                </a:lnTo>
                <a:cubicBezTo>
                  <a:pt x="2796" y="5946"/>
                  <a:pt x="2796" y="6949"/>
                  <a:pt x="2721" y="7876"/>
                </a:cubicBezTo>
                <a:cubicBezTo>
                  <a:pt x="2578" y="11027"/>
                  <a:pt x="2653" y="16256"/>
                  <a:pt x="2721" y="18404"/>
                </a:cubicBezTo>
                <a:lnTo>
                  <a:pt x="218" y="17041"/>
                </a:lnTo>
                <a:lnTo>
                  <a:pt x="1" y="17258"/>
                </a:lnTo>
                <a:lnTo>
                  <a:pt x="2721" y="18759"/>
                </a:lnTo>
                <a:lnTo>
                  <a:pt x="2721" y="19045"/>
                </a:lnTo>
                <a:cubicBezTo>
                  <a:pt x="2721" y="20477"/>
                  <a:pt x="3437" y="27281"/>
                  <a:pt x="3294" y="29143"/>
                </a:cubicBezTo>
                <a:cubicBezTo>
                  <a:pt x="3225" y="31004"/>
                  <a:pt x="2509" y="33295"/>
                  <a:pt x="1576" y="34011"/>
                </a:cubicBezTo>
                <a:lnTo>
                  <a:pt x="7303" y="34584"/>
                </a:lnTo>
                <a:cubicBezTo>
                  <a:pt x="7303" y="34584"/>
                  <a:pt x="6301" y="32007"/>
                  <a:pt x="5871" y="29429"/>
                </a:cubicBezTo>
                <a:cubicBezTo>
                  <a:pt x="5516" y="26777"/>
                  <a:pt x="5156" y="20408"/>
                  <a:pt x="4944" y="18616"/>
                </a:cubicBezTo>
                <a:cubicBezTo>
                  <a:pt x="4869" y="17688"/>
                  <a:pt x="5012" y="15322"/>
                  <a:pt x="5156" y="12963"/>
                </a:cubicBezTo>
                <a:lnTo>
                  <a:pt x="7590" y="11531"/>
                </a:lnTo>
                <a:lnTo>
                  <a:pt x="7378" y="11387"/>
                </a:lnTo>
                <a:lnTo>
                  <a:pt x="6375" y="11886"/>
                </a:lnTo>
                <a:lnTo>
                  <a:pt x="7160" y="10385"/>
                </a:lnTo>
                <a:lnTo>
                  <a:pt x="7017" y="10385"/>
                </a:lnTo>
                <a:lnTo>
                  <a:pt x="6015" y="12103"/>
                </a:lnTo>
                <a:lnTo>
                  <a:pt x="5156" y="12602"/>
                </a:lnTo>
                <a:cubicBezTo>
                  <a:pt x="5299" y="10740"/>
                  <a:pt x="5442" y="8953"/>
                  <a:pt x="5442" y="7876"/>
                </a:cubicBezTo>
                <a:cubicBezTo>
                  <a:pt x="5516" y="5373"/>
                  <a:pt x="5299" y="1"/>
                  <a:pt x="529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8225825" y="-12"/>
            <a:ext cx="1342673" cy="4886441"/>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3"/>
          <p:cNvGrpSpPr/>
          <p:nvPr/>
        </p:nvGrpSpPr>
        <p:grpSpPr>
          <a:xfrm rot="-5400000" flipH="1">
            <a:off x="1473432" y="-662378"/>
            <a:ext cx="746877" cy="2203140"/>
            <a:chOff x="95249" y="1927057"/>
            <a:chExt cx="777511" cy="2293504"/>
          </a:xfrm>
        </p:grpSpPr>
        <p:sp>
          <p:nvSpPr>
            <p:cNvPr id="152" name="Google Shape;152;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3"/>
          <p:cNvGrpSpPr/>
          <p:nvPr/>
        </p:nvGrpSpPr>
        <p:grpSpPr>
          <a:xfrm rot="-5400000" flipH="1">
            <a:off x="7761905" y="-616523"/>
            <a:ext cx="699837" cy="2064383"/>
            <a:chOff x="95249" y="1927057"/>
            <a:chExt cx="777511" cy="2293504"/>
          </a:xfrm>
        </p:grpSpPr>
        <p:sp>
          <p:nvSpPr>
            <p:cNvPr id="177" name="Google Shape;177;p3"/>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3"/>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3"/>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3"/>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3"/>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3"/>
            <p:cNvSpPr/>
            <p:nvPr/>
          </p:nvSpPr>
          <p:spPr>
            <a:xfrm>
              <a:off x="667470" y="3815407"/>
              <a:ext cx="5005" cy="42773"/>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3"/>
            <p:cNvSpPr/>
            <p:nvPr/>
          </p:nvSpPr>
          <p:spPr>
            <a:xfrm>
              <a:off x="648429" y="3834483"/>
              <a:ext cx="43123" cy="4620"/>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3"/>
            <p:cNvSpPr/>
            <p:nvPr/>
          </p:nvSpPr>
          <p:spPr>
            <a:xfrm>
              <a:off x="653364" y="3819992"/>
              <a:ext cx="38188" cy="28632"/>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3"/>
            <p:cNvSpPr/>
            <p:nvPr/>
          </p:nvSpPr>
          <p:spPr>
            <a:xfrm>
              <a:off x="657950" y="3818802"/>
              <a:ext cx="28632" cy="35983"/>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3"/>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3"/>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3"/>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3"/>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 name="Google Shape;201;p3"/>
          <p:cNvGrpSpPr/>
          <p:nvPr/>
        </p:nvGrpSpPr>
        <p:grpSpPr>
          <a:xfrm>
            <a:off x="65793" y="255597"/>
            <a:ext cx="75974" cy="84124"/>
            <a:chOff x="7553342" y="94254"/>
            <a:chExt cx="43123" cy="47743"/>
          </a:xfrm>
        </p:grpSpPr>
        <p:sp>
          <p:nvSpPr>
            <p:cNvPr id="202" name="Google Shape;20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3"/>
          <p:cNvGrpSpPr/>
          <p:nvPr/>
        </p:nvGrpSpPr>
        <p:grpSpPr>
          <a:xfrm>
            <a:off x="8939393" y="1007097"/>
            <a:ext cx="75974" cy="84124"/>
            <a:chOff x="7553342" y="94254"/>
            <a:chExt cx="43123" cy="47743"/>
          </a:xfrm>
        </p:grpSpPr>
        <p:sp>
          <p:nvSpPr>
            <p:cNvPr id="207" name="Google Shape;207;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 name="Google Shape;211;p3"/>
          <p:cNvGrpSpPr/>
          <p:nvPr/>
        </p:nvGrpSpPr>
        <p:grpSpPr>
          <a:xfrm>
            <a:off x="65800" y="1798621"/>
            <a:ext cx="132198" cy="146381"/>
            <a:chOff x="7553342" y="94254"/>
            <a:chExt cx="43123" cy="47743"/>
          </a:xfrm>
        </p:grpSpPr>
        <p:sp>
          <p:nvSpPr>
            <p:cNvPr id="212" name="Google Shape;212;p3"/>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3"/>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3"/>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6" name="Google Shape;216;p3"/>
          <p:cNvSpPr/>
          <p:nvPr/>
        </p:nvSpPr>
        <p:spPr>
          <a:xfrm>
            <a:off x="1293350" y="4605750"/>
            <a:ext cx="7850761" cy="539553"/>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
          <p:cNvSpPr/>
          <p:nvPr/>
        </p:nvSpPr>
        <p:spPr>
          <a:xfrm rot="1017924">
            <a:off x="7324516" y="442480"/>
            <a:ext cx="904218" cy="194029"/>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
          <p:cNvSpPr/>
          <p:nvPr/>
        </p:nvSpPr>
        <p:spPr>
          <a:xfrm rot="-615558">
            <a:off x="657404" y="171231"/>
            <a:ext cx="763686" cy="302678"/>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
          <p:cNvSpPr/>
          <p:nvPr/>
        </p:nvSpPr>
        <p:spPr>
          <a:xfrm rot="-615642">
            <a:off x="7663323" y="199035"/>
            <a:ext cx="463996" cy="18389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351" name="Google Shape;351;p6"/>
          <p:cNvSpPr/>
          <p:nvPr/>
        </p:nvSpPr>
        <p:spPr>
          <a:xfrm>
            <a:off x="-74050" y="-97025"/>
            <a:ext cx="906894" cy="5100916"/>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6"/>
          <p:cNvSpPr/>
          <p:nvPr/>
        </p:nvSpPr>
        <p:spPr>
          <a:xfrm>
            <a:off x="830482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6"/>
          <p:cNvSpPr/>
          <p:nvPr/>
        </p:nvSpPr>
        <p:spPr>
          <a:xfrm>
            <a:off x="87626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6"/>
          <p:cNvGrpSpPr/>
          <p:nvPr/>
        </p:nvGrpSpPr>
        <p:grpSpPr>
          <a:xfrm>
            <a:off x="1679711" y="95972"/>
            <a:ext cx="41054" cy="45829"/>
            <a:chOff x="2526386" y="189622"/>
            <a:chExt cx="41054" cy="45829"/>
          </a:xfrm>
        </p:grpSpPr>
        <p:sp>
          <p:nvSpPr>
            <p:cNvPr id="355" name="Google Shape;355;p6"/>
            <p:cNvSpPr/>
            <p:nvPr/>
          </p:nvSpPr>
          <p:spPr>
            <a:xfrm rot="-5400000" flipH="1">
              <a:off x="2544509" y="1942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6"/>
            <p:cNvSpPr/>
            <p:nvPr/>
          </p:nvSpPr>
          <p:spPr>
            <a:xfrm rot="-5400000" flipH="1">
              <a:off x="2523999" y="2103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6"/>
            <p:cNvSpPr/>
            <p:nvPr/>
          </p:nvSpPr>
          <p:spPr>
            <a:xfrm rot="-5400000" flipH="1">
              <a:off x="2526874" y="2026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6"/>
            <p:cNvSpPr/>
            <p:nvPr/>
          </p:nvSpPr>
          <p:spPr>
            <a:xfrm rot="-5400000" flipH="1">
              <a:off x="2534792" y="1936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 name="Google Shape;359;p6"/>
          <p:cNvGrpSpPr/>
          <p:nvPr/>
        </p:nvGrpSpPr>
        <p:grpSpPr>
          <a:xfrm>
            <a:off x="808538" y="317706"/>
            <a:ext cx="87226" cy="87226"/>
            <a:chOff x="1046654" y="597138"/>
            <a:chExt cx="45829" cy="45829"/>
          </a:xfrm>
        </p:grpSpPr>
        <p:sp>
          <p:nvSpPr>
            <p:cNvPr id="360" name="Google Shape;360;p6"/>
            <p:cNvSpPr/>
            <p:nvPr/>
          </p:nvSpPr>
          <p:spPr>
            <a:xfrm rot="-5400000" flipH="1">
              <a:off x="1064962" y="5971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6"/>
            <p:cNvSpPr/>
            <p:nvPr/>
          </p:nvSpPr>
          <p:spPr>
            <a:xfrm rot="-5400000" flipH="1">
              <a:off x="1044452" y="6176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6"/>
            <p:cNvSpPr/>
            <p:nvPr/>
          </p:nvSpPr>
          <p:spPr>
            <a:xfrm rot="-5400000" flipH="1">
              <a:off x="1051210" y="6064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6"/>
            <p:cNvSpPr/>
            <p:nvPr/>
          </p:nvSpPr>
          <p:spPr>
            <a:xfrm rot="-5400000" flipH="1">
              <a:off x="1055984" y="6016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4" name="Google Shape;364;p6"/>
          <p:cNvGrpSpPr/>
          <p:nvPr/>
        </p:nvGrpSpPr>
        <p:grpSpPr>
          <a:xfrm>
            <a:off x="1092449" y="65753"/>
            <a:ext cx="41424" cy="45862"/>
            <a:chOff x="1092449" y="65753"/>
            <a:chExt cx="41424" cy="45862"/>
          </a:xfrm>
        </p:grpSpPr>
        <p:sp>
          <p:nvSpPr>
            <p:cNvPr id="365" name="Google Shape;365;p6"/>
            <p:cNvSpPr/>
            <p:nvPr/>
          </p:nvSpPr>
          <p:spPr>
            <a:xfrm rot="-5400000" flipH="1">
              <a:off x="1110757" y="657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6"/>
            <p:cNvSpPr/>
            <p:nvPr/>
          </p:nvSpPr>
          <p:spPr>
            <a:xfrm rot="-5400000" flipH="1">
              <a:off x="1090247" y="862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6"/>
            <p:cNvSpPr/>
            <p:nvPr/>
          </p:nvSpPr>
          <p:spPr>
            <a:xfrm rot="-5400000" flipH="1">
              <a:off x="1093222" y="745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6"/>
            <p:cNvSpPr/>
            <p:nvPr/>
          </p:nvSpPr>
          <p:spPr>
            <a:xfrm rot="-5400000" flipH="1">
              <a:off x="1101141" y="697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 name="Google Shape;369;p6"/>
          <p:cNvGrpSpPr/>
          <p:nvPr/>
        </p:nvGrpSpPr>
        <p:grpSpPr>
          <a:xfrm>
            <a:off x="1417856" y="340591"/>
            <a:ext cx="45829" cy="45862"/>
            <a:chOff x="1417856" y="340591"/>
            <a:chExt cx="45829" cy="45862"/>
          </a:xfrm>
        </p:grpSpPr>
        <p:sp>
          <p:nvSpPr>
            <p:cNvPr id="370" name="Google Shape;370;p6"/>
            <p:cNvSpPr/>
            <p:nvPr/>
          </p:nvSpPr>
          <p:spPr>
            <a:xfrm rot="-5400000" flipH="1">
              <a:off x="1438367" y="3384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6"/>
            <p:cNvSpPr/>
            <p:nvPr/>
          </p:nvSpPr>
          <p:spPr>
            <a:xfrm rot="-5400000" flipH="1">
              <a:off x="1415469" y="3613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6"/>
            <p:cNvSpPr/>
            <p:nvPr/>
          </p:nvSpPr>
          <p:spPr>
            <a:xfrm rot="-5400000" flipH="1">
              <a:off x="1420059" y="3475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6"/>
            <p:cNvSpPr/>
            <p:nvPr/>
          </p:nvSpPr>
          <p:spPr>
            <a:xfrm rot="-5400000" flipH="1">
              <a:off x="1426851" y="3451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4" name="Google Shape;374;p6"/>
          <p:cNvGrpSpPr/>
          <p:nvPr/>
        </p:nvGrpSpPr>
        <p:grpSpPr>
          <a:xfrm>
            <a:off x="73365" y="74936"/>
            <a:ext cx="87225" cy="87914"/>
            <a:chOff x="2178250" y="597138"/>
            <a:chExt cx="41088" cy="41424"/>
          </a:xfrm>
        </p:grpSpPr>
        <p:sp>
          <p:nvSpPr>
            <p:cNvPr id="375" name="Google Shape;375;p6"/>
            <p:cNvSpPr/>
            <p:nvPr/>
          </p:nvSpPr>
          <p:spPr>
            <a:xfrm rot="-5400000" flipH="1">
              <a:off x="2196389" y="5972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6"/>
            <p:cNvSpPr/>
            <p:nvPr/>
          </p:nvSpPr>
          <p:spPr>
            <a:xfrm rot="-5400000" flipH="1">
              <a:off x="2178081" y="6156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
            <p:cNvSpPr/>
            <p:nvPr/>
          </p:nvSpPr>
          <p:spPr>
            <a:xfrm rot="-5400000" flipH="1">
              <a:off x="2178065" y="6064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6"/>
            <p:cNvSpPr/>
            <p:nvPr/>
          </p:nvSpPr>
          <p:spPr>
            <a:xfrm rot="-5400000" flipH="1">
              <a:off x="2185041" y="6027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 name="Google Shape;379;p6"/>
          <p:cNvGrpSpPr/>
          <p:nvPr/>
        </p:nvGrpSpPr>
        <p:grpSpPr>
          <a:xfrm>
            <a:off x="440501" y="614401"/>
            <a:ext cx="45827" cy="45828"/>
            <a:chOff x="440501" y="614401"/>
            <a:chExt cx="45827" cy="45828"/>
          </a:xfrm>
        </p:grpSpPr>
        <p:sp>
          <p:nvSpPr>
            <p:cNvPr id="380" name="Google Shape;380;p6"/>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6"/>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6"/>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6"/>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 name="Google Shape;384;p6"/>
          <p:cNvGrpSpPr/>
          <p:nvPr/>
        </p:nvGrpSpPr>
        <p:grpSpPr>
          <a:xfrm>
            <a:off x="9071111" y="95972"/>
            <a:ext cx="41053" cy="45828"/>
            <a:chOff x="2526386" y="189622"/>
            <a:chExt cx="41053" cy="45828"/>
          </a:xfrm>
        </p:grpSpPr>
        <p:sp>
          <p:nvSpPr>
            <p:cNvPr id="385" name="Google Shape;385;p6"/>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6"/>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6"/>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9" name="Google Shape;389;p6"/>
          <p:cNvGrpSpPr/>
          <p:nvPr/>
        </p:nvGrpSpPr>
        <p:grpSpPr>
          <a:xfrm>
            <a:off x="8719763" y="673431"/>
            <a:ext cx="87223" cy="87223"/>
            <a:chOff x="1046654" y="597138"/>
            <a:chExt cx="45827" cy="45827"/>
          </a:xfrm>
        </p:grpSpPr>
        <p:sp>
          <p:nvSpPr>
            <p:cNvPr id="390" name="Google Shape;390;p6"/>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6"/>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6"/>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6"/>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 name="Google Shape;394;p6"/>
          <p:cNvGrpSpPr/>
          <p:nvPr/>
        </p:nvGrpSpPr>
        <p:grpSpPr>
          <a:xfrm>
            <a:off x="8392049" y="65753"/>
            <a:ext cx="41423" cy="45861"/>
            <a:chOff x="1092449" y="65753"/>
            <a:chExt cx="41423" cy="45861"/>
          </a:xfrm>
        </p:grpSpPr>
        <p:sp>
          <p:nvSpPr>
            <p:cNvPr id="395" name="Google Shape;395;p6"/>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6"/>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6"/>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6"/>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6"/>
          <p:cNvGrpSpPr/>
          <p:nvPr/>
        </p:nvGrpSpPr>
        <p:grpSpPr>
          <a:xfrm>
            <a:off x="8809256" y="340591"/>
            <a:ext cx="45827" cy="45861"/>
            <a:chOff x="1417856" y="340591"/>
            <a:chExt cx="45827" cy="45861"/>
          </a:xfrm>
        </p:grpSpPr>
        <p:sp>
          <p:nvSpPr>
            <p:cNvPr id="400" name="Google Shape;400;p6"/>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6"/>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6"/>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6"/>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4" name="Google Shape;404;p6"/>
          <p:cNvGrpSpPr/>
          <p:nvPr/>
        </p:nvGrpSpPr>
        <p:grpSpPr>
          <a:xfrm>
            <a:off x="8304815" y="319574"/>
            <a:ext cx="87223" cy="87912"/>
            <a:chOff x="2178250" y="597138"/>
            <a:chExt cx="41087" cy="41423"/>
          </a:xfrm>
        </p:grpSpPr>
        <p:sp>
          <p:nvSpPr>
            <p:cNvPr id="405" name="Google Shape;405;p6"/>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6"/>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6"/>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6"/>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9" name="Google Shape;409;p6"/>
          <p:cNvSpPr/>
          <p:nvPr/>
        </p:nvSpPr>
        <p:spPr>
          <a:xfrm flipH="1">
            <a:off x="4446227" y="4661300"/>
            <a:ext cx="4697772" cy="482192"/>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6"/>
          <p:cNvSpPr/>
          <p:nvPr/>
        </p:nvSpPr>
        <p:spPr>
          <a:xfrm>
            <a:off x="0" y="4826424"/>
            <a:ext cx="9144062" cy="317057"/>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1" name="Google Shape;411;p6"/>
          <p:cNvGrpSpPr/>
          <p:nvPr/>
        </p:nvGrpSpPr>
        <p:grpSpPr>
          <a:xfrm rot="-426034">
            <a:off x="86467" y="201042"/>
            <a:ext cx="633477" cy="251071"/>
            <a:chOff x="232208" y="206425"/>
            <a:chExt cx="1361825" cy="539742"/>
          </a:xfrm>
        </p:grpSpPr>
        <p:sp>
          <p:nvSpPr>
            <p:cNvPr id="412" name="Google Shape;412;p6"/>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3" name="Google Shape;413;p6"/>
            <p:cNvGrpSpPr/>
            <p:nvPr/>
          </p:nvGrpSpPr>
          <p:grpSpPr>
            <a:xfrm rot="612083">
              <a:off x="872938" y="394726"/>
              <a:ext cx="89972" cy="49127"/>
              <a:chOff x="3467344" y="1694749"/>
              <a:chExt cx="114969" cy="62784"/>
            </a:xfrm>
          </p:grpSpPr>
          <p:sp>
            <p:nvSpPr>
              <p:cNvPr id="414" name="Google Shape;414;p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16" name="Google Shape;416;p6"/>
          <p:cNvSpPr/>
          <p:nvPr/>
        </p:nvSpPr>
        <p:spPr>
          <a:xfrm rot="-492317">
            <a:off x="8484300" y="149027"/>
            <a:ext cx="535981"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7"/>
        <p:cNvGrpSpPr/>
        <p:nvPr/>
      </p:nvGrpSpPr>
      <p:grpSpPr>
        <a:xfrm>
          <a:off x="0" y="0"/>
          <a:ext cx="0" cy="0"/>
          <a:chOff x="0" y="0"/>
          <a:chExt cx="0" cy="0"/>
        </a:xfrm>
      </p:grpSpPr>
      <p:sp>
        <p:nvSpPr>
          <p:cNvPr id="418" name="Google Shape;418;p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419" name="Google Shape;419;p7"/>
          <p:cNvSpPr txBox="1">
            <a:spLocks noGrp="1"/>
          </p:cNvSpPr>
          <p:nvPr>
            <p:ph type="body" idx="1"/>
          </p:nvPr>
        </p:nvSpPr>
        <p:spPr>
          <a:xfrm>
            <a:off x="4311725" y="1913300"/>
            <a:ext cx="4015200" cy="21519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pPr lvl="0"/>
            <a:r>
              <a:rPr lang="en-US"/>
              <a:t>Click to edit Master text styles</a:t>
            </a:r>
          </a:p>
        </p:txBody>
      </p:sp>
      <p:sp>
        <p:nvSpPr>
          <p:cNvPr id="420" name="Google Shape;420;p7"/>
          <p:cNvSpPr>
            <a:spLocks noGrp="1"/>
          </p:cNvSpPr>
          <p:nvPr>
            <p:ph type="pic" idx="2"/>
          </p:nvPr>
        </p:nvSpPr>
        <p:spPr>
          <a:xfrm>
            <a:off x="1250775" y="1560050"/>
            <a:ext cx="2862000" cy="2858400"/>
          </a:xfrm>
          <a:prstGeom prst="ellipse">
            <a:avLst/>
          </a:prstGeom>
          <a:noFill/>
          <a:ln>
            <a:noFill/>
          </a:ln>
        </p:spPr>
        <p:txBody>
          <a:bodyPr/>
          <a:lstStyle/>
          <a:p>
            <a:r>
              <a:rPr lang="en-US"/>
              <a:t>Click icon to add picture</a:t>
            </a:r>
          </a:p>
        </p:txBody>
      </p:sp>
      <p:sp>
        <p:nvSpPr>
          <p:cNvPr id="421" name="Google Shape;421;p7"/>
          <p:cNvSpPr/>
          <p:nvPr/>
        </p:nvSpPr>
        <p:spPr>
          <a:xfrm>
            <a:off x="431175" y="-3887"/>
            <a:ext cx="502148" cy="5076887"/>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7"/>
          <p:cNvSpPr/>
          <p:nvPr/>
        </p:nvSpPr>
        <p:spPr>
          <a:xfrm>
            <a:off x="8174525" y="-37200"/>
            <a:ext cx="314405" cy="5076856"/>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7"/>
          <p:cNvSpPr/>
          <p:nvPr/>
        </p:nvSpPr>
        <p:spPr>
          <a:xfrm>
            <a:off x="8385952" y="-37200"/>
            <a:ext cx="635924" cy="5143515"/>
          </a:xfrm>
          <a:custGeom>
            <a:avLst/>
            <a:gdLst/>
            <a:ahLst/>
            <a:cxnLst/>
            <a:rect l="l" t="t" r="r" b="b"/>
            <a:pathLst>
              <a:path w="6024" h="40179" extrusionOk="0">
                <a:moveTo>
                  <a:pt x="2805" y="1"/>
                </a:moveTo>
                <a:lnTo>
                  <a:pt x="2805" y="8523"/>
                </a:lnTo>
                <a:lnTo>
                  <a:pt x="2805" y="8735"/>
                </a:lnTo>
                <a:lnTo>
                  <a:pt x="1230" y="7807"/>
                </a:lnTo>
                <a:lnTo>
                  <a:pt x="1087" y="7951"/>
                </a:lnTo>
                <a:lnTo>
                  <a:pt x="2805" y="8953"/>
                </a:lnTo>
                <a:cubicBezTo>
                  <a:pt x="2662" y="11599"/>
                  <a:pt x="1659" y="16181"/>
                  <a:pt x="1585" y="17831"/>
                </a:cubicBezTo>
                <a:cubicBezTo>
                  <a:pt x="1585" y="18472"/>
                  <a:pt x="1659" y="19978"/>
                  <a:pt x="1803" y="21697"/>
                </a:cubicBezTo>
                <a:lnTo>
                  <a:pt x="153" y="20838"/>
                </a:lnTo>
                <a:lnTo>
                  <a:pt x="10" y="20981"/>
                </a:lnTo>
                <a:lnTo>
                  <a:pt x="1803" y="21983"/>
                </a:lnTo>
                <a:cubicBezTo>
                  <a:pt x="1946" y="24561"/>
                  <a:pt x="2158" y="27568"/>
                  <a:pt x="2232" y="29068"/>
                </a:cubicBezTo>
                <a:cubicBezTo>
                  <a:pt x="2232" y="29784"/>
                  <a:pt x="2301" y="30500"/>
                  <a:pt x="2301" y="31147"/>
                </a:cubicBezTo>
                <a:lnTo>
                  <a:pt x="943" y="30431"/>
                </a:lnTo>
                <a:lnTo>
                  <a:pt x="800" y="30574"/>
                </a:lnTo>
                <a:lnTo>
                  <a:pt x="2301" y="31359"/>
                </a:lnTo>
                <a:cubicBezTo>
                  <a:pt x="2301" y="33077"/>
                  <a:pt x="2232" y="34441"/>
                  <a:pt x="2232" y="34939"/>
                </a:cubicBezTo>
                <a:cubicBezTo>
                  <a:pt x="2158" y="35655"/>
                  <a:pt x="1516" y="38450"/>
                  <a:pt x="1230" y="38736"/>
                </a:cubicBezTo>
                <a:cubicBezTo>
                  <a:pt x="869" y="39023"/>
                  <a:pt x="296" y="39452"/>
                  <a:pt x="84" y="39595"/>
                </a:cubicBezTo>
                <a:cubicBezTo>
                  <a:pt x="0" y="39637"/>
                  <a:pt x="33" y="39655"/>
                  <a:pt x="135" y="39655"/>
                </a:cubicBezTo>
                <a:cubicBezTo>
                  <a:pt x="383" y="39655"/>
                  <a:pt x="1037" y="39554"/>
                  <a:pt x="1442" y="39452"/>
                </a:cubicBezTo>
                <a:cubicBezTo>
                  <a:pt x="1946" y="39309"/>
                  <a:pt x="2375" y="38948"/>
                  <a:pt x="2805" y="38948"/>
                </a:cubicBezTo>
                <a:cubicBezTo>
                  <a:pt x="2832" y="38944"/>
                  <a:pt x="2860" y="38942"/>
                  <a:pt x="2888" y="38942"/>
                </a:cubicBezTo>
                <a:cubicBezTo>
                  <a:pt x="3306" y="38942"/>
                  <a:pt x="3830" y="39396"/>
                  <a:pt x="4162" y="39664"/>
                </a:cubicBezTo>
                <a:cubicBezTo>
                  <a:pt x="4420" y="39921"/>
                  <a:pt x="5370" y="40179"/>
                  <a:pt x="5664" y="40179"/>
                </a:cubicBezTo>
                <a:cubicBezTo>
                  <a:pt x="5698" y="40179"/>
                  <a:pt x="5723" y="40175"/>
                  <a:pt x="5737" y="40168"/>
                </a:cubicBezTo>
                <a:cubicBezTo>
                  <a:pt x="5881" y="40094"/>
                  <a:pt x="4735" y="39664"/>
                  <a:pt x="4449" y="39023"/>
                </a:cubicBezTo>
                <a:cubicBezTo>
                  <a:pt x="4094" y="38307"/>
                  <a:pt x="3590" y="37087"/>
                  <a:pt x="3664" y="36084"/>
                </a:cubicBezTo>
                <a:cubicBezTo>
                  <a:pt x="3733" y="35013"/>
                  <a:pt x="3733" y="33152"/>
                  <a:pt x="3664" y="32150"/>
                </a:cubicBezTo>
                <a:cubicBezTo>
                  <a:pt x="3590" y="31216"/>
                  <a:pt x="3590" y="28352"/>
                  <a:pt x="3303" y="26565"/>
                </a:cubicBezTo>
                <a:cubicBezTo>
                  <a:pt x="3091" y="25059"/>
                  <a:pt x="2948" y="21193"/>
                  <a:pt x="2874" y="19331"/>
                </a:cubicBezTo>
                <a:lnTo>
                  <a:pt x="4592" y="18329"/>
                </a:lnTo>
                <a:lnTo>
                  <a:pt x="4449" y="18186"/>
                </a:lnTo>
                <a:lnTo>
                  <a:pt x="2874" y="19045"/>
                </a:lnTo>
                <a:lnTo>
                  <a:pt x="2874" y="18472"/>
                </a:lnTo>
                <a:cubicBezTo>
                  <a:pt x="2948" y="17327"/>
                  <a:pt x="3234" y="15322"/>
                  <a:pt x="3590" y="13604"/>
                </a:cubicBezTo>
                <a:cubicBezTo>
                  <a:pt x="3876" y="11817"/>
                  <a:pt x="4019" y="9526"/>
                  <a:pt x="4094" y="8162"/>
                </a:cubicBezTo>
                <a:cubicBezTo>
                  <a:pt x="4162" y="7733"/>
                  <a:pt x="4094" y="6519"/>
                  <a:pt x="4094" y="5230"/>
                </a:cubicBezTo>
                <a:lnTo>
                  <a:pt x="6024" y="4084"/>
                </a:lnTo>
                <a:lnTo>
                  <a:pt x="5881" y="3941"/>
                </a:lnTo>
                <a:lnTo>
                  <a:pt x="4094" y="4944"/>
                </a:lnTo>
                <a:cubicBezTo>
                  <a:pt x="4019" y="2653"/>
                  <a:pt x="3950" y="1"/>
                  <a:pt x="395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7"/>
          <p:cNvSpPr/>
          <p:nvPr/>
        </p:nvSpPr>
        <p:spPr>
          <a:xfrm>
            <a:off x="110075" y="0"/>
            <a:ext cx="381324" cy="5100799"/>
          </a:xfrm>
          <a:custGeom>
            <a:avLst/>
            <a:gdLst/>
            <a:ahLst/>
            <a:cxnLst/>
            <a:rect l="l" t="t" r="r" b="b"/>
            <a:pathLst>
              <a:path w="4652" h="39739" extrusionOk="0">
                <a:moveTo>
                  <a:pt x="2361" y="1"/>
                </a:moveTo>
                <a:cubicBezTo>
                  <a:pt x="2361" y="1"/>
                  <a:pt x="1433" y="3512"/>
                  <a:pt x="1146" y="4800"/>
                </a:cubicBezTo>
                <a:cubicBezTo>
                  <a:pt x="860" y="6015"/>
                  <a:pt x="1" y="10597"/>
                  <a:pt x="1" y="12246"/>
                </a:cubicBezTo>
                <a:cubicBezTo>
                  <a:pt x="1" y="13821"/>
                  <a:pt x="1576" y="21267"/>
                  <a:pt x="1862" y="22269"/>
                </a:cubicBezTo>
                <a:cubicBezTo>
                  <a:pt x="2149" y="23340"/>
                  <a:pt x="1719" y="28925"/>
                  <a:pt x="1788" y="30357"/>
                </a:cubicBezTo>
                <a:cubicBezTo>
                  <a:pt x="1862" y="31863"/>
                  <a:pt x="1862" y="36084"/>
                  <a:pt x="1719" y="37304"/>
                </a:cubicBezTo>
                <a:cubicBezTo>
                  <a:pt x="1576" y="38450"/>
                  <a:pt x="642" y="39739"/>
                  <a:pt x="642" y="39739"/>
                </a:cubicBezTo>
                <a:lnTo>
                  <a:pt x="4652" y="39739"/>
                </a:lnTo>
                <a:cubicBezTo>
                  <a:pt x="4652" y="39739"/>
                  <a:pt x="4010" y="38805"/>
                  <a:pt x="3936" y="38089"/>
                </a:cubicBezTo>
                <a:cubicBezTo>
                  <a:pt x="3867" y="37373"/>
                  <a:pt x="3792" y="32505"/>
                  <a:pt x="3649" y="30500"/>
                </a:cubicBezTo>
                <a:cubicBezTo>
                  <a:pt x="3437" y="28570"/>
                  <a:pt x="3867" y="23913"/>
                  <a:pt x="3649" y="22269"/>
                </a:cubicBezTo>
                <a:cubicBezTo>
                  <a:pt x="3363" y="20620"/>
                  <a:pt x="1719" y="13678"/>
                  <a:pt x="1719" y="12458"/>
                </a:cubicBezTo>
                <a:cubicBezTo>
                  <a:pt x="1719" y="11313"/>
                  <a:pt x="1719" y="7733"/>
                  <a:pt x="2578" y="5373"/>
                </a:cubicBezTo>
                <a:cubicBezTo>
                  <a:pt x="3363" y="3008"/>
                  <a:pt x="3649" y="1"/>
                  <a:pt x="3649"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7"/>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 name="Google Shape;426;p7"/>
          <p:cNvGrpSpPr/>
          <p:nvPr/>
        </p:nvGrpSpPr>
        <p:grpSpPr>
          <a:xfrm rot="1125472">
            <a:off x="8276948" y="249173"/>
            <a:ext cx="718244" cy="284667"/>
            <a:chOff x="232208" y="206425"/>
            <a:chExt cx="1361825" cy="539742"/>
          </a:xfrm>
        </p:grpSpPr>
        <p:sp>
          <p:nvSpPr>
            <p:cNvPr id="427" name="Google Shape;427;p7"/>
            <p:cNvSpPr/>
            <p:nvPr/>
          </p:nvSpPr>
          <p:spPr>
            <a:xfrm>
              <a:off x="232208" y="206425"/>
              <a:ext cx="1361825" cy="53974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8" name="Google Shape;428;p7"/>
            <p:cNvGrpSpPr/>
            <p:nvPr/>
          </p:nvGrpSpPr>
          <p:grpSpPr>
            <a:xfrm rot="612083">
              <a:off x="872938" y="394726"/>
              <a:ext cx="89972" cy="49127"/>
              <a:chOff x="3467344" y="1694749"/>
              <a:chExt cx="114969" cy="62784"/>
            </a:xfrm>
          </p:grpSpPr>
          <p:sp>
            <p:nvSpPr>
              <p:cNvPr id="429" name="Google Shape;429;p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31" name="Google Shape;431;p7"/>
          <p:cNvSpPr/>
          <p:nvPr/>
        </p:nvSpPr>
        <p:spPr>
          <a:xfrm rot="-1670350">
            <a:off x="140647" y="200019"/>
            <a:ext cx="1016716" cy="382945"/>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2" name="Google Shape;432;p7"/>
          <p:cNvGrpSpPr/>
          <p:nvPr/>
        </p:nvGrpSpPr>
        <p:grpSpPr>
          <a:xfrm rot="-5400000" flipH="1">
            <a:off x="847724" y="-711368"/>
            <a:ext cx="777511" cy="2293504"/>
            <a:chOff x="95249" y="1927057"/>
            <a:chExt cx="777511" cy="2293504"/>
          </a:xfrm>
        </p:grpSpPr>
        <p:sp>
          <p:nvSpPr>
            <p:cNvPr id="433" name="Google Shape;433;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7"/>
            <p:cNvSpPr/>
            <p:nvPr/>
          </p:nvSpPr>
          <p:spPr>
            <a:xfrm>
              <a:off x="667470" y="2637398"/>
              <a:ext cx="9591" cy="47708"/>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7"/>
            <p:cNvSpPr/>
            <p:nvPr/>
          </p:nvSpPr>
          <p:spPr>
            <a:xfrm>
              <a:off x="648429" y="2656474"/>
              <a:ext cx="47708" cy="4970"/>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7"/>
            <p:cNvSpPr/>
            <p:nvPr/>
          </p:nvSpPr>
          <p:spPr>
            <a:xfrm>
              <a:off x="657950" y="2642333"/>
              <a:ext cx="33602" cy="33217"/>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7"/>
            <p:cNvSpPr/>
            <p:nvPr/>
          </p:nvSpPr>
          <p:spPr>
            <a:xfrm>
              <a:off x="657950" y="2642333"/>
              <a:ext cx="28632" cy="38188"/>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7"/>
            <p:cNvSpPr/>
            <p:nvPr/>
          </p:nvSpPr>
          <p:spPr>
            <a:xfrm>
              <a:off x="114326" y="26850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7"/>
            <p:cNvSpPr/>
            <p:nvPr/>
          </p:nvSpPr>
          <p:spPr>
            <a:xfrm>
              <a:off x="95249" y="2704148"/>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7"/>
            <p:cNvSpPr/>
            <p:nvPr/>
          </p:nvSpPr>
          <p:spPr>
            <a:xfrm>
              <a:off x="100220" y="2690042"/>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7"/>
            <p:cNvSpPr/>
            <p:nvPr/>
          </p:nvSpPr>
          <p:spPr>
            <a:xfrm>
              <a:off x="104805" y="268867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7"/>
            <p:cNvSpPr/>
            <p:nvPr/>
          </p:nvSpPr>
          <p:spPr>
            <a:xfrm>
              <a:off x="400436" y="3023826"/>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7"/>
            <p:cNvSpPr/>
            <p:nvPr/>
          </p:nvSpPr>
          <p:spPr>
            <a:xfrm>
              <a:off x="381360" y="3042902"/>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7"/>
            <p:cNvSpPr/>
            <p:nvPr/>
          </p:nvSpPr>
          <p:spPr>
            <a:xfrm>
              <a:off x="386330" y="3028411"/>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7"/>
            <p:cNvSpPr/>
            <p:nvPr/>
          </p:nvSpPr>
          <p:spPr>
            <a:xfrm>
              <a:off x="390915" y="3028411"/>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7"/>
            <p:cNvSpPr/>
            <p:nvPr/>
          </p:nvSpPr>
          <p:spPr>
            <a:xfrm>
              <a:off x="848678" y="1927057"/>
              <a:ext cx="5005" cy="47708"/>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7"/>
            <p:cNvSpPr/>
            <p:nvPr/>
          </p:nvSpPr>
          <p:spPr>
            <a:xfrm>
              <a:off x="825051" y="1950719"/>
              <a:ext cx="47708" cy="5005"/>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7"/>
            <p:cNvSpPr/>
            <p:nvPr/>
          </p:nvSpPr>
          <p:spPr>
            <a:xfrm>
              <a:off x="834572" y="1931642"/>
              <a:ext cx="38188" cy="33602"/>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7"/>
            <p:cNvSpPr/>
            <p:nvPr/>
          </p:nvSpPr>
          <p:spPr>
            <a:xfrm>
              <a:off x="834572" y="1931642"/>
              <a:ext cx="28632" cy="38188"/>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 name="Google Shape;453;p7"/>
          <p:cNvGrpSpPr/>
          <p:nvPr/>
        </p:nvGrpSpPr>
        <p:grpSpPr>
          <a:xfrm rot="-5400000" flipH="1">
            <a:off x="7979104" y="251768"/>
            <a:ext cx="91438" cy="91438"/>
            <a:chOff x="224199" y="4177823"/>
            <a:chExt cx="47708" cy="42738"/>
          </a:xfrm>
        </p:grpSpPr>
        <p:sp>
          <p:nvSpPr>
            <p:cNvPr id="454" name="Google Shape;45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 name="Google Shape;458;p7"/>
          <p:cNvGrpSpPr/>
          <p:nvPr/>
        </p:nvGrpSpPr>
        <p:grpSpPr>
          <a:xfrm rot="-5400000" flipH="1">
            <a:off x="431182" y="141249"/>
            <a:ext cx="182881" cy="182880"/>
            <a:chOff x="224199" y="4177823"/>
            <a:chExt cx="47708" cy="42738"/>
          </a:xfrm>
        </p:grpSpPr>
        <p:sp>
          <p:nvSpPr>
            <p:cNvPr id="459" name="Google Shape;45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 name="Google Shape;463;p7"/>
          <p:cNvGrpSpPr/>
          <p:nvPr/>
        </p:nvGrpSpPr>
        <p:grpSpPr>
          <a:xfrm rot="-5400000" flipH="1">
            <a:off x="8907570" y="798179"/>
            <a:ext cx="146303" cy="146305"/>
            <a:chOff x="224199" y="4177823"/>
            <a:chExt cx="47708" cy="42738"/>
          </a:xfrm>
        </p:grpSpPr>
        <p:sp>
          <p:nvSpPr>
            <p:cNvPr id="464" name="Google Shape;46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 name="Google Shape;468;p7"/>
          <p:cNvGrpSpPr/>
          <p:nvPr/>
        </p:nvGrpSpPr>
        <p:grpSpPr>
          <a:xfrm rot="-5400000" flipH="1">
            <a:off x="8935004" y="100768"/>
            <a:ext cx="91438" cy="91438"/>
            <a:chOff x="224199" y="4177823"/>
            <a:chExt cx="47708" cy="42738"/>
          </a:xfrm>
        </p:grpSpPr>
        <p:sp>
          <p:nvSpPr>
            <p:cNvPr id="469" name="Google Shape;46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 name="Google Shape;473;p7"/>
          <p:cNvGrpSpPr/>
          <p:nvPr/>
        </p:nvGrpSpPr>
        <p:grpSpPr>
          <a:xfrm rot="-5400000" flipH="1">
            <a:off x="8530080" y="699368"/>
            <a:ext cx="64010" cy="64009"/>
            <a:chOff x="224199" y="4177823"/>
            <a:chExt cx="47708" cy="42738"/>
          </a:xfrm>
        </p:grpSpPr>
        <p:sp>
          <p:nvSpPr>
            <p:cNvPr id="474" name="Google Shape;47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7"/>
          <p:cNvGrpSpPr/>
          <p:nvPr/>
        </p:nvGrpSpPr>
        <p:grpSpPr>
          <a:xfrm rot="-5400000" flipH="1">
            <a:off x="8149080" y="89768"/>
            <a:ext cx="64010" cy="64009"/>
            <a:chOff x="224199" y="4177823"/>
            <a:chExt cx="47708" cy="42738"/>
          </a:xfrm>
        </p:grpSpPr>
        <p:sp>
          <p:nvSpPr>
            <p:cNvPr id="479" name="Google Shape;479;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7"/>
          <p:cNvGrpSpPr/>
          <p:nvPr/>
        </p:nvGrpSpPr>
        <p:grpSpPr>
          <a:xfrm rot="-5400000" flipH="1">
            <a:off x="7691880" y="318368"/>
            <a:ext cx="64010" cy="64009"/>
            <a:chOff x="224199" y="4177823"/>
            <a:chExt cx="47708" cy="42738"/>
          </a:xfrm>
        </p:grpSpPr>
        <p:sp>
          <p:nvSpPr>
            <p:cNvPr id="484" name="Google Shape;484;p7"/>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7"/>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7"/>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7"/>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46"/>
        <p:cNvGrpSpPr/>
        <p:nvPr/>
      </p:nvGrpSpPr>
      <p:grpSpPr>
        <a:xfrm>
          <a:off x="0" y="0"/>
          <a:ext cx="0" cy="0"/>
          <a:chOff x="0" y="0"/>
          <a:chExt cx="0" cy="0"/>
        </a:xfrm>
      </p:grpSpPr>
      <p:sp>
        <p:nvSpPr>
          <p:cNvPr id="547" name="Google Shape;547;p9"/>
          <p:cNvSpPr/>
          <p:nvPr/>
        </p:nvSpPr>
        <p:spPr>
          <a:xfrm>
            <a:off x="-22914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9"/>
          <p:cNvSpPr/>
          <p:nvPr/>
        </p:nvSpPr>
        <p:spPr>
          <a:xfrm flipH="1">
            <a:off x="861666" y="3628716"/>
            <a:ext cx="413284" cy="1408554"/>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9"/>
          <p:cNvSpPr/>
          <p:nvPr/>
        </p:nvSpPr>
        <p:spPr>
          <a:xfrm>
            <a:off x="8275325" y="-67275"/>
            <a:ext cx="906894" cy="4799375"/>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9"/>
          <p:cNvSpPr/>
          <p:nvPr/>
        </p:nvSpPr>
        <p:spPr>
          <a:xfrm flipH="1">
            <a:off x="-173" y="4424575"/>
            <a:ext cx="9144123" cy="606790"/>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9"/>
          <p:cNvSpPr/>
          <p:nvPr/>
        </p:nvSpPr>
        <p:spPr>
          <a:xfrm>
            <a:off x="0" y="4874373"/>
            <a:ext cx="9143771" cy="269138"/>
          </a:xfrm>
          <a:custGeom>
            <a:avLst/>
            <a:gdLst/>
            <a:ahLst/>
            <a:cxnLst/>
            <a:rect l="l" t="t" r="r" b="b"/>
            <a:pathLst>
              <a:path w="284631" h="21731" extrusionOk="0">
                <a:moveTo>
                  <a:pt x="278869" y="1"/>
                </a:moveTo>
                <a:cubicBezTo>
                  <a:pt x="274898" y="1"/>
                  <a:pt x="270927" y="1182"/>
                  <a:pt x="266956" y="2278"/>
                </a:cubicBezTo>
                <a:cubicBezTo>
                  <a:pt x="247050" y="7721"/>
                  <a:pt x="226486" y="10727"/>
                  <a:pt x="205806" y="11279"/>
                </a:cubicBezTo>
                <a:cubicBezTo>
                  <a:pt x="203143" y="11364"/>
                  <a:pt x="200473" y="11400"/>
                  <a:pt x="197801" y="11400"/>
                </a:cubicBezTo>
                <a:cubicBezTo>
                  <a:pt x="189867" y="11400"/>
                  <a:pt x="181905" y="11087"/>
                  <a:pt x="174007" y="10834"/>
                </a:cubicBezTo>
                <a:cubicBezTo>
                  <a:pt x="150659" y="9945"/>
                  <a:pt x="127310" y="9171"/>
                  <a:pt x="103962" y="8281"/>
                </a:cubicBezTo>
                <a:cubicBezTo>
                  <a:pt x="94507" y="7943"/>
                  <a:pt x="85167" y="7614"/>
                  <a:pt x="75721" y="7276"/>
                </a:cubicBezTo>
                <a:cubicBezTo>
                  <a:pt x="50478" y="6387"/>
                  <a:pt x="25244" y="5497"/>
                  <a:pt x="1" y="4946"/>
                </a:cubicBezTo>
                <a:lnTo>
                  <a:pt x="1" y="21730"/>
                </a:lnTo>
                <a:lnTo>
                  <a:pt x="283963" y="21730"/>
                </a:lnTo>
                <a:cubicBezTo>
                  <a:pt x="284185" y="21623"/>
                  <a:pt x="284408" y="21508"/>
                  <a:pt x="284630" y="21285"/>
                </a:cubicBezTo>
                <a:lnTo>
                  <a:pt x="284630" y="1050"/>
                </a:lnTo>
                <a:cubicBezTo>
                  <a:pt x="283296" y="499"/>
                  <a:pt x="281739" y="161"/>
                  <a:pt x="280298" y="54"/>
                </a:cubicBezTo>
                <a:cubicBezTo>
                  <a:pt x="279822" y="18"/>
                  <a:pt x="279345" y="1"/>
                  <a:pt x="27886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9"/>
          <p:cNvSpPr/>
          <p:nvPr/>
        </p:nvSpPr>
        <p:spPr>
          <a:xfrm rot="-134367" flipH="1">
            <a:off x="6691649" y="4709780"/>
            <a:ext cx="2482250" cy="474433"/>
          </a:xfrm>
          <a:custGeom>
            <a:avLst/>
            <a:gdLst/>
            <a:ahLst/>
            <a:cxnLst/>
            <a:rect l="l" t="t" r="r" b="b"/>
            <a:pathLst>
              <a:path w="66209" h="14929" extrusionOk="0">
                <a:moveTo>
                  <a:pt x="3189" y="1"/>
                </a:moveTo>
                <a:cubicBezTo>
                  <a:pt x="2276" y="1"/>
                  <a:pt x="1290" y="348"/>
                  <a:pt x="348" y="348"/>
                </a:cubicBezTo>
                <a:cubicBezTo>
                  <a:pt x="231" y="348"/>
                  <a:pt x="115" y="343"/>
                  <a:pt x="0" y="331"/>
                </a:cubicBezTo>
                <a:lnTo>
                  <a:pt x="0" y="8893"/>
                </a:lnTo>
                <a:cubicBezTo>
                  <a:pt x="1403" y="8466"/>
                  <a:pt x="2806" y="8186"/>
                  <a:pt x="4343" y="7771"/>
                </a:cubicBezTo>
                <a:lnTo>
                  <a:pt x="4769" y="7771"/>
                </a:lnTo>
                <a:cubicBezTo>
                  <a:pt x="5185" y="7771"/>
                  <a:pt x="5465" y="7771"/>
                  <a:pt x="5746" y="7905"/>
                </a:cubicBezTo>
                <a:cubicBezTo>
                  <a:pt x="7575" y="8747"/>
                  <a:pt x="9539" y="9028"/>
                  <a:pt x="11637" y="9028"/>
                </a:cubicBezTo>
                <a:cubicBezTo>
                  <a:pt x="12063" y="9028"/>
                  <a:pt x="12479" y="9028"/>
                  <a:pt x="12905" y="8893"/>
                </a:cubicBezTo>
                <a:lnTo>
                  <a:pt x="13747" y="8466"/>
                </a:lnTo>
                <a:cubicBezTo>
                  <a:pt x="13838" y="8449"/>
                  <a:pt x="13929" y="8441"/>
                  <a:pt x="14020" y="8441"/>
                </a:cubicBezTo>
                <a:cubicBezTo>
                  <a:pt x="14627" y="8441"/>
                  <a:pt x="15240" y="8803"/>
                  <a:pt x="15845" y="9173"/>
                </a:cubicBezTo>
                <a:cubicBezTo>
                  <a:pt x="17809" y="10296"/>
                  <a:pt x="20053" y="11272"/>
                  <a:pt x="22444" y="11833"/>
                </a:cubicBezTo>
                <a:cubicBezTo>
                  <a:pt x="22724" y="11833"/>
                  <a:pt x="23139" y="11979"/>
                  <a:pt x="23420" y="12114"/>
                </a:cubicBezTo>
                <a:cubicBezTo>
                  <a:pt x="23700" y="12259"/>
                  <a:pt x="23981" y="12540"/>
                  <a:pt x="24261" y="12675"/>
                </a:cubicBezTo>
                <a:cubicBezTo>
                  <a:pt x="25103" y="13236"/>
                  <a:pt x="26225" y="13382"/>
                  <a:pt x="27347" y="13516"/>
                </a:cubicBezTo>
                <a:cubicBezTo>
                  <a:pt x="28896" y="13662"/>
                  <a:pt x="30299" y="13943"/>
                  <a:pt x="31836" y="14077"/>
                </a:cubicBezTo>
                <a:cubicBezTo>
                  <a:pt x="32543" y="14223"/>
                  <a:pt x="33385" y="14223"/>
                  <a:pt x="34080" y="14223"/>
                </a:cubicBezTo>
                <a:cubicBezTo>
                  <a:pt x="34662" y="14122"/>
                  <a:pt x="35243" y="13957"/>
                  <a:pt x="35780" y="13957"/>
                </a:cubicBezTo>
                <a:cubicBezTo>
                  <a:pt x="36020" y="13957"/>
                  <a:pt x="36252" y="13991"/>
                  <a:pt x="36471" y="14077"/>
                </a:cubicBezTo>
                <a:cubicBezTo>
                  <a:pt x="36751" y="14223"/>
                  <a:pt x="36886" y="14504"/>
                  <a:pt x="37166" y="14638"/>
                </a:cubicBezTo>
                <a:cubicBezTo>
                  <a:pt x="37593" y="14919"/>
                  <a:pt x="38008" y="14919"/>
                  <a:pt x="38435" y="14919"/>
                </a:cubicBezTo>
                <a:cubicBezTo>
                  <a:pt x="38612" y="14925"/>
                  <a:pt x="38788" y="14928"/>
                  <a:pt x="38962" y="14928"/>
                </a:cubicBezTo>
                <a:cubicBezTo>
                  <a:pt x="42767" y="14928"/>
                  <a:pt x="45718" y="13430"/>
                  <a:pt x="48669" y="11552"/>
                </a:cubicBezTo>
                <a:cubicBezTo>
                  <a:pt x="49656" y="10857"/>
                  <a:pt x="50633" y="10576"/>
                  <a:pt x="51901" y="10576"/>
                </a:cubicBezTo>
                <a:cubicBezTo>
                  <a:pt x="52877" y="10576"/>
                  <a:pt x="54145" y="10576"/>
                  <a:pt x="54841" y="9735"/>
                </a:cubicBezTo>
                <a:cubicBezTo>
                  <a:pt x="54987" y="9589"/>
                  <a:pt x="55121" y="9308"/>
                  <a:pt x="55267" y="9173"/>
                </a:cubicBezTo>
                <a:cubicBezTo>
                  <a:pt x="55548" y="9173"/>
                  <a:pt x="55682" y="9028"/>
                  <a:pt x="55828" y="9028"/>
                </a:cubicBezTo>
                <a:cubicBezTo>
                  <a:pt x="57231" y="8747"/>
                  <a:pt x="58768" y="8893"/>
                  <a:pt x="60036" y="8466"/>
                </a:cubicBezTo>
                <a:cubicBezTo>
                  <a:pt x="60433" y="8268"/>
                  <a:pt x="60897" y="8070"/>
                  <a:pt x="61333" y="8070"/>
                </a:cubicBezTo>
                <a:cubicBezTo>
                  <a:pt x="61514" y="8070"/>
                  <a:pt x="61690" y="8104"/>
                  <a:pt x="61854" y="8186"/>
                </a:cubicBezTo>
                <a:cubicBezTo>
                  <a:pt x="62000" y="8332"/>
                  <a:pt x="62135" y="8466"/>
                  <a:pt x="62281" y="8466"/>
                </a:cubicBezTo>
                <a:cubicBezTo>
                  <a:pt x="62606" y="8797"/>
                  <a:pt x="63055" y="8911"/>
                  <a:pt x="63542" y="8911"/>
                </a:cubicBezTo>
                <a:cubicBezTo>
                  <a:pt x="64097" y="8911"/>
                  <a:pt x="64700" y="8762"/>
                  <a:pt x="65221" y="8612"/>
                </a:cubicBezTo>
                <a:cubicBezTo>
                  <a:pt x="65647" y="8466"/>
                  <a:pt x="65928" y="8332"/>
                  <a:pt x="66208" y="8332"/>
                </a:cubicBezTo>
                <a:lnTo>
                  <a:pt x="63257" y="7490"/>
                </a:lnTo>
                <a:cubicBezTo>
                  <a:pt x="62763" y="7387"/>
                  <a:pt x="62337" y="7289"/>
                  <a:pt x="61879" y="7289"/>
                </a:cubicBezTo>
                <a:cubicBezTo>
                  <a:pt x="61692" y="7289"/>
                  <a:pt x="61498" y="7305"/>
                  <a:pt x="61293" y="7344"/>
                </a:cubicBezTo>
                <a:cubicBezTo>
                  <a:pt x="60878" y="7344"/>
                  <a:pt x="60597" y="7490"/>
                  <a:pt x="60171" y="7490"/>
                </a:cubicBezTo>
                <a:cubicBezTo>
                  <a:pt x="60074" y="7509"/>
                  <a:pt x="59977" y="7517"/>
                  <a:pt x="59879" y="7517"/>
                </a:cubicBezTo>
                <a:cubicBezTo>
                  <a:pt x="59278" y="7517"/>
                  <a:pt x="58671" y="7210"/>
                  <a:pt x="58073" y="7210"/>
                </a:cubicBezTo>
                <a:cubicBezTo>
                  <a:pt x="57231" y="7064"/>
                  <a:pt x="56524" y="7210"/>
                  <a:pt x="55828" y="6929"/>
                </a:cubicBezTo>
                <a:cubicBezTo>
                  <a:pt x="55402" y="6783"/>
                  <a:pt x="55121" y="6503"/>
                  <a:pt x="54841" y="6368"/>
                </a:cubicBezTo>
                <a:cubicBezTo>
                  <a:pt x="54280" y="6015"/>
                  <a:pt x="53578" y="5944"/>
                  <a:pt x="52842" y="5944"/>
                </a:cubicBezTo>
                <a:cubicBezTo>
                  <a:pt x="52357" y="5944"/>
                  <a:pt x="51858" y="5975"/>
                  <a:pt x="51373" y="5975"/>
                </a:cubicBezTo>
                <a:cubicBezTo>
                  <a:pt x="51121" y="5975"/>
                  <a:pt x="50872" y="5967"/>
                  <a:pt x="50633" y="5942"/>
                </a:cubicBezTo>
                <a:cubicBezTo>
                  <a:pt x="49095" y="5942"/>
                  <a:pt x="47412" y="5661"/>
                  <a:pt x="45863" y="5100"/>
                </a:cubicBezTo>
                <a:cubicBezTo>
                  <a:pt x="45448" y="4819"/>
                  <a:pt x="44887" y="4685"/>
                  <a:pt x="44461" y="4539"/>
                </a:cubicBezTo>
                <a:cubicBezTo>
                  <a:pt x="43825" y="4351"/>
                  <a:pt x="43190" y="4276"/>
                  <a:pt x="42568" y="4276"/>
                </a:cubicBezTo>
                <a:cubicBezTo>
                  <a:pt x="41817" y="4276"/>
                  <a:pt x="41086" y="4385"/>
                  <a:pt x="40398" y="4539"/>
                </a:cubicBezTo>
                <a:cubicBezTo>
                  <a:pt x="38850" y="4685"/>
                  <a:pt x="37312" y="4819"/>
                  <a:pt x="35910" y="5526"/>
                </a:cubicBezTo>
                <a:cubicBezTo>
                  <a:pt x="35349" y="5661"/>
                  <a:pt x="34787" y="5942"/>
                  <a:pt x="34361" y="6087"/>
                </a:cubicBezTo>
                <a:cubicBezTo>
                  <a:pt x="33665" y="6368"/>
                  <a:pt x="32958" y="6503"/>
                  <a:pt x="32263" y="6649"/>
                </a:cubicBezTo>
                <a:cubicBezTo>
                  <a:pt x="30995" y="6783"/>
                  <a:pt x="29738" y="7064"/>
                  <a:pt x="28470" y="7064"/>
                </a:cubicBezTo>
                <a:cubicBezTo>
                  <a:pt x="28136" y="7099"/>
                  <a:pt x="27794" y="7117"/>
                  <a:pt x="27451" y="7117"/>
                </a:cubicBezTo>
                <a:cubicBezTo>
                  <a:pt x="26350" y="7117"/>
                  <a:pt x="25228" y="6930"/>
                  <a:pt x="24261" y="6503"/>
                </a:cubicBezTo>
                <a:cubicBezTo>
                  <a:pt x="23700" y="6368"/>
                  <a:pt x="23139" y="6087"/>
                  <a:pt x="22578" y="5942"/>
                </a:cubicBezTo>
                <a:cubicBezTo>
                  <a:pt x="22303" y="5804"/>
                  <a:pt x="21996" y="5769"/>
                  <a:pt x="21671" y="5769"/>
                </a:cubicBezTo>
                <a:cubicBezTo>
                  <a:pt x="21332" y="5769"/>
                  <a:pt x="20975" y="5807"/>
                  <a:pt x="20614" y="5807"/>
                </a:cubicBezTo>
                <a:cubicBezTo>
                  <a:pt x="18370" y="5661"/>
                  <a:pt x="16406" y="4965"/>
                  <a:pt x="14442" y="4124"/>
                </a:cubicBezTo>
                <a:cubicBezTo>
                  <a:pt x="13320" y="3697"/>
                  <a:pt x="12063" y="3282"/>
                  <a:pt x="11357" y="2440"/>
                </a:cubicBezTo>
                <a:cubicBezTo>
                  <a:pt x="10795" y="1879"/>
                  <a:pt x="10380" y="1172"/>
                  <a:pt x="9539" y="1038"/>
                </a:cubicBezTo>
                <a:cubicBezTo>
                  <a:pt x="9393" y="1038"/>
                  <a:pt x="9112" y="1038"/>
                  <a:pt x="8832" y="892"/>
                </a:cubicBezTo>
                <a:cubicBezTo>
                  <a:pt x="8697" y="892"/>
                  <a:pt x="8551" y="757"/>
                  <a:pt x="8416" y="611"/>
                </a:cubicBezTo>
                <a:cubicBezTo>
                  <a:pt x="8227" y="485"/>
                  <a:pt x="8023" y="437"/>
                  <a:pt x="7810" y="437"/>
                </a:cubicBezTo>
                <a:cubicBezTo>
                  <a:pt x="7143" y="437"/>
                  <a:pt x="6383" y="907"/>
                  <a:pt x="5675" y="907"/>
                </a:cubicBezTo>
                <a:cubicBezTo>
                  <a:pt x="5604" y="907"/>
                  <a:pt x="5534" y="902"/>
                  <a:pt x="5465" y="892"/>
                </a:cubicBezTo>
                <a:cubicBezTo>
                  <a:pt x="5050" y="757"/>
                  <a:pt x="4623" y="331"/>
                  <a:pt x="4208" y="196"/>
                </a:cubicBezTo>
                <a:cubicBezTo>
                  <a:pt x="3884" y="53"/>
                  <a:pt x="3542" y="1"/>
                  <a:pt x="318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9"/>
          <p:cNvSpPr txBox="1">
            <a:spLocks noGrp="1"/>
          </p:cNvSpPr>
          <p:nvPr>
            <p:ph type="subTitle" idx="1"/>
          </p:nvPr>
        </p:nvSpPr>
        <p:spPr>
          <a:xfrm>
            <a:off x="1082513"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4" name="Google Shape;554;p9"/>
          <p:cNvSpPr txBox="1">
            <a:spLocks noGrp="1"/>
          </p:cNvSpPr>
          <p:nvPr>
            <p:ph type="subTitle" idx="2"/>
          </p:nvPr>
        </p:nvSpPr>
        <p:spPr>
          <a:xfrm>
            <a:off x="4656184" y="1436600"/>
            <a:ext cx="3405300" cy="2097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r>
              <a:rPr lang="en-US"/>
              <a:t>Click to edit Master subtitle style</a:t>
            </a:r>
            <a:endParaRPr/>
          </a:p>
        </p:txBody>
      </p:sp>
      <p:sp>
        <p:nvSpPr>
          <p:cNvPr id="555" name="Google Shape;555;p9"/>
          <p:cNvSpPr/>
          <p:nvPr/>
        </p:nvSpPr>
        <p:spPr>
          <a:xfrm rot="-5400000" flipH="1">
            <a:off x="2574809" y="201528"/>
            <a:ext cx="4808" cy="41054"/>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9"/>
          <p:cNvSpPr/>
          <p:nvPr/>
        </p:nvSpPr>
        <p:spPr>
          <a:xfrm rot="-5400000" flipH="1">
            <a:off x="2554299" y="217634"/>
            <a:ext cx="45829"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9"/>
          <p:cNvSpPr/>
          <p:nvPr/>
        </p:nvSpPr>
        <p:spPr>
          <a:xfrm rot="-5400000" flipH="1">
            <a:off x="2557174" y="209985"/>
            <a:ext cx="36650" cy="28883"/>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9"/>
          <p:cNvSpPr/>
          <p:nvPr/>
        </p:nvSpPr>
        <p:spPr>
          <a:xfrm rot="-5400000" flipH="1">
            <a:off x="2565092" y="200957"/>
            <a:ext cx="27504" cy="3779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 name="Google Shape;559;p9"/>
          <p:cNvGrpSpPr/>
          <p:nvPr/>
        </p:nvGrpSpPr>
        <p:grpSpPr>
          <a:xfrm>
            <a:off x="119854" y="1159713"/>
            <a:ext cx="45829" cy="45829"/>
            <a:chOff x="1076954" y="604438"/>
            <a:chExt cx="45829" cy="45829"/>
          </a:xfrm>
        </p:grpSpPr>
        <p:sp>
          <p:nvSpPr>
            <p:cNvPr id="560" name="Google Shape;560;p9"/>
            <p:cNvSpPr/>
            <p:nvPr/>
          </p:nvSpPr>
          <p:spPr>
            <a:xfrm rot="-5400000" flipH="1">
              <a:off x="1095262" y="604421"/>
              <a:ext cx="9213" cy="45829"/>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9"/>
            <p:cNvSpPr/>
            <p:nvPr/>
          </p:nvSpPr>
          <p:spPr>
            <a:xfrm rot="-5400000" flipH="1">
              <a:off x="1074752" y="624965"/>
              <a:ext cx="45829" cy="4775"/>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9"/>
            <p:cNvSpPr/>
            <p:nvPr/>
          </p:nvSpPr>
          <p:spPr>
            <a:xfrm rot="-5400000" flipH="1">
              <a:off x="1081510" y="613768"/>
              <a:ext cx="32278" cy="31909"/>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9"/>
            <p:cNvSpPr/>
            <p:nvPr/>
          </p:nvSpPr>
          <p:spPr>
            <a:xfrm rot="-5400000" flipH="1">
              <a:off x="1086284" y="608994"/>
              <a:ext cx="27504" cy="36683"/>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4" name="Google Shape;564;p9"/>
          <p:cNvSpPr/>
          <p:nvPr/>
        </p:nvSpPr>
        <p:spPr>
          <a:xfrm rot="-5400000" flipH="1">
            <a:off x="1141057" y="73070"/>
            <a:ext cx="4808" cy="41424"/>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9"/>
          <p:cNvSpPr/>
          <p:nvPr/>
        </p:nvSpPr>
        <p:spPr>
          <a:xfrm rot="-5400000" flipH="1">
            <a:off x="1120547" y="93580"/>
            <a:ext cx="45862"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9"/>
          <p:cNvSpPr/>
          <p:nvPr/>
        </p:nvSpPr>
        <p:spPr>
          <a:xfrm rot="-5400000" flipH="1">
            <a:off x="1123522" y="81829"/>
            <a:ext cx="36683" cy="28681"/>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9"/>
          <p:cNvSpPr/>
          <p:nvPr/>
        </p:nvSpPr>
        <p:spPr>
          <a:xfrm rot="-5400000" flipH="1">
            <a:off x="1131441" y="77004"/>
            <a:ext cx="27504" cy="37961"/>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8" name="Google Shape;568;p9"/>
          <p:cNvGrpSpPr/>
          <p:nvPr/>
        </p:nvGrpSpPr>
        <p:grpSpPr>
          <a:xfrm>
            <a:off x="1448156" y="347891"/>
            <a:ext cx="45829" cy="45862"/>
            <a:chOff x="1448156" y="347891"/>
            <a:chExt cx="45829" cy="45862"/>
          </a:xfrm>
        </p:grpSpPr>
        <p:sp>
          <p:nvSpPr>
            <p:cNvPr id="569" name="Google Shape;569;p9"/>
            <p:cNvSpPr/>
            <p:nvPr/>
          </p:nvSpPr>
          <p:spPr>
            <a:xfrm rot="-5400000" flipH="1">
              <a:off x="1468667" y="345706"/>
              <a:ext cx="4808" cy="45829"/>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9"/>
            <p:cNvSpPr/>
            <p:nvPr/>
          </p:nvSpPr>
          <p:spPr>
            <a:xfrm rot="-5400000" flipH="1">
              <a:off x="1445769" y="368603"/>
              <a:ext cx="45862"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9"/>
            <p:cNvSpPr/>
            <p:nvPr/>
          </p:nvSpPr>
          <p:spPr>
            <a:xfrm rot="-5400000" flipH="1">
              <a:off x="1450359" y="354868"/>
              <a:ext cx="36683"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9"/>
            <p:cNvSpPr/>
            <p:nvPr/>
          </p:nvSpPr>
          <p:spPr>
            <a:xfrm rot="-5400000" flipH="1">
              <a:off x="1457151" y="352481"/>
              <a:ext cx="27504" cy="36683"/>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 name="Google Shape;573;p9"/>
          <p:cNvGrpSpPr/>
          <p:nvPr/>
        </p:nvGrpSpPr>
        <p:grpSpPr>
          <a:xfrm>
            <a:off x="3552850" y="350300"/>
            <a:ext cx="41088" cy="41424"/>
            <a:chOff x="2208550" y="604438"/>
            <a:chExt cx="41088" cy="41424"/>
          </a:xfrm>
        </p:grpSpPr>
        <p:sp>
          <p:nvSpPr>
            <p:cNvPr id="574" name="Google Shape;574;p9"/>
            <p:cNvSpPr/>
            <p:nvPr/>
          </p:nvSpPr>
          <p:spPr>
            <a:xfrm rot="-5400000" flipH="1">
              <a:off x="2226689" y="604589"/>
              <a:ext cx="4808" cy="41088"/>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9"/>
            <p:cNvSpPr/>
            <p:nvPr/>
          </p:nvSpPr>
          <p:spPr>
            <a:xfrm rot="-5400000" flipH="1">
              <a:off x="2208381" y="622931"/>
              <a:ext cx="41424"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9"/>
            <p:cNvSpPr/>
            <p:nvPr/>
          </p:nvSpPr>
          <p:spPr>
            <a:xfrm rot="-5400000" flipH="1">
              <a:off x="2208365" y="613768"/>
              <a:ext cx="36683" cy="27504"/>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9"/>
            <p:cNvSpPr/>
            <p:nvPr/>
          </p:nvSpPr>
          <p:spPr>
            <a:xfrm rot="-5400000" flipH="1">
              <a:off x="2215341" y="610053"/>
              <a:ext cx="27504" cy="34565"/>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8" name="Google Shape;578;p9"/>
          <p:cNvSpPr/>
          <p:nvPr/>
        </p:nvSpPr>
        <p:spPr>
          <a:xfrm rot="-5400000" flipH="1">
            <a:off x="415111" y="776287"/>
            <a:ext cx="4808" cy="45829"/>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9"/>
          <p:cNvSpPr/>
          <p:nvPr/>
        </p:nvSpPr>
        <p:spPr>
          <a:xfrm rot="-5400000" flipH="1">
            <a:off x="396820" y="794612"/>
            <a:ext cx="45829"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9"/>
          <p:cNvSpPr/>
          <p:nvPr/>
        </p:nvSpPr>
        <p:spPr>
          <a:xfrm rot="-5400000" flipH="1">
            <a:off x="396803" y="785449"/>
            <a:ext cx="36683"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9"/>
          <p:cNvSpPr/>
          <p:nvPr/>
        </p:nvSpPr>
        <p:spPr>
          <a:xfrm rot="-5400000" flipH="1">
            <a:off x="403595" y="778657"/>
            <a:ext cx="27504" cy="36683"/>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9"/>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583" name="Google Shape;583;p9"/>
          <p:cNvGrpSpPr/>
          <p:nvPr/>
        </p:nvGrpSpPr>
        <p:grpSpPr>
          <a:xfrm>
            <a:off x="8887881" y="445016"/>
            <a:ext cx="45827" cy="45861"/>
            <a:chOff x="1448156" y="347891"/>
            <a:chExt cx="45827" cy="45861"/>
          </a:xfrm>
        </p:grpSpPr>
        <p:sp>
          <p:nvSpPr>
            <p:cNvPr id="584" name="Google Shape;584;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9"/>
          <p:cNvGrpSpPr/>
          <p:nvPr/>
        </p:nvGrpSpPr>
        <p:grpSpPr>
          <a:xfrm>
            <a:off x="8204231" y="160241"/>
            <a:ext cx="45827" cy="45861"/>
            <a:chOff x="1448156" y="347891"/>
            <a:chExt cx="45827" cy="45861"/>
          </a:xfrm>
        </p:grpSpPr>
        <p:sp>
          <p:nvSpPr>
            <p:cNvPr id="589" name="Google Shape;589;p9"/>
            <p:cNvSpPr/>
            <p:nvPr/>
          </p:nvSpPr>
          <p:spPr>
            <a:xfrm rot="-5400000" flipH="1">
              <a:off x="1468666" y="3457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9"/>
            <p:cNvSpPr/>
            <p:nvPr/>
          </p:nvSpPr>
          <p:spPr>
            <a:xfrm rot="-5400000" flipH="1">
              <a:off x="1445770" y="3686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9"/>
            <p:cNvSpPr/>
            <p:nvPr/>
          </p:nvSpPr>
          <p:spPr>
            <a:xfrm rot="-5400000" flipH="1">
              <a:off x="1450359" y="3548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9"/>
            <p:cNvSpPr/>
            <p:nvPr/>
          </p:nvSpPr>
          <p:spPr>
            <a:xfrm rot="-5400000" flipH="1">
              <a:off x="1457150" y="3524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9"/>
          <p:cNvGrpSpPr/>
          <p:nvPr/>
        </p:nvGrpSpPr>
        <p:grpSpPr>
          <a:xfrm>
            <a:off x="6904318" y="141110"/>
            <a:ext cx="75974" cy="84124"/>
            <a:chOff x="7553342" y="94254"/>
            <a:chExt cx="43123" cy="47743"/>
          </a:xfrm>
        </p:grpSpPr>
        <p:sp>
          <p:nvSpPr>
            <p:cNvPr id="594" name="Google Shape;594;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9"/>
          <p:cNvGrpSpPr/>
          <p:nvPr/>
        </p:nvGrpSpPr>
        <p:grpSpPr>
          <a:xfrm>
            <a:off x="8642168" y="933597"/>
            <a:ext cx="75974" cy="84124"/>
            <a:chOff x="7553342" y="94254"/>
            <a:chExt cx="43123" cy="47743"/>
          </a:xfrm>
        </p:grpSpPr>
        <p:sp>
          <p:nvSpPr>
            <p:cNvPr id="599" name="Google Shape;599;p9"/>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9"/>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9"/>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9"/>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9"/>
          <p:cNvSpPr/>
          <p:nvPr/>
        </p:nvSpPr>
        <p:spPr>
          <a:xfrm rot="-1005639">
            <a:off x="88414" y="182966"/>
            <a:ext cx="1016567" cy="36863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9"/>
          <p:cNvSpPr/>
          <p:nvPr/>
        </p:nvSpPr>
        <p:spPr>
          <a:xfrm rot="687745">
            <a:off x="273807" y="143638"/>
            <a:ext cx="386399" cy="194425"/>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9"/>
          <p:cNvSpPr/>
          <p:nvPr/>
        </p:nvSpPr>
        <p:spPr>
          <a:xfrm rot="-492177">
            <a:off x="8521806" y="607194"/>
            <a:ext cx="613447" cy="166705"/>
          </a:xfrm>
          <a:custGeom>
            <a:avLst/>
            <a:gdLst/>
            <a:ahLst/>
            <a:cxnLst/>
            <a:rect l="l" t="t" r="r" b="b"/>
            <a:pathLst>
              <a:path w="36168" h="7761" extrusionOk="0">
                <a:moveTo>
                  <a:pt x="1190" y="7066"/>
                </a:moveTo>
                <a:cubicBezTo>
                  <a:pt x="1187" y="7072"/>
                  <a:pt x="1184" y="7079"/>
                  <a:pt x="1181" y="7085"/>
                </a:cubicBezTo>
                <a:cubicBezTo>
                  <a:pt x="1186" y="7080"/>
                  <a:pt x="1189" y="7073"/>
                  <a:pt x="1190" y="7066"/>
                </a:cubicBezTo>
                <a:close/>
                <a:moveTo>
                  <a:pt x="34958" y="7069"/>
                </a:moveTo>
                <a:cubicBezTo>
                  <a:pt x="34960" y="7075"/>
                  <a:pt x="34962" y="7081"/>
                  <a:pt x="34967" y="7085"/>
                </a:cubicBezTo>
                <a:cubicBezTo>
                  <a:pt x="34964" y="7080"/>
                  <a:pt x="34961" y="7074"/>
                  <a:pt x="34958" y="7069"/>
                </a:cubicBezTo>
                <a:close/>
                <a:moveTo>
                  <a:pt x="12352" y="1"/>
                </a:moveTo>
                <a:cubicBezTo>
                  <a:pt x="5409" y="1"/>
                  <a:pt x="1867" y="2453"/>
                  <a:pt x="1050" y="4219"/>
                </a:cubicBezTo>
                <a:cubicBezTo>
                  <a:pt x="1" y="5928"/>
                  <a:pt x="1223" y="6871"/>
                  <a:pt x="1190" y="7066"/>
                </a:cubicBezTo>
                <a:lnTo>
                  <a:pt x="1190" y="7066"/>
                </a:lnTo>
                <a:cubicBezTo>
                  <a:pt x="1877" y="5716"/>
                  <a:pt x="2904" y="5260"/>
                  <a:pt x="3878" y="5260"/>
                </a:cubicBezTo>
                <a:cubicBezTo>
                  <a:pt x="4267" y="5260"/>
                  <a:pt x="4648" y="5333"/>
                  <a:pt x="4995" y="5450"/>
                </a:cubicBezTo>
                <a:cubicBezTo>
                  <a:pt x="6357" y="5723"/>
                  <a:pt x="7175" y="6540"/>
                  <a:pt x="7175" y="6540"/>
                </a:cubicBezTo>
                <a:cubicBezTo>
                  <a:pt x="7092" y="5242"/>
                  <a:pt x="7770" y="4767"/>
                  <a:pt x="8591" y="4767"/>
                </a:cubicBezTo>
                <a:cubicBezTo>
                  <a:pt x="9066" y="4767"/>
                  <a:pt x="9590" y="4926"/>
                  <a:pt x="10041" y="5178"/>
                </a:cubicBezTo>
                <a:cubicBezTo>
                  <a:pt x="11404" y="5723"/>
                  <a:pt x="12352" y="6943"/>
                  <a:pt x="12493" y="6943"/>
                </a:cubicBezTo>
                <a:cubicBezTo>
                  <a:pt x="12493" y="6163"/>
                  <a:pt x="12762" y="5876"/>
                  <a:pt x="13118" y="5876"/>
                </a:cubicBezTo>
                <a:cubicBezTo>
                  <a:pt x="13384" y="5876"/>
                  <a:pt x="13698" y="6035"/>
                  <a:pt x="13987" y="6268"/>
                </a:cubicBezTo>
                <a:cubicBezTo>
                  <a:pt x="14804" y="6813"/>
                  <a:pt x="15218" y="7761"/>
                  <a:pt x="15218" y="7761"/>
                </a:cubicBezTo>
                <a:cubicBezTo>
                  <a:pt x="15218" y="7079"/>
                  <a:pt x="15400" y="6864"/>
                  <a:pt x="15632" y="6864"/>
                </a:cubicBezTo>
                <a:cubicBezTo>
                  <a:pt x="16000" y="6864"/>
                  <a:pt x="16493" y="7408"/>
                  <a:pt x="16580" y="7488"/>
                </a:cubicBezTo>
                <a:cubicBezTo>
                  <a:pt x="16439" y="6671"/>
                  <a:pt x="16580" y="6126"/>
                  <a:pt x="16711" y="5581"/>
                </a:cubicBezTo>
                <a:cubicBezTo>
                  <a:pt x="16984" y="6268"/>
                  <a:pt x="17529" y="6813"/>
                  <a:pt x="18074" y="6813"/>
                </a:cubicBezTo>
                <a:cubicBezTo>
                  <a:pt x="18618" y="6813"/>
                  <a:pt x="19163" y="6268"/>
                  <a:pt x="19436" y="5581"/>
                </a:cubicBezTo>
                <a:cubicBezTo>
                  <a:pt x="19578" y="6126"/>
                  <a:pt x="19708" y="6671"/>
                  <a:pt x="19578" y="7488"/>
                </a:cubicBezTo>
                <a:cubicBezTo>
                  <a:pt x="19658" y="7408"/>
                  <a:pt x="20153" y="6864"/>
                  <a:pt x="20523" y="6864"/>
                </a:cubicBezTo>
                <a:cubicBezTo>
                  <a:pt x="20756" y="6864"/>
                  <a:pt x="20940" y="7079"/>
                  <a:pt x="20940" y="7761"/>
                </a:cubicBezTo>
                <a:cubicBezTo>
                  <a:pt x="20940" y="7761"/>
                  <a:pt x="21343" y="6813"/>
                  <a:pt x="22161" y="6268"/>
                </a:cubicBezTo>
                <a:cubicBezTo>
                  <a:pt x="22454" y="6035"/>
                  <a:pt x="22794" y="5876"/>
                  <a:pt x="23079" y="5876"/>
                </a:cubicBezTo>
                <a:cubicBezTo>
                  <a:pt x="23460" y="5876"/>
                  <a:pt x="23740" y="6163"/>
                  <a:pt x="23665" y="6943"/>
                </a:cubicBezTo>
                <a:cubicBezTo>
                  <a:pt x="23795" y="6943"/>
                  <a:pt x="24754" y="5723"/>
                  <a:pt x="26117" y="5178"/>
                </a:cubicBezTo>
                <a:cubicBezTo>
                  <a:pt x="26564" y="4926"/>
                  <a:pt x="27087" y="4767"/>
                  <a:pt x="27562" y="4767"/>
                </a:cubicBezTo>
                <a:cubicBezTo>
                  <a:pt x="28382" y="4767"/>
                  <a:pt x="29062" y="5242"/>
                  <a:pt x="28972" y="6540"/>
                </a:cubicBezTo>
                <a:cubicBezTo>
                  <a:pt x="28972" y="6540"/>
                  <a:pt x="29790" y="5723"/>
                  <a:pt x="31152" y="5450"/>
                </a:cubicBezTo>
                <a:cubicBezTo>
                  <a:pt x="31502" y="5333"/>
                  <a:pt x="31885" y="5260"/>
                  <a:pt x="32276" y="5260"/>
                </a:cubicBezTo>
                <a:cubicBezTo>
                  <a:pt x="33254" y="5260"/>
                  <a:pt x="34280" y="5717"/>
                  <a:pt x="34958" y="7069"/>
                </a:cubicBezTo>
                <a:lnTo>
                  <a:pt x="34958" y="7069"/>
                </a:lnTo>
                <a:cubicBezTo>
                  <a:pt x="34921" y="6881"/>
                  <a:pt x="36167" y="5938"/>
                  <a:pt x="35239" y="4219"/>
                </a:cubicBezTo>
                <a:cubicBezTo>
                  <a:pt x="34291" y="2453"/>
                  <a:pt x="30749" y="1"/>
                  <a:pt x="23795" y="1"/>
                </a:cubicBezTo>
                <a:cubicBezTo>
                  <a:pt x="23795" y="1"/>
                  <a:pt x="22302" y="1767"/>
                  <a:pt x="20122" y="2584"/>
                </a:cubicBezTo>
                <a:lnTo>
                  <a:pt x="20122" y="2312"/>
                </a:lnTo>
                <a:cubicBezTo>
                  <a:pt x="20122" y="1908"/>
                  <a:pt x="20395" y="1767"/>
                  <a:pt x="20395" y="1767"/>
                </a:cubicBezTo>
                <a:cubicBezTo>
                  <a:pt x="20323" y="1753"/>
                  <a:pt x="20255" y="1747"/>
                  <a:pt x="20189" y="1747"/>
                </a:cubicBezTo>
                <a:cubicBezTo>
                  <a:pt x="19627" y="1747"/>
                  <a:pt x="19290" y="2209"/>
                  <a:pt x="19163" y="2453"/>
                </a:cubicBezTo>
                <a:cubicBezTo>
                  <a:pt x="18618" y="2181"/>
                  <a:pt x="18074" y="2181"/>
                  <a:pt x="18074" y="2181"/>
                </a:cubicBezTo>
                <a:cubicBezTo>
                  <a:pt x="18074" y="2181"/>
                  <a:pt x="17529" y="2181"/>
                  <a:pt x="16984" y="2453"/>
                </a:cubicBezTo>
                <a:cubicBezTo>
                  <a:pt x="16867" y="2209"/>
                  <a:pt x="16522" y="1747"/>
                  <a:pt x="15966" y="1747"/>
                </a:cubicBezTo>
                <a:cubicBezTo>
                  <a:pt x="15901" y="1747"/>
                  <a:pt x="15834" y="1753"/>
                  <a:pt x="15763" y="1767"/>
                </a:cubicBezTo>
                <a:cubicBezTo>
                  <a:pt x="15763" y="1767"/>
                  <a:pt x="16035" y="1908"/>
                  <a:pt x="16035" y="2312"/>
                </a:cubicBezTo>
                <a:lnTo>
                  <a:pt x="16035" y="2584"/>
                </a:lnTo>
                <a:cubicBezTo>
                  <a:pt x="13987" y="1767"/>
                  <a:pt x="12352" y="1"/>
                  <a:pt x="1235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6" name="Google Shape;606;p9"/>
          <p:cNvGrpSpPr/>
          <p:nvPr/>
        </p:nvGrpSpPr>
        <p:grpSpPr>
          <a:xfrm>
            <a:off x="8066530" y="2"/>
            <a:ext cx="905304" cy="564268"/>
            <a:chOff x="8066530" y="2"/>
            <a:chExt cx="905304" cy="564268"/>
          </a:xfrm>
        </p:grpSpPr>
        <p:sp>
          <p:nvSpPr>
            <p:cNvPr id="607" name="Google Shape;607;p9"/>
            <p:cNvSpPr/>
            <p:nvPr/>
          </p:nvSpPr>
          <p:spPr>
            <a:xfrm rot="1399318">
              <a:off x="8076417" y="165786"/>
              <a:ext cx="885530" cy="232701"/>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8" name="Google Shape;608;p9"/>
            <p:cNvGrpSpPr/>
            <p:nvPr/>
          </p:nvGrpSpPr>
          <p:grpSpPr>
            <a:xfrm rot="1730709">
              <a:off x="8488820" y="276694"/>
              <a:ext cx="60482" cy="33029"/>
              <a:chOff x="3467344" y="1694749"/>
              <a:chExt cx="114969" cy="62784"/>
            </a:xfrm>
          </p:grpSpPr>
          <p:sp>
            <p:nvSpPr>
              <p:cNvPr id="609" name="Google Shape;609;p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1"/>
        </a:solidFill>
        <a:effectLst/>
      </p:bgPr>
    </p:bg>
    <p:spTree>
      <p:nvGrpSpPr>
        <p:cNvPr id="1" name="Shape 67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765"/>
        <p:cNvGrpSpPr/>
        <p:nvPr/>
      </p:nvGrpSpPr>
      <p:grpSpPr>
        <a:xfrm>
          <a:off x="0" y="0"/>
          <a:ext cx="0" cy="0"/>
          <a:chOff x="0" y="0"/>
          <a:chExt cx="0" cy="0"/>
        </a:xfrm>
      </p:grpSpPr>
      <p:sp>
        <p:nvSpPr>
          <p:cNvPr id="766" name="Google Shape;766;p14"/>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grpSp>
        <p:nvGrpSpPr>
          <p:cNvPr id="767" name="Google Shape;767;p14"/>
          <p:cNvGrpSpPr/>
          <p:nvPr/>
        </p:nvGrpSpPr>
        <p:grpSpPr>
          <a:xfrm>
            <a:off x="360086" y="95972"/>
            <a:ext cx="41053" cy="45828"/>
            <a:chOff x="2526386" y="189622"/>
            <a:chExt cx="41053" cy="45828"/>
          </a:xfrm>
        </p:grpSpPr>
        <p:sp>
          <p:nvSpPr>
            <p:cNvPr id="768" name="Google Shape;76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 name="Google Shape;772;p14"/>
          <p:cNvGrpSpPr/>
          <p:nvPr/>
        </p:nvGrpSpPr>
        <p:grpSpPr>
          <a:xfrm>
            <a:off x="732338" y="241506"/>
            <a:ext cx="87223" cy="87223"/>
            <a:chOff x="1046654" y="597138"/>
            <a:chExt cx="45827" cy="45827"/>
          </a:xfrm>
        </p:grpSpPr>
        <p:sp>
          <p:nvSpPr>
            <p:cNvPr id="773" name="Google Shape;77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 name="Google Shape;777;p14"/>
          <p:cNvGrpSpPr/>
          <p:nvPr/>
        </p:nvGrpSpPr>
        <p:grpSpPr>
          <a:xfrm>
            <a:off x="1092449" y="65753"/>
            <a:ext cx="41423" cy="45861"/>
            <a:chOff x="1092449" y="65753"/>
            <a:chExt cx="41423" cy="45861"/>
          </a:xfrm>
        </p:grpSpPr>
        <p:sp>
          <p:nvSpPr>
            <p:cNvPr id="778" name="Google Shape;77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 name="Google Shape;782;p14"/>
          <p:cNvGrpSpPr/>
          <p:nvPr/>
        </p:nvGrpSpPr>
        <p:grpSpPr>
          <a:xfrm>
            <a:off x="1417856" y="340591"/>
            <a:ext cx="45827" cy="45861"/>
            <a:chOff x="1417856" y="340591"/>
            <a:chExt cx="45827" cy="45861"/>
          </a:xfrm>
        </p:grpSpPr>
        <p:sp>
          <p:nvSpPr>
            <p:cNvPr id="783" name="Google Shape;78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14"/>
          <p:cNvGrpSpPr/>
          <p:nvPr/>
        </p:nvGrpSpPr>
        <p:grpSpPr>
          <a:xfrm>
            <a:off x="336990" y="687424"/>
            <a:ext cx="87223" cy="87912"/>
            <a:chOff x="2178250" y="597138"/>
            <a:chExt cx="41087" cy="41423"/>
          </a:xfrm>
        </p:grpSpPr>
        <p:sp>
          <p:nvSpPr>
            <p:cNvPr id="788" name="Google Shape;78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 name="Google Shape;792;p14"/>
          <p:cNvGrpSpPr/>
          <p:nvPr/>
        </p:nvGrpSpPr>
        <p:grpSpPr>
          <a:xfrm>
            <a:off x="440501" y="872751"/>
            <a:ext cx="45827" cy="45828"/>
            <a:chOff x="440501" y="614401"/>
            <a:chExt cx="45827" cy="45828"/>
          </a:xfrm>
        </p:grpSpPr>
        <p:sp>
          <p:nvSpPr>
            <p:cNvPr id="793" name="Google Shape;793;p14"/>
            <p:cNvSpPr/>
            <p:nvPr/>
          </p:nvSpPr>
          <p:spPr>
            <a:xfrm rot="-5400000" flipH="1">
              <a:off x="461010" y="616587"/>
              <a:ext cx="4808" cy="45827"/>
            </a:xfrm>
            <a:custGeom>
              <a:avLst/>
              <a:gdLst/>
              <a:ahLst/>
              <a:cxnLst/>
              <a:rect l="l" t="t" r="r" b="b"/>
              <a:pathLst>
                <a:path w="143" h="1363" extrusionOk="0">
                  <a:moveTo>
                    <a:pt x="1" y="1"/>
                  </a:moveTo>
                  <a:lnTo>
                    <a:pt x="1" y="676"/>
                  </a:lnTo>
                  <a:lnTo>
                    <a:pt x="1" y="1363"/>
                  </a:lnTo>
                  <a:cubicBezTo>
                    <a:pt x="1" y="1363"/>
                    <a:pt x="143" y="1090"/>
                    <a:pt x="143" y="676"/>
                  </a:cubicBezTo>
                  <a:cubicBezTo>
                    <a:pt x="143" y="273"/>
                    <a:pt x="1" y="1"/>
                    <a:pt x="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4"/>
            <p:cNvSpPr/>
            <p:nvPr/>
          </p:nvSpPr>
          <p:spPr>
            <a:xfrm rot="-5400000" flipH="1">
              <a:off x="442720" y="634911"/>
              <a:ext cx="45827" cy="4808"/>
            </a:xfrm>
            <a:custGeom>
              <a:avLst/>
              <a:gdLst/>
              <a:ahLst/>
              <a:cxnLst/>
              <a:rect l="l" t="t" r="r" b="b"/>
              <a:pathLst>
                <a:path w="1363" h="143" extrusionOk="0">
                  <a:moveTo>
                    <a:pt x="0" y="0"/>
                  </a:moveTo>
                  <a:cubicBezTo>
                    <a:pt x="0" y="0"/>
                    <a:pt x="273" y="142"/>
                    <a:pt x="676" y="142"/>
                  </a:cubicBezTo>
                  <a:cubicBezTo>
                    <a:pt x="1090" y="142"/>
                    <a:pt x="1362" y="0"/>
                    <a:pt x="13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14"/>
            <p:cNvSpPr/>
            <p:nvPr/>
          </p:nvSpPr>
          <p:spPr>
            <a:xfrm rot="-5400000" flipH="1">
              <a:off x="442703" y="625749"/>
              <a:ext cx="36682" cy="32278"/>
            </a:xfrm>
            <a:custGeom>
              <a:avLst/>
              <a:gdLst/>
              <a:ahLst/>
              <a:cxnLst/>
              <a:rect l="l" t="t" r="r" b="b"/>
              <a:pathLst>
                <a:path w="1091" h="960" extrusionOk="0">
                  <a:moveTo>
                    <a:pt x="949" y="0"/>
                  </a:moveTo>
                  <a:cubicBezTo>
                    <a:pt x="949" y="0"/>
                    <a:pt x="676" y="142"/>
                    <a:pt x="404" y="415"/>
                  </a:cubicBezTo>
                  <a:cubicBezTo>
                    <a:pt x="131" y="687"/>
                    <a:pt x="1" y="959"/>
                    <a:pt x="1" y="959"/>
                  </a:cubicBezTo>
                  <a:cubicBezTo>
                    <a:pt x="1" y="959"/>
                    <a:pt x="273" y="818"/>
                    <a:pt x="546" y="545"/>
                  </a:cubicBezTo>
                  <a:cubicBezTo>
                    <a:pt x="818" y="273"/>
                    <a:pt x="1090" y="142"/>
                    <a:pt x="9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14"/>
            <p:cNvSpPr/>
            <p:nvPr/>
          </p:nvSpPr>
          <p:spPr>
            <a:xfrm rot="-5400000" flipH="1">
              <a:off x="449495" y="618957"/>
              <a:ext cx="27503" cy="36682"/>
            </a:xfrm>
            <a:custGeom>
              <a:avLst/>
              <a:gdLst/>
              <a:ahLst/>
              <a:cxnLst/>
              <a:rect l="l" t="t" r="r" b="b"/>
              <a:pathLst>
                <a:path w="818" h="1091" extrusionOk="0">
                  <a:moveTo>
                    <a:pt x="131" y="0"/>
                  </a:moveTo>
                  <a:cubicBezTo>
                    <a:pt x="1" y="0"/>
                    <a:pt x="131" y="273"/>
                    <a:pt x="404" y="545"/>
                  </a:cubicBezTo>
                  <a:cubicBezTo>
                    <a:pt x="546" y="959"/>
                    <a:pt x="818" y="1090"/>
                    <a:pt x="818" y="1090"/>
                  </a:cubicBezTo>
                  <a:lnTo>
                    <a:pt x="546" y="545"/>
                  </a:lnTo>
                  <a:cubicBezTo>
                    <a:pt x="273" y="273"/>
                    <a:pt x="131" y="0"/>
                    <a:pt x="13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14"/>
          <p:cNvGrpSpPr/>
          <p:nvPr/>
        </p:nvGrpSpPr>
        <p:grpSpPr>
          <a:xfrm>
            <a:off x="8944686" y="694122"/>
            <a:ext cx="41053" cy="45828"/>
            <a:chOff x="2526386" y="189622"/>
            <a:chExt cx="41053" cy="45828"/>
          </a:xfrm>
        </p:grpSpPr>
        <p:sp>
          <p:nvSpPr>
            <p:cNvPr id="798" name="Google Shape;798;p14"/>
            <p:cNvSpPr/>
            <p:nvPr/>
          </p:nvSpPr>
          <p:spPr>
            <a:xfrm rot="-5400000" flipH="1">
              <a:off x="2544509" y="194229"/>
              <a:ext cx="4808" cy="41053"/>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4"/>
            <p:cNvSpPr/>
            <p:nvPr/>
          </p:nvSpPr>
          <p:spPr>
            <a:xfrm rot="-5400000" flipH="1">
              <a:off x="2524000" y="210333"/>
              <a:ext cx="45827" cy="440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4"/>
            <p:cNvSpPr/>
            <p:nvPr/>
          </p:nvSpPr>
          <p:spPr>
            <a:xfrm rot="-5400000" flipH="1">
              <a:off x="2526874" y="202685"/>
              <a:ext cx="36649" cy="28882"/>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4"/>
            <p:cNvSpPr/>
            <p:nvPr/>
          </p:nvSpPr>
          <p:spPr>
            <a:xfrm rot="-5400000" flipH="1">
              <a:off x="2534792" y="193657"/>
              <a:ext cx="27503" cy="37792"/>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4"/>
          <p:cNvGrpSpPr/>
          <p:nvPr/>
        </p:nvGrpSpPr>
        <p:grpSpPr>
          <a:xfrm>
            <a:off x="8719763" y="75281"/>
            <a:ext cx="87223" cy="87223"/>
            <a:chOff x="1046654" y="597138"/>
            <a:chExt cx="45827" cy="45827"/>
          </a:xfrm>
        </p:grpSpPr>
        <p:sp>
          <p:nvSpPr>
            <p:cNvPr id="803" name="Google Shape;803;p14"/>
            <p:cNvSpPr/>
            <p:nvPr/>
          </p:nvSpPr>
          <p:spPr>
            <a:xfrm rot="-5400000" flipH="1">
              <a:off x="1064961" y="597121"/>
              <a:ext cx="9213" cy="45827"/>
            </a:xfrm>
            <a:custGeom>
              <a:avLst/>
              <a:gdLst/>
              <a:ahLst/>
              <a:cxnLst/>
              <a:rect l="l" t="t" r="r" b="b"/>
              <a:pathLst>
                <a:path w="274" h="1363" extrusionOk="0">
                  <a:moveTo>
                    <a:pt x="143" y="0"/>
                  </a:moveTo>
                  <a:cubicBezTo>
                    <a:pt x="143" y="0"/>
                    <a:pt x="1" y="273"/>
                    <a:pt x="1" y="687"/>
                  </a:cubicBezTo>
                  <a:cubicBezTo>
                    <a:pt x="1" y="1090"/>
                    <a:pt x="143" y="1362"/>
                    <a:pt x="143" y="1362"/>
                  </a:cubicBezTo>
                  <a:cubicBezTo>
                    <a:pt x="143" y="1362"/>
                    <a:pt x="273" y="1090"/>
                    <a:pt x="273" y="687"/>
                  </a:cubicBezTo>
                  <a:cubicBezTo>
                    <a:pt x="273" y="273"/>
                    <a:pt x="143" y="0"/>
                    <a:pt x="1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4"/>
            <p:cNvSpPr/>
            <p:nvPr/>
          </p:nvSpPr>
          <p:spPr>
            <a:xfrm rot="-5400000" flipH="1">
              <a:off x="1044452" y="617664"/>
              <a:ext cx="45827" cy="4774"/>
            </a:xfrm>
            <a:custGeom>
              <a:avLst/>
              <a:gdLst/>
              <a:ahLst/>
              <a:cxnLst/>
              <a:rect l="l" t="t" r="r" b="b"/>
              <a:pathLst>
                <a:path w="1363" h="142" extrusionOk="0">
                  <a:moveTo>
                    <a:pt x="687" y="0"/>
                  </a:moveTo>
                  <a:cubicBezTo>
                    <a:pt x="272" y="0"/>
                    <a:pt x="0" y="142"/>
                    <a:pt x="0" y="142"/>
                  </a:cubicBezTo>
                  <a:lnTo>
                    <a:pt x="1362" y="142"/>
                  </a:lnTo>
                  <a:cubicBezTo>
                    <a:pt x="1362" y="142"/>
                    <a:pt x="109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4"/>
            <p:cNvSpPr/>
            <p:nvPr/>
          </p:nvSpPr>
          <p:spPr>
            <a:xfrm rot="-5400000" flipH="1">
              <a:off x="1051210" y="606468"/>
              <a:ext cx="32278" cy="31908"/>
            </a:xfrm>
            <a:custGeom>
              <a:avLst/>
              <a:gdLst/>
              <a:ahLst/>
              <a:cxnLst/>
              <a:rect l="l" t="t" r="r" b="b"/>
              <a:pathLst>
                <a:path w="960" h="949" extrusionOk="0">
                  <a:moveTo>
                    <a:pt x="960" y="1"/>
                  </a:moveTo>
                  <a:cubicBezTo>
                    <a:pt x="960" y="1"/>
                    <a:pt x="687" y="132"/>
                    <a:pt x="415" y="404"/>
                  </a:cubicBezTo>
                  <a:cubicBezTo>
                    <a:pt x="142" y="676"/>
                    <a:pt x="0" y="818"/>
                    <a:pt x="0" y="949"/>
                  </a:cubicBezTo>
                  <a:cubicBezTo>
                    <a:pt x="0" y="949"/>
                    <a:pt x="273" y="818"/>
                    <a:pt x="545" y="546"/>
                  </a:cubicBezTo>
                  <a:cubicBezTo>
                    <a:pt x="818" y="273"/>
                    <a:pt x="960" y="132"/>
                    <a:pt x="9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14"/>
            <p:cNvSpPr/>
            <p:nvPr/>
          </p:nvSpPr>
          <p:spPr>
            <a:xfrm rot="-5400000" flipH="1">
              <a:off x="1055984" y="601694"/>
              <a:ext cx="27503" cy="36682"/>
            </a:xfrm>
            <a:custGeom>
              <a:avLst/>
              <a:gdLst/>
              <a:ahLst/>
              <a:cxnLst/>
              <a:rect l="l" t="t" r="r" b="b"/>
              <a:pathLst>
                <a:path w="818" h="1091" extrusionOk="0">
                  <a:moveTo>
                    <a:pt x="0" y="1"/>
                  </a:moveTo>
                  <a:cubicBezTo>
                    <a:pt x="0" y="1"/>
                    <a:pt x="142" y="273"/>
                    <a:pt x="415" y="546"/>
                  </a:cubicBezTo>
                  <a:cubicBezTo>
                    <a:pt x="545" y="818"/>
                    <a:pt x="818" y="1091"/>
                    <a:pt x="818" y="1091"/>
                  </a:cubicBezTo>
                  <a:lnTo>
                    <a:pt x="545" y="546"/>
                  </a:lnTo>
                  <a:cubicBezTo>
                    <a:pt x="273" y="132"/>
                    <a:pt x="142" y="1"/>
                    <a:pt x="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 name="Google Shape;807;p14"/>
          <p:cNvGrpSpPr/>
          <p:nvPr/>
        </p:nvGrpSpPr>
        <p:grpSpPr>
          <a:xfrm>
            <a:off x="8392049" y="65753"/>
            <a:ext cx="41423" cy="45861"/>
            <a:chOff x="1092449" y="65753"/>
            <a:chExt cx="41423" cy="45861"/>
          </a:xfrm>
        </p:grpSpPr>
        <p:sp>
          <p:nvSpPr>
            <p:cNvPr id="808" name="Google Shape;808;p14"/>
            <p:cNvSpPr/>
            <p:nvPr/>
          </p:nvSpPr>
          <p:spPr>
            <a:xfrm rot="-5400000" flipH="1">
              <a:off x="1110757" y="65771"/>
              <a:ext cx="4808" cy="414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14"/>
            <p:cNvSpPr/>
            <p:nvPr/>
          </p:nvSpPr>
          <p:spPr>
            <a:xfrm rot="-5400000" flipH="1">
              <a:off x="1090247" y="86280"/>
              <a:ext cx="45861" cy="4808"/>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14"/>
            <p:cNvSpPr/>
            <p:nvPr/>
          </p:nvSpPr>
          <p:spPr>
            <a:xfrm rot="-5400000" flipH="1">
              <a:off x="1093223" y="74529"/>
              <a:ext cx="36682" cy="28680"/>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4"/>
            <p:cNvSpPr/>
            <p:nvPr/>
          </p:nvSpPr>
          <p:spPr>
            <a:xfrm rot="-5400000" flipH="1">
              <a:off x="1101141" y="69704"/>
              <a:ext cx="27503" cy="37960"/>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 name="Google Shape;812;p14"/>
          <p:cNvGrpSpPr/>
          <p:nvPr/>
        </p:nvGrpSpPr>
        <p:grpSpPr>
          <a:xfrm>
            <a:off x="8942306" y="340591"/>
            <a:ext cx="45827" cy="45861"/>
            <a:chOff x="1417856" y="340591"/>
            <a:chExt cx="45827" cy="45861"/>
          </a:xfrm>
        </p:grpSpPr>
        <p:sp>
          <p:nvSpPr>
            <p:cNvPr id="813" name="Google Shape;813;p14"/>
            <p:cNvSpPr/>
            <p:nvPr/>
          </p:nvSpPr>
          <p:spPr>
            <a:xfrm rot="-5400000" flipH="1">
              <a:off x="1438366" y="338406"/>
              <a:ext cx="4808" cy="45827"/>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4"/>
            <p:cNvSpPr/>
            <p:nvPr/>
          </p:nvSpPr>
          <p:spPr>
            <a:xfrm rot="-5400000" flipH="1">
              <a:off x="1415470" y="361303"/>
              <a:ext cx="45861" cy="4438"/>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4"/>
            <p:cNvSpPr/>
            <p:nvPr/>
          </p:nvSpPr>
          <p:spPr>
            <a:xfrm rot="-5400000" flipH="1">
              <a:off x="1420059" y="347568"/>
              <a:ext cx="36682" cy="32278"/>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14"/>
            <p:cNvSpPr/>
            <p:nvPr/>
          </p:nvSpPr>
          <p:spPr>
            <a:xfrm rot="-5400000" flipH="1">
              <a:off x="1426850" y="345181"/>
              <a:ext cx="27503" cy="36682"/>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 name="Google Shape;817;p14"/>
          <p:cNvGrpSpPr/>
          <p:nvPr/>
        </p:nvGrpSpPr>
        <p:grpSpPr>
          <a:xfrm>
            <a:off x="8855065" y="1094624"/>
            <a:ext cx="87223" cy="87912"/>
            <a:chOff x="2178250" y="597138"/>
            <a:chExt cx="41087" cy="41423"/>
          </a:xfrm>
        </p:grpSpPr>
        <p:sp>
          <p:nvSpPr>
            <p:cNvPr id="818" name="Google Shape;818;p14"/>
            <p:cNvSpPr/>
            <p:nvPr/>
          </p:nvSpPr>
          <p:spPr>
            <a:xfrm rot="-5400000" flipH="1">
              <a:off x="2196389" y="597289"/>
              <a:ext cx="4808" cy="41087"/>
            </a:xfrm>
            <a:custGeom>
              <a:avLst/>
              <a:gdLst/>
              <a:ahLst/>
              <a:cxnLst/>
              <a:rect l="l" t="t" r="r" b="b"/>
              <a:pathLst>
                <a:path w="143" h="1222" extrusionOk="0">
                  <a:moveTo>
                    <a:pt x="1" y="0"/>
                  </a:moveTo>
                  <a:lnTo>
                    <a:pt x="1" y="676"/>
                  </a:lnTo>
                  <a:lnTo>
                    <a:pt x="1" y="1221"/>
                  </a:lnTo>
                  <a:cubicBezTo>
                    <a:pt x="143" y="1221"/>
                    <a:pt x="143" y="949"/>
                    <a:pt x="143" y="676"/>
                  </a:cubicBezTo>
                  <a:cubicBezTo>
                    <a:pt x="143" y="273"/>
                    <a:pt x="143"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4"/>
            <p:cNvSpPr/>
            <p:nvPr/>
          </p:nvSpPr>
          <p:spPr>
            <a:xfrm rot="-5400000" flipH="1">
              <a:off x="2178082" y="615630"/>
              <a:ext cx="41423" cy="4438"/>
            </a:xfrm>
            <a:custGeom>
              <a:avLst/>
              <a:gdLst/>
              <a:ahLst/>
              <a:cxnLst/>
              <a:rect l="l" t="t" r="r" b="b"/>
              <a:pathLst>
                <a:path w="1232" h="132" extrusionOk="0">
                  <a:moveTo>
                    <a:pt x="545" y="0"/>
                  </a:moveTo>
                  <a:cubicBezTo>
                    <a:pt x="272" y="0"/>
                    <a:pt x="0" y="0"/>
                    <a:pt x="0" y="131"/>
                  </a:cubicBezTo>
                  <a:lnTo>
                    <a:pt x="1232" y="131"/>
                  </a:lnTo>
                  <a:cubicBezTo>
                    <a:pt x="1232" y="0"/>
                    <a:pt x="959" y="0"/>
                    <a:pt x="54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4"/>
            <p:cNvSpPr/>
            <p:nvPr/>
          </p:nvSpPr>
          <p:spPr>
            <a:xfrm rot="-5400000" flipH="1">
              <a:off x="2178065" y="606468"/>
              <a:ext cx="36682" cy="27503"/>
            </a:xfrm>
            <a:custGeom>
              <a:avLst/>
              <a:gdLst/>
              <a:ahLst/>
              <a:cxnLst/>
              <a:rect l="l" t="t" r="r" b="b"/>
              <a:pathLst>
                <a:path w="1091" h="818" extrusionOk="0">
                  <a:moveTo>
                    <a:pt x="1091" y="0"/>
                  </a:moveTo>
                  <a:cubicBezTo>
                    <a:pt x="949" y="0"/>
                    <a:pt x="818" y="142"/>
                    <a:pt x="546" y="414"/>
                  </a:cubicBezTo>
                  <a:cubicBezTo>
                    <a:pt x="818" y="273"/>
                    <a:pt x="1091" y="0"/>
                    <a:pt x="1091" y="0"/>
                  </a:cubicBezTo>
                  <a:close/>
                  <a:moveTo>
                    <a:pt x="546" y="414"/>
                  </a:moveTo>
                  <a:lnTo>
                    <a:pt x="546" y="414"/>
                  </a:lnTo>
                  <a:cubicBezTo>
                    <a:pt x="273" y="545"/>
                    <a:pt x="1" y="818"/>
                    <a:pt x="1" y="818"/>
                  </a:cubicBezTo>
                  <a:cubicBezTo>
                    <a:pt x="131" y="818"/>
                    <a:pt x="273" y="687"/>
                    <a:pt x="546" y="41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14"/>
            <p:cNvSpPr/>
            <p:nvPr/>
          </p:nvSpPr>
          <p:spPr>
            <a:xfrm rot="-5400000" flipH="1">
              <a:off x="2185041" y="602753"/>
              <a:ext cx="27503" cy="34564"/>
            </a:xfrm>
            <a:custGeom>
              <a:avLst/>
              <a:gdLst/>
              <a:ahLst/>
              <a:cxnLst/>
              <a:rect l="l" t="t" r="r" b="b"/>
              <a:pathLst>
                <a:path w="818" h="1028" extrusionOk="0">
                  <a:moveTo>
                    <a:pt x="24" y="0"/>
                  </a:moveTo>
                  <a:cubicBezTo>
                    <a:pt x="9" y="0"/>
                    <a:pt x="0" y="11"/>
                    <a:pt x="0" y="34"/>
                  </a:cubicBezTo>
                  <a:lnTo>
                    <a:pt x="273" y="579"/>
                  </a:lnTo>
                  <a:cubicBezTo>
                    <a:pt x="497" y="803"/>
                    <a:pt x="633" y="1027"/>
                    <a:pt x="674" y="1027"/>
                  </a:cubicBezTo>
                  <a:cubicBezTo>
                    <a:pt x="683" y="1027"/>
                    <a:pt x="687" y="1017"/>
                    <a:pt x="687" y="993"/>
                  </a:cubicBezTo>
                  <a:cubicBezTo>
                    <a:pt x="818" y="993"/>
                    <a:pt x="687" y="721"/>
                    <a:pt x="415" y="448"/>
                  </a:cubicBezTo>
                  <a:cubicBezTo>
                    <a:pt x="298" y="224"/>
                    <a:pt x="93" y="0"/>
                    <a:pt x="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2" name="Google Shape;822;p14"/>
          <p:cNvSpPr/>
          <p:nvPr/>
        </p:nvSpPr>
        <p:spPr>
          <a:xfrm>
            <a:off x="-250524" y="106250"/>
            <a:ext cx="1220563"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4"/>
          <p:cNvSpPr/>
          <p:nvPr/>
        </p:nvSpPr>
        <p:spPr>
          <a:xfrm>
            <a:off x="8134510" y="106238"/>
            <a:ext cx="1354546" cy="4931026"/>
          </a:xfrm>
          <a:custGeom>
            <a:avLst/>
            <a:gdLst/>
            <a:ahLst/>
            <a:cxnLst/>
            <a:rect l="l" t="t" r="r" b="b"/>
            <a:pathLst>
              <a:path w="29593" h="107729" extrusionOk="0">
                <a:moveTo>
                  <a:pt x="977" y="0"/>
                </a:moveTo>
                <a:cubicBezTo>
                  <a:pt x="1" y="1964"/>
                  <a:pt x="1965" y="4354"/>
                  <a:pt x="1258" y="6452"/>
                </a:cubicBezTo>
                <a:cubicBezTo>
                  <a:pt x="842" y="6598"/>
                  <a:pt x="562" y="7159"/>
                  <a:pt x="697" y="7575"/>
                </a:cubicBezTo>
                <a:cubicBezTo>
                  <a:pt x="697" y="8001"/>
                  <a:pt x="977" y="8416"/>
                  <a:pt x="1258" y="8843"/>
                </a:cubicBezTo>
                <a:cubicBezTo>
                  <a:pt x="2099" y="9965"/>
                  <a:pt x="3087" y="10806"/>
                  <a:pt x="3783" y="12063"/>
                </a:cubicBezTo>
                <a:cubicBezTo>
                  <a:pt x="4344" y="12770"/>
                  <a:pt x="4624" y="13747"/>
                  <a:pt x="4905" y="14588"/>
                </a:cubicBezTo>
                <a:cubicBezTo>
                  <a:pt x="6173" y="17674"/>
                  <a:pt x="8978" y="19919"/>
                  <a:pt x="9259" y="23711"/>
                </a:cubicBezTo>
                <a:cubicBezTo>
                  <a:pt x="9259" y="24834"/>
                  <a:pt x="9113" y="26090"/>
                  <a:pt x="9393" y="27213"/>
                </a:cubicBezTo>
                <a:cubicBezTo>
                  <a:pt x="9820" y="28054"/>
                  <a:pt x="10516" y="28761"/>
                  <a:pt x="11077" y="29457"/>
                </a:cubicBezTo>
                <a:cubicBezTo>
                  <a:pt x="12760" y="31701"/>
                  <a:pt x="12479" y="35068"/>
                  <a:pt x="12345" y="37873"/>
                </a:cubicBezTo>
                <a:cubicBezTo>
                  <a:pt x="12064" y="41105"/>
                  <a:pt x="12199" y="44045"/>
                  <a:pt x="12479" y="47131"/>
                </a:cubicBezTo>
                <a:cubicBezTo>
                  <a:pt x="12479" y="47412"/>
                  <a:pt x="12479" y="47558"/>
                  <a:pt x="12345" y="47692"/>
                </a:cubicBezTo>
                <a:cubicBezTo>
                  <a:pt x="12272" y="47832"/>
                  <a:pt x="12132" y="47903"/>
                  <a:pt x="11974" y="47903"/>
                </a:cubicBezTo>
                <a:cubicBezTo>
                  <a:pt x="11817" y="47903"/>
                  <a:pt x="11643" y="47832"/>
                  <a:pt x="11503" y="47692"/>
                </a:cubicBezTo>
                <a:cubicBezTo>
                  <a:pt x="11357" y="47412"/>
                  <a:pt x="11223" y="47131"/>
                  <a:pt x="10942" y="46851"/>
                </a:cubicBezTo>
                <a:lnTo>
                  <a:pt x="10942" y="46851"/>
                </a:lnTo>
                <a:cubicBezTo>
                  <a:pt x="10661" y="47412"/>
                  <a:pt x="10796" y="48119"/>
                  <a:pt x="11077" y="48534"/>
                </a:cubicBezTo>
                <a:cubicBezTo>
                  <a:pt x="11503" y="49095"/>
                  <a:pt x="11918" y="49375"/>
                  <a:pt x="12199" y="49937"/>
                </a:cubicBezTo>
                <a:cubicBezTo>
                  <a:pt x="12479" y="50363"/>
                  <a:pt x="12625" y="50924"/>
                  <a:pt x="12625" y="51485"/>
                </a:cubicBezTo>
                <a:cubicBezTo>
                  <a:pt x="13186" y="54291"/>
                  <a:pt x="13602" y="57231"/>
                  <a:pt x="14028" y="60036"/>
                </a:cubicBezTo>
                <a:cubicBezTo>
                  <a:pt x="14028" y="60597"/>
                  <a:pt x="14163" y="61158"/>
                  <a:pt x="14309" y="61719"/>
                </a:cubicBezTo>
                <a:cubicBezTo>
                  <a:pt x="14443" y="61865"/>
                  <a:pt x="14589" y="62000"/>
                  <a:pt x="14589" y="62280"/>
                </a:cubicBezTo>
                <a:cubicBezTo>
                  <a:pt x="14724" y="62707"/>
                  <a:pt x="14724" y="63122"/>
                  <a:pt x="14724" y="63548"/>
                </a:cubicBezTo>
                <a:cubicBezTo>
                  <a:pt x="14724" y="63829"/>
                  <a:pt x="14589" y="64244"/>
                  <a:pt x="14443" y="64525"/>
                </a:cubicBezTo>
                <a:cubicBezTo>
                  <a:pt x="14345" y="64730"/>
                  <a:pt x="14169" y="64863"/>
                  <a:pt x="13971" y="64863"/>
                </a:cubicBezTo>
                <a:cubicBezTo>
                  <a:pt x="13899" y="64863"/>
                  <a:pt x="13823" y="64845"/>
                  <a:pt x="13747" y="64805"/>
                </a:cubicBezTo>
                <a:cubicBezTo>
                  <a:pt x="13602" y="64390"/>
                  <a:pt x="13186" y="64110"/>
                  <a:pt x="12760" y="63683"/>
                </a:cubicBezTo>
                <a:cubicBezTo>
                  <a:pt x="12064" y="62841"/>
                  <a:pt x="11918" y="61439"/>
                  <a:pt x="11077" y="60462"/>
                </a:cubicBezTo>
                <a:cubicBezTo>
                  <a:pt x="10661" y="60182"/>
                  <a:pt x="10235" y="59756"/>
                  <a:pt x="10100" y="59194"/>
                </a:cubicBezTo>
                <a:cubicBezTo>
                  <a:pt x="9955" y="58914"/>
                  <a:pt x="9955" y="58633"/>
                  <a:pt x="9955" y="58353"/>
                </a:cubicBezTo>
                <a:cubicBezTo>
                  <a:pt x="9820" y="57096"/>
                  <a:pt x="8978" y="56108"/>
                  <a:pt x="8417" y="55132"/>
                </a:cubicBezTo>
                <a:cubicBezTo>
                  <a:pt x="7576" y="53729"/>
                  <a:pt x="7430" y="52046"/>
                  <a:pt x="6453" y="50778"/>
                </a:cubicBezTo>
                <a:lnTo>
                  <a:pt x="5051" y="49375"/>
                </a:lnTo>
                <a:cubicBezTo>
                  <a:pt x="5051" y="49241"/>
                  <a:pt x="4905" y="49095"/>
                  <a:pt x="4770" y="48960"/>
                </a:cubicBezTo>
                <a:lnTo>
                  <a:pt x="4344" y="48960"/>
                </a:lnTo>
                <a:cubicBezTo>
                  <a:pt x="3928" y="48960"/>
                  <a:pt x="3502" y="48814"/>
                  <a:pt x="3087" y="48814"/>
                </a:cubicBezTo>
                <a:cubicBezTo>
                  <a:pt x="2941" y="48960"/>
                  <a:pt x="2806" y="49241"/>
                  <a:pt x="2941" y="49521"/>
                </a:cubicBezTo>
                <a:cubicBezTo>
                  <a:pt x="3003" y="49505"/>
                  <a:pt x="3065" y="49498"/>
                  <a:pt x="3127" y="49498"/>
                </a:cubicBezTo>
                <a:cubicBezTo>
                  <a:pt x="3624" y="49498"/>
                  <a:pt x="4110" y="49984"/>
                  <a:pt x="4490" y="50363"/>
                </a:cubicBezTo>
                <a:cubicBezTo>
                  <a:pt x="4905" y="50778"/>
                  <a:pt x="5185" y="51205"/>
                  <a:pt x="5612" y="51620"/>
                </a:cubicBezTo>
                <a:cubicBezTo>
                  <a:pt x="5746" y="51766"/>
                  <a:pt x="5892" y="51900"/>
                  <a:pt x="6027" y="52181"/>
                </a:cubicBezTo>
                <a:cubicBezTo>
                  <a:pt x="6173" y="52461"/>
                  <a:pt x="6307" y="52742"/>
                  <a:pt x="6307" y="53022"/>
                </a:cubicBezTo>
                <a:cubicBezTo>
                  <a:pt x="6588" y="53729"/>
                  <a:pt x="7576" y="56389"/>
                  <a:pt x="6734" y="56815"/>
                </a:cubicBezTo>
                <a:lnTo>
                  <a:pt x="6307" y="56815"/>
                </a:lnTo>
                <a:cubicBezTo>
                  <a:pt x="6024" y="56855"/>
                  <a:pt x="5739" y="56871"/>
                  <a:pt x="5455" y="56871"/>
                </a:cubicBezTo>
                <a:cubicBezTo>
                  <a:pt x="4759" y="56871"/>
                  <a:pt x="4060" y="56773"/>
                  <a:pt x="3367" y="56670"/>
                </a:cubicBezTo>
                <a:lnTo>
                  <a:pt x="2941" y="56670"/>
                </a:lnTo>
                <a:cubicBezTo>
                  <a:pt x="2806" y="56670"/>
                  <a:pt x="2660" y="56815"/>
                  <a:pt x="2660" y="57096"/>
                </a:cubicBezTo>
                <a:cubicBezTo>
                  <a:pt x="2660" y="57231"/>
                  <a:pt x="2806" y="57377"/>
                  <a:pt x="2941" y="57377"/>
                </a:cubicBezTo>
                <a:cubicBezTo>
                  <a:pt x="3928" y="58072"/>
                  <a:pt x="5185" y="57938"/>
                  <a:pt x="6173" y="58633"/>
                </a:cubicBezTo>
                <a:cubicBezTo>
                  <a:pt x="6869" y="59194"/>
                  <a:pt x="7856" y="59475"/>
                  <a:pt x="8552" y="60317"/>
                </a:cubicBezTo>
                <a:cubicBezTo>
                  <a:pt x="10235" y="62426"/>
                  <a:pt x="11784" y="64805"/>
                  <a:pt x="12625" y="67476"/>
                </a:cubicBezTo>
                <a:cubicBezTo>
                  <a:pt x="13186" y="69440"/>
                  <a:pt x="13040" y="71538"/>
                  <a:pt x="13040" y="73648"/>
                </a:cubicBezTo>
                <a:cubicBezTo>
                  <a:pt x="12625" y="85004"/>
                  <a:pt x="12199" y="96372"/>
                  <a:pt x="11918" y="107728"/>
                </a:cubicBezTo>
                <a:cubicBezTo>
                  <a:pt x="13882" y="107167"/>
                  <a:pt x="15846" y="106471"/>
                  <a:pt x="17956" y="105910"/>
                </a:cubicBezTo>
                <a:cubicBezTo>
                  <a:pt x="18371" y="105910"/>
                  <a:pt x="18651" y="105764"/>
                  <a:pt x="18932" y="105349"/>
                </a:cubicBezTo>
                <a:cubicBezTo>
                  <a:pt x="19212" y="105069"/>
                  <a:pt x="19212" y="104642"/>
                  <a:pt x="19212" y="104227"/>
                </a:cubicBezTo>
                <a:cubicBezTo>
                  <a:pt x="19358" y="98190"/>
                  <a:pt x="19493" y="92164"/>
                  <a:pt x="18932" y="86272"/>
                </a:cubicBezTo>
                <a:cubicBezTo>
                  <a:pt x="18797" y="83747"/>
                  <a:pt x="18371" y="81223"/>
                  <a:pt x="18371" y="78698"/>
                </a:cubicBezTo>
                <a:cubicBezTo>
                  <a:pt x="18371" y="75051"/>
                  <a:pt x="19078" y="71404"/>
                  <a:pt x="19919" y="67891"/>
                </a:cubicBezTo>
                <a:lnTo>
                  <a:pt x="21176" y="63268"/>
                </a:lnTo>
                <a:cubicBezTo>
                  <a:pt x="21457" y="62280"/>
                  <a:pt x="21603" y="61158"/>
                  <a:pt x="21737" y="60036"/>
                </a:cubicBezTo>
                <a:cubicBezTo>
                  <a:pt x="22018" y="58779"/>
                  <a:pt x="22298" y="57657"/>
                  <a:pt x="22579" y="56254"/>
                </a:cubicBezTo>
                <a:cubicBezTo>
                  <a:pt x="22725" y="55547"/>
                  <a:pt x="22860" y="54706"/>
                  <a:pt x="23005" y="54010"/>
                </a:cubicBezTo>
                <a:cubicBezTo>
                  <a:pt x="23286" y="53022"/>
                  <a:pt x="23847" y="52327"/>
                  <a:pt x="24689" y="51766"/>
                </a:cubicBezTo>
                <a:cubicBezTo>
                  <a:pt x="25104" y="51339"/>
                  <a:pt x="25665" y="51205"/>
                  <a:pt x="26091" y="50643"/>
                </a:cubicBezTo>
                <a:cubicBezTo>
                  <a:pt x="26507" y="50217"/>
                  <a:pt x="26652" y="49241"/>
                  <a:pt x="26226" y="48814"/>
                </a:cubicBezTo>
                <a:lnTo>
                  <a:pt x="26226" y="48814"/>
                </a:lnTo>
                <a:cubicBezTo>
                  <a:pt x="25530" y="49241"/>
                  <a:pt x="24969" y="49656"/>
                  <a:pt x="24262" y="50082"/>
                </a:cubicBezTo>
                <a:cubicBezTo>
                  <a:pt x="24543" y="48814"/>
                  <a:pt x="24823" y="47692"/>
                  <a:pt x="25104" y="46570"/>
                </a:cubicBezTo>
                <a:cubicBezTo>
                  <a:pt x="25250" y="45874"/>
                  <a:pt x="25384" y="45313"/>
                  <a:pt x="25384" y="44752"/>
                </a:cubicBezTo>
                <a:cubicBezTo>
                  <a:pt x="25384" y="44045"/>
                  <a:pt x="25104" y="43349"/>
                  <a:pt x="24689" y="42923"/>
                </a:cubicBezTo>
                <a:lnTo>
                  <a:pt x="24262" y="42923"/>
                </a:lnTo>
                <a:cubicBezTo>
                  <a:pt x="24689" y="47277"/>
                  <a:pt x="21322" y="50082"/>
                  <a:pt x="20480" y="54010"/>
                </a:cubicBezTo>
                <a:cubicBezTo>
                  <a:pt x="20335" y="54852"/>
                  <a:pt x="20200" y="55828"/>
                  <a:pt x="19919" y="56670"/>
                </a:cubicBezTo>
                <a:cubicBezTo>
                  <a:pt x="19774" y="57096"/>
                  <a:pt x="19493" y="57511"/>
                  <a:pt x="19358" y="57938"/>
                </a:cubicBezTo>
                <a:cubicBezTo>
                  <a:pt x="19212" y="58633"/>
                  <a:pt x="19212" y="59340"/>
                  <a:pt x="19078" y="60036"/>
                </a:cubicBezTo>
                <a:cubicBezTo>
                  <a:pt x="18932" y="60597"/>
                  <a:pt x="18651" y="61158"/>
                  <a:pt x="18236" y="61719"/>
                </a:cubicBezTo>
                <a:cubicBezTo>
                  <a:pt x="18236" y="60743"/>
                  <a:pt x="18371" y="59756"/>
                  <a:pt x="18517" y="58779"/>
                </a:cubicBezTo>
                <a:cubicBezTo>
                  <a:pt x="18090" y="58218"/>
                  <a:pt x="18090" y="57657"/>
                  <a:pt x="18236" y="57096"/>
                </a:cubicBezTo>
                <a:cubicBezTo>
                  <a:pt x="18371" y="56670"/>
                  <a:pt x="18651" y="56254"/>
                  <a:pt x="18797" y="55828"/>
                </a:cubicBezTo>
                <a:cubicBezTo>
                  <a:pt x="19493" y="54706"/>
                  <a:pt x="19358" y="53303"/>
                  <a:pt x="19639" y="52046"/>
                </a:cubicBezTo>
                <a:cubicBezTo>
                  <a:pt x="20054" y="50643"/>
                  <a:pt x="20480" y="49241"/>
                  <a:pt x="20761" y="47838"/>
                </a:cubicBezTo>
                <a:cubicBezTo>
                  <a:pt x="20896" y="46155"/>
                  <a:pt x="20761" y="44472"/>
                  <a:pt x="21042" y="42788"/>
                </a:cubicBezTo>
                <a:cubicBezTo>
                  <a:pt x="21176" y="41801"/>
                  <a:pt x="21603" y="40959"/>
                  <a:pt x="22164" y="40263"/>
                </a:cubicBezTo>
                <a:cubicBezTo>
                  <a:pt x="22444" y="39983"/>
                  <a:pt x="22725" y="39837"/>
                  <a:pt x="23005" y="39556"/>
                </a:cubicBezTo>
                <a:cubicBezTo>
                  <a:pt x="23286" y="39276"/>
                  <a:pt x="23421" y="38861"/>
                  <a:pt x="23286" y="38434"/>
                </a:cubicBezTo>
                <a:cubicBezTo>
                  <a:pt x="22860" y="38434"/>
                  <a:pt x="22579" y="38715"/>
                  <a:pt x="22298" y="38995"/>
                </a:cubicBezTo>
                <a:cubicBezTo>
                  <a:pt x="22100" y="39194"/>
                  <a:pt x="21834" y="39392"/>
                  <a:pt x="21597" y="39392"/>
                </a:cubicBezTo>
                <a:cubicBezTo>
                  <a:pt x="21498" y="39392"/>
                  <a:pt x="21404" y="39358"/>
                  <a:pt x="21322" y="39276"/>
                </a:cubicBezTo>
                <a:cubicBezTo>
                  <a:pt x="21883" y="37873"/>
                  <a:pt x="22444" y="36470"/>
                  <a:pt x="22725" y="34933"/>
                </a:cubicBezTo>
                <a:cubicBezTo>
                  <a:pt x="23005" y="33665"/>
                  <a:pt x="24128" y="32823"/>
                  <a:pt x="25104" y="32262"/>
                </a:cubicBezTo>
                <a:cubicBezTo>
                  <a:pt x="25665" y="32128"/>
                  <a:pt x="26091" y="31847"/>
                  <a:pt x="26226" y="31286"/>
                </a:cubicBezTo>
                <a:cubicBezTo>
                  <a:pt x="26372" y="31140"/>
                  <a:pt x="26372" y="31006"/>
                  <a:pt x="26372" y="31006"/>
                </a:cubicBezTo>
                <a:cubicBezTo>
                  <a:pt x="26507" y="30725"/>
                  <a:pt x="26787" y="30860"/>
                  <a:pt x="26933" y="30725"/>
                </a:cubicBezTo>
                <a:cubicBezTo>
                  <a:pt x="27068" y="30579"/>
                  <a:pt x="27214" y="30299"/>
                  <a:pt x="27348" y="30164"/>
                </a:cubicBezTo>
                <a:cubicBezTo>
                  <a:pt x="27494" y="30164"/>
                  <a:pt x="27629" y="30018"/>
                  <a:pt x="27775" y="30018"/>
                </a:cubicBezTo>
                <a:cubicBezTo>
                  <a:pt x="28470" y="29883"/>
                  <a:pt x="29031" y="29737"/>
                  <a:pt x="29593" y="29322"/>
                </a:cubicBezTo>
                <a:cubicBezTo>
                  <a:pt x="29312" y="29322"/>
                  <a:pt x="29177" y="29042"/>
                  <a:pt x="29031" y="28896"/>
                </a:cubicBezTo>
                <a:lnTo>
                  <a:pt x="28616" y="28896"/>
                </a:lnTo>
                <a:cubicBezTo>
                  <a:pt x="27629" y="29176"/>
                  <a:pt x="26787" y="29457"/>
                  <a:pt x="25945" y="30164"/>
                </a:cubicBezTo>
                <a:cubicBezTo>
                  <a:pt x="25811" y="30299"/>
                  <a:pt x="25530" y="30444"/>
                  <a:pt x="25250" y="30579"/>
                </a:cubicBezTo>
                <a:cubicBezTo>
                  <a:pt x="25104" y="30725"/>
                  <a:pt x="24823" y="30725"/>
                  <a:pt x="24543" y="30860"/>
                </a:cubicBezTo>
                <a:cubicBezTo>
                  <a:pt x="24408" y="31006"/>
                  <a:pt x="24128" y="31140"/>
                  <a:pt x="23982" y="31286"/>
                </a:cubicBezTo>
                <a:cubicBezTo>
                  <a:pt x="23887" y="31381"/>
                  <a:pt x="23719" y="31481"/>
                  <a:pt x="23531" y="31481"/>
                </a:cubicBezTo>
                <a:cubicBezTo>
                  <a:pt x="23452" y="31481"/>
                  <a:pt x="23369" y="31464"/>
                  <a:pt x="23286" y="31421"/>
                </a:cubicBezTo>
                <a:cubicBezTo>
                  <a:pt x="23286" y="30725"/>
                  <a:pt x="23421" y="30299"/>
                  <a:pt x="23566" y="29603"/>
                </a:cubicBezTo>
                <a:cubicBezTo>
                  <a:pt x="23701" y="29042"/>
                  <a:pt x="23566" y="28200"/>
                  <a:pt x="23847" y="27639"/>
                </a:cubicBezTo>
                <a:lnTo>
                  <a:pt x="24262" y="27213"/>
                </a:lnTo>
                <a:cubicBezTo>
                  <a:pt x="24543" y="26932"/>
                  <a:pt x="24543" y="26652"/>
                  <a:pt x="24408" y="26517"/>
                </a:cubicBezTo>
                <a:cubicBezTo>
                  <a:pt x="24408" y="26371"/>
                  <a:pt x="24128" y="26236"/>
                  <a:pt x="23982" y="26090"/>
                </a:cubicBezTo>
                <a:lnTo>
                  <a:pt x="23982" y="25810"/>
                </a:lnTo>
                <a:cubicBezTo>
                  <a:pt x="23566" y="23566"/>
                  <a:pt x="23847" y="21321"/>
                  <a:pt x="24408" y="19357"/>
                </a:cubicBezTo>
                <a:cubicBezTo>
                  <a:pt x="24689" y="18381"/>
                  <a:pt x="25104" y="17259"/>
                  <a:pt x="24823" y="16271"/>
                </a:cubicBezTo>
                <a:lnTo>
                  <a:pt x="24823" y="16271"/>
                </a:lnTo>
                <a:cubicBezTo>
                  <a:pt x="23982" y="17540"/>
                  <a:pt x="23421" y="19077"/>
                  <a:pt x="23140" y="20480"/>
                </a:cubicBezTo>
                <a:cubicBezTo>
                  <a:pt x="23005" y="21321"/>
                  <a:pt x="23005" y="22028"/>
                  <a:pt x="23005" y="22724"/>
                </a:cubicBezTo>
                <a:cubicBezTo>
                  <a:pt x="22860" y="23992"/>
                  <a:pt x="22725" y="25114"/>
                  <a:pt x="22579" y="26236"/>
                </a:cubicBezTo>
                <a:cubicBezTo>
                  <a:pt x="22444" y="27078"/>
                  <a:pt x="22444" y="27920"/>
                  <a:pt x="22298" y="28615"/>
                </a:cubicBezTo>
                <a:cubicBezTo>
                  <a:pt x="22164" y="29322"/>
                  <a:pt x="22164" y="30018"/>
                  <a:pt x="22018" y="30579"/>
                </a:cubicBezTo>
                <a:cubicBezTo>
                  <a:pt x="21603" y="32408"/>
                  <a:pt x="20615" y="34091"/>
                  <a:pt x="19919" y="35775"/>
                </a:cubicBezTo>
                <a:cubicBezTo>
                  <a:pt x="19078" y="37458"/>
                  <a:pt x="18797" y="38995"/>
                  <a:pt x="18517" y="40959"/>
                </a:cubicBezTo>
                <a:cubicBezTo>
                  <a:pt x="18517" y="42081"/>
                  <a:pt x="18517" y="43765"/>
                  <a:pt x="17810" y="44887"/>
                </a:cubicBezTo>
                <a:cubicBezTo>
                  <a:pt x="17529" y="45313"/>
                  <a:pt x="17114" y="45728"/>
                  <a:pt x="17114" y="46289"/>
                </a:cubicBezTo>
                <a:lnTo>
                  <a:pt x="17114" y="46996"/>
                </a:lnTo>
                <a:cubicBezTo>
                  <a:pt x="17249" y="47973"/>
                  <a:pt x="16688" y="48960"/>
                  <a:pt x="16688" y="50082"/>
                </a:cubicBezTo>
                <a:lnTo>
                  <a:pt x="16688" y="51205"/>
                </a:lnTo>
                <a:cubicBezTo>
                  <a:pt x="16688" y="51485"/>
                  <a:pt x="16688" y="51766"/>
                  <a:pt x="16553" y="52181"/>
                </a:cubicBezTo>
                <a:cubicBezTo>
                  <a:pt x="16272" y="52181"/>
                  <a:pt x="15992" y="51900"/>
                  <a:pt x="15846" y="51620"/>
                </a:cubicBezTo>
                <a:lnTo>
                  <a:pt x="15846" y="50643"/>
                </a:lnTo>
                <a:cubicBezTo>
                  <a:pt x="15846" y="50082"/>
                  <a:pt x="15565" y="49375"/>
                  <a:pt x="15285" y="48814"/>
                </a:cubicBezTo>
                <a:cubicBezTo>
                  <a:pt x="14870" y="47277"/>
                  <a:pt x="15004" y="45874"/>
                  <a:pt x="15004" y="44472"/>
                </a:cubicBezTo>
                <a:cubicBezTo>
                  <a:pt x="15004" y="42788"/>
                  <a:pt x="14870" y="41105"/>
                  <a:pt x="14870" y="39422"/>
                </a:cubicBezTo>
                <a:cubicBezTo>
                  <a:pt x="15004" y="36190"/>
                  <a:pt x="15431" y="32823"/>
                  <a:pt x="14589" y="29603"/>
                </a:cubicBezTo>
                <a:cubicBezTo>
                  <a:pt x="13882" y="26932"/>
                  <a:pt x="12345" y="24968"/>
                  <a:pt x="11638" y="22443"/>
                </a:cubicBezTo>
                <a:cubicBezTo>
                  <a:pt x="11503" y="21321"/>
                  <a:pt x="11223" y="20345"/>
                  <a:pt x="11077" y="19357"/>
                </a:cubicBezTo>
                <a:cubicBezTo>
                  <a:pt x="10796" y="16978"/>
                  <a:pt x="10661" y="14734"/>
                  <a:pt x="10661" y="12344"/>
                </a:cubicBezTo>
                <a:cubicBezTo>
                  <a:pt x="10796" y="11648"/>
                  <a:pt x="10796" y="10941"/>
                  <a:pt x="11077" y="10380"/>
                </a:cubicBezTo>
                <a:cubicBezTo>
                  <a:pt x="11357" y="10100"/>
                  <a:pt x="11638" y="9819"/>
                  <a:pt x="11784" y="9538"/>
                </a:cubicBezTo>
                <a:cubicBezTo>
                  <a:pt x="11918" y="9123"/>
                  <a:pt x="12064" y="8697"/>
                  <a:pt x="11784" y="8416"/>
                </a:cubicBezTo>
                <a:cubicBezTo>
                  <a:pt x="11357" y="8562"/>
                  <a:pt x="11077" y="8843"/>
                  <a:pt x="10796" y="9258"/>
                </a:cubicBezTo>
                <a:cubicBezTo>
                  <a:pt x="10100" y="9123"/>
                  <a:pt x="9539" y="8282"/>
                  <a:pt x="9393" y="7440"/>
                </a:cubicBezTo>
                <a:cubicBezTo>
                  <a:pt x="9259" y="6733"/>
                  <a:pt x="9259" y="5891"/>
                  <a:pt x="9259" y="5050"/>
                </a:cubicBezTo>
                <a:cubicBezTo>
                  <a:pt x="9259" y="3512"/>
                  <a:pt x="8832" y="1964"/>
                  <a:pt x="8271" y="707"/>
                </a:cubicBezTo>
                <a:cubicBezTo>
                  <a:pt x="8137" y="3367"/>
                  <a:pt x="8137" y="6037"/>
                  <a:pt x="7991" y="8697"/>
                </a:cubicBezTo>
                <a:cubicBezTo>
                  <a:pt x="7991" y="9258"/>
                  <a:pt x="7991" y="9819"/>
                  <a:pt x="8137" y="10380"/>
                </a:cubicBezTo>
                <a:cubicBezTo>
                  <a:pt x="8271" y="10661"/>
                  <a:pt x="8552" y="11087"/>
                  <a:pt x="8698" y="11368"/>
                </a:cubicBezTo>
                <a:cubicBezTo>
                  <a:pt x="9259" y="12770"/>
                  <a:pt x="9113" y="14454"/>
                  <a:pt x="8832" y="16137"/>
                </a:cubicBezTo>
                <a:cubicBezTo>
                  <a:pt x="7295" y="13612"/>
                  <a:pt x="5612" y="11368"/>
                  <a:pt x="4344" y="8977"/>
                </a:cubicBezTo>
                <a:cubicBezTo>
                  <a:pt x="2941" y="6172"/>
                  <a:pt x="1819" y="3086"/>
                  <a:pt x="977"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4"/>
          <p:cNvSpPr/>
          <p:nvPr/>
        </p:nvSpPr>
        <p:spPr>
          <a:xfrm>
            <a:off x="7889926" y="3243901"/>
            <a:ext cx="761070" cy="2054927"/>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4"/>
          <p:cNvSpPr/>
          <p:nvPr/>
        </p:nvSpPr>
        <p:spPr>
          <a:xfrm>
            <a:off x="0" y="4604001"/>
            <a:ext cx="9144123" cy="539488"/>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14"/>
          <p:cNvSpPr/>
          <p:nvPr/>
        </p:nvSpPr>
        <p:spPr>
          <a:xfrm rot="-700615">
            <a:off x="8152545" y="243366"/>
            <a:ext cx="606348" cy="240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7" name="Google Shape;827;p14"/>
          <p:cNvGrpSpPr/>
          <p:nvPr/>
        </p:nvGrpSpPr>
        <p:grpSpPr>
          <a:xfrm rot="232915" flipH="1">
            <a:off x="18944" y="69057"/>
            <a:ext cx="872993" cy="588936"/>
            <a:chOff x="86942" y="87076"/>
            <a:chExt cx="872998" cy="588939"/>
          </a:xfrm>
        </p:grpSpPr>
        <p:sp>
          <p:nvSpPr>
            <p:cNvPr id="828" name="Google Shape;828;p14"/>
            <p:cNvSpPr/>
            <p:nvPr/>
          </p:nvSpPr>
          <p:spPr>
            <a:xfrm rot="-1306516">
              <a:off x="114876" y="227660"/>
              <a:ext cx="817130" cy="30777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9" name="Google Shape;829;p14"/>
            <p:cNvGrpSpPr/>
            <p:nvPr/>
          </p:nvGrpSpPr>
          <p:grpSpPr>
            <a:xfrm rot="-774916">
              <a:off x="480747" y="465318"/>
              <a:ext cx="57868" cy="31595"/>
              <a:chOff x="3467344" y="1694749"/>
              <a:chExt cx="114969" cy="62784"/>
            </a:xfrm>
          </p:grpSpPr>
          <p:sp>
            <p:nvSpPr>
              <p:cNvPr id="830" name="Google Shape;830;p14"/>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4"/>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14"/>
          <p:cNvSpPr/>
          <p:nvPr/>
        </p:nvSpPr>
        <p:spPr>
          <a:xfrm rot="-717821" flipH="1">
            <a:off x="8550246" y="439161"/>
            <a:ext cx="426247" cy="20068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1">
  <p:cSld name="TITLE_AND_BODY_1">
    <p:spTree>
      <p:nvGrpSpPr>
        <p:cNvPr id="1" name="Shape 910"/>
        <p:cNvGrpSpPr/>
        <p:nvPr/>
      </p:nvGrpSpPr>
      <p:grpSpPr>
        <a:xfrm>
          <a:off x="0" y="0"/>
          <a:ext cx="0" cy="0"/>
          <a:chOff x="0" y="0"/>
          <a:chExt cx="0" cy="0"/>
        </a:xfrm>
      </p:grpSpPr>
      <p:sp>
        <p:nvSpPr>
          <p:cNvPr id="911" name="Google Shape;911;p16"/>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12" name="Google Shape;912;p16"/>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Darker Grotesque SemiBold"/>
              <a:buChar char="●"/>
              <a:defRPr/>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13" name="Google Shape;913;p16"/>
          <p:cNvSpPr/>
          <p:nvPr/>
        </p:nvSpPr>
        <p:spPr>
          <a:xfrm>
            <a:off x="-1179325"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16"/>
          <p:cNvSpPr/>
          <p:nvPr/>
        </p:nvSpPr>
        <p:spPr>
          <a:xfrm>
            <a:off x="8181575" y="746375"/>
            <a:ext cx="1028191" cy="4397131"/>
          </a:xfrm>
          <a:custGeom>
            <a:avLst/>
            <a:gdLst/>
            <a:ahLst/>
            <a:cxnLst/>
            <a:rect l="l" t="t" r="r" b="b"/>
            <a:pathLst>
              <a:path w="29738" h="89774" extrusionOk="0">
                <a:moveTo>
                  <a:pt x="16552" y="0"/>
                </a:moveTo>
                <a:cubicBezTo>
                  <a:pt x="16552" y="842"/>
                  <a:pt x="16552" y="1818"/>
                  <a:pt x="16698" y="2660"/>
                </a:cubicBezTo>
                <a:cubicBezTo>
                  <a:pt x="16698" y="3647"/>
                  <a:pt x="16979" y="4624"/>
                  <a:pt x="16979" y="5611"/>
                </a:cubicBezTo>
                <a:cubicBezTo>
                  <a:pt x="16833" y="6172"/>
                  <a:pt x="16833" y="6733"/>
                  <a:pt x="16698" y="7429"/>
                </a:cubicBezTo>
                <a:lnTo>
                  <a:pt x="16698" y="8832"/>
                </a:lnTo>
                <a:cubicBezTo>
                  <a:pt x="16552" y="9258"/>
                  <a:pt x="16552" y="9819"/>
                  <a:pt x="16418" y="10235"/>
                </a:cubicBezTo>
                <a:cubicBezTo>
                  <a:pt x="16418" y="10235"/>
                  <a:pt x="16418" y="10380"/>
                  <a:pt x="16272" y="10380"/>
                </a:cubicBezTo>
                <a:cubicBezTo>
                  <a:pt x="16137" y="10796"/>
                  <a:pt x="16137" y="11076"/>
                  <a:pt x="16137" y="11503"/>
                </a:cubicBezTo>
                <a:cubicBezTo>
                  <a:pt x="16272" y="11918"/>
                  <a:pt x="16418" y="12198"/>
                  <a:pt x="16418" y="12625"/>
                </a:cubicBezTo>
                <a:cubicBezTo>
                  <a:pt x="16552" y="13040"/>
                  <a:pt x="16418" y="13466"/>
                  <a:pt x="16272" y="13747"/>
                </a:cubicBezTo>
                <a:cubicBezTo>
                  <a:pt x="16137" y="15004"/>
                  <a:pt x="16272" y="16552"/>
                  <a:pt x="15576" y="17529"/>
                </a:cubicBezTo>
                <a:cubicBezTo>
                  <a:pt x="14588" y="16406"/>
                  <a:pt x="14027" y="15150"/>
                  <a:pt x="13612" y="13601"/>
                </a:cubicBezTo>
                <a:cubicBezTo>
                  <a:pt x="13612" y="13321"/>
                  <a:pt x="13466" y="13186"/>
                  <a:pt x="13466" y="12905"/>
                </a:cubicBezTo>
                <a:lnTo>
                  <a:pt x="13893" y="11637"/>
                </a:lnTo>
                <a:cubicBezTo>
                  <a:pt x="14308" y="10661"/>
                  <a:pt x="14308" y="9539"/>
                  <a:pt x="14027" y="8551"/>
                </a:cubicBezTo>
                <a:cubicBezTo>
                  <a:pt x="13893" y="8551"/>
                  <a:pt x="13747" y="8697"/>
                  <a:pt x="13747" y="8978"/>
                </a:cubicBezTo>
                <a:cubicBezTo>
                  <a:pt x="13612" y="9258"/>
                  <a:pt x="13747" y="9393"/>
                  <a:pt x="13612" y="9673"/>
                </a:cubicBezTo>
                <a:cubicBezTo>
                  <a:pt x="13612" y="9954"/>
                  <a:pt x="13466" y="10100"/>
                  <a:pt x="13332" y="10380"/>
                </a:cubicBezTo>
                <a:cubicBezTo>
                  <a:pt x="13051" y="10796"/>
                  <a:pt x="12905" y="11503"/>
                  <a:pt x="12771" y="12198"/>
                </a:cubicBezTo>
                <a:cubicBezTo>
                  <a:pt x="12490" y="11918"/>
                  <a:pt x="12344" y="11637"/>
                  <a:pt x="12064" y="11357"/>
                </a:cubicBezTo>
                <a:cubicBezTo>
                  <a:pt x="12064" y="11357"/>
                  <a:pt x="11929" y="11222"/>
                  <a:pt x="11929" y="11076"/>
                </a:cubicBezTo>
                <a:cubicBezTo>
                  <a:pt x="11783" y="10942"/>
                  <a:pt x="11783" y="10661"/>
                  <a:pt x="11783" y="10380"/>
                </a:cubicBezTo>
                <a:cubicBezTo>
                  <a:pt x="11503" y="10100"/>
                  <a:pt x="11368" y="9819"/>
                  <a:pt x="11222" y="9393"/>
                </a:cubicBezTo>
                <a:cubicBezTo>
                  <a:pt x="11222" y="9258"/>
                  <a:pt x="11222" y="8978"/>
                  <a:pt x="11087" y="8832"/>
                </a:cubicBezTo>
                <a:lnTo>
                  <a:pt x="10807" y="8551"/>
                </a:lnTo>
                <a:cubicBezTo>
                  <a:pt x="10661" y="8551"/>
                  <a:pt x="10526" y="8417"/>
                  <a:pt x="10380" y="8417"/>
                </a:cubicBezTo>
                <a:cubicBezTo>
                  <a:pt x="10246" y="8271"/>
                  <a:pt x="10100" y="8136"/>
                  <a:pt x="9965" y="8136"/>
                </a:cubicBezTo>
                <a:cubicBezTo>
                  <a:pt x="10100" y="8697"/>
                  <a:pt x="10100" y="9258"/>
                  <a:pt x="10246" y="9673"/>
                </a:cubicBezTo>
                <a:cubicBezTo>
                  <a:pt x="10380" y="10235"/>
                  <a:pt x="10661" y="10661"/>
                  <a:pt x="10941" y="11222"/>
                </a:cubicBezTo>
                <a:cubicBezTo>
                  <a:pt x="10941" y="11503"/>
                  <a:pt x="11087" y="11783"/>
                  <a:pt x="11222" y="12064"/>
                </a:cubicBezTo>
                <a:cubicBezTo>
                  <a:pt x="11503" y="12344"/>
                  <a:pt x="11648" y="12625"/>
                  <a:pt x="11783" y="12905"/>
                </a:cubicBezTo>
                <a:cubicBezTo>
                  <a:pt x="12490" y="14027"/>
                  <a:pt x="12905" y="15430"/>
                  <a:pt x="13186" y="16833"/>
                </a:cubicBezTo>
                <a:cubicBezTo>
                  <a:pt x="13332" y="17248"/>
                  <a:pt x="13332" y="17675"/>
                  <a:pt x="13612" y="18090"/>
                </a:cubicBezTo>
                <a:cubicBezTo>
                  <a:pt x="13747" y="18516"/>
                  <a:pt x="14027" y="18931"/>
                  <a:pt x="14173" y="19358"/>
                </a:cubicBezTo>
                <a:cubicBezTo>
                  <a:pt x="14308" y="19773"/>
                  <a:pt x="14454" y="20334"/>
                  <a:pt x="14588" y="20761"/>
                </a:cubicBezTo>
                <a:cubicBezTo>
                  <a:pt x="14734" y="21737"/>
                  <a:pt x="15295" y="22578"/>
                  <a:pt x="15711" y="23566"/>
                </a:cubicBezTo>
                <a:cubicBezTo>
                  <a:pt x="16418" y="25249"/>
                  <a:pt x="16272" y="27213"/>
                  <a:pt x="15991" y="29177"/>
                </a:cubicBezTo>
                <a:cubicBezTo>
                  <a:pt x="15857" y="30153"/>
                  <a:pt x="15857" y="30995"/>
                  <a:pt x="15576" y="31982"/>
                </a:cubicBezTo>
                <a:cubicBezTo>
                  <a:pt x="15150" y="30995"/>
                  <a:pt x="14173" y="30434"/>
                  <a:pt x="13893" y="29311"/>
                </a:cubicBezTo>
                <a:cubicBezTo>
                  <a:pt x="13893" y="29177"/>
                  <a:pt x="13893" y="28896"/>
                  <a:pt x="13747" y="28750"/>
                </a:cubicBezTo>
                <a:cubicBezTo>
                  <a:pt x="13747" y="28616"/>
                  <a:pt x="13612" y="28616"/>
                  <a:pt x="13466" y="28470"/>
                </a:cubicBezTo>
                <a:lnTo>
                  <a:pt x="12625" y="28055"/>
                </a:lnTo>
                <a:lnTo>
                  <a:pt x="12625" y="28055"/>
                </a:lnTo>
                <a:cubicBezTo>
                  <a:pt x="12490" y="28335"/>
                  <a:pt x="12625" y="28616"/>
                  <a:pt x="12771" y="28750"/>
                </a:cubicBezTo>
                <a:cubicBezTo>
                  <a:pt x="12905" y="29031"/>
                  <a:pt x="13051" y="29177"/>
                  <a:pt x="13186" y="29311"/>
                </a:cubicBezTo>
                <a:cubicBezTo>
                  <a:pt x="13612" y="30018"/>
                  <a:pt x="13612" y="30995"/>
                  <a:pt x="14027" y="31702"/>
                </a:cubicBezTo>
                <a:cubicBezTo>
                  <a:pt x="14173" y="32117"/>
                  <a:pt x="14308" y="32263"/>
                  <a:pt x="14454" y="32543"/>
                </a:cubicBezTo>
                <a:cubicBezTo>
                  <a:pt x="15015" y="33665"/>
                  <a:pt x="15015" y="35068"/>
                  <a:pt x="15430" y="36190"/>
                </a:cubicBezTo>
                <a:lnTo>
                  <a:pt x="15857" y="37447"/>
                </a:lnTo>
                <a:cubicBezTo>
                  <a:pt x="15991" y="38008"/>
                  <a:pt x="15991" y="38569"/>
                  <a:pt x="15991" y="39276"/>
                </a:cubicBezTo>
                <a:cubicBezTo>
                  <a:pt x="15991" y="40253"/>
                  <a:pt x="15991" y="41375"/>
                  <a:pt x="15857" y="42497"/>
                </a:cubicBezTo>
                <a:cubicBezTo>
                  <a:pt x="15857" y="43339"/>
                  <a:pt x="15576" y="44046"/>
                  <a:pt x="15430" y="44887"/>
                </a:cubicBezTo>
                <a:cubicBezTo>
                  <a:pt x="15295" y="46425"/>
                  <a:pt x="15015" y="47827"/>
                  <a:pt x="14869" y="49230"/>
                </a:cubicBezTo>
                <a:cubicBezTo>
                  <a:pt x="14734" y="50633"/>
                  <a:pt x="14869" y="52181"/>
                  <a:pt x="14588" y="53584"/>
                </a:cubicBezTo>
                <a:cubicBezTo>
                  <a:pt x="14308" y="55682"/>
                  <a:pt x="14173" y="57792"/>
                  <a:pt x="14308" y="59891"/>
                </a:cubicBezTo>
                <a:cubicBezTo>
                  <a:pt x="14308" y="60452"/>
                  <a:pt x="14173" y="61013"/>
                  <a:pt x="13893" y="61293"/>
                </a:cubicBezTo>
                <a:cubicBezTo>
                  <a:pt x="13747" y="60878"/>
                  <a:pt x="13466" y="60598"/>
                  <a:pt x="13466" y="60036"/>
                </a:cubicBezTo>
                <a:cubicBezTo>
                  <a:pt x="13466" y="59891"/>
                  <a:pt x="13466" y="59756"/>
                  <a:pt x="13332" y="59610"/>
                </a:cubicBezTo>
                <a:cubicBezTo>
                  <a:pt x="13332" y="59404"/>
                  <a:pt x="13253" y="59277"/>
                  <a:pt x="13158" y="59277"/>
                </a:cubicBezTo>
                <a:cubicBezTo>
                  <a:pt x="13124" y="59277"/>
                  <a:pt x="13087" y="59294"/>
                  <a:pt x="13051" y="59329"/>
                </a:cubicBezTo>
                <a:lnTo>
                  <a:pt x="13051" y="59475"/>
                </a:lnTo>
                <a:cubicBezTo>
                  <a:pt x="12905" y="59891"/>
                  <a:pt x="12905" y="60452"/>
                  <a:pt x="13051" y="60878"/>
                </a:cubicBezTo>
                <a:cubicBezTo>
                  <a:pt x="13051" y="61013"/>
                  <a:pt x="13186" y="61159"/>
                  <a:pt x="13186" y="61439"/>
                </a:cubicBezTo>
                <a:lnTo>
                  <a:pt x="13186" y="61854"/>
                </a:lnTo>
                <a:cubicBezTo>
                  <a:pt x="13186" y="62561"/>
                  <a:pt x="13186" y="63122"/>
                  <a:pt x="13332" y="63818"/>
                </a:cubicBezTo>
                <a:cubicBezTo>
                  <a:pt x="13332" y="64379"/>
                  <a:pt x="13466" y="65086"/>
                  <a:pt x="13186" y="65647"/>
                </a:cubicBezTo>
                <a:lnTo>
                  <a:pt x="12771" y="64806"/>
                </a:lnTo>
                <a:cubicBezTo>
                  <a:pt x="12490" y="64099"/>
                  <a:pt x="12209" y="63403"/>
                  <a:pt x="12064" y="62696"/>
                </a:cubicBezTo>
                <a:cubicBezTo>
                  <a:pt x="11783" y="61854"/>
                  <a:pt x="11783" y="61159"/>
                  <a:pt x="11368" y="60452"/>
                </a:cubicBezTo>
                <a:cubicBezTo>
                  <a:pt x="11222" y="60317"/>
                  <a:pt x="11087" y="60036"/>
                  <a:pt x="11087" y="59756"/>
                </a:cubicBezTo>
                <a:cubicBezTo>
                  <a:pt x="10941" y="59475"/>
                  <a:pt x="10941" y="59049"/>
                  <a:pt x="10941" y="58768"/>
                </a:cubicBezTo>
                <a:cubicBezTo>
                  <a:pt x="10941" y="58488"/>
                  <a:pt x="10807" y="58073"/>
                  <a:pt x="10661" y="57792"/>
                </a:cubicBezTo>
                <a:cubicBezTo>
                  <a:pt x="10246" y="56670"/>
                  <a:pt x="9819" y="55402"/>
                  <a:pt x="9404" y="54145"/>
                </a:cubicBezTo>
                <a:cubicBezTo>
                  <a:pt x="8978" y="53023"/>
                  <a:pt x="9404" y="52035"/>
                  <a:pt x="9258" y="50913"/>
                </a:cubicBezTo>
                <a:lnTo>
                  <a:pt x="8843" y="49656"/>
                </a:lnTo>
                <a:lnTo>
                  <a:pt x="8697" y="49656"/>
                </a:lnTo>
                <a:cubicBezTo>
                  <a:pt x="8697" y="50352"/>
                  <a:pt x="8697" y="51059"/>
                  <a:pt x="8562" y="51755"/>
                </a:cubicBezTo>
                <a:cubicBezTo>
                  <a:pt x="8282" y="51340"/>
                  <a:pt x="8136" y="50779"/>
                  <a:pt x="8001" y="50217"/>
                </a:cubicBezTo>
                <a:cubicBezTo>
                  <a:pt x="7721" y="48669"/>
                  <a:pt x="7721" y="47131"/>
                  <a:pt x="7855" y="45583"/>
                </a:cubicBezTo>
                <a:cubicBezTo>
                  <a:pt x="7855" y="44887"/>
                  <a:pt x="8001" y="44326"/>
                  <a:pt x="8136" y="43765"/>
                </a:cubicBezTo>
                <a:cubicBezTo>
                  <a:pt x="8282" y="43204"/>
                  <a:pt x="8562" y="42643"/>
                  <a:pt x="8978" y="42497"/>
                </a:cubicBezTo>
                <a:cubicBezTo>
                  <a:pt x="9258" y="42362"/>
                  <a:pt x="9404" y="42362"/>
                  <a:pt x="9539" y="42216"/>
                </a:cubicBezTo>
                <a:cubicBezTo>
                  <a:pt x="9819" y="41936"/>
                  <a:pt x="10100" y="41375"/>
                  <a:pt x="10380" y="41240"/>
                </a:cubicBezTo>
                <a:lnTo>
                  <a:pt x="10380" y="40814"/>
                </a:lnTo>
                <a:cubicBezTo>
                  <a:pt x="10246" y="40814"/>
                  <a:pt x="9965" y="40814"/>
                  <a:pt x="9819" y="40960"/>
                </a:cubicBezTo>
                <a:cubicBezTo>
                  <a:pt x="9685" y="41094"/>
                  <a:pt x="9539" y="41240"/>
                  <a:pt x="9404" y="41240"/>
                </a:cubicBezTo>
                <a:cubicBezTo>
                  <a:pt x="8978" y="41655"/>
                  <a:pt x="8562" y="41801"/>
                  <a:pt x="8136" y="41936"/>
                </a:cubicBezTo>
                <a:lnTo>
                  <a:pt x="8001" y="41936"/>
                </a:lnTo>
                <a:cubicBezTo>
                  <a:pt x="7855" y="41801"/>
                  <a:pt x="7855" y="41655"/>
                  <a:pt x="7855" y="41375"/>
                </a:cubicBezTo>
                <a:cubicBezTo>
                  <a:pt x="7855" y="40679"/>
                  <a:pt x="7855" y="39837"/>
                  <a:pt x="7575" y="39276"/>
                </a:cubicBezTo>
                <a:cubicBezTo>
                  <a:pt x="7294" y="38569"/>
                  <a:pt x="6733" y="38008"/>
                  <a:pt x="6879" y="37167"/>
                </a:cubicBezTo>
                <a:lnTo>
                  <a:pt x="6879" y="37167"/>
                </a:lnTo>
                <a:cubicBezTo>
                  <a:pt x="6599" y="37313"/>
                  <a:pt x="6599" y="37728"/>
                  <a:pt x="6599" y="38154"/>
                </a:cubicBezTo>
                <a:cubicBezTo>
                  <a:pt x="6879" y="39276"/>
                  <a:pt x="7160" y="40679"/>
                  <a:pt x="7014" y="41936"/>
                </a:cubicBezTo>
                <a:cubicBezTo>
                  <a:pt x="7014" y="43058"/>
                  <a:pt x="6599" y="44046"/>
                  <a:pt x="6599" y="45168"/>
                </a:cubicBezTo>
                <a:cubicBezTo>
                  <a:pt x="6599" y="46009"/>
                  <a:pt x="6733" y="46986"/>
                  <a:pt x="6453" y="47693"/>
                </a:cubicBezTo>
                <a:cubicBezTo>
                  <a:pt x="5757" y="46851"/>
                  <a:pt x="5196" y="45729"/>
                  <a:pt x="4635" y="44887"/>
                </a:cubicBezTo>
                <a:cubicBezTo>
                  <a:pt x="4074" y="43900"/>
                  <a:pt x="4208" y="42497"/>
                  <a:pt x="4354" y="41375"/>
                </a:cubicBezTo>
                <a:lnTo>
                  <a:pt x="4354" y="41375"/>
                </a:lnTo>
                <a:cubicBezTo>
                  <a:pt x="4074" y="41655"/>
                  <a:pt x="3793" y="42216"/>
                  <a:pt x="3647" y="42777"/>
                </a:cubicBezTo>
                <a:cubicBezTo>
                  <a:pt x="3513" y="43339"/>
                  <a:pt x="3647" y="43900"/>
                  <a:pt x="3647" y="44461"/>
                </a:cubicBezTo>
                <a:cubicBezTo>
                  <a:pt x="3086" y="43619"/>
                  <a:pt x="2671" y="42643"/>
                  <a:pt x="1964" y="42216"/>
                </a:cubicBezTo>
                <a:cubicBezTo>
                  <a:pt x="1684" y="42082"/>
                  <a:pt x="1403" y="42082"/>
                  <a:pt x="1268" y="41936"/>
                </a:cubicBezTo>
                <a:cubicBezTo>
                  <a:pt x="1122" y="41801"/>
                  <a:pt x="1122" y="41655"/>
                  <a:pt x="988" y="41521"/>
                </a:cubicBezTo>
                <a:cubicBezTo>
                  <a:pt x="707" y="41094"/>
                  <a:pt x="146" y="40960"/>
                  <a:pt x="0" y="40253"/>
                </a:cubicBezTo>
                <a:lnTo>
                  <a:pt x="0" y="40253"/>
                </a:lnTo>
                <a:cubicBezTo>
                  <a:pt x="146" y="40960"/>
                  <a:pt x="427" y="41655"/>
                  <a:pt x="842" y="42082"/>
                </a:cubicBezTo>
                <a:cubicBezTo>
                  <a:pt x="988" y="42362"/>
                  <a:pt x="1122" y="42497"/>
                  <a:pt x="1268" y="42643"/>
                </a:cubicBezTo>
                <a:cubicBezTo>
                  <a:pt x="1268" y="42923"/>
                  <a:pt x="1403" y="43204"/>
                  <a:pt x="1549" y="43339"/>
                </a:cubicBezTo>
                <a:cubicBezTo>
                  <a:pt x="1684" y="43484"/>
                  <a:pt x="1829" y="43484"/>
                  <a:pt x="1964" y="43484"/>
                </a:cubicBezTo>
                <a:cubicBezTo>
                  <a:pt x="2245" y="43619"/>
                  <a:pt x="2390" y="43900"/>
                  <a:pt x="2525" y="44326"/>
                </a:cubicBezTo>
                <a:cubicBezTo>
                  <a:pt x="3793" y="46290"/>
                  <a:pt x="4769" y="48669"/>
                  <a:pt x="5757" y="50913"/>
                </a:cubicBezTo>
                <a:cubicBezTo>
                  <a:pt x="6172" y="51620"/>
                  <a:pt x="6453" y="52316"/>
                  <a:pt x="6599" y="53023"/>
                </a:cubicBezTo>
                <a:cubicBezTo>
                  <a:pt x="6733" y="53719"/>
                  <a:pt x="6733" y="54280"/>
                  <a:pt x="7014" y="54987"/>
                </a:cubicBezTo>
                <a:cubicBezTo>
                  <a:pt x="7160" y="55402"/>
                  <a:pt x="7575" y="55828"/>
                  <a:pt x="7294" y="56243"/>
                </a:cubicBezTo>
                <a:cubicBezTo>
                  <a:pt x="6976" y="56029"/>
                  <a:pt x="6652" y="55735"/>
                  <a:pt x="6331" y="55735"/>
                </a:cubicBezTo>
                <a:cubicBezTo>
                  <a:pt x="6233" y="55735"/>
                  <a:pt x="6135" y="55763"/>
                  <a:pt x="6038" y="55828"/>
                </a:cubicBezTo>
                <a:cubicBezTo>
                  <a:pt x="6318" y="56524"/>
                  <a:pt x="6733" y="57231"/>
                  <a:pt x="7294" y="57646"/>
                </a:cubicBezTo>
                <a:cubicBezTo>
                  <a:pt x="7440" y="57927"/>
                  <a:pt x="7721" y="58073"/>
                  <a:pt x="7855" y="58207"/>
                </a:cubicBezTo>
                <a:cubicBezTo>
                  <a:pt x="8562" y="59049"/>
                  <a:pt x="8697" y="60171"/>
                  <a:pt x="8978" y="61293"/>
                </a:cubicBezTo>
                <a:cubicBezTo>
                  <a:pt x="8978" y="61434"/>
                  <a:pt x="9374" y="63130"/>
                  <a:pt x="9272" y="63130"/>
                </a:cubicBezTo>
                <a:cubicBezTo>
                  <a:pt x="9268" y="63130"/>
                  <a:pt x="9263" y="63127"/>
                  <a:pt x="9258" y="63122"/>
                </a:cubicBezTo>
                <a:cubicBezTo>
                  <a:pt x="8697" y="62842"/>
                  <a:pt x="8136" y="62415"/>
                  <a:pt x="7721" y="61854"/>
                </a:cubicBezTo>
                <a:cubicBezTo>
                  <a:pt x="7294" y="61439"/>
                  <a:pt x="7014" y="61013"/>
                  <a:pt x="7160" y="60452"/>
                </a:cubicBezTo>
                <a:cubicBezTo>
                  <a:pt x="6879" y="60171"/>
                  <a:pt x="6599" y="60036"/>
                  <a:pt x="6318" y="60036"/>
                </a:cubicBezTo>
                <a:lnTo>
                  <a:pt x="6318" y="60598"/>
                </a:lnTo>
                <a:cubicBezTo>
                  <a:pt x="5476" y="60452"/>
                  <a:pt x="5050" y="59329"/>
                  <a:pt x="4489" y="58634"/>
                </a:cubicBezTo>
                <a:cubicBezTo>
                  <a:pt x="4354" y="58488"/>
                  <a:pt x="4074" y="58353"/>
                  <a:pt x="3928" y="58207"/>
                </a:cubicBezTo>
                <a:cubicBezTo>
                  <a:pt x="3793" y="57792"/>
                  <a:pt x="3647" y="57366"/>
                  <a:pt x="3513" y="56805"/>
                </a:cubicBezTo>
                <a:cubicBezTo>
                  <a:pt x="3367" y="56389"/>
                  <a:pt x="3086" y="55963"/>
                  <a:pt x="2671" y="55828"/>
                </a:cubicBezTo>
                <a:lnTo>
                  <a:pt x="2671" y="55828"/>
                </a:lnTo>
                <a:cubicBezTo>
                  <a:pt x="2806" y="56524"/>
                  <a:pt x="2806" y="57085"/>
                  <a:pt x="2952" y="57646"/>
                </a:cubicBezTo>
                <a:cubicBezTo>
                  <a:pt x="2952" y="58353"/>
                  <a:pt x="3086" y="58768"/>
                  <a:pt x="2671" y="59049"/>
                </a:cubicBezTo>
                <a:cubicBezTo>
                  <a:pt x="2525" y="59195"/>
                  <a:pt x="2671" y="59610"/>
                  <a:pt x="2806" y="59610"/>
                </a:cubicBezTo>
                <a:cubicBezTo>
                  <a:pt x="3086" y="59756"/>
                  <a:pt x="3232" y="59756"/>
                  <a:pt x="3513" y="59756"/>
                </a:cubicBezTo>
                <a:cubicBezTo>
                  <a:pt x="4074" y="59891"/>
                  <a:pt x="4354" y="60732"/>
                  <a:pt x="4769" y="61159"/>
                </a:cubicBezTo>
                <a:cubicBezTo>
                  <a:pt x="5050" y="61293"/>
                  <a:pt x="5196" y="61439"/>
                  <a:pt x="5476" y="61574"/>
                </a:cubicBezTo>
                <a:cubicBezTo>
                  <a:pt x="5757" y="61720"/>
                  <a:pt x="5892" y="62000"/>
                  <a:pt x="6038" y="62281"/>
                </a:cubicBezTo>
                <a:cubicBezTo>
                  <a:pt x="6599" y="62977"/>
                  <a:pt x="7014" y="63683"/>
                  <a:pt x="7440" y="64379"/>
                </a:cubicBezTo>
                <a:cubicBezTo>
                  <a:pt x="7855" y="64940"/>
                  <a:pt x="8136" y="65501"/>
                  <a:pt x="8562" y="66062"/>
                </a:cubicBezTo>
                <a:cubicBezTo>
                  <a:pt x="9819" y="68172"/>
                  <a:pt x="10526" y="70697"/>
                  <a:pt x="10807" y="73357"/>
                </a:cubicBezTo>
                <a:cubicBezTo>
                  <a:pt x="10941" y="73783"/>
                  <a:pt x="10941" y="74198"/>
                  <a:pt x="11087" y="74625"/>
                </a:cubicBezTo>
                <a:cubicBezTo>
                  <a:pt x="11368" y="74905"/>
                  <a:pt x="11503" y="75040"/>
                  <a:pt x="11648" y="75320"/>
                </a:cubicBezTo>
                <a:cubicBezTo>
                  <a:pt x="11783" y="75601"/>
                  <a:pt x="11783" y="75881"/>
                  <a:pt x="11783" y="76162"/>
                </a:cubicBezTo>
                <a:cubicBezTo>
                  <a:pt x="11929" y="77711"/>
                  <a:pt x="12209" y="79394"/>
                  <a:pt x="12344" y="80931"/>
                </a:cubicBezTo>
                <a:cubicBezTo>
                  <a:pt x="12771" y="83176"/>
                  <a:pt x="13051" y="85285"/>
                  <a:pt x="13332" y="87530"/>
                </a:cubicBezTo>
                <a:cubicBezTo>
                  <a:pt x="13466" y="88091"/>
                  <a:pt x="15576" y="88506"/>
                  <a:pt x="15991" y="88652"/>
                </a:cubicBezTo>
                <a:cubicBezTo>
                  <a:pt x="16979" y="89067"/>
                  <a:pt x="17955" y="89213"/>
                  <a:pt x="18797" y="89347"/>
                </a:cubicBezTo>
                <a:cubicBezTo>
                  <a:pt x="19638" y="89493"/>
                  <a:pt x="20345" y="89774"/>
                  <a:pt x="21041" y="89774"/>
                </a:cubicBezTo>
                <a:cubicBezTo>
                  <a:pt x="22028" y="89774"/>
                  <a:pt x="23005" y="89628"/>
                  <a:pt x="23992" y="89493"/>
                </a:cubicBezTo>
                <a:cubicBezTo>
                  <a:pt x="24127" y="87384"/>
                  <a:pt x="23712" y="85285"/>
                  <a:pt x="23566" y="83041"/>
                </a:cubicBezTo>
                <a:cubicBezTo>
                  <a:pt x="23431" y="81919"/>
                  <a:pt x="23431" y="80797"/>
                  <a:pt x="23431" y="79674"/>
                </a:cubicBezTo>
                <a:cubicBezTo>
                  <a:pt x="23285" y="77565"/>
                  <a:pt x="23151" y="75601"/>
                  <a:pt x="23151" y="73502"/>
                </a:cubicBezTo>
                <a:cubicBezTo>
                  <a:pt x="23005" y="72234"/>
                  <a:pt x="23005" y="70832"/>
                  <a:pt x="23151" y="69575"/>
                </a:cubicBezTo>
                <a:cubicBezTo>
                  <a:pt x="23285" y="66624"/>
                  <a:pt x="23992" y="63818"/>
                  <a:pt x="24127" y="60878"/>
                </a:cubicBezTo>
                <a:cubicBezTo>
                  <a:pt x="24273" y="59891"/>
                  <a:pt x="24273" y="58768"/>
                  <a:pt x="24969" y="58073"/>
                </a:cubicBezTo>
                <a:cubicBezTo>
                  <a:pt x="25249" y="57792"/>
                  <a:pt x="25676" y="57646"/>
                  <a:pt x="25956" y="57366"/>
                </a:cubicBezTo>
                <a:cubicBezTo>
                  <a:pt x="26371" y="57085"/>
                  <a:pt x="26517" y="56389"/>
                  <a:pt x="26237" y="56109"/>
                </a:cubicBezTo>
                <a:cubicBezTo>
                  <a:pt x="26156" y="56081"/>
                  <a:pt x="26071" y="56069"/>
                  <a:pt x="25983" y="56069"/>
                </a:cubicBezTo>
                <a:cubicBezTo>
                  <a:pt x="25608" y="56069"/>
                  <a:pt x="25196" y="56296"/>
                  <a:pt x="24969" y="56524"/>
                </a:cubicBezTo>
                <a:cubicBezTo>
                  <a:pt x="24770" y="56722"/>
                  <a:pt x="24572" y="56921"/>
                  <a:pt x="24373" y="56921"/>
                </a:cubicBezTo>
                <a:cubicBezTo>
                  <a:pt x="24291" y="56921"/>
                  <a:pt x="24209" y="56887"/>
                  <a:pt x="24127" y="56805"/>
                </a:cubicBezTo>
                <a:cubicBezTo>
                  <a:pt x="24553" y="54841"/>
                  <a:pt x="24553" y="52742"/>
                  <a:pt x="24407" y="50779"/>
                </a:cubicBezTo>
                <a:lnTo>
                  <a:pt x="24127" y="50779"/>
                </a:lnTo>
                <a:cubicBezTo>
                  <a:pt x="24127" y="51901"/>
                  <a:pt x="23566" y="52877"/>
                  <a:pt x="23431" y="53999"/>
                </a:cubicBezTo>
                <a:cubicBezTo>
                  <a:pt x="22724" y="56524"/>
                  <a:pt x="23285" y="59475"/>
                  <a:pt x="22590" y="62000"/>
                </a:cubicBezTo>
                <a:cubicBezTo>
                  <a:pt x="22444" y="62281"/>
                  <a:pt x="22309" y="62415"/>
                  <a:pt x="22163" y="62561"/>
                </a:cubicBezTo>
                <a:cubicBezTo>
                  <a:pt x="21883" y="62561"/>
                  <a:pt x="21748" y="62135"/>
                  <a:pt x="21748" y="61854"/>
                </a:cubicBezTo>
                <a:cubicBezTo>
                  <a:pt x="21041" y="57927"/>
                  <a:pt x="21187" y="53719"/>
                  <a:pt x="21187" y="49791"/>
                </a:cubicBezTo>
                <a:lnTo>
                  <a:pt x="21187" y="47973"/>
                </a:lnTo>
                <a:cubicBezTo>
                  <a:pt x="21467" y="47266"/>
                  <a:pt x="21748" y="46570"/>
                  <a:pt x="21883" y="45863"/>
                </a:cubicBezTo>
                <a:cubicBezTo>
                  <a:pt x="22028" y="45022"/>
                  <a:pt x="22028" y="43900"/>
                  <a:pt x="22444" y="43204"/>
                </a:cubicBezTo>
                <a:cubicBezTo>
                  <a:pt x="22590" y="42923"/>
                  <a:pt x="22870" y="42643"/>
                  <a:pt x="23151" y="42362"/>
                </a:cubicBezTo>
                <a:cubicBezTo>
                  <a:pt x="23285" y="42082"/>
                  <a:pt x="23566" y="41655"/>
                  <a:pt x="23431" y="41240"/>
                </a:cubicBezTo>
                <a:cubicBezTo>
                  <a:pt x="23431" y="41094"/>
                  <a:pt x="23285" y="40960"/>
                  <a:pt x="23151" y="40679"/>
                </a:cubicBezTo>
                <a:cubicBezTo>
                  <a:pt x="23005" y="40253"/>
                  <a:pt x="23005" y="39557"/>
                  <a:pt x="23285" y="39130"/>
                </a:cubicBezTo>
                <a:cubicBezTo>
                  <a:pt x="23566" y="38850"/>
                  <a:pt x="23846" y="38569"/>
                  <a:pt x="23566" y="38289"/>
                </a:cubicBezTo>
                <a:cubicBezTo>
                  <a:pt x="23550" y="38273"/>
                  <a:pt x="23530" y="38266"/>
                  <a:pt x="23505" y="38266"/>
                </a:cubicBezTo>
                <a:cubicBezTo>
                  <a:pt x="23073" y="38266"/>
                  <a:pt x="21306" y="40414"/>
                  <a:pt x="21041" y="40679"/>
                </a:cubicBezTo>
                <a:lnTo>
                  <a:pt x="20760" y="40679"/>
                </a:lnTo>
                <a:cubicBezTo>
                  <a:pt x="20480" y="39411"/>
                  <a:pt x="20480" y="38154"/>
                  <a:pt x="21322" y="37313"/>
                </a:cubicBezTo>
                <a:cubicBezTo>
                  <a:pt x="21467" y="37032"/>
                  <a:pt x="21748" y="36751"/>
                  <a:pt x="21883" y="36471"/>
                </a:cubicBezTo>
                <a:cubicBezTo>
                  <a:pt x="22028" y="36044"/>
                  <a:pt x="21883" y="35629"/>
                  <a:pt x="21883" y="35203"/>
                </a:cubicBezTo>
                <a:cubicBezTo>
                  <a:pt x="22028" y="34081"/>
                  <a:pt x="22724" y="33385"/>
                  <a:pt x="23005" y="32397"/>
                </a:cubicBezTo>
                <a:cubicBezTo>
                  <a:pt x="23431" y="31275"/>
                  <a:pt x="23712" y="30299"/>
                  <a:pt x="24273" y="29177"/>
                </a:cubicBezTo>
                <a:cubicBezTo>
                  <a:pt x="24407" y="28750"/>
                  <a:pt x="24688" y="28189"/>
                  <a:pt x="25114" y="27909"/>
                </a:cubicBezTo>
                <a:cubicBezTo>
                  <a:pt x="25249" y="27774"/>
                  <a:pt x="25395" y="27774"/>
                  <a:pt x="25530" y="27628"/>
                </a:cubicBezTo>
                <a:cubicBezTo>
                  <a:pt x="25676" y="27348"/>
                  <a:pt x="25676" y="27213"/>
                  <a:pt x="25676" y="26932"/>
                </a:cubicBezTo>
                <a:lnTo>
                  <a:pt x="24969" y="26932"/>
                </a:lnTo>
                <a:cubicBezTo>
                  <a:pt x="24969" y="26506"/>
                  <a:pt x="25249" y="26225"/>
                  <a:pt x="25530" y="25945"/>
                </a:cubicBezTo>
                <a:cubicBezTo>
                  <a:pt x="26091" y="25530"/>
                  <a:pt x="26371" y="24823"/>
                  <a:pt x="26652" y="24127"/>
                </a:cubicBezTo>
                <a:cubicBezTo>
                  <a:pt x="27213" y="22859"/>
                  <a:pt x="28055" y="21883"/>
                  <a:pt x="28896" y="20895"/>
                </a:cubicBezTo>
                <a:cubicBezTo>
                  <a:pt x="29323" y="20480"/>
                  <a:pt x="29457" y="19638"/>
                  <a:pt x="29738" y="19077"/>
                </a:cubicBezTo>
                <a:lnTo>
                  <a:pt x="29738" y="18931"/>
                </a:lnTo>
                <a:lnTo>
                  <a:pt x="29603" y="18931"/>
                </a:lnTo>
                <a:cubicBezTo>
                  <a:pt x="29603" y="18797"/>
                  <a:pt x="29323" y="18797"/>
                  <a:pt x="29177" y="18797"/>
                </a:cubicBezTo>
                <a:lnTo>
                  <a:pt x="28896" y="19212"/>
                </a:lnTo>
                <a:cubicBezTo>
                  <a:pt x="28762" y="19358"/>
                  <a:pt x="28481" y="19358"/>
                  <a:pt x="28335" y="19492"/>
                </a:cubicBezTo>
                <a:cubicBezTo>
                  <a:pt x="27920" y="19773"/>
                  <a:pt x="27639" y="20334"/>
                  <a:pt x="27359" y="20761"/>
                </a:cubicBezTo>
                <a:cubicBezTo>
                  <a:pt x="27078" y="21176"/>
                  <a:pt x="26932" y="21456"/>
                  <a:pt x="26652" y="21737"/>
                </a:cubicBezTo>
                <a:cubicBezTo>
                  <a:pt x="26371" y="22163"/>
                  <a:pt x="25956" y="22444"/>
                  <a:pt x="25530" y="22859"/>
                </a:cubicBezTo>
                <a:cubicBezTo>
                  <a:pt x="25395" y="23005"/>
                  <a:pt x="24834" y="24127"/>
                  <a:pt x="24688" y="24127"/>
                </a:cubicBezTo>
                <a:cubicBezTo>
                  <a:pt x="24407" y="24127"/>
                  <a:pt x="24127" y="23846"/>
                  <a:pt x="24127" y="23420"/>
                </a:cubicBezTo>
                <a:cubicBezTo>
                  <a:pt x="23992" y="23140"/>
                  <a:pt x="23992" y="22724"/>
                  <a:pt x="23992" y="22444"/>
                </a:cubicBezTo>
                <a:cubicBezTo>
                  <a:pt x="23992" y="21737"/>
                  <a:pt x="24127" y="21041"/>
                  <a:pt x="24127" y="20334"/>
                </a:cubicBezTo>
                <a:lnTo>
                  <a:pt x="24127" y="19638"/>
                </a:lnTo>
                <a:cubicBezTo>
                  <a:pt x="24407" y="18797"/>
                  <a:pt x="25530" y="18516"/>
                  <a:pt x="25810" y="17529"/>
                </a:cubicBezTo>
                <a:lnTo>
                  <a:pt x="25810" y="17248"/>
                </a:lnTo>
                <a:cubicBezTo>
                  <a:pt x="25676" y="17113"/>
                  <a:pt x="25530" y="17113"/>
                  <a:pt x="25395" y="17113"/>
                </a:cubicBezTo>
                <a:cubicBezTo>
                  <a:pt x="25249" y="17113"/>
                  <a:pt x="25114" y="17248"/>
                  <a:pt x="25114" y="17394"/>
                </a:cubicBezTo>
                <a:cubicBezTo>
                  <a:pt x="24834" y="17675"/>
                  <a:pt x="24688" y="17955"/>
                  <a:pt x="24407" y="18236"/>
                </a:cubicBezTo>
                <a:lnTo>
                  <a:pt x="24273" y="18370"/>
                </a:lnTo>
                <a:cubicBezTo>
                  <a:pt x="23992" y="18370"/>
                  <a:pt x="23992" y="18090"/>
                  <a:pt x="23992" y="17809"/>
                </a:cubicBezTo>
                <a:cubicBezTo>
                  <a:pt x="24127" y="16406"/>
                  <a:pt x="23431" y="15284"/>
                  <a:pt x="23566" y="13882"/>
                </a:cubicBezTo>
                <a:cubicBezTo>
                  <a:pt x="23566" y="13321"/>
                  <a:pt x="23712" y="12625"/>
                  <a:pt x="23712" y="12064"/>
                </a:cubicBezTo>
                <a:lnTo>
                  <a:pt x="23151" y="12064"/>
                </a:lnTo>
                <a:cubicBezTo>
                  <a:pt x="23005" y="12198"/>
                  <a:pt x="23005" y="12625"/>
                  <a:pt x="23005" y="12905"/>
                </a:cubicBezTo>
                <a:lnTo>
                  <a:pt x="23005" y="15284"/>
                </a:lnTo>
                <a:cubicBezTo>
                  <a:pt x="23005" y="16126"/>
                  <a:pt x="23151" y="16833"/>
                  <a:pt x="22870" y="17809"/>
                </a:cubicBezTo>
                <a:cubicBezTo>
                  <a:pt x="22870" y="17809"/>
                  <a:pt x="22724" y="17955"/>
                  <a:pt x="22724" y="18090"/>
                </a:cubicBezTo>
                <a:lnTo>
                  <a:pt x="22724" y="18651"/>
                </a:lnTo>
                <a:cubicBezTo>
                  <a:pt x="22590" y="19919"/>
                  <a:pt x="22444" y="21041"/>
                  <a:pt x="22444" y="22298"/>
                </a:cubicBezTo>
                <a:lnTo>
                  <a:pt x="22444" y="23981"/>
                </a:lnTo>
                <a:cubicBezTo>
                  <a:pt x="22444" y="24408"/>
                  <a:pt x="22590" y="24542"/>
                  <a:pt x="22444" y="24969"/>
                </a:cubicBezTo>
                <a:cubicBezTo>
                  <a:pt x="22444" y="25103"/>
                  <a:pt x="22444" y="25103"/>
                  <a:pt x="22309" y="25249"/>
                </a:cubicBezTo>
                <a:cubicBezTo>
                  <a:pt x="22163" y="25384"/>
                  <a:pt x="22028" y="25530"/>
                  <a:pt x="21883" y="25530"/>
                </a:cubicBezTo>
                <a:cubicBezTo>
                  <a:pt x="21883" y="26371"/>
                  <a:pt x="21883" y="27348"/>
                  <a:pt x="21602" y="28189"/>
                </a:cubicBezTo>
                <a:cubicBezTo>
                  <a:pt x="21602" y="28335"/>
                  <a:pt x="21467" y="28616"/>
                  <a:pt x="21467" y="28896"/>
                </a:cubicBezTo>
                <a:cubicBezTo>
                  <a:pt x="21322" y="29177"/>
                  <a:pt x="21467" y="29592"/>
                  <a:pt x="21322" y="29873"/>
                </a:cubicBezTo>
                <a:cubicBezTo>
                  <a:pt x="21322" y="30153"/>
                  <a:pt x="21187" y="30299"/>
                  <a:pt x="21041" y="30579"/>
                </a:cubicBezTo>
                <a:lnTo>
                  <a:pt x="20199" y="32263"/>
                </a:lnTo>
                <a:cubicBezTo>
                  <a:pt x="20065" y="32543"/>
                  <a:pt x="19784" y="32958"/>
                  <a:pt x="19638" y="33239"/>
                </a:cubicBezTo>
                <a:cubicBezTo>
                  <a:pt x="19638" y="33385"/>
                  <a:pt x="19504" y="33520"/>
                  <a:pt x="19358" y="33520"/>
                </a:cubicBezTo>
                <a:cubicBezTo>
                  <a:pt x="19285" y="33568"/>
                  <a:pt x="19219" y="33590"/>
                  <a:pt x="19158" y="33590"/>
                </a:cubicBezTo>
                <a:cubicBezTo>
                  <a:pt x="18517" y="33590"/>
                  <a:pt x="18529" y="31092"/>
                  <a:pt x="18662" y="30579"/>
                </a:cubicBezTo>
                <a:cubicBezTo>
                  <a:pt x="18797" y="29873"/>
                  <a:pt x="18797" y="29031"/>
                  <a:pt x="18662" y="28335"/>
                </a:cubicBezTo>
                <a:cubicBezTo>
                  <a:pt x="18662" y="27494"/>
                  <a:pt x="18516" y="26787"/>
                  <a:pt x="18662" y="25945"/>
                </a:cubicBezTo>
                <a:cubicBezTo>
                  <a:pt x="18662" y="24542"/>
                  <a:pt x="19223" y="23285"/>
                  <a:pt x="19223" y="21883"/>
                </a:cubicBezTo>
                <a:lnTo>
                  <a:pt x="19223" y="20480"/>
                </a:lnTo>
                <a:lnTo>
                  <a:pt x="19638" y="19638"/>
                </a:lnTo>
                <a:cubicBezTo>
                  <a:pt x="20065" y="18931"/>
                  <a:pt x="20065" y="17955"/>
                  <a:pt x="19784" y="17248"/>
                </a:cubicBezTo>
                <a:lnTo>
                  <a:pt x="19784" y="17248"/>
                </a:lnTo>
                <a:cubicBezTo>
                  <a:pt x="19638" y="17675"/>
                  <a:pt x="19504" y="18090"/>
                  <a:pt x="19223" y="18516"/>
                </a:cubicBezTo>
                <a:cubicBezTo>
                  <a:pt x="18943" y="19212"/>
                  <a:pt x="18662" y="19919"/>
                  <a:pt x="18516" y="20761"/>
                </a:cubicBezTo>
                <a:cubicBezTo>
                  <a:pt x="18516" y="21322"/>
                  <a:pt x="18516" y="21883"/>
                  <a:pt x="18236" y="22444"/>
                </a:cubicBezTo>
                <a:cubicBezTo>
                  <a:pt x="18236" y="22298"/>
                  <a:pt x="18236" y="22298"/>
                  <a:pt x="18101" y="22298"/>
                </a:cubicBezTo>
                <a:cubicBezTo>
                  <a:pt x="17955" y="21322"/>
                  <a:pt x="17674" y="20480"/>
                  <a:pt x="17820" y="19492"/>
                </a:cubicBezTo>
                <a:lnTo>
                  <a:pt x="18236" y="17809"/>
                </a:lnTo>
                <a:cubicBezTo>
                  <a:pt x="18236" y="17394"/>
                  <a:pt x="18236" y="16968"/>
                  <a:pt x="18381" y="16552"/>
                </a:cubicBezTo>
                <a:lnTo>
                  <a:pt x="18381" y="11076"/>
                </a:lnTo>
                <a:cubicBezTo>
                  <a:pt x="18516" y="9819"/>
                  <a:pt x="18797" y="8551"/>
                  <a:pt x="19223" y="7294"/>
                </a:cubicBezTo>
                <a:cubicBezTo>
                  <a:pt x="19223" y="7149"/>
                  <a:pt x="19358" y="6868"/>
                  <a:pt x="19358" y="6733"/>
                </a:cubicBezTo>
                <a:cubicBezTo>
                  <a:pt x="19784" y="6026"/>
                  <a:pt x="20199" y="5331"/>
                  <a:pt x="20760" y="4904"/>
                </a:cubicBezTo>
                <a:cubicBezTo>
                  <a:pt x="20906" y="4770"/>
                  <a:pt x="21041" y="4624"/>
                  <a:pt x="21041" y="4489"/>
                </a:cubicBezTo>
                <a:cubicBezTo>
                  <a:pt x="21187" y="4063"/>
                  <a:pt x="20906" y="3928"/>
                  <a:pt x="20626" y="3782"/>
                </a:cubicBezTo>
                <a:cubicBezTo>
                  <a:pt x="20199" y="3782"/>
                  <a:pt x="19784" y="4063"/>
                  <a:pt x="19504" y="4489"/>
                </a:cubicBezTo>
                <a:cubicBezTo>
                  <a:pt x="19077" y="4904"/>
                  <a:pt x="18943" y="5331"/>
                  <a:pt x="18662" y="5746"/>
                </a:cubicBezTo>
                <a:cubicBezTo>
                  <a:pt x="18558" y="5849"/>
                  <a:pt x="18461" y="5947"/>
                  <a:pt x="18360" y="5947"/>
                </a:cubicBezTo>
                <a:cubicBezTo>
                  <a:pt x="18319" y="5947"/>
                  <a:pt x="18278" y="5931"/>
                  <a:pt x="18236" y="5892"/>
                </a:cubicBezTo>
                <a:cubicBezTo>
                  <a:pt x="18101" y="5892"/>
                  <a:pt x="18101" y="5746"/>
                  <a:pt x="18101" y="5746"/>
                </a:cubicBezTo>
                <a:cubicBezTo>
                  <a:pt x="17540" y="4343"/>
                  <a:pt x="17394" y="2940"/>
                  <a:pt x="17259" y="1403"/>
                </a:cubicBezTo>
                <a:lnTo>
                  <a:pt x="17259" y="842"/>
                </a:lnTo>
                <a:cubicBezTo>
                  <a:pt x="17113" y="561"/>
                  <a:pt x="16698" y="281"/>
                  <a:pt x="1683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 name="Google Shape;915;p16"/>
          <p:cNvGrpSpPr/>
          <p:nvPr/>
        </p:nvGrpSpPr>
        <p:grpSpPr>
          <a:xfrm rot="-1142730">
            <a:off x="102430" y="124323"/>
            <a:ext cx="843254" cy="485041"/>
            <a:chOff x="8159005" y="135958"/>
            <a:chExt cx="701606" cy="403533"/>
          </a:xfrm>
        </p:grpSpPr>
        <p:sp>
          <p:nvSpPr>
            <p:cNvPr id="916" name="Google Shape;916;p16"/>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7" name="Google Shape;917;p16"/>
            <p:cNvGrpSpPr/>
            <p:nvPr/>
          </p:nvGrpSpPr>
          <p:grpSpPr>
            <a:xfrm rot="1195143">
              <a:off x="8470814" y="356793"/>
              <a:ext cx="47447" cy="25910"/>
              <a:chOff x="3467344" y="1694749"/>
              <a:chExt cx="114969" cy="62784"/>
            </a:xfrm>
          </p:grpSpPr>
          <p:sp>
            <p:nvSpPr>
              <p:cNvPr id="918" name="Google Shape;918;p1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1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20" name="Google Shape;920;p16"/>
          <p:cNvSpPr/>
          <p:nvPr/>
        </p:nvSpPr>
        <p:spPr>
          <a:xfrm rot="1694022">
            <a:off x="8264490" y="263122"/>
            <a:ext cx="760488" cy="368631"/>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6"/>
          <p:cNvSpPr/>
          <p:nvPr/>
        </p:nvSpPr>
        <p:spPr>
          <a:xfrm rot="-700629">
            <a:off x="8536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6"/>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6"/>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 name="Google Shape;924;p16"/>
          <p:cNvGrpSpPr/>
          <p:nvPr/>
        </p:nvGrpSpPr>
        <p:grpSpPr>
          <a:xfrm rot="5400000">
            <a:off x="466403" y="789714"/>
            <a:ext cx="115302" cy="115286"/>
            <a:chOff x="224199" y="4177823"/>
            <a:chExt cx="47708" cy="42738"/>
          </a:xfrm>
        </p:grpSpPr>
        <p:sp>
          <p:nvSpPr>
            <p:cNvPr id="925" name="Google Shape;925;p16"/>
            <p:cNvSpPr/>
            <p:nvPr/>
          </p:nvSpPr>
          <p:spPr>
            <a:xfrm>
              <a:off x="247860" y="417782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16"/>
            <p:cNvSpPr/>
            <p:nvPr/>
          </p:nvSpPr>
          <p:spPr>
            <a:xfrm>
              <a:off x="224199" y="4196899"/>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16"/>
            <p:cNvSpPr/>
            <p:nvPr/>
          </p:nvSpPr>
          <p:spPr>
            <a:xfrm>
              <a:off x="233754" y="4182373"/>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6"/>
            <p:cNvSpPr/>
            <p:nvPr/>
          </p:nvSpPr>
          <p:spPr>
            <a:xfrm>
              <a:off x="233754" y="418121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 name="Google Shape;929;p16"/>
          <p:cNvGrpSpPr/>
          <p:nvPr/>
        </p:nvGrpSpPr>
        <p:grpSpPr>
          <a:xfrm>
            <a:off x="441690" y="84828"/>
            <a:ext cx="42738" cy="47708"/>
            <a:chOff x="6529028" y="175578"/>
            <a:chExt cx="42738" cy="47708"/>
          </a:xfrm>
        </p:grpSpPr>
        <p:sp>
          <p:nvSpPr>
            <p:cNvPr id="930" name="Google Shape;93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16"/>
          <p:cNvGrpSpPr/>
          <p:nvPr/>
        </p:nvGrpSpPr>
        <p:grpSpPr>
          <a:xfrm>
            <a:off x="581690" y="194378"/>
            <a:ext cx="42738" cy="47708"/>
            <a:chOff x="6529028" y="175578"/>
            <a:chExt cx="42738" cy="47708"/>
          </a:xfrm>
        </p:grpSpPr>
        <p:sp>
          <p:nvSpPr>
            <p:cNvPr id="935" name="Google Shape;93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 name="Google Shape;939;p16"/>
          <p:cNvGrpSpPr/>
          <p:nvPr/>
        </p:nvGrpSpPr>
        <p:grpSpPr>
          <a:xfrm>
            <a:off x="915740" y="296778"/>
            <a:ext cx="42738" cy="47708"/>
            <a:chOff x="6529028" y="175578"/>
            <a:chExt cx="42738" cy="47708"/>
          </a:xfrm>
        </p:grpSpPr>
        <p:sp>
          <p:nvSpPr>
            <p:cNvPr id="940" name="Google Shape;94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 name="Google Shape;944;p16"/>
          <p:cNvGrpSpPr/>
          <p:nvPr/>
        </p:nvGrpSpPr>
        <p:grpSpPr>
          <a:xfrm>
            <a:off x="8674303" y="57478"/>
            <a:ext cx="42738" cy="47708"/>
            <a:chOff x="6529028" y="175578"/>
            <a:chExt cx="42738" cy="47708"/>
          </a:xfrm>
        </p:grpSpPr>
        <p:sp>
          <p:nvSpPr>
            <p:cNvPr id="945" name="Google Shape;94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 name="Google Shape;949;p16"/>
          <p:cNvGrpSpPr/>
          <p:nvPr/>
        </p:nvGrpSpPr>
        <p:grpSpPr>
          <a:xfrm>
            <a:off x="8971490" y="342991"/>
            <a:ext cx="42738" cy="47708"/>
            <a:chOff x="6529028" y="175578"/>
            <a:chExt cx="42738" cy="47708"/>
          </a:xfrm>
        </p:grpSpPr>
        <p:sp>
          <p:nvSpPr>
            <p:cNvPr id="950" name="Google Shape;95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 name="Google Shape;954;p16"/>
          <p:cNvGrpSpPr/>
          <p:nvPr/>
        </p:nvGrpSpPr>
        <p:grpSpPr>
          <a:xfrm>
            <a:off x="8562293" y="746372"/>
            <a:ext cx="103277" cy="115302"/>
            <a:chOff x="6529028" y="175578"/>
            <a:chExt cx="42738" cy="47708"/>
          </a:xfrm>
        </p:grpSpPr>
        <p:sp>
          <p:nvSpPr>
            <p:cNvPr id="955" name="Google Shape;955;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 name="Google Shape;959;p16"/>
          <p:cNvGrpSpPr/>
          <p:nvPr/>
        </p:nvGrpSpPr>
        <p:grpSpPr>
          <a:xfrm>
            <a:off x="8078293" y="160572"/>
            <a:ext cx="103277" cy="115302"/>
            <a:chOff x="6529028" y="175578"/>
            <a:chExt cx="42738" cy="47708"/>
          </a:xfrm>
        </p:grpSpPr>
        <p:sp>
          <p:nvSpPr>
            <p:cNvPr id="960" name="Google Shape;960;p16"/>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6"/>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16"/>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16"/>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TITLE_AND_BODY_1_1">
    <p:spTree>
      <p:nvGrpSpPr>
        <p:cNvPr id="1" name="Shape 964"/>
        <p:cNvGrpSpPr/>
        <p:nvPr/>
      </p:nvGrpSpPr>
      <p:grpSpPr>
        <a:xfrm>
          <a:off x="0" y="0"/>
          <a:ext cx="0" cy="0"/>
          <a:chOff x="0" y="0"/>
          <a:chExt cx="0" cy="0"/>
        </a:xfrm>
      </p:grpSpPr>
      <p:sp>
        <p:nvSpPr>
          <p:cNvPr id="965" name="Google Shape;965;p17"/>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r>
              <a:rPr lang="en-US"/>
              <a:t>Click to edit Master title style</a:t>
            </a:r>
            <a:endParaRPr/>
          </a:p>
        </p:txBody>
      </p:sp>
      <p:sp>
        <p:nvSpPr>
          <p:cNvPr id="966" name="Google Shape;966;p17"/>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
        <p:nvSpPr>
          <p:cNvPr id="967" name="Google Shape;967;p17"/>
          <p:cNvSpPr/>
          <p:nvPr/>
        </p:nvSpPr>
        <p:spPr>
          <a:xfrm>
            <a:off x="46375" y="-67275"/>
            <a:ext cx="906894" cy="5057202"/>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7"/>
          <p:cNvSpPr/>
          <p:nvPr/>
        </p:nvSpPr>
        <p:spPr>
          <a:xfrm>
            <a:off x="8424000"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7"/>
          <p:cNvSpPr/>
          <p:nvPr/>
        </p:nvSpPr>
        <p:spPr>
          <a:xfrm rot="-1734382">
            <a:off x="8300240" y="160857"/>
            <a:ext cx="760501" cy="368617"/>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7"/>
          <p:cNvSpPr/>
          <p:nvPr/>
        </p:nvSpPr>
        <p:spPr>
          <a:xfrm rot="-700629">
            <a:off x="61701" y="155162"/>
            <a:ext cx="514926" cy="20404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 name="Google Shape;971;p17"/>
          <p:cNvGrpSpPr/>
          <p:nvPr/>
        </p:nvGrpSpPr>
        <p:grpSpPr>
          <a:xfrm rot="-1142834">
            <a:off x="127151" y="325135"/>
            <a:ext cx="745361" cy="428737"/>
            <a:chOff x="8159005" y="135958"/>
            <a:chExt cx="701606" cy="403533"/>
          </a:xfrm>
        </p:grpSpPr>
        <p:sp>
          <p:nvSpPr>
            <p:cNvPr id="972" name="Google Shape;972;p17"/>
            <p:cNvSpPr/>
            <p:nvPr/>
          </p:nvSpPr>
          <p:spPr>
            <a:xfrm rot="347060">
              <a:off x="8174310" y="168911"/>
              <a:ext cx="670995" cy="337626"/>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7"/>
            <p:cNvGrpSpPr/>
            <p:nvPr/>
          </p:nvGrpSpPr>
          <p:grpSpPr>
            <a:xfrm rot="1195143">
              <a:off x="8470814" y="356793"/>
              <a:ext cx="47447" cy="25910"/>
              <a:chOff x="3467344" y="1694749"/>
              <a:chExt cx="114969" cy="62784"/>
            </a:xfrm>
          </p:grpSpPr>
          <p:sp>
            <p:nvSpPr>
              <p:cNvPr id="974" name="Google Shape;974;p1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6" name="Google Shape;976;p17"/>
          <p:cNvGrpSpPr/>
          <p:nvPr/>
        </p:nvGrpSpPr>
        <p:grpSpPr>
          <a:xfrm>
            <a:off x="8962343" y="539497"/>
            <a:ext cx="103277" cy="115302"/>
            <a:chOff x="6529028" y="175578"/>
            <a:chExt cx="42738" cy="47708"/>
          </a:xfrm>
        </p:grpSpPr>
        <p:sp>
          <p:nvSpPr>
            <p:cNvPr id="977" name="Google Shape;97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7"/>
          <p:cNvGrpSpPr/>
          <p:nvPr/>
        </p:nvGrpSpPr>
        <p:grpSpPr>
          <a:xfrm>
            <a:off x="106468" y="820472"/>
            <a:ext cx="103277" cy="115302"/>
            <a:chOff x="6529028" y="175578"/>
            <a:chExt cx="42738" cy="47708"/>
          </a:xfrm>
        </p:grpSpPr>
        <p:sp>
          <p:nvSpPr>
            <p:cNvPr id="982" name="Google Shape;98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 name="Google Shape;986;p17"/>
          <p:cNvGrpSpPr/>
          <p:nvPr/>
        </p:nvGrpSpPr>
        <p:grpSpPr>
          <a:xfrm>
            <a:off x="691853" y="57466"/>
            <a:ext cx="42738" cy="47708"/>
            <a:chOff x="6529028" y="175578"/>
            <a:chExt cx="42738" cy="47708"/>
          </a:xfrm>
        </p:grpSpPr>
        <p:sp>
          <p:nvSpPr>
            <p:cNvPr id="987" name="Google Shape;98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 name="Google Shape;991;p17"/>
          <p:cNvGrpSpPr/>
          <p:nvPr/>
        </p:nvGrpSpPr>
        <p:grpSpPr>
          <a:xfrm>
            <a:off x="994278" y="156491"/>
            <a:ext cx="42738" cy="47708"/>
            <a:chOff x="6529028" y="175578"/>
            <a:chExt cx="42738" cy="47708"/>
          </a:xfrm>
        </p:grpSpPr>
        <p:sp>
          <p:nvSpPr>
            <p:cNvPr id="992" name="Google Shape;99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 name="Google Shape;996;p17"/>
          <p:cNvGrpSpPr/>
          <p:nvPr/>
        </p:nvGrpSpPr>
        <p:grpSpPr>
          <a:xfrm>
            <a:off x="106478" y="105166"/>
            <a:ext cx="42738" cy="47708"/>
            <a:chOff x="6529028" y="175578"/>
            <a:chExt cx="42738" cy="47708"/>
          </a:xfrm>
        </p:grpSpPr>
        <p:sp>
          <p:nvSpPr>
            <p:cNvPr id="997" name="Google Shape;99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 name="Google Shape;1001;p17"/>
          <p:cNvGrpSpPr/>
          <p:nvPr/>
        </p:nvGrpSpPr>
        <p:grpSpPr>
          <a:xfrm>
            <a:off x="8471403" y="156491"/>
            <a:ext cx="42738" cy="47708"/>
            <a:chOff x="6529028" y="175578"/>
            <a:chExt cx="42738" cy="47708"/>
          </a:xfrm>
        </p:grpSpPr>
        <p:sp>
          <p:nvSpPr>
            <p:cNvPr id="1002" name="Google Shape;100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 name="Google Shape;1006;p17"/>
          <p:cNvGrpSpPr/>
          <p:nvPr/>
        </p:nvGrpSpPr>
        <p:grpSpPr>
          <a:xfrm>
            <a:off x="8514153" y="654791"/>
            <a:ext cx="42738" cy="47708"/>
            <a:chOff x="6529028" y="175578"/>
            <a:chExt cx="42738" cy="47708"/>
          </a:xfrm>
        </p:grpSpPr>
        <p:sp>
          <p:nvSpPr>
            <p:cNvPr id="1007" name="Google Shape;100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 name="Google Shape;1011;p17"/>
          <p:cNvGrpSpPr/>
          <p:nvPr/>
        </p:nvGrpSpPr>
        <p:grpSpPr>
          <a:xfrm>
            <a:off x="9065628" y="57466"/>
            <a:ext cx="42738" cy="47708"/>
            <a:chOff x="6529028" y="175578"/>
            <a:chExt cx="42738" cy="47708"/>
          </a:xfrm>
        </p:grpSpPr>
        <p:sp>
          <p:nvSpPr>
            <p:cNvPr id="1012" name="Google Shape;1012;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17"/>
          <p:cNvGrpSpPr/>
          <p:nvPr/>
        </p:nvGrpSpPr>
        <p:grpSpPr>
          <a:xfrm>
            <a:off x="7921743" y="156497"/>
            <a:ext cx="103277" cy="115302"/>
            <a:chOff x="6529028" y="175578"/>
            <a:chExt cx="42738" cy="47708"/>
          </a:xfrm>
        </p:grpSpPr>
        <p:sp>
          <p:nvSpPr>
            <p:cNvPr id="1017" name="Google Shape;1017;p17"/>
            <p:cNvSpPr/>
            <p:nvPr/>
          </p:nvSpPr>
          <p:spPr>
            <a:xfrm rot="5400000">
              <a:off x="6547894" y="180373"/>
              <a:ext cx="5005" cy="42738"/>
            </a:xfrm>
            <a:custGeom>
              <a:avLst/>
              <a:gdLst/>
              <a:ahLst/>
              <a:cxnLst/>
              <a:rect l="l" t="t" r="r" b="b"/>
              <a:pathLst>
                <a:path w="143" h="1221" extrusionOk="0">
                  <a:moveTo>
                    <a:pt x="0" y="0"/>
                  </a:moveTo>
                  <a:lnTo>
                    <a:pt x="0" y="676"/>
                  </a:lnTo>
                  <a:lnTo>
                    <a:pt x="0" y="1221"/>
                  </a:lnTo>
                  <a:cubicBezTo>
                    <a:pt x="142" y="1221"/>
                    <a:pt x="142" y="948"/>
                    <a:pt x="142" y="676"/>
                  </a:cubicBezTo>
                  <a:cubicBezTo>
                    <a:pt x="142" y="273"/>
                    <a:pt x="142"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7"/>
            <p:cNvSpPr/>
            <p:nvPr/>
          </p:nvSpPr>
          <p:spPr>
            <a:xfrm rot="5400000">
              <a:off x="6526543" y="197140"/>
              <a:ext cx="47708" cy="4585"/>
            </a:xfrm>
            <a:custGeom>
              <a:avLst/>
              <a:gdLst/>
              <a:ahLst/>
              <a:cxnLst/>
              <a:rect l="l" t="t" r="r" b="b"/>
              <a:pathLst>
                <a:path w="1363" h="131" extrusionOk="0">
                  <a:moveTo>
                    <a:pt x="676" y="0"/>
                  </a:moveTo>
                  <a:cubicBezTo>
                    <a:pt x="404" y="0"/>
                    <a:pt x="1" y="0"/>
                    <a:pt x="1" y="131"/>
                  </a:cubicBezTo>
                  <a:lnTo>
                    <a:pt x="1363" y="131"/>
                  </a:lnTo>
                  <a:cubicBezTo>
                    <a:pt x="1363" y="0"/>
                    <a:pt x="1091" y="0"/>
                    <a:pt x="6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7"/>
            <p:cNvSpPr/>
            <p:nvPr/>
          </p:nvSpPr>
          <p:spPr>
            <a:xfrm rot="5400000">
              <a:off x="6533106" y="189176"/>
              <a:ext cx="38153" cy="30067"/>
            </a:xfrm>
            <a:custGeom>
              <a:avLst/>
              <a:gdLst/>
              <a:ahLst/>
              <a:cxnLst/>
              <a:rect l="l" t="t" r="r" b="b"/>
              <a:pathLst>
                <a:path w="1090" h="859" extrusionOk="0">
                  <a:moveTo>
                    <a:pt x="1090" y="1"/>
                  </a:moveTo>
                  <a:cubicBezTo>
                    <a:pt x="948" y="1"/>
                    <a:pt x="818" y="143"/>
                    <a:pt x="545" y="415"/>
                  </a:cubicBezTo>
                  <a:cubicBezTo>
                    <a:pt x="273" y="546"/>
                    <a:pt x="0" y="818"/>
                    <a:pt x="0" y="818"/>
                  </a:cubicBezTo>
                  <a:cubicBezTo>
                    <a:pt x="0" y="846"/>
                    <a:pt x="11" y="858"/>
                    <a:pt x="30" y="858"/>
                  </a:cubicBezTo>
                  <a:cubicBezTo>
                    <a:pt x="107" y="858"/>
                    <a:pt x="326" y="660"/>
                    <a:pt x="545" y="546"/>
                  </a:cubicBezTo>
                  <a:lnTo>
                    <a:pt x="1090"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7"/>
            <p:cNvSpPr/>
            <p:nvPr/>
          </p:nvSpPr>
          <p:spPr>
            <a:xfrm rot="5400000">
              <a:off x="6534383" y="179778"/>
              <a:ext cx="28632" cy="39343"/>
            </a:xfrm>
            <a:custGeom>
              <a:avLst/>
              <a:gdLst/>
              <a:ahLst/>
              <a:cxnLst/>
              <a:rect l="l" t="t" r="r" b="b"/>
              <a:pathLst>
                <a:path w="818" h="1124" extrusionOk="0">
                  <a:moveTo>
                    <a:pt x="144" y="0"/>
                  </a:moveTo>
                  <a:cubicBezTo>
                    <a:pt x="135" y="0"/>
                    <a:pt x="131" y="11"/>
                    <a:pt x="131" y="34"/>
                  </a:cubicBezTo>
                  <a:cubicBezTo>
                    <a:pt x="0" y="34"/>
                    <a:pt x="273" y="306"/>
                    <a:pt x="403" y="579"/>
                  </a:cubicBezTo>
                  <a:cubicBezTo>
                    <a:pt x="676" y="851"/>
                    <a:pt x="818" y="1124"/>
                    <a:pt x="818" y="1124"/>
                  </a:cubicBezTo>
                  <a:cubicBezTo>
                    <a:pt x="818" y="993"/>
                    <a:pt x="676" y="721"/>
                    <a:pt x="545" y="448"/>
                  </a:cubicBezTo>
                  <a:cubicBezTo>
                    <a:pt x="321" y="224"/>
                    <a:pt x="185" y="0"/>
                    <a:pt x="1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 name="Google Shape;1021;p17"/>
          <p:cNvSpPr/>
          <p:nvPr/>
        </p:nvSpPr>
        <p:spPr>
          <a:xfrm flipH="1">
            <a:off x="4446278" y="4763575"/>
            <a:ext cx="4697772" cy="37992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7"/>
          <p:cNvSpPr/>
          <p:nvPr/>
        </p:nvSpPr>
        <p:spPr>
          <a:xfrm>
            <a:off x="0" y="4895101"/>
            <a:ext cx="9144062" cy="248384"/>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7"/>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Darker Grotesque SemiBold"/>
              <a:buChar char="●"/>
              <a:defRPr sz="1200"/>
            </a:lvl1pPr>
            <a:lvl2pPr marL="914400" lvl="1" indent="-317500" rtl="0">
              <a:lnSpc>
                <a:spcPct val="115000"/>
              </a:lnSpc>
              <a:spcBef>
                <a:spcPts val="0"/>
              </a:spcBef>
              <a:spcAft>
                <a:spcPts val="0"/>
              </a:spcAft>
              <a:buSzPts val="1400"/>
              <a:buFont typeface="Darker Grotesque SemiBold"/>
              <a:buChar char="○"/>
              <a:defRPr/>
            </a:lvl2pPr>
            <a:lvl3pPr marL="1371600" lvl="2" indent="-317500" rtl="0">
              <a:lnSpc>
                <a:spcPct val="115000"/>
              </a:lnSpc>
              <a:spcBef>
                <a:spcPts val="0"/>
              </a:spcBef>
              <a:spcAft>
                <a:spcPts val="0"/>
              </a:spcAft>
              <a:buSzPts val="1400"/>
              <a:buFont typeface="Darker Grotesque SemiBold"/>
              <a:buChar char="■"/>
              <a:defRPr/>
            </a:lvl3pPr>
            <a:lvl4pPr marL="1828800" lvl="3" indent="-317500" rtl="0">
              <a:lnSpc>
                <a:spcPct val="115000"/>
              </a:lnSpc>
              <a:spcBef>
                <a:spcPts val="0"/>
              </a:spcBef>
              <a:spcAft>
                <a:spcPts val="0"/>
              </a:spcAft>
              <a:buSzPts val="1400"/>
              <a:buFont typeface="Darker Grotesque SemiBold"/>
              <a:buChar char="●"/>
              <a:defRPr/>
            </a:lvl4pPr>
            <a:lvl5pPr marL="2286000" lvl="4" indent="-317500" rtl="0">
              <a:lnSpc>
                <a:spcPct val="115000"/>
              </a:lnSpc>
              <a:spcBef>
                <a:spcPts val="0"/>
              </a:spcBef>
              <a:spcAft>
                <a:spcPts val="0"/>
              </a:spcAft>
              <a:buSzPts val="1400"/>
              <a:buFont typeface="Darker Grotesque SemiBold"/>
              <a:buChar char="○"/>
              <a:defRPr/>
            </a:lvl5pPr>
            <a:lvl6pPr marL="2743200" lvl="5" indent="-317500" rtl="0">
              <a:lnSpc>
                <a:spcPct val="115000"/>
              </a:lnSpc>
              <a:spcBef>
                <a:spcPts val="0"/>
              </a:spcBef>
              <a:spcAft>
                <a:spcPts val="0"/>
              </a:spcAft>
              <a:buSzPts val="1400"/>
              <a:buFont typeface="Darker Grotesque SemiBold"/>
              <a:buChar char="■"/>
              <a:defRPr/>
            </a:lvl6pPr>
            <a:lvl7pPr marL="3200400" lvl="6" indent="-317500" rtl="0">
              <a:lnSpc>
                <a:spcPct val="115000"/>
              </a:lnSpc>
              <a:spcBef>
                <a:spcPts val="0"/>
              </a:spcBef>
              <a:spcAft>
                <a:spcPts val="0"/>
              </a:spcAft>
              <a:buSzPts val="1400"/>
              <a:buFont typeface="Darker Grotesque SemiBold"/>
              <a:buChar char="●"/>
              <a:defRPr/>
            </a:lvl7pPr>
            <a:lvl8pPr marL="3657600" lvl="7" indent="-317500" rtl="0">
              <a:lnSpc>
                <a:spcPct val="115000"/>
              </a:lnSpc>
              <a:spcBef>
                <a:spcPts val="0"/>
              </a:spcBef>
              <a:spcAft>
                <a:spcPts val="0"/>
              </a:spcAft>
              <a:buSzPts val="1400"/>
              <a:buFont typeface="Darker Grotesque SemiBold"/>
              <a:buChar char="○"/>
              <a:defRPr/>
            </a:lvl8pPr>
            <a:lvl9pPr marL="4114800" lvl="8" indent="-317500" rtl="0">
              <a:lnSpc>
                <a:spcPct val="115000"/>
              </a:lnSpc>
              <a:spcBef>
                <a:spcPts val="0"/>
              </a:spcBef>
              <a:spcAft>
                <a:spcPts val="0"/>
              </a:spcAft>
              <a:buSzPts val="1400"/>
              <a:buFont typeface="Darker Grotesque SemiBold"/>
              <a:buChar char="■"/>
              <a:defRPr/>
            </a:lvl9pPr>
          </a:lstStyle>
          <a:p>
            <a:pPr lvl="0"/>
            <a:r>
              <a:rPr lang="en-US"/>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239"/>
        <p:cNvGrpSpPr/>
        <p:nvPr/>
      </p:nvGrpSpPr>
      <p:grpSpPr>
        <a:xfrm>
          <a:off x="0" y="0"/>
          <a:ext cx="0" cy="0"/>
          <a:chOff x="0" y="0"/>
          <a:chExt cx="0" cy="0"/>
        </a:xfrm>
      </p:grpSpPr>
      <p:sp>
        <p:nvSpPr>
          <p:cNvPr id="1240" name="Google Shape;1240;p21"/>
          <p:cNvSpPr/>
          <p:nvPr/>
        </p:nvSpPr>
        <p:spPr>
          <a:xfrm>
            <a:off x="134000" y="-12"/>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1"/>
          <p:cNvSpPr/>
          <p:nvPr/>
        </p:nvSpPr>
        <p:spPr>
          <a:xfrm>
            <a:off x="1288375" y="10950"/>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1"/>
          <p:cNvSpPr/>
          <p:nvPr/>
        </p:nvSpPr>
        <p:spPr>
          <a:xfrm>
            <a:off x="6337375"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21"/>
          <p:cNvSpPr/>
          <p:nvPr/>
        </p:nvSpPr>
        <p:spPr>
          <a:xfrm>
            <a:off x="8847075" y="0"/>
            <a:ext cx="296925" cy="5067317"/>
          </a:xfrm>
          <a:custGeom>
            <a:avLst/>
            <a:gdLst/>
            <a:ahLst/>
            <a:cxnLst/>
            <a:rect l="l" t="t" r="r" b="b"/>
            <a:pathLst>
              <a:path w="2005" h="36731" extrusionOk="0">
                <a:moveTo>
                  <a:pt x="0" y="0"/>
                </a:moveTo>
                <a:cubicBezTo>
                  <a:pt x="0" y="0"/>
                  <a:pt x="287" y="6661"/>
                  <a:pt x="504" y="8093"/>
                </a:cubicBezTo>
                <a:cubicBezTo>
                  <a:pt x="791" y="9594"/>
                  <a:pt x="1862" y="12887"/>
                  <a:pt x="1936" y="14680"/>
                </a:cubicBezTo>
                <a:cubicBezTo>
                  <a:pt x="1936" y="16398"/>
                  <a:pt x="1220" y="23271"/>
                  <a:pt x="859" y="25419"/>
                </a:cubicBezTo>
                <a:cubicBezTo>
                  <a:pt x="573" y="27636"/>
                  <a:pt x="143" y="36301"/>
                  <a:pt x="143" y="36301"/>
                </a:cubicBezTo>
                <a:lnTo>
                  <a:pt x="2005" y="36731"/>
                </a:lnTo>
                <a:lnTo>
                  <a:pt x="2005" y="9382"/>
                </a:lnTo>
                <a:cubicBezTo>
                  <a:pt x="1793" y="8379"/>
                  <a:pt x="1575" y="7589"/>
                  <a:pt x="1575" y="7091"/>
                </a:cubicBezTo>
                <a:cubicBezTo>
                  <a:pt x="1363" y="5802"/>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1"/>
          <p:cNvSpPr/>
          <p:nvPr/>
        </p:nvSpPr>
        <p:spPr>
          <a:xfrm>
            <a:off x="5536250"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1"/>
          <p:cNvSpPr/>
          <p:nvPr/>
        </p:nvSpPr>
        <p:spPr>
          <a:xfrm>
            <a:off x="7269475" y="25"/>
            <a:ext cx="604080" cy="5143456"/>
          </a:xfrm>
          <a:custGeom>
            <a:avLst/>
            <a:gdLst/>
            <a:ahLst/>
            <a:cxnLst/>
            <a:rect l="l" t="t" r="r" b="b"/>
            <a:pathLst>
              <a:path w="4079" h="39452" extrusionOk="0">
                <a:moveTo>
                  <a:pt x="1003" y="0"/>
                </a:moveTo>
                <a:cubicBezTo>
                  <a:pt x="1003" y="0"/>
                  <a:pt x="860" y="1650"/>
                  <a:pt x="928" y="2938"/>
                </a:cubicBezTo>
                <a:cubicBezTo>
                  <a:pt x="1072" y="4227"/>
                  <a:pt x="1787" y="11959"/>
                  <a:pt x="2005" y="14176"/>
                </a:cubicBezTo>
                <a:cubicBezTo>
                  <a:pt x="2217" y="16398"/>
                  <a:pt x="2360" y="19331"/>
                  <a:pt x="2005" y="21553"/>
                </a:cubicBezTo>
                <a:cubicBezTo>
                  <a:pt x="1644" y="23701"/>
                  <a:pt x="1146" y="30431"/>
                  <a:pt x="860" y="32934"/>
                </a:cubicBezTo>
                <a:cubicBezTo>
                  <a:pt x="573" y="35511"/>
                  <a:pt x="0" y="39452"/>
                  <a:pt x="0" y="39452"/>
                </a:cubicBezTo>
                <a:lnTo>
                  <a:pt x="3649" y="39234"/>
                </a:lnTo>
                <a:cubicBezTo>
                  <a:pt x="3649" y="39234"/>
                  <a:pt x="3076" y="37372"/>
                  <a:pt x="3007" y="36015"/>
                </a:cubicBezTo>
                <a:cubicBezTo>
                  <a:pt x="2933" y="34652"/>
                  <a:pt x="3151" y="29497"/>
                  <a:pt x="3219" y="27492"/>
                </a:cubicBezTo>
                <a:cubicBezTo>
                  <a:pt x="3219" y="25488"/>
                  <a:pt x="3935" y="20906"/>
                  <a:pt x="4010" y="19548"/>
                </a:cubicBezTo>
                <a:cubicBezTo>
                  <a:pt x="4079" y="18185"/>
                  <a:pt x="3506" y="13391"/>
                  <a:pt x="3219" y="10596"/>
                </a:cubicBezTo>
                <a:cubicBezTo>
                  <a:pt x="2933" y="7807"/>
                  <a:pt x="2360" y="0"/>
                  <a:pt x="2360"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1"/>
          <p:cNvSpPr/>
          <p:nvPr/>
        </p:nvSpPr>
        <p:spPr>
          <a:xfrm>
            <a:off x="5043800" y="0"/>
            <a:ext cx="435229"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1"/>
          <p:cNvSpPr/>
          <p:nvPr/>
        </p:nvSpPr>
        <p:spPr>
          <a:xfrm>
            <a:off x="4052713"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1"/>
          <p:cNvSpPr/>
          <p:nvPr/>
        </p:nvSpPr>
        <p:spPr>
          <a:xfrm>
            <a:off x="33563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21"/>
          <p:cNvSpPr/>
          <p:nvPr/>
        </p:nvSpPr>
        <p:spPr>
          <a:xfrm>
            <a:off x="22761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1"/>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65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a:t>Click to edit Master title style</a:t>
            </a:r>
            <a:endParaRPr/>
          </a:p>
        </p:txBody>
      </p:sp>
      <p:sp>
        <p:nvSpPr>
          <p:cNvPr id="1251" name="Google Shape;1251;p21"/>
          <p:cNvSpPr txBox="1">
            <a:spLocks noGrp="1"/>
          </p:cNvSpPr>
          <p:nvPr>
            <p:ph type="subTitle" idx="1"/>
          </p:nvPr>
        </p:nvSpPr>
        <p:spPr>
          <a:xfrm>
            <a:off x="939900" y="1612850"/>
            <a:ext cx="4448100" cy="123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r>
              <a:rPr lang="en-US"/>
              <a:t>Click to edit Master subtitle style</a:t>
            </a:r>
            <a:endParaRPr/>
          </a:p>
        </p:txBody>
      </p:sp>
      <p:sp>
        <p:nvSpPr>
          <p:cNvPr id="1252" name="Google Shape;1252;p21"/>
          <p:cNvSpPr txBox="1"/>
          <p:nvPr/>
        </p:nvSpPr>
        <p:spPr>
          <a:xfrm>
            <a:off x="939900" y="3459550"/>
            <a:ext cx="43563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a:solidFill>
                  <a:schemeClr val="dk1"/>
                </a:solidFill>
                <a:latin typeface="Darker Grotesque Medium"/>
                <a:ea typeface="Darker Grotesque Medium"/>
                <a:cs typeface="Darker Grotesque Medium"/>
                <a:sym typeface="Darker Grotesque Medium"/>
              </a:rPr>
              <a:t>CREDITS: This presentation template was created by </a:t>
            </a:r>
            <a:r>
              <a:rPr lang="en" sz="1200" b="1" u="sng">
                <a:solidFill>
                  <a:schemeClr val="hlink"/>
                </a:solidFill>
                <a:latin typeface="Darker Grotesque"/>
                <a:ea typeface="Darker Grotesque"/>
                <a:cs typeface="Darker Grotesque"/>
                <a:sym typeface="Darker Grotesque"/>
                <a:hlinkClick r:id="rId2"/>
              </a:rPr>
              <a:t>Slidesgo</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includes icons by </a:t>
            </a:r>
            <a:r>
              <a:rPr lang="en" sz="1200" b="1" u="sng">
                <a:solidFill>
                  <a:schemeClr val="dk1"/>
                </a:solidFill>
                <a:latin typeface="Darker Grotesque"/>
                <a:ea typeface="Darker Grotesque"/>
                <a:cs typeface="Darker Grotesque"/>
                <a:sym typeface="Darker Grotesque"/>
                <a:hlinkClick r:id="rId3">
                  <a:extLst>
                    <a:ext uri="{A12FA001-AC4F-418D-AE19-62706E023703}">
                      <ahyp:hlinkClr xmlns:ahyp="http://schemas.microsoft.com/office/drawing/2018/hyperlinkcolor" val="tx"/>
                    </a:ext>
                  </a:extLst>
                </a:hlinkClick>
              </a:rPr>
              <a:t>Flaticon</a:t>
            </a:r>
            <a:r>
              <a:rPr lang="en" sz="1200" b="1">
                <a:solidFill>
                  <a:schemeClr val="dk1"/>
                </a:solidFill>
                <a:latin typeface="Darker Grotesque"/>
                <a:ea typeface="Darker Grotesque"/>
                <a:cs typeface="Darker Grotesque"/>
                <a:sym typeface="Darker Grotesque"/>
              </a:rPr>
              <a:t>,</a:t>
            </a:r>
            <a:r>
              <a:rPr lang="en" sz="1200">
                <a:solidFill>
                  <a:schemeClr val="dk1"/>
                </a:solidFill>
                <a:latin typeface="Darker Grotesque Medium"/>
                <a:ea typeface="Darker Grotesque Medium"/>
                <a:cs typeface="Darker Grotesque Medium"/>
                <a:sym typeface="Darker Grotesque Medium"/>
              </a:rPr>
              <a:t> and infographics &amp; images by </a:t>
            </a:r>
            <a:r>
              <a:rPr lang="en" sz="1200" b="1" u="sng">
                <a:solidFill>
                  <a:schemeClr val="dk1"/>
                </a:solidFill>
                <a:latin typeface="Darker Grotesque"/>
                <a:ea typeface="Darker Grotesque"/>
                <a:cs typeface="Darker Grotesque"/>
                <a:sym typeface="Darker Grotesque"/>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Darker Grotesque"/>
                <a:ea typeface="Darker Grotesque"/>
                <a:cs typeface="Darker Grotesque"/>
                <a:sym typeface="Darker Grotesque"/>
              </a:rPr>
              <a:t> </a:t>
            </a:r>
            <a:endParaRPr sz="1200" b="1" u="sng">
              <a:solidFill>
                <a:schemeClr val="dk1"/>
              </a:solidFill>
              <a:latin typeface="Darker Grotesque"/>
              <a:ea typeface="Darker Grotesque"/>
              <a:cs typeface="Darker Grotesque"/>
              <a:sym typeface="Darker Grotesque"/>
            </a:endParaRPr>
          </a:p>
        </p:txBody>
      </p:sp>
      <p:sp>
        <p:nvSpPr>
          <p:cNvPr id="1253" name="Google Shape;1253;p21"/>
          <p:cNvSpPr/>
          <p:nvPr/>
        </p:nvSpPr>
        <p:spPr>
          <a:xfrm>
            <a:off x="801830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1"/>
          <p:cNvSpPr/>
          <p:nvPr/>
        </p:nvSpPr>
        <p:spPr>
          <a:xfrm>
            <a:off x="0" y="4858825"/>
            <a:ext cx="9144062" cy="284675"/>
          </a:xfrm>
          <a:custGeom>
            <a:avLst/>
            <a:gdLst/>
            <a:ahLst/>
            <a:cxnLst/>
            <a:rect l="l" t="t" r="r" b="b"/>
            <a:pathLst>
              <a:path w="71596" h="11387" extrusionOk="0">
                <a:moveTo>
                  <a:pt x="1" y="0"/>
                </a:moveTo>
                <a:lnTo>
                  <a:pt x="1" y="11386"/>
                </a:lnTo>
                <a:lnTo>
                  <a:pt x="71596" y="11386"/>
                </a:lnTo>
                <a:lnTo>
                  <a:pt x="71596" y="4153"/>
                </a:lnTo>
                <a:lnTo>
                  <a:pt x="69019" y="3866"/>
                </a:lnTo>
                <a:cubicBezTo>
                  <a:pt x="69019" y="3866"/>
                  <a:pt x="60792" y="495"/>
                  <a:pt x="59846" y="495"/>
                </a:cubicBezTo>
                <a:cubicBezTo>
                  <a:pt x="59817" y="495"/>
                  <a:pt x="59795" y="498"/>
                  <a:pt x="59780" y="504"/>
                </a:cubicBezTo>
                <a:cubicBezTo>
                  <a:pt x="59282" y="790"/>
                  <a:pt x="56487" y="2795"/>
                  <a:pt x="55702" y="2795"/>
                </a:cubicBezTo>
                <a:cubicBezTo>
                  <a:pt x="54843" y="2795"/>
                  <a:pt x="53554" y="3081"/>
                  <a:pt x="52695" y="3293"/>
                </a:cubicBezTo>
                <a:cubicBezTo>
                  <a:pt x="51862" y="3432"/>
                  <a:pt x="44041" y="6528"/>
                  <a:pt x="43164" y="6528"/>
                </a:cubicBezTo>
                <a:cubicBezTo>
                  <a:pt x="43136" y="6528"/>
                  <a:pt x="43115" y="6525"/>
                  <a:pt x="43101" y="6518"/>
                </a:cubicBezTo>
                <a:cubicBezTo>
                  <a:pt x="42677" y="6303"/>
                  <a:pt x="30113" y="931"/>
                  <a:pt x="28964" y="931"/>
                </a:cubicBezTo>
                <a:cubicBezTo>
                  <a:pt x="28949" y="931"/>
                  <a:pt x="28936" y="932"/>
                  <a:pt x="28925" y="934"/>
                </a:cubicBezTo>
                <a:cubicBezTo>
                  <a:pt x="28018" y="1073"/>
                  <a:pt x="19209" y="3374"/>
                  <a:pt x="17987" y="3374"/>
                </a:cubicBezTo>
                <a:cubicBezTo>
                  <a:pt x="17951" y="3374"/>
                  <a:pt x="17922" y="3372"/>
                  <a:pt x="17900" y="3368"/>
                </a:cubicBezTo>
                <a:cubicBezTo>
                  <a:pt x="17171" y="3167"/>
                  <a:pt x="13707" y="2787"/>
                  <a:pt x="12780" y="2787"/>
                </a:cubicBezTo>
                <a:cubicBezTo>
                  <a:pt x="12701" y="2787"/>
                  <a:pt x="12641" y="2789"/>
                  <a:pt x="12602" y="2795"/>
                </a:cubicBezTo>
                <a:cubicBezTo>
                  <a:pt x="12239" y="2916"/>
                  <a:pt x="9583" y="3342"/>
                  <a:pt x="8376" y="3342"/>
                </a:cubicBezTo>
                <a:cubicBezTo>
                  <a:pt x="8151" y="3342"/>
                  <a:pt x="7977" y="3327"/>
                  <a:pt x="7876" y="3293"/>
                </a:cubicBezTo>
                <a:cubicBezTo>
                  <a:pt x="7516" y="3081"/>
                  <a:pt x="3008" y="1220"/>
                  <a:pt x="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1"/>
          <p:cNvSpPr/>
          <p:nvPr/>
        </p:nvSpPr>
        <p:spPr>
          <a:xfrm rot="-700338">
            <a:off x="150297" y="189390"/>
            <a:ext cx="547764" cy="2171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6" name="Google Shape;1256;p21"/>
          <p:cNvGrpSpPr/>
          <p:nvPr/>
        </p:nvGrpSpPr>
        <p:grpSpPr>
          <a:xfrm rot="-1560137" flipH="1">
            <a:off x="8483627" y="240799"/>
            <a:ext cx="562778" cy="371050"/>
            <a:chOff x="201499" y="3290704"/>
            <a:chExt cx="2376935" cy="1567156"/>
          </a:xfrm>
        </p:grpSpPr>
        <p:sp>
          <p:nvSpPr>
            <p:cNvPr id="1257" name="Google Shape;1257;p21"/>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 name="Google Shape;1258;p21"/>
            <p:cNvGrpSpPr/>
            <p:nvPr/>
          </p:nvGrpSpPr>
          <p:grpSpPr>
            <a:xfrm rot="769064">
              <a:off x="1679606" y="4257440"/>
              <a:ext cx="171378" cy="93552"/>
              <a:chOff x="3467344" y="1694749"/>
              <a:chExt cx="114969" cy="62784"/>
            </a:xfrm>
          </p:grpSpPr>
          <p:sp>
            <p:nvSpPr>
              <p:cNvPr id="1259" name="Google Shape;1259;p2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1" name="Google Shape;1261;p21"/>
          <p:cNvGrpSpPr/>
          <p:nvPr/>
        </p:nvGrpSpPr>
        <p:grpSpPr>
          <a:xfrm rot="1100226">
            <a:off x="79973" y="629546"/>
            <a:ext cx="47742" cy="47707"/>
            <a:chOff x="8670282" y="1248364"/>
            <a:chExt cx="47743" cy="47708"/>
          </a:xfrm>
        </p:grpSpPr>
        <p:sp>
          <p:nvSpPr>
            <p:cNvPr id="1262" name="Google Shape;126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 name="Google Shape;1266;p21"/>
          <p:cNvGrpSpPr/>
          <p:nvPr/>
        </p:nvGrpSpPr>
        <p:grpSpPr>
          <a:xfrm rot="1100226">
            <a:off x="764671" y="284880"/>
            <a:ext cx="75972" cy="84122"/>
            <a:chOff x="7553342" y="94254"/>
            <a:chExt cx="43123" cy="47743"/>
          </a:xfrm>
        </p:grpSpPr>
        <p:sp>
          <p:nvSpPr>
            <p:cNvPr id="1267" name="Google Shape;126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 name="Google Shape;1271;p21"/>
          <p:cNvGrpSpPr/>
          <p:nvPr/>
        </p:nvGrpSpPr>
        <p:grpSpPr>
          <a:xfrm rot="1100226">
            <a:off x="570252" y="803535"/>
            <a:ext cx="47742" cy="47707"/>
            <a:chOff x="8670282" y="1248364"/>
            <a:chExt cx="47743" cy="47708"/>
          </a:xfrm>
        </p:grpSpPr>
        <p:sp>
          <p:nvSpPr>
            <p:cNvPr id="1272" name="Google Shape;127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 name="Google Shape;1276;p21"/>
          <p:cNvGrpSpPr/>
          <p:nvPr/>
        </p:nvGrpSpPr>
        <p:grpSpPr>
          <a:xfrm rot="1100226">
            <a:off x="227577" y="976587"/>
            <a:ext cx="47742" cy="47707"/>
            <a:chOff x="8670282" y="1248364"/>
            <a:chExt cx="47743" cy="47708"/>
          </a:xfrm>
        </p:grpSpPr>
        <p:sp>
          <p:nvSpPr>
            <p:cNvPr id="1277" name="Google Shape;127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1" name="Google Shape;1281;p21"/>
          <p:cNvGrpSpPr/>
          <p:nvPr/>
        </p:nvGrpSpPr>
        <p:grpSpPr>
          <a:xfrm rot="1100297">
            <a:off x="8599494" y="181142"/>
            <a:ext cx="75973" cy="84122"/>
            <a:chOff x="7553342" y="94254"/>
            <a:chExt cx="43123" cy="47743"/>
          </a:xfrm>
        </p:grpSpPr>
        <p:sp>
          <p:nvSpPr>
            <p:cNvPr id="1282" name="Google Shape;128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 name="Google Shape;1286;p21"/>
          <p:cNvGrpSpPr/>
          <p:nvPr/>
        </p:nvGrpSpPr>
        <p:grpSpPr>
          <a:xfrm rot="1100279">
            <a:off x="8703376" y="759146"/>
            <a:ext cx="123275" cy="136496"/>
            <a:chOff x="7553342" y="94254"/>
            <a:chExt cx="43123" cy="47743"/>
          </a:xfrm>
        </p:grpSpPr>
        <p:sp>
          <p:nvSpPr>
            <p:cNvPr id="1287" name="Google Shape;128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 name="Google Shape;1291;p21"/>
          <p:cNvGrpSpPr/>
          <p:nvPr/>
        </p:nvGrpSpPr>
        <p:grpSpPr>
          <a:xfrm rot="1100226">
            <a:off x="8036840" y="142535"/>
            <a:ext cx="47742" cy="47707"/>
            <a:chOff x="8670282" y="1248364"/>
            <a:chExt cx="47743" cy="47708"/>
          </a:xfrm>
        </p:grpSpPr>
        <p:sp>
          <p:nvSpPr>
            <p:cNvPr id="1292" name="Google Shape;129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 name="Google Shape;1296;p21"/>
          <p:cNvGrpSpPr/>
          <p:nvPr/>
        </p:nvGrpSpPr>
        <p:grpSpPr>
          <a:xfrm rot="1100226">
            <a:off x="8039690" y="402473"/>
            <a:ext cx="47742" cy="47707"/>
            <a:chOff x="8670282" y="1248364"/>
            <a:chExt cx="47743" cy="47708"/>
          </a:xfrm>
        </p:grpSpPr>
        <p:sp>
          <p:nvSpPr>
            <p:cNvPr id="1297" name="Google Shape;1297;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 name="Google Shape;1301;p21"/>
          <p:cNvGrpSpPr/>
          <p:nvPr/>
        </p:nvGrpSpPr>
        <p:grpSpPr>
          <a:xfrm rot="1100226">
            <a:off x="167240" y="117310"/>
            <a:ext cx="47742" cy="47707"/>
            <a:chOff x="8670282" y="1248364"/>
            <a:chExt cx="47743" cy="47708"/>
          </a:xfrm>
        </p:grpSpPr>
        <p:sp>
          <p:nvSpPr>
            <p:cNvPr id="1302" name="Google Shape;1302;p21"/>
            <p:cNvSpPr/>
            <p:nvPr/>
          </p:nvSpPr>
          <p:spPr>
            <a:xfrm rot="10800000" flipH="1">
              <a:off x="8689358" y="1248364"/>
              <a:ext cx="5005" cy="47708"/>
            </a:xfrm>
            <a:custGeom>
              <a:avLst/>
              <a:gdLst/>
              <a:ahLst/>
              <a:cxnLst/>
              <a:rect l="l" t="t" r="r" b="b"/>
              <a:pathLst>
                <a:path w="143" h="1363" extrusionOk="0">
                  <a:moveTo>
                    <a:pt x="143" y="0"/>
                  </a:moveTo>
                  <a:cubicBezTo>
                    <a:pt x="1" y="0"/>
                    <a:pt x="1" y="273"/>
                    <a:pt x="1" y="676"/>
                  </a:cubicBezTo>
                  <a:cubicBezTo>
                    <a:pt x="1" y="1090"/>
                    <a:pt x="1" y="1363"/>
                    <a:pt x="143" y="1363"/>
                  </a:cubicBezTo>
                  <a:lnTo>
                    <a:pt x="143" y="676"/>
                  </a:lnTo>
                  <a:lnTo>
                    <a:pt x="1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1"/>
            <p:cNvSpPr/>
            <p:nvPr/>
          </p:nvSpPr>
          <p:spPr>
            <a:xfrm rot="10800000" flipH="1">
              <a:off x="8670282" y="1272376"/>
              <a:ext cx="47743" cy="4620"/>
            </a:xfrm>
            <a:custGeom>
              <a:avLst/>
              <a:gdLst/>
              <a:ahLst/>
              <a:cxnLst/>
              <a:rect l="l" t="t" r="r" b="b"/>
              <a:pathLst>
                <a:path w="1364" h="132" extrusionOk="0">
                  <a:moveTo>
                    <a:pt x="688" y="0"/>
                  </a:moveTo>
                  <a:cubicBezTo>
                    <a:pt x="273" y="0"/>
                    <a:pt x="1" y="131"/>
                    <a:pt x="1" y="131"/>
                  </a:cubicBezTo>
                  <a:lnTo>
                    <a:pt x="1363" y="131"/>
                  </a:lnTo>
                  <a:cubicBezTo>
                    <a:pt x="1363" y="131"/>
                    <a:pt x="960" y="0"/>
                    <a:pt x="68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1"/>
            <p:cNvSpPr/>
            <p:nvPr/>
          </p:nvSpPr>
          <p:spPr>
            <a:xfrm rot="10800000" flipH="1">
              <a:off x="8675252" y="1257885"/>
              <a:ext cx="38188" cy="33602"/>
            </a:xfrm>
            <a:custGeom>
              <a:avLst/>
              <a:gdLst/>
              <a:ahLst/>
              <a:cxnLst/>
              <a:rect l="l" t="t" r="r" b="b"/>
              <a:pathLst>
                <a:path w="1091" h="960" extrusionOk="0">
                  <a:moveTo>
                    <a:pt x="1090" y="0"/>
                  </a:moveTo>
                  <a:cubicBezTo>
                    <a:pt x="1090" y="0"/>
                    <a:pt x="818" y="142"/>
                    <a:pt x="546" y="414"/>
                  </a:cubicBezTo>
                  <a:cubicBezTo>
                    <a:pt x="273" y="687"/>
                    <a:pt x="1" y="818"/>
                    <a:pt x="131" y="959"/>
                  </a:cubicBezTo>
                  <a:cubicBezTo>
                    <a:pt x="131" y="959"/>
                    <a:pt x="404" y="818"/>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21"/>
            <p:cNvSpPr/>
            <p:nvPr/>
          </p:nvSpPr>
          <p:spPr>
            <a:xfrm rot="10800000" flipH="1">
              <a:off x="8679838" y="1253299"/>
              <a:ext cx="28632" cy="38188"/>
            </a:xfrm>
            <a:custGeom>
              <a:avLst/>
              <a:gdLst/>
              <a:ahLst/>
              <a:cxnLst/>
              <a:rect l="l" t="t" r="r" b="b"/>
              <a:pathLst>
                <a:path w="818" h="1091" extrusionOk="0">
                  <a:moveTo>
                    <a:pt x="0" y="0"/>
                  </a:moveTo>
                  <a:lnTo>
                    <a:pt x="273" y="545"/>
                  </a:lnTo>
                  <a:cubicBezTo>
                    <a:pt x="545" y="818"/>
                    <a:pt x="687" y="1090"/>
                    <a:pt x="818" y="1090"/>
                  </a:cubicBezTo>
                  <a:cubicBezTo>
                    <a:pt x="818" y="1090"/>
                    <a:pt x="687" y="818"/>
                    <a:pt x="415" y="545"/>
                  </a:cubicBezTo>
                  <a:cubicBezTo>
                    <a:pt x="273" y="142"/>
                    <a:pt x="0" y="0"/>
                    <a:pt x="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21"/>
          <p:cNvGrpSpPr/>
          <p:nvPr/>
        </p:nvGrpSpPr>
        <p:grpSpPr>
          <a:xfrm rot="1100297">
            <a:off x="1210719" y="124330"/>
            <a:ext cx="75973" cy="84122"/>
            <a:chOff x="7553342" y="94254"/>
            <a:chExt cx="43123" cy="47743"/>
          </a:xfrm>
        </p:grpSpPr>
        <p:sp>
          <p:nvSpPr>
            <p:cNvPr id="1307" name="Google Shape;1307;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 name="Google Shape;1311;p21"/>
          <p:cNvGrpSpPr/>
          <p:nvPr/>
        </p:nvGrpSpPr>
        <p:grpSpPr>
          <a:xfrm rot="1100297">
            <a:off x="7737757" y="181130"/>
            <a:ext cx="75973" cy="84122"/>
            <a:chOff x="7553342" y="94254"/>
            <a:chExt cx="43123" cy="47743"/>
          </a:xfrm>
        </p:grpSpPr>
        <p:sp>
          <p:nvSpPr>
            <p:cNvPr id="1312" name="Google Shape;1312;p21"/>
            <p:cNvSpPr/>
            <p:nvPr/>
          </p:nvSpPr>
          <p:spPr>
            <a:xfrm rot="-5400000" flipH="1">
              <a:off x="7572401" y="94271"/>
              <a:ext cx="5005" cy="43123"/>
            </a:xfrm>
            <a:custGeom>
              <a:avLst/>
              <a:gdLst/>
              <a:ahLst/>
              <a:cxnLst/>
              <a:rect l="l" t="t" r="r" b="b"/>
              <a:pathLst>
                <a:path w="143" h="1232" extrusionOk="0">
                  <a:moveTo>
                    <a:pt x="142" y="0"/>
                  </a:moveTo>
                  <a:cubicBezTo>
                    <a:pt x="1" y="0"/>
                    <a:pt x="1" y="273"/>
                    <a:pt x="1" y="687"/>
                  </a:cubicBezTo>
                  <a:cubicBezTo>
                    <a:pt x="1" y="960"/>
                    <a:pt x="1" y="1232"/>
                    <a:pt x="142" y="1232"/>
                  </a:cubicBezTo>
                  <a:lnTo>
                    <a:pt x="142" y="687"/>
                  </a:lnTo>
                  <a:lnTo>
                    <a:pt x="14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1"/>
            <p:cNvSpPr/>
            <p:nvPr/>
          </p:nvSpPr>
          <p:spPr>
            <a:xfrm rot="-5400000" flipH="1">
              <a:off x="7551049" y="115623"/>
              <a:ext cx="47743" cy="5005"/>
            </a:xfrm>
            <a:custGeom>
              <a:avLst/>
              <a:gdLst/>
              <a:ahLst/>
              <a:cxnLst/>
              <a:rect l="l" t="t" r="r" b="b"/>
              <a:pathLst>
                <a:path w="1364" h="143" extrusionOk="0">
                  <a:moveTo>
                    <a:pt x="687" y="0"/>
                  </a:moveTo>
                  <a:cubicBezTo>
                    <a:pt x="273" y="0"/>
                    <a:pt x="1" y="0"/>
                    <a:pt x="1" y="142"/>
                  </a:cubicBezTo>
                  <a:lnTo>
                    <a:pt x="1363" y="142"/>
                  </a:lnTo>
                  <a:cubicBezTo>
                    <a:pt x="1363" y="0"/>
                    <a:pt x="960" y="0"/>
                    <a:pt x="68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1"/>
            <p:cNvSpPr/>
            <p:nvPr/>
          </p:nvSpPr>
          <p:spPr>
            <a:xfrm rot="-5400000" flipH="1">
              <a:off x="7554147" y="103389"/>
              <a:ext cx="38188" cy="29857"/>
            </a:xfrm>
            <a:custGeom>
              <a:avLst/>
              <a:gdLst/>
              <a:ahLst/>
              <a:cxnLst/>
              <a:rect l="l" t="t" r="r" b="b"/>
              <a:pathLst>
                <a:path w="1091" h="853" extrusionOk="0">
                  <a:moveTo>
                    <a:pt x="1090" y="0"/>
                  </a:moveTo>
                  <a:cubicBezTo>
                    <a:pt x="1090" y="0"/>
                    <a:pt x="818" y="131"/>
                    <a:pt x="545" y="403"/>
                  </a:cubicBezTo>
                  <a:cubicBezTo>
                    <a:pt x="273" y="545"/>
                    <a:pt x="1" y="818"/>
                    <a:pt x="131" y="818"/>
                  </a:cubicBezTo>
                  <a:cubicBezTo>
                    <a:pt x="131" y="842"/>
                    <a:pt x="141" y="852"/>
                    <a:pt x="158" y="852"/>
                  </a:cubicBezTo>
                  <a:cubicBezTo>
                    <a:pt x="232" y="852"/>
                    <a:pt x="454" y="652"/>
                    <a:pt x="676" y="545"/>
                  </a:cubicBezTo>
                  <a:cubicBezTo>
                    <a:pt x="949" y="273"/>
                    <a:pt x="1090" y="0"/>
                    <a:pt x="10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1"/>
            <p:cNvSpPr/>
            <p:nvPr/>
          </p:nvSpPr>
          <p:spPr>
            <a:xfrm rot="-5400000" flipH="1">
              <a:off x="7562390" y="98367"/>
              <a:ext cx="28632" cy="39518"/>
            </a:xfrm>
            <a:custGeom>
              <a:avLst/>
              <a:gdLst/>
              <a:ahLst/>
              <a:cxnLst/>
              <a:rect l="l" t="t" r="r" b="b"/>
              <a:pathLst>
                <a:path w="818" h="1129" extrusionOk="0">
                  <a:moveTo>
                    <a:pt x="27" y="0"/>
                  </a:moveTo>
                  <a:cubicBezTo>
                    <a:pt x="10" y="0"/>
                    <a:pt x="0" y="12"/>
                    <a:pt x="0" y="39"/>
                  </a:cubicBezTo>
                  <a:lnTo>
                    <a:pt x="273" y="584"/>
                  </a:lnTo>
                  <a:cubicBezTo>
                    <a:pt x="545" y="857"/>
                    <a:pt x="687" y="1129"/>
                    <a:pt x="818" y="1129"/>
                  </a:cubicBezTo>
                  <a:cubicBezTo>
                    <a:pt x="818" y="987"/>
                    <a:pt x="687" y="715"/>
                    <a:pt x="414" y="442"/>
                  </a:cubicBezTo>
                  <a:cubicBezTo>
                    <a:pt x="300" y="221"/>
                    <a:pt x="99" y="0"/>
                    <a:pt x="2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316"/>
        <p:cNvGrpSpPr/>
        <p:nvPr/>
      </p:nvGrpSpPr>
      <p:grpSpPr>
        <a:xfrm>
          <a:off x="0" y="0"/>
          <a:ext cx="0" cy="0"/>
          <a:chOff x="0" y="0"/>
          <a:chExt cx="0" cy="0"/>
        </a:xfrm>
      </p:grpSpPr>
      <p:grpSp>
        <p:nvGrpSpPr>
          <p:cNvPr id="1317" name="Google Shape;1317;p22"/>
          <p:cNvGrpSpPr/>
          <p:nvPr/>
        </p:nvGrpSpPr>
        <p:grpSpPr>
          <a:xfrm flipH="1">
            <a:off x="601401" y="0"/>
            <a:ext cx="8312222" cy="5154433"/>
            <a:chOff x="230500" y="0"/>
            <a:chExt cx="8312222" cy="5154433"/>
          </a:xfrm>
        </p:grpSpPr>
        <p:sp>
          <p:nvSpPr>
            <p:cNvPr id="1318" name="Google Shape;1318;p22"/>
            <p:cNvSpPr/>
            <p:nvPr/>
          </p:nvSpPr>
          <p:spPr>
            <a:xfrm>
              <a:off x="230500" y="0"/>
              <a:ext cx="805906" cy="5067291"/>
            </a:xfrm>
            <a:custGeom>
              <a:avLst/>
              <a:gdLst/>
              <a:ahLst/>
              <a:cxnLst/>
              <a:rect l="l" t="t" r="r" b="b"/>
              <a:pathLst>
                <a:path w="5442" h="34939" extrusionOk="0">
                  <a:moveTo>
                    <a:pt x="1576" y="0"/>
                  </a:moveTo>
                  <a:cubicBezTo>
                    <a:pt x="1576" y="0"/>
                    <a:pt x="1576" y="2005"/>
                    <a:pt x="1507" y="4296"/>
                  </a:cubicBezTo>
                  <a:lnTo>
                    <a:pt x="144" y="3511"/>
                  </a:lnTo>
                  <a:lnTo>
                    <a:pt x="1" y="3654"/>
                  </a:lnTo>
                  <a:lnTo>
                    <a:pt x="1507" y="4582"/>
                  </a:lnTo>
                  <a:cubicBezTo>
                    <a:pt x="1507" y="6730"/>
                    <a:pt x="1507" y="9164"/>
                    <a:pt x="1576" y="10453"/>
                  </a:cubicBezTo>
                  <a:cubicBezTo>
                    <a:pt x="1719" y="12028"/>
                    <a:pt x="2005" y="14393"/>
                    <a:pt x="2223" y="16541"/>
                  </a:cubicBezTo>
                  <a:lnTo>
                    <a:pt x="573" y="15539"/>
                  </a:lnTo>
                  <a:lnTo>
                    <a:pt x="430" y="15682"/>
                  </a:lnTo>
                  <a:lnTo>
                    <a:pt x="2292" y="16828"/>
                  </a:lnTo>
                  <a:cubicBezTo>
                    <a:pt x="2435" y="18328"/>
                    <a:pt x="2578" y="19691"/>
                    <a:pt x="2653" y="20476"/>
                  </a:cubicBezTo>
                  <a:cubicBezTo>
                    <a:pt x="2865" y="22481"/>
                    <a:pt x="3151" y="24560"/>
                    <a:pt x="3369" y="25705"/>
                  </a:cubicBezTo>
                  <a:cubicBezTo>
                    <a:pt x="3655" y="26851"/>
                    <a:pt x="2578" y="34440"/>
                    <a:pt x="2435" y="34938"/>
                  </a:cubicBezTo>
                  <a:lnTo>
                    <a:pt x="5442" y="34938"/>
                  </a:lnTo>
                  <a:cubicBezTo>
                    <a:pt x="5442" y="34938"/>
                    <a:pt x="4800" y="32722"/>
                    <a:pt x="4726" y="31003"/>
                  </a:cubicBezTo>
                  <a:cubicBezTo>
                    <a:pt x="4657" y="29285"/>
                    <a:pt x="5230" y="25345"/>
                    <a:pt x="5012" y="24485"/>
                  </a:cubicBezTo>
                  <a:cubicBezTo>
                    <a:pt x="4800" y="23701"/>
                    <a:pt x="3724" y="20619"/>
                    <a:pt x="3512" y="18185"/>
                  </a:cubicBezTo>
                  <a:lnTo>
                    <a:pt x="4371" y="16255"/>
                  </a:lnTo>
                  <a:lnTo>
                    <a:pt x="4228" y="16180"/>
                  </a:lnTo>
                  <a:lnTo>
                    <a:pt x="3437" y="17830"/>
                  </a:lnTo>
                  <a:cubicBezTo>
                    <a:pt x="3225" y="15321"/>
                    <a:pt x="2653" y="11243"/>
                    <a:pt x="2578" y="9021"/>
                  </a:cubicBezTo>
                  <a:cubicBezTo>
                    <a:pt x="2578" y="6804"/>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2"/>
            <p:cNvSpPr/>
            <p:nvPr/>
          </p:nvSpPr>
          <p:spPr>
            <a:xfrm>
              <a:off x="8107500"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2"/>
            <p:cNvSpPr/>
            <p:nvPr/>
          </p:nvSpPr>
          <p:spPr>
            <a:xfrm>
              <a:off x="1185375"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2"/>
            <p:cNvSpPr/>
            <p:nvPr/>
          </p:nvSpPr>
          <p:spPr>
            <a:xfrm>
              <a:off x="6951100" y="10950"/>
              <a:ext cx="1195827" cy="5143483"/>
            </a:xfrm>
            <a:custGeom>
              <a:avLst/>
              <a:gdLst/>
              <a:ahLst/>
              <a:cxnLst/>
              <a:rect l="l" t="t" r="r" b="b"/>
              <a:pathLst>
                <a:path w="8075" h="42248" extrusionOk="0">
                  <a:moveTo>
                    <a:pt x="3076" y="0"/>
                  </a:moveTo>
                  <a:cubicBezTo>
                    <a:pt x="3076" y="0"/>
                    <a:pt x="3792" y="6513"/>
                    <a:pt x="3580" y="9233"/>
                  </a:cubicBezTo>
                  <a:cubicBezTo>
                    <a:pt x="3580" y="10310"/>
                    <a:pt x="3506" y="11381"/>
                    <a:pt x="3437" y="12527"/>
                  </a:cubicBezTo>
                  <a:lnTo>
                    <a:pt x="1358" y="11742"/>
                  </a:lnTo>
                  <a:lnTo>
                    <a:pt x="1146" y="11811"/>
                  </a:lnTo>
                  <a:lnTo>
                    <a:pt x="3437" y="12813"/>
                  </a:lnTo>
                  <a:cubicBezTo>
                    <a:pt x="3362" y="14531"/>
                    <a:pt x="3362" y="16393"/>
                    <a:pt x="3362" y="18186"/>
                  </a:cubicBezTo>
                  <a:cubicBezTo>
                    <a:pt x="3506" y="21118"/>
                    <a:pt x="3294" y="23054"/>
                    <a:pt x="3007" y="25127"/>
                  </a:cubicBezTo>
                  <a:lnTo>
                    <a:pt x="1358" y="24486"/>
                  </a:lnTo>
                  <a:lnTo>
                    <a:pt x="1146" y="24555"/>
                  </a:lnTo>
                  <a:lnTo>
                    <a:pt x="3007" y="25345"/>
                  </a:lnTo>
                  <a:lnTo>
                    <a:pt x="3007" y="25557"/>
                  </a:lnTo>
                  <a:cubicBezTo>
                    <a:pt x="2721" y="27779"/>
                    <a:pt x="2933" y="32144"/>
                    <a:pt x="2933" y="33507"/>
                  </a:cubicBezTo>
                  <a:cubicBezTo>
                    <a:pt x="2864" y="34796"/>
                    <a:pt x="3150" y="36800"/>
                    <a:pt x="3007" y="37803"/>
                  </a:cubicBezTo>
                  <a:cubicBezTo>
                    <a:pt x="2933" y="38805"/>
                    <a:pt x="2217" y="40523"/>
                    <a:pt x="2005" y="40810"/>
                  </a:cubicBezTo>
                  <a:cubicBezTo>
                    <a:pt x="1787" y="41096"/>
                    <a:pt x="0" y="41451"/>
                    <a:pt x="143" y="41525"/>
                  </a:cubicBezTo>
                  <a:cubicBezTo>
                    <a:pt x="192" y="41574"/>
                    <a:pt x="1060" y="41625"/>
                    <a:pt x="1694" y="41625"/>
                  </a:cubicBezTo>
                  <a:cubicBezTo>
                    <a:pt x="1960" y="41625"/>
                    <a:pt x="2185" y="41616"/>
                    <a:pt x="2291" y="41594"/>
                  </a:cubicBezTo>
                  <a:cubicBezTo>
                    <a:pt x="2630" y="41529"/>
                    <a:pt x="3236" y="40805"/>
                    <a:pt x="3664" y="40805"/>
                  </a:cubicBezTo>
                  <a:cubicBezTo>
                    <a:pt x="3684" y="40805"/>
                    <a:pt x="3704" y="40806"/>
                    <a:pt x="3723" y="40810"/>
                  </a:cubicBezTo>
                  <a:cubicBezTo>
                    <a:pt x="4153" y="40878"/>
                    <a:pt x="3723" y="41308"/>
                    <a:pt x="3723" y="41525"/>
                  </a:cubicBezTo>
                  <a:cubicBezTo>
                    <a:pt x="3723" y="41726"/>
                    <a:pt x="3851" y="42247"/>
                    <a:pt x="4043" y="42247"/>
                  </a:cubicBezTo>
                  <a:cubicBezTo>
                    <a:pt x="4055" y="42247"/>
                    <a:pt x="4066" y="42245"/>
                    <a:pt x="4078" y="42241"/>
                  </a:cubicBezTo>
                  <a:cubicBezTo>
                    <a:pt x="4221" y="42167"/>
                    <a:pt x="4582" y="41382"/>
                    <a:pt x="4869" y="41308"/>
                  </a:cubicBezTo>
                  <a:cubicBezTo>
                    <a:pt x="4887" y="41302"/>
                    <a:pt x="4912" y="41299"/>
                    <a:pt x="4943" y="41299"/>
                  </a:cubicBezTo>
                  <a:cubicBezTo>
                    <a:pt x="5264" y="41299"/>
                    <a:pt x="6195" y="41601"/>
                    <a:pt x="6587" y="41669"/>
                  </a:cubicBezTo>
                  <a:cubicBezTo>
                    <a:pt x="6904" y="41719"/>
                    <a:pt x="7649" y="41889"/>
                    <a:pt x="7932" y="41889"/>
                  </a:cubicBezTo>
                  <a:cubicBezTo>
                    <a:pt x="8032" y="41889"/>
                    <a:pt x="8074" y="41867"/>
                    <a:pt x="8019" y="41812"/>
                  </a:cubicBezTo>
                  <a:cubicBezTo>
                    <a:pt x="7801" y="41594"/>
                    <a:pt x="6656" y="40953"/>
                    <a:pt x="6226" y="40523"/>
                  </a:cubicBezTo>
                  <a:cubicBezTo>
                    <a:pt x="5797" y="40019"/>
                    <a:pt x="5728" y="37230"/>
                    <a:pt x="5653" y="35798"/>
                  </a:cubicBezTo>
                  <a:cubicBezTo>
                    <a:pt x="5510" y="34435"/>
                    <a:pt x="5012" y="29853"/>
                    <a:pt x="4869" y="28134"/>
                  </a:cubicBezTo>
                  <a:lnTo>
                    <a:pt x="7446" y="27132"/>
                  </a:lnTo>
                  <a:lnTo>
                    <a:pt x="7228" y="26989"/>
                  </a:lnTo>
                  <a:lnTo>
                    <a:pt x="4869" y="27922"/>
                  </a:lnTo>
                  <a:cubicBezTo>
                    <a:pt x="4794" y="26061"/>
                    <a:pt x="5012" y="20190"/>
                    <a:pt x="5012" y="17538"/>
                  </a:cubicBezTo>
                  <a:lnTo>
                    <a:pt x="7017" y="16679"/>
                  </a:lnTo>
                  <a:lnTo>
                    <a:pt x="6799" y="16536"/>
                  </a:lnTo>
                  <a:lnTo>
                    <a:pt x="5012" y="17252"/>
                  </a:lnTo>
                  <a:lnTo>
                    <a:pt x="5012" y="16754"/>
                  </a:lnTo>
                  <a:cubicBezTo>
                    <a:pt x="4869" y="14606"/>
                    <a:pt x="5441" y="11742"/>
                    <a:pt x="5585" y="9233"/>
                  </a:cubicBezTo>
                  <a:cubicBezTo>
                    <a:pt x="5653" y="7733"/>
                    <a:pt x="5653" y="4869"/>
                    <a:pt x="5585" y="2721"/>
                  </a:cubicBezTo>
                  <a:lnTo>
                    <a:pt x="7446" y="1931"/>
                  </a:lnTo>
                  <a:lnTo>
                    <a:pt x="7228" y="1787"/>
                  </a:lnTo>
                  <a:lnTo>
                    <a:pt x="5585" y="2435"/>
                  </a:lnTo>
                  <a:lnTo>
                    <a:pt x="558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22"/>
            <p:cNvSpPr/>
            <p:nvPr/>
          </p:nvSpPr>
          <p:spPr>
            <a:xfrm>
              <a:off x="6393175"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22"/>
            <p:cNvSpPr/>
            <p:nvPr/>
          </p:nvSpPr>
          <p:spPr>
            <a:xfrm>
              <a:off x="5832850" y="0"/>
              <a:ext cx="604080" cy="5067346"/>
            </a:xfrm>
            <a:custGeom>
              <a:avLst/>
              <a:gdLst/>
              <a:ahLst/>
              <a:cxnLst/>
              <a:rect l="l" t="t" r="r" b="b"/>
              <a:pathLst>
                <a:path w="4079" h="38307" extrusionOk="0">
                  <a:moveTo>
                    <a:pt x="1719" y="0"/>
                  </a:moveTo>
                  <a:cubicBezTo>
                    <a:pt x="1719" y="0"/>
                    <a:pt x="1146" y="7589"/>
                    <a:pt x="860" y="10310"/>
                  </a:cubicBezTo>
                  <a:cubicBezTo>
                    <a:pt x="573" y="13030"/>
                    <a:pt x="1" y="17687"/>
                    <a:pt x="69" y="18975"/>
                  </a:cubicBezTo>
                  <a:cubicBezTo>
                    <a:pt x="144" y="20333"/>
                    <a:pt x="860" y="24772"/>
                    <a:pt x="860" y="26708"/>
                  </a:cubicBezTo>
                  <a:cubicBezTo>
                    <a:pt x="929" y="28638"/>
                    <a:pt x="1146" y="33650"/>
                    <a:pt x="1072" y="35013"/>
                  </a:cubicBezTo>
                  <a:cubicBezTo>
                    <a:pt x="1003" y="36301"/>
                    <a:pt x="430" y="38088"/>
                    <a:pt x="430" y="38088"/>
                  </a:cubicBezTo>
                  <a:lnTo>
                    <a:pt x="4079" y="38306"/>
                  </a:lnTo>
                  <a:cubicBezTo>
                    <a:pt x="4079" y="38306"/>
                    <a:pt x="3506" y="34440"/>
                    <a:pt x="3220" y="32006"/>
                  </a:cubicBezTo>
                  <a:cubicBezTo>
                    <a:pt x="2933" y="29572"/>
                    <a:pt x="2435" y="23054"/>
                    <a:pt x="2074" y="20906"/>
                  </a:cubicBezTo>
                  <a:cubicBezTo>
                    <a:pt x="1719" y="18758"/>
                    <a:pt x="1862" y="15969"/>
                    <a:pt x="2074" y="13821"/>
                  </a:cubicBezTo>
                  <a:cubicBezTo>
                    <a:pt x="2292" y="11673"/>
                    <a:pt x="3008" y="4153"/>
                    <a:pt x="3151" y="2864"/>
                  </a:cubicBezTo>
                  <a:cubicBezTo>
                    <a:pt x="3220" y="1575"/>
                    <a:pt x="3076" y="0"/>
                    <a:pt x="307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2"/>
            <p:cNvSpPr/>
            <p:nvPr/>
          </p:nvSpPr>
          <p:spPr>
            <a:xfrm>
              <a:off x="4148175" y="0"/>
              <a:ext cx="604049" cy="5067270"/>
            </a:xfrm>
            <a:custGeom>
              <a:avLst/>
              <a:gdLst/>
              <a:ahLst/>
              <a:cxnLst/>
              <a:rect l="l" t="t" r="r" b="b"/>
              <a:pathLst>
                <a:path w="4079" h="36875" extrusionOk="0">
                  <a:moveTo>
                    <a:pt x="1003" y="0"/>
                  </a:moveTo>
                  <a:cubicBezTo>
                    <a:pt x="1003" y="0"/>
                    <a:pt x="860" y="1506"/>
                    <a:pt x="929" y="2721"/>
                  </a:cubicBezTo>
                  <a:cubicBezTo>
                    <a:pt x="1072" y="4009"/>
                    <a:pt x="1788" y="11169"/>
                    <a:pt x="2006" y="13248"/>
                  </a:cubicBezTo>
                  <a:cubicBezTo>
                    <a:pt x="2217" y="15321"/>
                    <a:pt x="2361" y="18042"/>
                    <a:pt x="2006" y="20121"/>
                  </a:cubicBezTo>
                  <a:cubicBezTo>
                    <a:pt x="1645" y="22194"/>
                    <a:pt x="1146" y="28426"/>
                    <a:pt x="860" y="30786"/>
                  </a:cubicBezTo>
                  <a:cubicBezTo>
                    <a:pt x="574" y="33151"/>
                    <a:pt x="1" y="36874"/>
                    <a:pt x="1" y="36874"/>
                  </a:cubicBezTo>
                  <a:lnTo>
                    <a:pt x="3649" y="36657"/>
                  </a:lnTo>
                  <a:cubicBezTo>
                    <a:pt x="3649" y="36657"/>
                    <a:pt x="3077" y="34938"/>
                    <a:pt x="3008" y="33650"/>
                  </a:cubicBezTo>
                  <a:cubicBezTo>
                    <a:pt x="2933" y="32361"/>
                    <a:pt x="3151" y="27567"/>
                    <a:pt x="3220" y="25705"/>
                  </a:cubicBezTo>
                  <a:cubicBezTo>
                    <a:pt x="3220" y="23844"/>
                    <a:pt x="3936" y="19548"/>
                    <a:pt x="4010" y="18260"/>
                  </a:cubicBezTo>
                  <a:cubicBezTo>
                    <a:pt x="4079" y="16971"/>
                    <a:pt x="3506" y="12532"/>
                    <a:pt x="3220" y="9955"/>
                  </a:cubicBezTo>
                  <a:cubicBezTo>
                    <a:pt x="2933" y="7303"/>
                    <a:pt x="2361" y="0"/>
                    <a:pt x="2361"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2"/>
            <p:cNvSpPr/>
            <p:nvPr/>
          </p:nvSpPr>
          <p:spPr>
            <a:xfrm>
              <a:off x="2716025" y="0"/>
              <a:ext cx="477574" cy="5000585"/>
            </a:xfrm>
            <a:custGeom>
              <a:avLst/>
              <a:gdLst/>
              <a:ahLst/>
              <a:cxnLst/>
              <a:rect l="l" t="t" r="r" b="b"/>
              <a:pathLst>
                <a:path w="3225" h="33507" extrusionOk="0">
                  <a:moveTo>
                    <a:pt x="0" y="0"/>
                  </a:moveTo>
                  <a:cubicBezTo>
                    <a:pt x="0" y="0"/>
                    <a:pt x="286" y="6014"/>
                    <a:pt x="504" y="7377"/>
                  </a:cubicBezTo>
                  <a:cubicBezTo>
                    <a:pt x="790" y="8735"/>
                    <a:pt x="1862" y="11742"/>
                    <a:pt x="1936" y="13391"/>
                  </a:cubicBezTo>
                  <a:cubicBezTo>
                    <a:pt x="1936" y="14966"/>
                    <a:pt x="1146" y="21192"/>
                    <a:pt x="859" y="23197"/>
                  </a:cubicBezTo>
                  <a:cubicBezTo>
                    <a:pt x="573" y="25201"/>
                    <a:pt x="143" y="33077"/>
                    <a:pt x="143" y="33077"/>
                  </a:cubicBezTo>
                  <a:lnTo>
                    <a:pt x="2222" y="33506"/>
                  </a:lnTo>
                  <a:cubicBezTo>
                    <a:pt x="2222" y="33506"/>
                    <a:pt x="2148" y="27922"/>
                    <a:pt x="2222" y="25201"/>
                  </a:cubicBezTo>
                  <a:cubicBezTo>
                    <a:pt x="2366" y="22481"/>
                    <a:pt x="3225" y="13889"/>
                    <a:pt x="3082" y="12818"/>
                  </a:cubicBezTo>
                  <a:cubicBezTo>
                    <a:pt x="2864" y="11742"/>
                    <a:pt x="1718" y="7664"/>
                    <a:pt x="1506" y="6444"/>
                  </a:cubicBezTo>
                  <a:cubicBezTo>
                    <a:pt x="1363" y="5298"/>
                    <a:pt x="1363" y="0"/>
                    <a:pt x="136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22"/>
            <p:cNvSpPr/>
            <p:nvPr/>
          </p:nvSpPr>
          <p:spPr>
            <a:xfrm>
              <a:off x="1818950" y="0"/>
              <a:ext cx="668478" cy="5000587"/>
            </a:xfrm>
            <a:custGeom>
              <a:avLst/>
              <a:gdLst/>
              <a:ahLst/>
              <a:cxnLst/>
              <a:rect l="l" t="t" r="r" b="b"/>
              <a:pathLst>
                <a:path w="4514" h="34584" extrusionOk="0">
                  <a:moveTo>
                    <a:pt x="1364" y="0"/>
                  </a:moveTo>
                  <a:cubicBezTo>
                    <a:pt x="1364" y="0"/>
                    <a:pt x="1289" y="5372"/>
                    <a:pt x="1289" y="7875"/>
                  </a:cubicBezTo>
                  <a:cubicBezTo>
                    <a:pt x="1289" y="8952"/>
                    <a:pt x="1364" y="10739"/>
                    <a:pt x="1432" y="12601"/>
                  </a:cubicBezTo>
                  <a:lnTo>
                    <a:pt x="934" y="12102"/>
                  </a:lnTo>
                  <a:lnTo>
                    <a:pt x="361" y="10384"/>
                  </a:lnTo>
                  <a:lnTo>
                    <a:pt x="287" y="10384"/>
                  </a:lnTo>
                  <a:lnTo>
                    <a:pt x="791" y="11885"/>
                  </a:lnTo>
                  <a:lnTo>
                    <a:pt x="144" y="11386"/>
                  </a:lnTo>
                  <a:lnTo>
                    <a:pt x="0" y="11530"/>
                  </a:lnTo>
                  <a:lnTo>
                    <a:pt x="1507" y="12962"/>
                  </a:lnTo>
                  <a:cubicBezTo>
                    <a:pt x="1576" y="15321"/>
                    <a:pt x="1650" y="17687"/>
                    <a:pt x="1576" y="18615"/>
                  </a:cubicBezTo>
                  <a:cubicBezTo>
                    <a:pt x="1507" y="20407"/>
                    <a:pt x="1289" y="26776"/>
                    <a:pt x="1003" y="29428"/>
                  </a:cubicBezTo>
                  <a:cubicBezTo>
                    <a:pt x="791" y="32006"/>
                    <a:pt x="218" y="34583"/>
                    <a:pt x="218" y="34583"/>
                  </a:cubicBezTo>
                  <a:lnTo>
                    <a:pt x="3580" y="34010"/>
                  </a:lnTo>
                  <a:cubicBezTo>
                    <a:pt x="3007" y="33294"/>
                    <a:pt x="2652" y="31003"/>
                    <a:pt x="2578" y="29142"/>
                  </a:cubicBezTo>
                  <a:cubicBezTo>
                    <a:pt x="2509" y="27280"/>
                    <a:pt x="2939" y="20476"/>
                    <a:pt x="2939" y="19044"/>
                  </a:cubicBezTo>
                  <a:lnTo>
                    <a:pt x="2939" y="18758"/>
                  </a:lnTo>
                  <a:lnTo>
                    <a:pt x="4514" y="17257"/>
                  </a:lnTo>
                  <a:lnTo>
                    <a:pt x="4371" y="17040"/>
                  </a:lnTo>
                  <a:lnTo>
                    <a:pt x="2939" y="18403"/>
                  </a:lnTo>
                  <a:cubicBezTo>
                    <a:pt x="2939" y="16255"/>
                    <a:pt x="3007" y="11026"/>
                    <a:pt x="2939" y="7875"/>
                  </a:cubicBezTo>
                  <a:cubicBezTo>
                    <a:pt x="2864" y="6948"/>
                    <a:pt x="2864" y="5945"/>
                    <a:pt x="2864" y="5012"/>
                  </a:cubicBezTo>
                  <a:lnTo>
                    <a:pt x="4514" y="3368"/>
                  </a:lnTo>
                  <a:lnTo>
                    <a:pt x="4371" y="3225"/>
                  </a:lnTo>
                  <a:lnTo>
                    <a:pt x="2864" y="4657"/>
                  </a:lnTo>
                  <a:cubicBezTo>
                    <a:pt x="2864" y="2148"/>
                    <a:pt x="2939" y="0"/>
                    <a:pt x="2939"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22"/>
          <p:cNvSpPr/>
          <p:nvPr/>
        </p:nvSpPr>
        <p:spPr>
          <a:xfrm flipH="1">
            <a:off x="-39426" y="0"/>
            <a:ext cx="794799" cy="5067346"/>
          </a:xfrm>
          <a:custGeom>
            <a:avLst/>
            <a:gdLst/>
            <a:ahLst/>
            <a:cxnLst/>
            <a:rect l="l" t="t" r="r" b="b"/>
            <a:pathLst>
              <a:path w="5367" h="38307" extrusionOk="0">
                <a:moveTo>
                  <a:pt x="1575" y="0"/>
                </a:moveTo>
                <a:cubicBezTo>
                  <a:pt x="1575" y="0"/>
                  <a:pt x="1501" y="2222"/>
                  <a:pt x="1501" y="4725"/>
                </a:cubicBezTo>
                <a:lnTo>
                  <a:pt x="143" y="3866"/>
                </a:lnTo>
                <a:lnTo>
                  <a:pt x="0" y="4009"/>
                </a:lnTo>
                <a:lnTo>
                  <a:pt x="1501" y="5012"/>
                </a:lnTo>
                <a:cubicBezTo>
                  <a:pt x="1501" y="7446"/>
                  <a:pt x="1501" y="10098"/>
                  <a:pt x="1575" y="11530"/>
                </a:cubicBezTo>
                <a:cubicBezTo>
                  <a:pt x="1718" y="13173"/>
                  <a:pt x="1930" y="15825"/>
                  <a:pt x="2217" y="18185"/>
                </a:cubicBezTo>
                <a:lnTo>
                  <a:pt x="573" y="17114"/>
                </a:lnTo>
                <a:lnTo>
                  <a:pt x="430" y="17257"/>
                </a:lnTo>
                <a:lnTo>
                  <a:pt x="2217" y="18471"/>
                </a:lnTo>
                <a:cubicBezTo>
                  <a:pt x="2434" y="20121"/>
                  <a:pt x="2578" y="21622"/>
                  <a:pt x="2646" y="22481"/>
                </a:cubicBezTo>
                <a:cubicBezTo>
                  <a:pt x="2864" y="24629"/>
                  <a:pt x="3076" y="26994"/>
                  <a:pt x="3362" y="28208"/>
                </a:cubicBezTo>
                <a:cubicBezTo>
                  <a:pt x="3580" y="29497"/>
                  <a:pt x="2578" y="37802"/>
                  <a:pt x="2434" y="38306"/>
                </a:cubicBezTo>
                <a:lnTo>
                  <a:pt x="5367" y="38306"/>
                </a:lnTo>
                <a:cubicBezTo>
                  <a:pt x="5367" y="38306"/>
                  <a:pt x="4725" y="35941"/>
                  <a:pt x="4725" y="34079"/>
                </a:cubicBezTo>
                <a:cubicBezTo>
                  <a:pt x="4651" y="32149"/>
                  <a:pt x="5224" y="27779"/>
                  <a:pt x="5012" y="26920"/>
                </a:cubicBezTo>
                <a:cubicBezTo>
                  <a:pt x="4794" y="26061"/>
                  <a:pt x="3723" y="22624"/>
                  <a:pt x="3437" y="19978"/>
                </a:cubicBezTo>
                <a:lnTo>
                  <a:pt x="4365" y="17830"/>
                </a:lnTo>
                <a:lnTo>
                  <a:pt x="4153" y="17830"/>
                </a:lnTo>
                <a:lnTo>
                  <a:pt x="3437" y="19548"/>
                </a:lnTo>
                <a:cubicBezTo>
                  <a:pt x="3219" y="16828"/>
                  <a:pt x="2646" y="12389"/>
                  <a:pt x="2578" y="9880"/>
                </a:cubicBezTo>
                <a:cubicBezTo>
                  <a:pt x="2503" y="7446"/>
                  <a:pt x="2646" y="0"/>
                  <a:pt x="2646"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22"/>
          <p:cNvSpPr/>
          <p:nvPr/>
        </p:nvSpPr>
        <p:spPr>
          <a:xfrm flipH="1">
            <a:off x="3633976" y="0"/>
            <a:ext cx="435222" cy="5067358"/>
          </a:xfrm>
          <a:custGeom>
            <a:avLst/>
            <a:gdLst/>
            <a:ahLst/>
            <a:cxnLst/>
            <a:rect l="l" t="t" r="r" b="b"/>
            <a:pathLst>
              <a:path w="2939" h="39378" extrusionOk="0">
                <a:moveTo>
                  <a:pt x="1507" y="0"/>
                </a:moveTo>
                <a:cubicBezTo>
                  <a:pt x="1507" y="0"/>
                  <a:pt x="934" y="3511"/>
                  <a:pt x="791" y="4725"/>
                </a:cubicBezTo>
                <a:cubicBezTo>
                  <a:pt x="574" y="6014"/>
                  <a:pt x="75" y="10527"/>
                  <a:pt x="75" y="12102"/>
                </a:cubicBezTo>
                <a:cubicBezTo>
                  <a:pt x="1" y="13746"/>
                  <a:pt x="1003" y="21049"/>
                  <a:pt x="1221" y="22051"/>
                </a:cubicBezTo>
                <a:cubicBezTo>
                  <a:pt x="1364" y="23128"/>
                  <a:pt x="1078" y="28638"/>
                  <a:pt x="1146" y="30070"/>
                </a:cubicBezTo>
                <a:cubicBezTo>
                  <a:pt x="1221" y="31576"/>
                  <a:pt x="1221" y="35729"/>
                  <a:pt x="1078" y="36943"/>
                </a:cubicBezTo>
                <a:cubicBezTo>
                  <a:pt x="1003" y="38088"/>
                  <a:pt x="430" y="39377"/>
                  <a:pt x="430" y="39377"/>
                </a:cubicBezTo>
                <a:lnTo>
                  <a:pt x="2939" y="39377"/>
                </a:lnTo>
                <a:cubicBezTo>
                  <a:pt x="2939" y="39377"/>
                  <a:pt x="2578" y="38449"/>
                  <a:pt x="2509" y="37733"/>
                </a:cubicBezTo>
                <a:cubicBezTo>
                  <a:pt x="2435" y="37017"/>
                  <a:pt x="2366" y="32218"/>
                  <a:pt x="2292" y="30287"/>
                </a:cubicBezTo>
                <a:cubicBezTo>
                  <a:pt x="2223" y="28352"/>
                  <a:pt x="2435" y="23701"/>
                  <a:pt x="2292" y="22051"/>
                </a:cubicBezTo>
                <a:cubicBezTo>
                  <a:pt x="2149" y="20476"/>
                  <a:pt x="1078" y="13603"/>
                  <a:pt x="1078" y="12389"/>
                </a:cubicBezTo>
                <a:cubicBezTo>
                  <a:pt x="1078" y="11243"/>
                  <a:pt x="1078" y="7664"/>
                  <a:pt x="1650" y="5372"/>
                </a:cubicBezTo>
                <a:cubicBezTo>
                  <a:pt x="2149" y="3007"/>
                  <a:pt x="2292" y="0"/>
                  <a:pt x="2292"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22"/>
          <p:cNvSpPr/>
          <p:nvPr/>
        </p:nvSpPr>
        <p:spPr>
          <a:xfrm flipH="1">
            <a:off x="5175193" y="25"/>
            <a:ext cx="576080" cy="5067306"/>
          </a:xfrm>
          <a:custGeom>
            <a:avLst/>
            <a:gdLst/>
            <a:ahLst/>
            <a:cxnLst/>
            <a:rect l="l" t="t" r="r" b="b"/>
            <a:pathLst>
              <a:path w="3890" h="35876" extrusionOk="0">
                <a:moveTo>
                  <a:pt x="1507" y="0"/>
                </a:moveTo>
                <a:cubicBezTo>
                  <a:pt x="1507" y="0"/>
                  <a:pt x="1794" y="5585"/>
                  <a:pt x="1719" y="7876"/>
                </a:cubicBezTo>
                <a:cubicBezTo>
                  <a:pt x="1719" y="8735"/>
                  <a:pt x="1650" y="9663"/>
                  <a:pt x="1650" y="10665"/>
                </a:cubicBezTo>
                <a:lnTo>
                  <a:pt x="648" y="9949"/>
                </a:lnTo>
                <a:lnTo>
                  <a:pt x="505" y="10092"/>
                </a:lnTo>
                <a:lnTo>
                  <a:pt x="1650" y="10883"/>
                </a:lnTo>
                <a:cubicBezTo>
                  <a:pt x="1650" y="12383"/>
                  <a:pt x="1576" y="13959"/>
                  <a:pt x="1650" y="15465"/>
                </a:cubicBezTo>
                <a:cubicBezTo>
                  <a:pt x="1650" y="17968"/>
                  <a:pt x="1576" y="19617"/>
                  <a:pt x="1433" y="21336"/>
                </a:cubicBezTo>
                <a:lnTo>
                  <a:pt x="648" y="20763"/>
                </a:lnTo>
                <a:lnTo>
                  <a:pt x="505" y="20906"/>
                </a:lnTo>
                <a:lnTo>
                  <a:pt x="1433" y="21548"/>
                </a:lnTo>
                <a:lnTo>
                  <a:pt x="1433" y="21691"/>
                </a:lnTo>
                <a:cubicBezTo>
                  <a:pt x="1290" y="23627"/>
                  <a:pt x="1433" y="27350"/>
                  <a:pt x="1364" y="28495"/>
                </a:cubicBezTo>
                <a:cubicBezTo>
                  <a:pt x="1364" y="29566"/>
                  <a:pt x="1507" y="31285"/>
                  <a:pt x="1433" y="32144"/>
                </a:cubicBezTo>
                <a:cubicBezTo>
                  <a:pt x="1364" y="33003"/>
                  <a:pt x="1078" y="34366"/>
                  <a:pt x="934" y="34652"/>
                </a:cubicBezTo>
                <a:cubicBezTo>
                  <a:pt x="860" y="34864"/>
                  <a:pt x="1" y="35225"/>
                  <a:pt x="75" y="35225"/>
                </a:cubicBezTo>
                <a:cubicBezTo>
                  <a:pt x="75" y="35294"/>
                  <a:pt x="934" y="35368"/>
                  <a:pt x="1078" y="35368"/>
                </a:cubicBezTo>
                <a:cubicBezTo>
                  <a:pt x="1279" y="35298"/>
                  <a:pt x="1548" y="34647"/>
                  <a:pt x="1761" y="34647"/>
                </a:cubicBezTo>
                <a:cubicBezTo>
                  <a:pt x="1772" y="34647"/>
                  <a:pt x="1783" y="34649"/>
                  <a:pt x="1794" y="34652"/>
                </a:cubicBezTo>
                <a:cubicBezTo>
                  <a:pt x="2006" y="34721"/>
                  <a:pt x="1794" y="35082"/>
                  <a:pt x="1794" y="35294"/>
                </a:cubicBezTo>
                <a:cubicBezTo>
                  <a:pt x="1794" y="35494"/>
                  <a:pt x="1852" y="35875"/>
                  <a:pt x="1919" y="35875"/>
                </a:cubicBezTo>
                <a:cubicBezTo>
                  <a:pt x="1925" y="35875"/>
                  <a:pt x="1931" y="35872"/>
                  <a:pt x="1937" y="35867"/>
                </a:cubicBezTo>
                <a:cubicBezTo>
                  <a:pt x="2006" y="35798"/>
                  <a:pt x="2223" y="35151"/>
                  <a:pt x="2292" y="35082"/>
                </a:cubicBezTo>
                <a:cubicBezTo>
                  <a:pt x="2308" y="35073"/>
                  <a:pt x="2329" y="35070"/>
                  <a:pt x="2354" y="35070"/>
                </a:cubicBezTo>
                <a:cubicBezTo>
                  <a:pt x="2546" y="35070"/>
                  <a:pt x="2963" y="35302"/>
                  <a:pt x="3151" y="35368"/>
                </a:cubicBezTo>
                <a:cubicBezTo>
                  <a:pt x="3303" y="35468"/>
                  <a:pt x="3626" y="35601"/>
                  <a:pt x="3784" y="35601"/>
                </a:cubicBezTo>
                <a:cubicBezTo>
                  <a:pt x="3853" y="35601"/>
                  <a:pt x="3890" y="35576"/>
                  <a:pt x="3867" y="35511"/>
                </a:cubicBezTo>
                <a:cubicBezTo>
                  <a:pt x="3724" y="35368"/>
                  <a:pt x="3226" y="34796"/>
                  <a:pt x="3008" y="34366"/>
                </a:cubicBezTo>
                <a:cubicBezTo>
                  <a:pt x="2796" y="34005"/>
                  <a:pt x="2722" y="31645"/>
                  <a:pt x="2722" y="30425"/>
                </a:cubicBezTo>
                <a:cubicBezTo>
                  <a:pt x="2653" y="29211"/>
                  <a:pt x="2435" y="25345"/>
                  <a:pt x="2366" y="23913"/>
                </a:cubicBezTo>
                <a:lnTo>
                  <a:pt x="3581" y="23054"/>
                </a:lnTo>
                <a:lnTo>
                  <a:pt x="3437" y="22911"/>
                </a:lnTo>
                <a:lnTo>
                  <a:pt x="2366" y="23695"/>
                </a:lnTo>
                <a:cubicBezTo>
                  <a:pt x="2292" y="22120"/>
                  <a:pt x="2366" y="17183"/>
                  <a:pt x="2366" y="14892"/>
                </a:cubicBezTo>
                <a:lnTo>
                  <a:pt x="3369" y="14176"/>
                </a:lnTo>
                <a:lnTo>
                  <a:pt x="3226" y="14033"/>
                </a:lnTo>
                <a:lnTo>
                  <a:pt x="2366" y="14675"/>
                </a:lnTo>
                <a:lnTo>
                  <a:pt x="2366" y="14245"/>
                </a:lnTo>
                <a:cubicBezTo>
                  <a:pt x="2366" y="12383"/>
                  <a:pt x="2578" y="9949"/>
                  <a:pt x="2653" y="7801"/>
                </a:cubicBezTo>
                <a:cubicBezTo>
                  <a:pt x="2722" y="6587"/>
                  <a:pt x="2722" y="4153"/>
                  <a:pt x="2722" y="2291"/>
                </a:cubicBezTo>
                <a:lnTo>
                  <a:pt x="3581" y="1644"/>
                </a:lnTo>
                <a:lnTo>
                  <a:pt x="3437" y="1576"/>
                </a:lnTo>
                <a:lnTo>
                  <a:pt x="2722" y="2074"/>
                </a:lnTo>
                <a:cubicBezTo>
                  <a:pt x="2653" y="928"/>
                  <a:pt x="2653" y="0"/>
                  <a:pt x="2653" y="0"/>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22"/>
          <p:cNvSpPr/>
          <p:nvPr/>
        </p:nvSpPr>
        <p:spPr>
          <a:xfrm flipH="1">
            <a:off x="0" y="3851201"/>
            <a:ext cx="9144123" cy="1205765"/>
          </a:xfrm>
          <a:custGeom>
            <a:avLst/>
            <a:gdLst/>
            <a:ahLst/>
            <a:cxnLst/>
            <a:rect l="l" t="t" r="r" b="b"/>
            <a:pathLst>
              <a:path w="116197" h="15322" extrusionOk="0">
                <a:moveTo>
                  <a:pt x="5156" y="2503"/>
                </a:moveTo>
                <a:cubicBezTo>
                  <a:pt x="5169" y="2575"/>
                  <a:pt x="5186" y="2646"/>
                  <a:pt x="5204" y="2717"/>
                </a:cubicBezTo>
                <a:lnTo>
                  <a:pt x="5204" y="2717"/>
                </a:lnTo>
                <a:cubicBezTo>
                  <a:pt x="5188" y="2642"/>
                  <a:pt x="5172" y="2571"/>
                  <a:pt x="5156" y="2503"/>
                </a:cubicBezTo>
                <a:close/>
                <a:moveTo>
                  <a:pt x="6227" y="2646"/>
                </a:moveTo>
                <a:lnTo>
                  <a:pt x="6227" y="2646"/>
                </a:lnTo>
                <a:cubicBezTo>
                  <a:pt x="6239" y="2681"/>
                  <a:pt x="6252" y="2716"/>
                  <a:pt x="6267" y="2750"/>
                </a:cubicBezTo>
                <a:lnTo>
                  <a:pt x="6267" y="2750"/>
                </a:lnTo>
                <a:cubicBezTo>
                  <a:pt x="6254" y="2715"/>
                  <a:pt x="6240" y="2680"/>
                  <a:pt x="6227" y="2646"/>
                </a:cubicBezTo>
                <a:close/>
                <a:moveTo>
                  <a:pt x="25701" y="3293"/>
                </a:moveTo>
                <a:lnTo>
                  <a:pt x="25701" y="3293"/>
                </a:lnTo>
                <a:cubicBezTo>
                  <a:pt x="25775" y="3437"/>
                  <a:pt x="25775" y="3505"/>
                  <a:pt x="25844" y="3580"/>
                </a:cubicBezTo>
                <a:cubicBezTo>
                  <a:pt x="25775" y="3505"/>
                  <a:pt x="25775" y="3362"/>
                  <a:pt x="25701" y="3293"/>
                </a:cubicBezTo>
                <a:close/>
                <a:moveTo>
                  <a:pt x="19543" y="3649"/>
                </a:moveTo>
                <a:lnTo>
                  <a:pt x="19543" y="3649"/>
                </a:lnTo>
                <a:cubicBezTo>
                  <a:pt x="19502" y="3693"/>
                  <a:pt x="19486" y="3736"/>
                  <a:pt x="19479" y="3779"/>
                </a:cubicBezTo>
                <a:lnTo>
                  <a:pt x="19479" y="3779"/>
                </a:lnTo>
                <a:lnTo>
                  <a:pt x="19543" y="3649"/>
                </a:lnTo>
                <a:close/>
                <a:moveTo>
                  <a:pt x="10597" y="4439"/>
                </a:moveTo>
                <a:lnTo>
                  <a:pt x="10597" y="4439"/>
                </a:lnTo>
                <a:cubicBezTo>
                  <a:pt x="10597" y="4439"/>
                  <a:pt x="10597" y="4439"/>
                  <a:pt x="10597" y="4439"/>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44962" y="4725"/>
                </a:moveTo>
                <a:lnTo>
                  <a:pt x="44962" y="4725"/>
                </a:lnTo>
                <a:cubicBezTo>
                  <a:pt x="44962" y="4725"/>
                  <a:pt x="44962" y="4725"/>
                  <a:pt x="44962" y="4725"/>
                </a:cubicBezTo>
                <a:close/>
                <a:moveTo>
                  <a:pt x="1003" y="4937"/>
                </a:moveTo>
                <a:cubicBezTo>
                  <a:pt x="1003" y="4937"/>
                  <a:pt x="1003" y="4937"/>
                  <a:pt x="1003" y="4937"/>
                </a:cubicBezTo>
                <a:lnTo>
                  <a:pt x="1003" y="4937"/>
                </a:lnTo>
                <a:close/>
                <a:moveTo>
                  <a:pt x="9451" y="4296"/>
                </a:moveTo>
                <a:cubicBezTo>
                  <a:pt x="9451" y="4439"/>
                  <a:pt x="9520" y="4651"/>
                  <a:pt x="9520" y="4869"/>
                </a:cubicBezTo>
                <a:cubicBezTo>
                  <a:pt x="9451" y="4937"/>
                  <a:pt x="9451" y="5012"/>
                  <a:pt x="9377" y="5155"/>
                </a:cubicBezTo>
                <a:cubicBezTo>
                  <a:pt x="9377" y="4869"/>
                  <a:pt x="9451" y="4582"/>
                  <a:pt x="9451" y="4296"/>
                </a:cubicBezTo>
                <a:close/>
                <a:moveTo>
                  <a:pt x="11095" y="4651"/>
                </a:moveTo>
                <a:cubicBezTo>
                  <a:pt x="11095" y="4869"/>
                  <a:pt x="11170" y="5080"/>
                  <a:pt x="11238" y="5224"/>
                </a:cubicBezTo>
                <a:lnTo>
                  <a:pt x="11170" y="5224"/>
                </a:lnTo>
                <a:cubicBezTo>
                  <a:pt x="11170" y="5080"/>
                  <a:pt x="11095" y="4937"/>
                  <a:pt x="11026" y="4725"/>
                </a:cubicBezTo>
                <a:lnTo>
                  <a:pt x="11095" y="4651"/>
                </a:ln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0334" y="5224"/>
                </a:moveTo>
                <a:lnTo>
                  <a:pt x="20334" y="5224"/>
                </a:lnTo>
                <a:cubicBezTo>
                  <a:pt x="20334" y="5224"/>
                  <a:pt x="20334" y="5224"/>
                  <a:pt x="20334" y="5224"/>
                </a:cubicBezTo>
                <a:close/>
                <a:moveTo>
                  <a:pt x="25987" y="4153"/>
                </a:moveTo>
                <a:lnTo>
                  <a:pt x="26205" y="5012"/>
                </a:lnTo>
                <a:lnTo>
                  <a:pt x="25918" y="5298"/>
                </a:lnTo>
                <a:cubicBezTo>
                  <a:pt x="25918" y="4937"/>
                  <a:pt x="25987" y="4582"/>
                  <a:pt x="25987" y="4153"/>
                </a:cubicBezTo>
                <a:close/>
                <a:moveTo>
                  <a:pt x="11598" y="4798"/>
                </a:moveTo>
                <a:lnTo>
                  <a:pt x="11742" y="5224"/>
                </a:lnTo>
                <a:cubicBezTo>
                  <a:pt x="11668" y="5298"/>
                  <a:pt x="11599" y="5367"/>
                  <a:pt x="11599" y="5510"/>
                </a:cubicBezTo>
                <a:cubicBezTo>
                  <a:pt x="11525" y="5367"/>
                  <a:pt x="11525" y="5224"/>
                  <a:pt x="11456" y="5080"/>
                </a:cubicBezTo>
                <a:lnTo>
                  <a:pt x="11456" y="5080"/>
                </a:lnTo>
                <a:cubicBezTo>
                  <a:pt x="11456" y="5224"/>
                  <a:pt x="11525" y="5367"/>
                  <a:pt x="11525" y="5510"/>
                </a:cubicBezTo>
                <a:cubicBezTo>
                  <a:pt x="11525" y="5441"/>
                  <a:pt x="11456" y="5367"/>
                  <a:pt x="11382" y="5224"/>
                </a:cubicBezTo>
                <a:cubicBezTo>
                  <a:pt x="11456" y="5155"/>
                  <a:pt x="11456" y="5155"/>
                  <a:pt x="11456" y="5080"/>
                </a:cubicBezTo>
                <a:cubicBezTo>
                  <a:pt x="11519" y="5017"/>
                  <a:pt x="11588" y="4827"/>
                  <a:pt x="11598" y="4798"/>
                </a:cubicBez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34653" y="5510"/>
                </a:moveTo>
                <a:cubicBezTo>
                  <a:pt x="34653" y="5510"/>
                  <a:pt x="34653" y="5510"/>
                  <a:pt x="34653" y="5510"/>
                </a:cubicBezTo>
                <a:lnTo>
                  <a:pt x="34653" y="5510"/>
                </a:lnTo>
                <a:close/>
                <a:moveTo>
                  <a:pt x="10883" y="5155"/>
                </a:moveTo>
                <a:cubicBezTo>
                  <a:pt x="10883" y="5224"/>
                  <a:pt x="10952" y="5441"/>
                  <a:pt x="10952" y="5585"/>
                </a:cubicBezTo>
                <a:cubicBezTo>
                  <a:pt x="10952" y="5585"/>
                  <a:pt x="10883" y="5585"/>
                  <a:pt x="10883" y="5653"/>
                </a:cubicBezTo>
                <a:cubicBezTo>
                  <a:pt x="10883" y="5510"/>
                  <a:pt x="10809" y="5441"/>
                  <a:pt x="10809" y="5298"/>
                </a:cubicBezTo>
                <a:cubicBezTo>
                  <a:pt x="10809" y="5224"/>
                  <a:pt x="10883" y="5155"/>
                  <a:pt x="10883" y="5155"/>
                </a:cubicBezTo>
                <a:close/>
                <a:moveTo>
                  <a:pt x="11886" y="5585"/>
                </a:moveTo>
                <a:lnTo>
                  <a:pt x="11886" y="5653"/>
                </a:lnTo>
                <a:cubicBezTo>
                  <a:pt x="11886" y="5653"/>
                  <a:pt x="11886" y="5728"/>
                  <a:pt x="11811" y="5728"/>
                </a:cubicBezTo>
                <a:cubicBezTo>
                  <a:pt x="11811" y="5728"/>
                  <a:pt x="11886" y="5653"/>
                  <a:pt x="11886" y="5585"/>
                </a:cubicBezTo>
                <a:close/>
                <a:moveTo>
                  <a:pt x="16823" y="4869"/>
                </a:moveTo>
                <a:lnTo>
                  <a:pt x="16823" y="4869"/>
                </a:lnTo>
                <a:cubicBezTo>
                  <a:pt x="16897" y="5080"/>
                  <a:pt x="16966" y="5224"/>
                  <a:pt x="17040" y="5510"/>
                </a:cubicBezTo>
                <a:lnTo>
                  <a:pt x="17040" y="5728"/>
                </a:lnTo>
                <a:lnTo>
                  <a:pt x="16823" y="4869"/>
                </a:lnTo>
                <a:close/>
                <a:moveTo>
                  <a:pt x="33078" y="5080"/>
                </a:moveTo>
                <a:cubicBezTo>
                  <a:pt x="33078" y="5298"/>
                  <a:pt x="33146" y="5510"/>
                  <a:pt x="33146" y="5728"/>
                </a:cubicBezTo>
                <a:cubicBezTo>
                  <a:pt x="33146" y="5585"/>
                  <a:pt x="33078" y="5367"/>
                  <a:pt x="33003" y="5224"/>
                </a:cubicBezTo>
                <a:cubicBezTo>
                  <a:pt x="33078" y="5155"/>
                  <a:pt x="33078" y="5155"/>
                  <a:pt x="33078" y="5080"/>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48325" y="5728"/>
                </a:moveTo>
                <a:lnTo>
                  <a:pt x="48325" y="5728"/>
                </a:lnTo>
                <a:cubicBezTo>
                  <a:pt x="48325" y="5728"/>
                  <a:pt x="48325" y="5728"/>
                  <a:pt x="48325" y="5728"/>
                </a:cubicBezTo>
                <a:close/>
                <a:moveTo>
                  <a:pt x="12813" y="4794"/>
                </a:moveTo>
                <a:lnTo>
                  <a:pt x="12813" y="5012"/>
                </a:lnTo>
                <a:cubicBezTo>
                  <a:pt x="12745" y="5224"/>
                  <a:pt x="12602" y="5510"/>
                  <a:pt x="12527" y="5796"/>
                </a:cubicBezTo>
                <a:lnTo>
                  <a:pt x="12527" y="5653"/>
                </a:lnTo>
                <a:lnTo>
                  <a:pt x="12527" y="5585"/>
                </a:lnTo>
                <a:cubicBezTo>
                  <a:pt x="12602" y="5298"/>
                  <a:pt x="12745" y="5012"/>
                  <a:pt x="12813" y="4794"/>
                </a:cubicBezTo>
                <a:close/>
                <a:moveTo>
                  <a:pt x="9520" y="5155"/>
                </a:moveTo>
                <a:cubicBezTo>
                  <a:pt x="9520" y="5367"/>
                  <a:pt x="9595" y="5510"/>
                  <a:pt x="9595" y="5728"/>
                </a:cubicBezTo>
                <a:cubicBezTo>
                  <a:pt x="9520" y="5796"/>
                  <a:pt x="9520" y="5871"/>
                  <a:pt x="9520" y="5940"/>
                </a:cubicBezTo>
                <a:lnTo>
                  <a:pt x="9451" y="5871"/>
                </a:lnTo>
                <a:cubicBezTo>
                  <a:pt x="9520" y="5653"/>
                  <a:pt x="9520" y="5441"/>
                  <a:pt x="9520" y="5155"/>
                </a:cubicBezTo>
                <a:close/>
                <a:moveTo>
                  <a:pt x="16107" y="5510"/>
                </a:moveTo>
                <a:cubicBezTo>
                  <a:pt x="16181" y="5653"/>
                  <a:pt x="16181" y="5871"/>
                  <a:pt x="16250" y="6014"/>
                </a:cubicBezTo>
                <a:cubicBezTo>
                  <a:pt x="16250" y="5871"/>
                  <a:pt x="16181" y="5653"/>
                  <a:pt x="16107" y="5510"/>
                </a:cubicBezTo>
                <a:close/>
                <a:moveTo>
                  <a:pt x="10740" y="5510"/>
                </a:moveTo>
                <a:lnTo>
                  <a:pt x="10740" y="5796"/>
                </a:lnTo>
                <a:cubicBezTo>
                  <a:pt x="10666" y="5940"/>
                  <a:pt x="10597" y="6014"/>
                  <a:pt x="10522" y="6083"/>
                </a:cubicBezTo>
                <a:lnTo>
                  <a:pt x="10522" y="6014"/>
                </a:lnTo>
                <a:cubicBezTo>
                  <a:pt x="10597" y="5796"/>
                  <a:pt x="10666" y="5653"/>
                  <a:pt x="10740" y="5510"/>
                </a:cubicBezTo>
                <a:close/>
                <a:moveTo>
                  <a:pt x="26273" y="5155"/>
                </a:moveTo>
                <a:cubicBezTo>
                  <a:pt x="26273" y="5298"/>
                  <a:pt x="26348" y="5441"/>
                  <a:pt x="26348" y="5585"/>
                </a:cubicBezTo>
                <a:cubicBezTo>
                  <a:pt x="26205" y="5728"/>
                  <a:pt x="26061" y="5940"/>
                  <a:pt x="25844" y="6226"/>
                </a:cubicBezTo>
                <a:lnTo>
                  <a:pt x="25844" y="6083"/>
                </a:lnTo>
                <a:cubicBezTo>
                  <a:pt x="26061" y="5653"/>
                  <a:pt x="26130" y="5367"/>
                  <a:pt x="26273" y="5155"/>
                </a:cubicBezTo>
                <a:close/>
                <a:moveTo>
                  <a:pt x="29143" y="6195"/>
                </a:moveTo>
                <a:lnTo>
                  <a:pt x="29143" y="6195"/>
                </a:lnTo>
                <a:cubicBezTo>
                  <a:pt x="29141" y="6205"/>
                  <a:pt x="29139" y="6216"/>
                  <a:pt x="29137" y="6226"/>
                </a:cubicBezTo>
                <a:cubicBezTo>
                  <a:pt x="29137" y="6214"/>
                  <a:pt x="29139" y="6204"/>
                  <a:pt x="29143" y="6195"/>
                </a:cubicBezTo>
                <a:close/>
                <a:moveTo>
                  <a:pt x="1576" y="5367"/>
                </a:moveTo>
                <a:cubicBezTo>
                  <a:pt x="1645" y="5585"/>
                  <a:pt x="1719" y="5796"/>
                  <a:pt x="1788" y="6083"/>
                </a:cubicBezTo>
                <a:cubicBezTo>
                  <a:pt x="1719" y="6157"/>
                  <a:pt x="1719" y="6226"/>
                  <a:pt x="1645" y="6300"/>
                </a:cubicBezTo>
                <a:cubicBezTo>
                  <a:pt x="1645" y="6157"/>
                  <a:pt x="1576" y="6083"/>
                  <a:pt x="1576" y="5940"/>
                </a:cubicBezTo>
                <a:lnTo>
                  <a:pt x="1576" y="5367"/>
                </a:lnTo>
                <a:close/>
                <a:moveTo>
                  <a:pt x="11026" y="6083"/>
                </a:moveTo>
                <a:cubicBezTo>
                  <a:pt x="11026" y="6226"/>
                  <a:pt x="11095" y="6369"/>
                  <a:pt x="11095" y="6444"/>
                </a:cubicBezTo>
                <a:lnTo>
                  <a:pt x="11095" y="6512"/>
                </a:lnTo>
                <a:cubicBezTo>
                  <a:pt x="11026" y="6369"/>
                  <a:pt x="11026" y="6300"/>
                  <a:pt x="11026" y="6157"/>
                </a:cubicBezTo>
                <a:lnTo>
                  <a:pt x="11026" y="6083"/>
                </a:lnTo>
                <a:close/>
                <a:moveTo>
                  <a:pt x="16611" y="5728"/>
                </a:moveTo>
                <a:lnTo>
                  <a:pt x="16611" y="5796"/>
                </a:lnTo>
                <a:lnTo>
                  <a:pt x="16611" y="6300"/>
                </a:lnTo>
                <a:lnTo>
                  <a:pt x="16393" y="6512"/>
                </a:lnTo>
                <a:lnTo>
                  <a:pt x="16393" y="6300"/>
                </a:lnTo>
                <a:cubicBezTo>
                  <a:pt x="16536" y="6014"/>
                  <a:pt x="16536" y="5871"/>
                  <a:pt x="16611" y="5728"/>
                </a:cubicBezTo>
                <a:close/>
                <a:moveTo>
                  <a:pt x="6799" y="6083"/>
                </a:moveTo>
                <a:cubicBezTo>
                  <a:pt x="6874" y="6157"/>
                  <a:pt x="6874" y="6300"/>
                  <a:pt x="6874" y="6444"/>
                </a:cubicBezTo>
                <a:cubicBezTo>
                  <a:pt x="6874" y="6300"/>
                  <a:pt x="6799" y="6226"/>
                  <a:pt x="6799" y="6157"/>
                </a:cubicBezTo>
                <a:lnTo>
                  <a:pt x="6799" y="6157"/>
                </a:lnTo>
                <a:cubicBezTo>
                  <a:pt x="6799" y="6300"/>
                  <a:pt x="6874" y="6444"/>
                  <a:pt x="6874" y="6587"/>
                </a:cubicBezTo>
                <a:cubicBezTo>
                  <a:pt x="6799" y="6444"/>
                  <a:pt x="6799" y="6369"/>
                  <a:pt x="6731" y="6226"/>
                </a:cubicBezTo>
                <a:cubicBezTo>
                  <a:pt x="6731" y="6226"/>
                  <a:pt x="6799" y="6226"/>
                  <a:pt x="6799" y="6157"/>
                </a:cubicBezTo>
                <a:lnTo>
                  <a:pt x="6799" y="6083"/>
                </a:lnTo>
                <a:close/>
                <a:moveTo>
                  <a:pt x="6731" y="6300"/>
                </a:moveTo>
                <a:cubicBezTo>
                  <a:pt x="6731" y="6444"/>
                  <a:pt x="6799" y="6512"/>
                  <a:pt x="6799" y="6656"/>
                </a:cubicBezTo>
                <a:lnTo>
                  <a:pt x="6731" y="6730"/>
                </a:lnTo>
                <a:cubicBezTo>
                  <a:pt x="6731" y="6587"/>
                  <a:pt x="6656" y="6512"/>
                  <a:pt x="6656" y="6444"/>
                </a:cubicBezTo>
                <a:cubicBezTo>
                  <a:pt x="6656" y="6369"/>
                  <a:pt x="6731" y="6369"/>
                  <a:pt x="6731" y="6300"/>
                </a:cubicBezTo>
                <a:close/>
                <a:moveTo>
                  <a:pt x="16324" y="6512"/>
                </a:moveTo>
                <a:lnTo>
                  <a:pt x="16324" y="6656"/>
                </a:lnTo>
                <a:lnTo>
                  <a:pt x="16181" y="6799"/>
                </a:lnTo>
                <a:cubicBezTo>
                  <a:pt x="16181" y="6656"/>
                  <a:pt x="16250" y="6587"/>
                  <a:pt x="16324" y="6512"/>
                </a:cubicBezTo>
                <a:close/>
                <a:moveTo>
                  <a:pt x="1788" y="6226"/>
                </a:moveTo>
                <a:cubicBezTo>
                  <a:pt x="1788" y="6444"/>
                  <a:pt x="1862" y="6656"/>
                  <a:pt x="1862" y="6873"/>
                </a:cubicBezTo>
                <a:lnTo>
                  <a:pt x="1788" y="6942"/>
                </a:lnTo>
                <a:lnTo>
                  <a:pt x="1788" y="6656"/>
                </a:lnTo>
                <a:lnTo>
                  <a:pt x="1788" y="6226"/>
                </a:lnTo>
                <a:close/>
                <a:moveTo>
                  <a:pt x="5368" y="4221"/>
                </a:moveTo>
                <a:cubicBezTo>
                  <a:pt x="5442" y="5012"/>
                  <a:pt x="5442" y="5871"/>
                  <a:pt x="5368" y="6730"/>
                </a:cubicBezTo>
                <a:lnTo>
                  <a:pt x="5368" y="6942"/>
                </a:lnTo>
                <a:cubicBezTo>
                  <a:pt x="5368" y="6873"/>
                  <a:pt x="5299" y="6799"/>
                  <a:pt x="5299" y="6656"/>
                </a:cubicBezTo>
                <a:cubicBezTo>
                  <a:pt x="5299" y="6369"/>
                  <a:pt x="5299" y="6014"/>
                  <a:pt x="5368" y="5653"/>
                </a:cubicBezTo>
                <a:lnTo>
                  <a:pt x="5368" y="5653"/>
                </a:lnTo>
                <a:cubicBezTo>
                  <a:pt x="5299" y="5796"/>
                  <a:pt x="5224" y="6014"/>
                  <a:pt x="5081" y="6300"/>
                </a:cubicBezTo>
                <a:lnTo>
                  <a:pt x="5081" y="6157"/>
                </a:lnTo>
                <a:cubicBezTo>
                  <a:pt x="5224" y="5796"/>
                  <a:pt x="5368" y="5510"/>
                  <a:pt x="5368" y="5510"/>
                </a:cubicBezTo>
                <a:lnTo>
                  <a:pt x="5368" y="5510"/>
                </a:lnTo>
                <a:cubicBezTo>
                  <a:pt x="5367" y="5510"/>
                  <a:pt x="5224" y="5653"/>
                  <a:pt x="5012" y="5940"/>
                </a:cubicBezTo>
                <a:cubicBezTo>
                  <a:pt x="4938" y="5796"/>
                  <a:pt x="4938" y="5728"/>
                  <a:pt x="4869" y="5585"/>
                </a:cubicBezTo>
                <a:cubicBezTo>
                  <a:pt x="5012" y="5080"/>
                  <a:pt x="5224" y="4651"/>
                  <a:pt x="5368" y="4221"/>
                </a:cubicBezTo>
                <a:close/>
                <a:moveTo>
                  <a:pt x="7733" y="6587"/>
                </a:moveTo>
                <a:lnTo>
                  <a:pt x="7733" y="7016"/>
                </a:lnTo>
                <a:cubicBezTo>
                  <a:pt x="7659" y="7016"/>
                  <a:pt x="7659" y="7016"/>
                  <a:pt x="7659" y="7085"/>
                </a:cubicBezTo>
                <a:lnTo>
                  <a:pt x="7659" y="7016"/>
                </a:lnTo>
                <a:cubicBezTo>
                  <a:pt x="7659" y="6873"/>
                  <a:pt x="7733" y="6730"/>
                  <a:pt x="7733" y="6587"/>
                </a:cubicBezTo>
                <a:close/>
                <a:moveTo>
                  <a:pt x="10809" y="6730"/>
                </a:moveTo>
                <a:lnTo>
                  <a:pt x="10809" y="7085"/>
                </a:lnTo>
                <a:cubicBezTo>
                  <a:pt x="10809" y="7016"/>
                  <a:pt x="10740" y="6942"/>
                  <a:pt x="10740" y="6873"/>
                </a:cubicBezTo>
                <a:cubicBezTo>
                  <a:pt x="10740" y="6799"/>
                  <a:pt x="10809" y="6730"/>
                  <a:pt x="10809" y="6730"/>
                </a:cubicBezTo>
                <a:close/>
                <a:moveTo>
                  <a:pt x="6513" y="6730"/>
                </a:moveTo>
                <a:cubicBezTo>
                  <a:pt x="6588" y="6799"/>
                  <a:pt x="6588" y="6873"/>
                  <a:pt x="6588" y="6942"/>
                </a:cubicBezTo>
                <a:cubicBezTo>
                  <a:pt x="6588" y="7016"/>
                  <a:pt x="6513" y="7085"/>
                  <a:pt x="6513" y="7160"/>
                </a:cubicBezTo>
                <a:cubicBezTo>
                  <a:pt x="6513" y="7085"/>
                  <a:pt x="6444" y="7016"/>
                  <a:pt x="6444" y="6942"/>
                </a:cubicBezTo>
                <a:cubicBezTo>
                  <a:pt x="6444" y="6873"/>
                  <a:pt x="6513" y="6799"/>
                  <a:pt x="6513" y="6730"/>
                </a:cubicBezTo>
                <a:close/>
                <a:moveTo>
                  <a:pt x="16611" y="6656"/>
                </a:moveTo>
                <a:lnTo>
                  <a:pt x="16611" y="7228"/>
                </a:lnTo>
                <a:cubicBezTo>
                  <a:pt x="16536" y="7160"/>
                  <a:pt x="16536" y="7016"/>
                  <a:pt x="16536" y="6873"/>
                </a:cubicBezTo>
                <a:cubicBezTo>
                  <a:pt x="16536" y="6799"/>
                  <a:pt x="16536" y="6799"/>
                  <a:pt x="16611" y="6656"/>
                </a:cubicBezTo>
                <a:close/>
                <a:moveTo>
                  <a:pt x="30643" y="7228"/>
                </a:moveTo>
                <a:cubicBezTo>
                  <a:pt x="30647" y="7236"/>
                  <a:pt x="30650" y="7243"/>
                  <a:pt x="30654" y="7250"/>
                </a:cubicBezTo>
                <a:lnTo>
                  <a:pt x="30654" y="7250"/>
                </a:lnTo>
                <a:lnTo>
                  <a:pt x="30643" y="7228"/>
                </a:lnTo>
                <a:close/>
                <a:moveTo>
                  <a:pt x="26560" y="6942"/>
                </a:moveTo>
                <a:cubicBezTo>
                  <a:pt x="26634" y="7085"/>
                  <a:pt x="26634" y="7160"/>
                  <a:pt x="26634" y="7303"/>
                </a:cubicBezTo>
                <a:cubicBezTo>
                  <a:pt x="26634" y="7228"/>
                  <a:pt x="26560" y="7228"/>
                  <a:pt x="26560" y="7160"/>
                </a:cubicBezTo>
                <a:lnTo>
                  <a:pt x="26560" y="6942"/>
                </a:lnTo>
                <a:close/>
                <a:moveTo>
                  <a:pt x="16393" y="7228"/>
                </a:moveTo>
                <a:lnTo>
                  <a:pt x="16393" y="7372"/>
                </a:lnTo>
                <a:cubicBezTo>
                  <a:pt x="16393" y="7303"/>
                  <a:pt x="16324" y="7303"/>
                  <a:pt x="16324" y="7303"/>
                </a:cubicBezTo>
                <a:cubicBezTo>
                  <a:pt x="16324" y="7303"/>
                  <a:pt x="16324" y="7228"/>
                  <a:pt x="16393" y="7228"/>
                </a:cubicBezTo>
                <a:close/>
                <a:moveTo>
                  <a:pt x="20477" y="6369"/>
                </a:moveTo>
                <a:cubicBezTo>
                  <a:pt x="20546" y="6587"/>
                  <a:pt x="20546" y="6799"/>
                  <a:pt x="20546" y="7016"/>
                </a:cubicBezTo>
                <a:lnTo>
                  <a:pt x="20334" y="7446"/>
                </a:lnTo>
                <a:cubicBezTo>
                  <a:pt x="20259" y="7372"/>
                  <a:pt x="20259" y="7303"/>
                  <a:pt x="20191" y="7228"/>
                </a:cubicBezTo>
                <a:cubicBezTo>
                  <a:pt x="20334" y="6942"/>
                  <a:pt x="20403" y="6656"/>
                  <a:pt x="20477" y="6369"/>
                </a:cubicBezTo>
                <a:close/>
                <a:moveTo>
                  <a:pt x="34292" y="6656"/>
                </a:moveTo>
                <a:cubicBezTo>
                  <a:pt x="34223" y="6873"/>
                  <a:pt x="34223" y="7160"/>
                  <a:pt x="34149" y="7446"/>
                </a:cubicBezTo>
                <a:cubicBezTo>
                  <a:pt x="34149" y="7372"/>
                  <a:pt x="34080" y="7228"/>
                  <a:pt x="34080" y="7160"/>
                </a:cubicBezTo>
                <a:cubicBezTo>
                  <a:pt x="34149" y="6942"/>
                  <a:pt x="34223" y="6799"/>
                  <a:pt x="34292" y="6656"/>
                </a:cubicBezTo>
                <a:close/>
                <a:moveTo>
                  <a:pt x="29567" y="7303"/>
                </a:moveTo>
                <a:cubicBezTo>
                  <a:pt x="29567" y="7370"/>
                  <a:pt x="29567" y="7443"/>
                  <a:pt x="29636" y="7510"/>
                </a:cubicBezTo>
                <a:lnTo>
                  <a:pt x="29636" y="7510"/>
                </a:lnTo>
                <a:cubicBezTo>
                  <a:pt x="29629" y="7446"/>
                  <a:pt x="29611" y="7388"/>
                  <a:pt x="29567" y="7303"/>
                </a:cubicBezTo>
                <a:close/>
                <a:moveTo>
                  <a:pt x="48611" y="6157"/>
                </a:moveTo>
                <a:cubicBezTo>
                  <a:pt x="48685" y="6587"/>
                  <a:pt x="48685" y="7016"/>
                  <a:pt x="48754" y="7515"/>
                </a:cubicBezTo>
                <a:cubicBezTo>
                  <a:pt x="48685" y="7160"/>
                  <a:pt x="48611" y="6873"/>
                  <a:pt x="48468" y="6512"/>
                </a:cubicBezTo>
                <a:cubicBezTo>
                  <a:pt x="48542" y="6300"/>
                  <a:pt x="48542" y="6300"/>
                  <a:pt x="48611" y="6157"/>
                </a:cubicBezTo>
                <a:close/>
                <a:moveTo>
                  <a:pt x="49756" y="7446"/>
                </a:moveTo>
                <a:cubicBezTo>
                  <a:pt x="49756" y="7515"/>
                  <a:pt x="49756" y="7515"/>
                  <a:pt x="49831" y="7515"/>
                </a:cubicBezTo>
                <a:cubicBezTo>
                  <a:pt x="49831" y="7515"/>
                  <a:pt x="49756" y="7515"/>
                  <a:pt x="49756" y="7446"/>
                </a:cubicBezTo>
                <a:close/>
                <a:moveTo>
                  <a:pt x="26416" y="5796"/>
                </a:moveTo>
                <a:cubicBezTo>
                  <a:pt x="26491" y="6083"/>
                  <a:pt x="26491" y="6444"/>
                  <a:pt x="26560" y="6730"/>
                </a:cubicBezTo>
                <a:cubicBezTo>
                  <a:pt x="26491" y="6799"/>
                  <a:pt x="26491" y="6873"/>
                  <a:pt x="26416" y="6942"/>
                </a:cubicBezTo>
                <a:cubicBezTo>
                  <a:pt x="26348" y="7160"/>
                  <a:pt x="26273" y="7372"/>
                  <a:pt x="26273" y="7589"/>
                </a:cubicBezTo>
                <a:cubicBezTo>
                  <a:pt x="26130" y="7372"/>
                  <a:pt x="26061" y="7160"/>
                  <a:pt x="25918" y="6942"/>
                </a:cubicBezTo>
                <a:cubicBezTo>
                  <a:pt x="26130" y="6512"/>
                  <a:pt x="26273" y="6083"/>
                  <a:pt x="26416" y="5796"/>
                </a:cubicBezTo>
                <a:close/>
                <a:moveTo>
                  <a:pt x="1931" y="7016"/>
                </a:moveTo>
                <a:cubicBezTo>
                  <a:pt x="1931" y="7215"/>
                  <a:pt x="1931" y="7418"/>
                  <a:pt x="1992" y="7617"/>
                </a:cubicBezTo>
                <a:lnTo>
                  <a:pt x="1992" y="7617"/>
                </a:lnTo>
                <a:cubicBezTo>
                  <a:pt x="1982" y="7602"/>
                  <a:pt x="1963" y="7589"/>
                  <a:pt x="1931" y="7589"/>
                </a:cubicBezTo>
                <a:cubicBezTo>
                  <a:pt x="1931" y="7446"/>
                  <a:pt x="1931" y="7303"/>
                  <a:pt x="1862" y="7160"/>
                </a:cubicBezTo>
                <a:cubicBezTo>
                  <a:pt x="1862" y="7085"/>
                  <a:pt x="1931" y="7085"/>
                  <a:pt x="1931" y="7016"/>
                </a:cubicBezTo>
                <a:close/>
                <a:moveTo>
                  <a:pt x="29567" y="7446"/>
                </a:moveTo>
                <a:cubicBezTo>
                  <a:pt x="29567" y="7515"/>
                  <a:pt x="29641" y="7589"/>
                  <a:pt x="29641" y="7658"/>
                </a:cubicBezTo>
                <a:cubicBezTo>
                  <a:pt x="29641" y="7602"/>
                  <a:pt x="29641" y="7557"/>
                  <a:pt x="29637" y="7515"/>
                </a:cubicBezTo>
                <a:lnTo>
                  <a:pt x="29637" y="7515"/>
                </a:lnTo>
                <a:cubicBezTo>
                  <a:pt x="29638" y="7515"/>
                  <a:pt x="29640" y="7515"/>
                  <a:pt x="29641" y="7515"/>
                </a:cubicBezTo>
                <a:cubicBezTo>
                  <a:pt x="29639" y="7513"/>
                  <a:pt x="29638" y="7512"/>
                  <a:pt x="29636" y="7510"/>
                </a:cubicBezTo>
                <a:lnTo>
                  <a:pt x="29636" y="7510"/>
                </a:lnTo>
                <a:cubicBezTo>
                  <a:pt x="29636" y="7511"/>
                  <a:pt x="29636" y="7513"/>
                  <a:pt x="29637" y="7515"/>
                </a:cubicBezTo>
                <a:lnTo>
                  <a:pt x="29637" y="7515"/>
                </a:lnTo>
                <a:cubicBezTo>
                  <a:pt x="29567" y="7512"/>
                  <a:pt x="29567" y="7447"/>
                  <a:pt x="29567" y="7446"/>
                </a:cubicBezTo>
                <a:close/>
                <a:moveTo>
                  <a:pt x="29641" y="5940"/>
                </a:moveTo>
                <a:cubicBezTo>
                  <a:pt x="29710" y="6512"/>
                  <a:pt x="29710" y="7085"/>
                  <a:pt x="29710" y="7658"/>
                </a:cubicBezTo>
                <a:lnTo>
                  <a:pt x="29641" y="7658"/>
                </a:lnTo>
                <a:lnTo>
                  <a:pt x="29641" y="7732"/>
                </a:lnTo>
                <a:cubicBezTo>
                  <a:pt x="29641" y="7658"/>
                  <a:pt x="29567" y="7589"/>
                  <a:pt x="29567" y="7515"/>
                </a:cubicBezTo>
                <a:lnTo>
                  <a:pt x="29567" y="7446"/>
                </a:lnTo>
                <a:lnTo>
                  <a:pt x="29567" y="7303"/>
                </a:lnTo>
                <a:cubicBezTo>
                  <a:pt x="29567" y="6873"/>
                  <a:pt x="29641" y="6369"/>
                  <a:pt x="29641" y="5940"/>
                </a:cubicBezTo>
                <a:close/>
                <a:moveTo>
                  <a:pt x="50759" y="7589"/>
                </a:moveTo>
                <a:cubicBezTo>
                  <a:pt x="50759" y="7658"/>
                  <a:pt x="50759" y="7732"/>
                  <a:pt x="50833" y="7801"/>
                </a:cubicBezTo>
                <a:cubicBezTo>
                  <a:pt x="50833" y="7732"/>
                  <a:pt x="50759" y="7658"/>
                  <a:pt x="50759" y="7589"/>
                </a:cubicBezTo>
                <a:close/>
                <a:moveTo>
                  <a:pt x="32860" y="5585"/>
                </a:moveTo>
                <a:cubicBezTo>
                  <a:pt x="32934" y="6083"/>
                  <a:pt x="32934" y="6587"/>
                  <a:pt x="32934" y="7085"/>
                </a:cubicBezTo>
                <a:cubicBezTo>
                  <a:pt x="32860" y="7303"/>
                  <a:pt x="32791" y="7515"/>
                  <a:pt x="32648" y="7801"/>
                </a:cubicBezTo>
                <a:cubicBezTo>
                  <a:pt x="32574" y="7515"/>
                  <a:pt x="32505" y="7228"/>
                  <a:pt x="32362" y="6873"/>
                </a:cubicBezTo>
                <a:lnTo>
                  <a:pt x="32362" y="6873"/>
                </a:lnTo>
                <a:cubicBezTo>
                  <a:pt x="32430" y="7160"/>
                  <a:pt x="32505" y="7515"/>
                  <a:pt x="32574" y="7876"/>
                </a:cubicBezTo>
                <a:lnTo>
                  <a:pt x="32362" y="7228"/>
                </a:lnTo>
                <a:lnTo>
                  <a:pt x="32362" y="7228"/>
                </a:lnTo>
                <a:cubicBezTo>
                  <a:pt x="32362" y="7372"/>
                  <a:pt x="32430" y="7515"/>
                  <a:pt x="32430" y="7732"/>
                </a:cubicBezTo>
                <a:cubicBezTo>
                  <a:pt x="32362" y="7515"/>
                  <a:pt x="32362" y="7372"/>
                  <a:pt x="32287" y="7228"/>
                </a:cubicBezTo>
                <a:cubicBezTo>
                  <a:pt x="32287" y="7085"/>
                  <a:pt x="32362" y="7016"/>
                  <a:pt x="32362" y="6873"/>
                </a:cubicBezTo>
                <a:cubicBezTo>
                  <a:pt x="32574" y="6369"/>
                  <a:pt x="32717" y="5940"/>
                  <a:pt x="32860" y="5585"/>
                </a:cubicBezTo>
                <a:close/>
                <a:moveTo>
                  <a:pt x="41669" y="5012"/>
                </a:moveTo>
                <a:cubicBezTo>
                  <a:pt x="41881" y="5728"/>
                  <a:pt x="42099" y="6656"/>
                  <a:pt x="42311" y="7515"/>
                </a:cubicBezTo>
                <a:lnTo>
                  <a:pt x="41955" y="7876"/>
                </a:lnTo>
                <a:cubicBezTo>
                  <a:pt x="41812" y="7446"/>
                  <a:pt x="41669" y="7016"/>
                  <a:pt x="41526" y="6512"/>
                </a:cubicBezTo>
                <a:cubicBezTo>
                  <a:pt x="41595" y="6014"/>
                  <a:pt x="41595" y="5585"/>
                  <a:pt x="41669" y="5012"/>
                </a:cubicBezTo>
                <a:close/>
                <a:moveTo>
                  <a:pt x="4726" y="7016"/>
                </a:moveTo>
                <a:lnTo>
                  <a:pt x="4726" y="7944"/>
                </a:lnTo>
                <a:cubicBezTo>
                  <a:pt x="4726" y="7801"/>
                  <a:pt x="4652" y="7658"/>
                  <a:pt x="4583" y="7446"/>
                </a:cubicBezTo>
                <a:lnTo>
                  <a:pt x="4583" y="7303"/>
                </a:lnTo>
                <a:cubicBezTo>
                  <a:pt x="4652" y="7228"/>
                  <a:pt x="4652" y="7085"/>
                  <a:pt x="4726" y="7016"/>
                </a:cubicBezTo>
                <a:close/>
                <a:moveTo>
                  <a:pt x="24486" y="7446"/>
                </a:moveTo>
                <a:cubicBezTo>
                  <a:pt x="24486" y="7515"/>
                  <a:pt x="24486" y="7589"/>
                  <a:pt x="24555" y="7658"/>
                </a:cubicBezTo>
                <a:cubicBezTo>
                  <a:pt x="24555" y="7658"/>
                  <a:pt x="24486" y="7658"/>
                  <a:pt x="24486" y="7732"/>
                </a:cubicBezTo>
                <a:cubicBezTo>
                  <a:pt x="24486" y="7801"/>
                  <a:pt x="24486" y="7944"/>
                  <a:pt x="24412" y="8019"/>
                </a:cubicBezTo>
                <a:cubicBezTo>
                  <a:pt x="24412" y="7876"/>
                  <a:pt x="24486" y="7658"/>
                  <a:pt x="24486" y="7446"/>
                </a:cubicBezTo>
                <a:close/>
                <a:moveTo>
                  <a:pt x="20191" y="7372"/>
                </a:moveTo>
                <a:lnTo>
                  <a:pt x="20191" y="7732"/>
                </a:lnTo>
                <a:cubicBezTo>
                  <a:pt x="20116" y="7801"/>
                  <a:pt x="20047" y="7944"/>
                  <a:pt x="19973" y="8087"/>
                </a:cubicBezTo>
                <a:cubicBezTo>
                  <a:pt x="20047" y="7876"/>
                  <a:pt x="20116" y="7589"/>
                  <a:pt x="20191" y="7372"/>
                </a:cubicBezTo>
                <a:close/>
                <a:moveTo>
                  <a:pt x="25918" y="7016"/>
                </a:moveTo>
                <a:cubicBezTo>
                  <a:pt x="25987" y="7303"/>
                  <a:pt x="26061" y="7589"/>
                  <a:pt x="26130" y="7944"/>
                </a:cubicBezTo>
                <a:lnTo>
                  <a:pt x="26130" y="8162"/>
                </a:lnTo>
                <a:cubicBezTo>
                  <a:pt x="26061" y="7801"/>
                  <a:pt x="25918" y="7515"/>
                  <a:pt x="25844" y="7160"/>
                </a:cubicBezTo>
                <a:cubicBezTo>
                  <a:pt x="25844" y="7085"/>
                  <a:pt x="25844" y="7085"/>
                  <a:pt x="25918" y="7016"/>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21834" y="8231"/>
                </a:moveTo>
                <a:lnTo>
                  <a:pt x="21834" y="8231"/>
                </a:lnTo>
                <a:cubicBezTo>
                  <a:pt x="21834" y="8231"/>
                  <a:pt x="21834" y="8231"/>
                  <a:pt x="21834" y="8231"/>
                </a:cubicBezTo>
                <a:close/>
                <a:moveTo>
                  <a:pt x="3649" y="7085"/>
                </a:moveTo>
                <a:lnTo>
                  <a:pt x="3649" y="7303"/>
                </a:lnTo>
                <a:lnTo>
                  <a:pt x="3649" y="7732"/>
                </a:lnTo>
                <a:cubicBezTo>
                  <a:pt x="3581" y="7876"/>
                  <a:pt x="3581" y="8019"/>
                  <a:pt x="3581" y="8231"/>
                </a:cubicBezTo>
                <a:cubicBezTo>
                  <a:pt x="3534" y="8231"/>
                  <a:pt x="3517" y="8259"/>
                  <a:pt x="3510" y="8281"/>
                </a:cubicBezTo>
                <a:lnTo>
                  <a:pt x="3510" y="8281"/>
                </a:lnTo>
                <a:cubicBezTo>
                  <a:pt x="3581" y="7859"/>
                  <a:pt x="3582" y="7439"/>
                  <a:pt x="3649" y="7085"/>
                </a:cubicBezTo>
                <a:close/>
                <a:moveTo>
                  <a:pt x="1719" y="8019"/>
                </a:moveTo>
                <a:lnTo>
                  <a:pt x="1719" y="8305"/>
                </a:lnTo>
                <a:lnTo>
                  <a:pt x="1645" y="8231"/>
                </a:lnTo>
                <a:cubicBezTo>
                  <a:pt x="1645" y="8087"/>
                  <a:pt x="1645" y="8087"/>
                  <a:pt x="1719" y="8019"/>
                </a:cubicBezTo>
                <a:close/>
                <a:moveTo>
                  <a:pt x="45174" y="6300"/>
                </a:moveTo>
                <a:cubicBezTo>
                  <a:pt x="45249" y="7016"/>
                  <a:pt x="45249" y="7801"/>
                  <a:pt x="45249" y="8517"/>
                </a:cubicBezTo>
                <a:lnTo>
                  <a:pt x="45031" y="8087"/>
                </a:lnTo>
                <a:cubicBezTo>
                  <a:pt x="45106" y="7515"/>
                  <a:pt x="45106" y="6942"/>
                  <a:pt x="45174" y="6300"/>
                </a:cubicBezTo>
                <a:close/>
                <a:moveTo>
                  <a:pt x="16107" y="7944"/>
                </a:moveTo>
                <a:lnTo>
                  <a:pt x="16107" y="8591"/>
                </a:lnTo>
                <a:cubicBezTo>
                  <a:pt x="16038" y="8517"/>
                  <a:pt x="16038" y="8448"/>
                  <a:pt x="15964" y="8374"/>
                </a:cubicBezTo>
                <a:lnTo>
                  <a:pt x="15964" y="8305"/>
                </a:lnTo>
                <a:lnTo>
                  <a:pt x="15964" y="8231"/>
                </a:lnTo>
                <a:cubicBezTo>
                  <a:pt x="16038" y="8162"/>
                  <a:pt x="16038" y="8019"/>
                  <a:pt x="16107" y="7944"/>
                </a:cubicBezTo>
                <a:close/>
                <a:moveTo>
                  <a:pt x="41451" y="7446"/>
                </a:moveTo>
                <a:cubicBezTo>
                  <a:pt x="41526" y="7732"/>
                  <a:pt x="41595" y="8019"/>
                  <a:pt x="41595" y="8305"/>
                </a:cubicBezTo>
                <a:cubicBezTo>
                  <a:pt x="41526" y="8374"/>
                  <a:pt x="41451" y="8448"/>
                  <a:pt x="41383" y="8591"/>
                </a:cubicBezTo>
                <a:cubicBezTo>
                  <a:pt x="41383" y="8231"/>
                  <a:pt x="41451" y="7801"/>
                  <a:pt x="41451" y="7446"/>
                </a:cubicBezTo>
                <a:close/>
                <a:moveTo>
                  <a:pt x="1645" y="8374"/>
                </a:moveTo>
                <a:lnTo>
                  <a:pt x="1645" y="8591"/>
                </a:lnTo>
                <a:cubicBezTo>
                  <a:pt x="1645" y="8660"/>
                  <a:pt x="1645" y="8660"/>
                  <a:pt x="1576" y="8735"/>
                </a:cubicBezTo>
                <a:cubicBezTo>
                  <a:pt x="1576" y="8591"/>
                  <a:pt x="1576" y="8517"/>
                  <a:pt x="1645" y="8374"/>
                </a:cubicBezTo>
                <a:close/>
                <a:moveTo>
                  <a:pt x="17252" y="6157"/>
                </a:moveTo>
                <a:cubicBezTo>
                  <a:pt x="17396" y="6942"/>
                  <a:pt x="17539" y="7732"/>
                  <a:pt x="17682" y="8591"/>
                </a:cubicBezTo>
                <a:cubicBezTo>
                  <a:pt x="17613" y="8660"/>
                  <a:pt x="17613" y="8660"/>
                  <a:pt x="17613" y="8735"/>
                </a:cubicBezTo>
                <a:cubicBezTo>
                  <a:pt x="17613" y="8660"/>
                  <a:pt x="17539" y="8517"/>
                  <a:pt x="17539" y="8448"/>
                </a:cubicBezTo>
                <a:cubicBezTo>
                  <a:pt x="17470" y="7944"/>
                  <a:pt x="17327" y="7446"/>
                  <a:pt x="17184" y="6873"/>
                </a:cubicBezTo>
                <a:cubicBezTo>
                  <a:pt x="17184" y="6656"/>
                  <a:pt x="17252" y="6444"/>
                  <a:pt x="17252" y="6157"/>
                </a:cubicBezTo>
                <a:close/>
                <a:moveTo>
                  <a:pt x="40381" y="7892"/>
                </a:moveTo>
                <a:cubicBezTo>
                  <a:pt x="40384" y="8095"/>
                  <a:pt x="40449" y="8236"/>
                  <a:pt x="40449" y="8448"/>
                </a:cubicBezTo>
                <a:cubicBezTo>
                  <a:pt x="40449" y="8517"/>
                  <a:pt x="40380" y="8660"/>
                  <a:pt x="40380" y="8735"/>
                </a:cubicBezTo>
                <a:cubicBezTo>
                  <a:pt x="40306" y="8591"/>
                  <a:pt x="40237" y="8374"/>
                  <a:pt x="40237" y="8231"/>
                </a:cubicBezTo>
                <a:cubicBezTo>
                  <a:pt x="40285" y="8115"/>
                  <a:pt x="40333" y="8001"/>
                  <a:pt x="40381" y="7892"/>
                </a:cubicBezTo>
                <a:close/>
                <a:moveTo>
                  <a:pt x="40020" y="8735"/>
                </a:moveTo>
                <a:cubicBezTo>
                  <a:pt x="40019" y="8742"/>
                  <a:pt x="40018" y="8749"/>
                  <a:pt x="40017" y="8756"/>
                </a:cubicBezTo>
                <a:lnTo>
                  <a:pt x="40017" y="8756"/>
                </a:lnTo>
                <a:cubicBezTo>
                  <a:pt x="40019" y="8750"/>
                  <a:pt x="40020" y="8743"/>
                  <a:pt x="40020" y="8735"/>
                </a:cubicBezTo>
                <a:close/>
                <a:moveTo>
                  <a:pt x="32144" y="7589"/>
                </a:moveTo>
                <a:cubicBezTo>
                  <a:pt x="32219" y="7801"/>
                  <a:pt x="32287" y="8087"/>
                  <a:pt x="32287" y="8374"/>
                </a:cubicBezTo>
                <a:cubicBezTo>
                  <a:pt x="32219" y="8231"/>
                  <a:pt x="32144" y="8087"/>
                  <a:pt x="32075" y="8019"/>
                </a:cubicBezTo>
                <a:lnTo>
                  <a:pt x="32075" y="8019"/>
                </a:lnTo>
                <a:lnTo>
                  <a:pt x="32287" y="8448"/>
                </a:lnTo>
                <a:cubicBezTo>
                  <a:pt x="32144" y="8517"/>
                  <a:pt x="32075" y="8660"/>
                  <a:pt x="31932" y="8803"/>
                </a:cubicBezTo>
                <a:cubicBezTo>
                  <a:pt x="32001" y="8591"/>
                  <a:pt x="32075" y="8374"/>
                  <a:pt x="32075" y="8231"/>
                </a:cubicBezTo>
                <a:lnTo>
                  <a:pt x="32075" y="8231"/>
                </a:lnTo>
                <a:cubicBezTo>
                  <a:pt x="32075" y="8231"/>
                  <a:pt x="32001" y="8305"/>
                  <a:pt x="31932" y="8305"/>
                </a:cubicBezTo>
                <a:cubicBezTo>
                  <a:pt x="32001" y="8087"/>
                  <a:pt x="32075" y="7801"/>
                  <a:pt x="32144" y="7589"/>
                </a:cubicBezTo>
                <a:close/>
                <a:moveTo>
                  <a:pt x="42311" y="7658"/>
                </a:moveTo>
                <a:lnTo>
                  <a:pt x="42311" y="7732"/>
                </a:lnTo>
                <a:cubicBezTo>
                  <a:pt x="42242" y="8087"/>
                  <a:pt x="42167" y="8448"/>
                  <a:pt x="42167" y="8803"/>
                </a:cubicBezTo>
                <a:cubicBezTo>
                  <a:pt x="42099" y="8591"/>
                  <a:pt x="42099" y="8448"/>
                  <a:pt x="42024" y="8231"/>
                </a:cubicBezTo>
                <a:cubicBezTo>
                  <a:pt x="42167" y="8019"/>
                  <a:pt x="42242" y="7801"/>
                  <a:pt x="42311" y="7658"/>
                </a:cubicBezTo>
                <a:close/>
                <a:moveTo>
                  <a:pt x="49688" y="8231"/>
                </a:moveTo>
                <a:lnTo>
                  <a:pt x="49688" y="8231"/>
                </a:lnTo>
                <a:cubicBezTo>
                  <a:pt x="49613" y="8374"/>
                  <a:pt x="49613" y="8517"/>
                  <a:pt x="49545" y="8660"/>
                </a:cubicBezTo>
                <a:cubicBezTo>
                  <a:pt x="49545" y="8735"/>
                  <a:pt x="49545" y="8803"/>
                  <a:pt x="49470" y="8803"/>
                </a:cubicBezTo>
                <a:cubicBezTo>
                  <a:pt x="49545" y="8592"/>
                  <a:pt x="49613" y="8374"/>
                  <a:pt x="49688" y="8231"/>
                </a:cubicBezTo>
                <a:close/>
                <a:moveTo>
                  <a:pt x="16038" y="8591"/>
                </a:moveTo>
                <a:cubicBezTo>
                  <a:pt x="16038" y="8660"/>
                  <a:pt x="16107" y="8735"/>
                  <a:pt x="16107" y="8803"/>
                </a:cubicBezTo>
                <a:cubicBezTo>
                  <a:pt x="16107" y="8803"/>
                  <a:pt x="16107" y="8878"/>
                  <a:pt x="16038" y="8878"/>
                </a:cubicBezTo>
                <a:lnTo>
                  <a:pt x="16038" y="8591"/>
                </a:lnTo>
                <a:close/>
                <a:moveTo>
                  <a:pt x="26560" y="7228"/>
                </a:moveTo>
                <a:cubicBezTo>
                  <a:pt x="26560" y="7303"/>
                  <a:pt x="26634" y="7446"/>
                  <a:pt x="26634" y="7515"/>
                </a:cubicBezTo>
                <a:cubicBezTo>
                  <a:pt x="26703" y="7944"/>
                  <a:pt x="26777" y="8374"/>
                  <a:pt x="26777" y="8803"/>
                </a:cubicBezTo>
                <a:lnTo>
                  <a:pt x="26777" y="8878"/>
                </a:lnTo>
                <a:cubicBezTo>
                  <a:pt x="26703" y="8593"/>
                  <a:pt x="26635" y="8376"/>
                  <a:pt x="26561" y="8092"/>
                </a:cubicBezTo>
                <a:lnTo>
                  <a:pt x="26561" y="8092"/>
                </a:lnTo>
                <a:cubicBezTo>
                  <a:pt x="26635" y="8376"/>
                  <a:pt x="26703" y="8593"/>
                  <a:pt x="26703" y="8878"/>
                </a:cubicBezTo>
                <a:lnTo>
                  <a:pt x="26491" y="8231"/>
                </a:lnTo>
                <a:cubicBezTo>
                  <a:pt x="26491" y="7876"/>
                  <a:pt x="26560" y="7589"/>
                  <a:pt x="26560" y="7228"/>
                </a:cubicBezTo>
                <a:close/>
                <a:moveTo>
                  <a:pt x="111328" y="8735"/>
                </a:moveTo>
                <a:cubicBezTo>
                  <a:pt x="111328" y="8803"/>
                  <a:pt x="111259" y="8947"/>
                  <a:pt x="111259" y="9021"/>
                </a:cubicBezTo>
                <a:lnTo>
                  <a:pt x="111259" y="8947"/>
                </a:lnTo>
                <a:lnTo>
                  <a:pt x="111259" y="8803"/>
                </a:lnTo>
                <a:lnTo>
                  <a:pt x="111328" y="8735"/>
                </a:lnTo>
                <a:close/>
                <a:moveTo>
                  <a:pt x="27992" y="6226"/>
                </a:moveTo>
                <a:cubicBezTo>
                  <a:pt x="28135" y="7016"/>
                  <a:pt x="28209" y="7801"/>
                  <a:pt x="28278" y="8591"/>
                </a:cubicBezTo>
                <a:cubicBezTo>
                  <a:pt x="28209" y="8735"/>
                  <a:pt x="28066" y="8878"/>
                  <a:pt x="27992" y="9090"/>
                </a:cubicBezTo>
                <a:cubicBezTo>
                  <a:pt x="27992" y="8803"/>
                  <a:pt x="27923" y="8517"/>
                  <a:pt x="27848" y="8231"/>
                </a:cubicBezTo>
                <a:cubicBezTo>
                  <a:pt x="27923" y="7589"/>
                  <a:pt x="27923" y="6942"/>
                  <a:pt x="27992" y="6226"/>
                </a:cubicBezTo>
                <a:close/>
                <a:moveTo>
                  <a:pt x="57775" y="8878"/>
                </a:moveTo>
                <a:lnTo>
                  <a:pt x="57775" y="8878"/>
                </a:lnTo>
                <a:cubicBezTo>
                  <a:pt x="57796" y="8951"/>
                  <a:pt x="57817" y="9023"/>
                  <a:pt x="57838" y="9094"/>
                </a:cubicBezTo>
                <a:lnTo>
                  <a:pt x="57838" y="9094"/>
                </a:lnTo>
                <a:cubicBezTo>
                  <a:pt x="57819" y="9019"/>
                  <a:pt x="57798" y="8946"/>
                  <a:pt x="57775" y="8878"/>
                </a:cubicBezTo>
                <a:close/>
                <a:moveTo>
                  <a:pt x="44172" y="9090"/>
                </a:moveTo>
                <a:cubicBezTo>
                  <a:pt x="44172" y="9090"/>
                  <a:pt x="44172" y="9164"/>
                  <a:pt x="44247" y="9164"/>
                </a:cubicBezTo>
                <a:cubicBezTo>
                  <a:pt x="44247" y="9090"/>
                  <a:pt x="44172" y="9090"/>
                  <a:pt x="44172" y="9090"/>
                </a:cubicBezTo>
                <a:close/>
                <a:moveTo>
                  <a:pt x="115194" y="8517"/>
                </a:moveTo>
                <a:lnTo>
                  <a:pt x="115194" y="8517"/>
                </a:lnTo>
                <a:cubicBezTo>
                  <a:pt x="115126" y="8660"/>
                  <a:pt x="115051" y="8947"/>
                  <a:pt x="114982" y="9164"/>
                </a:cubicBezTo>
                <a:cubicBezTo>
                  <a:pt x="114982" y="9090"/>
                  <a:pt x="114982" y="9021"/>
                  <a:pt x="114908" y="8947"/>
                </a:cubicBezTo>
                <a:cubicBezTo>
                  <a:pt x="115126" y="8660"/>
                  <a:pt x="115126" y="8591"/>
                  <a:pt x="115194" y="8517"/>
                </a:cubicBezTo>
                <a:close/>
                <a:moveTo>
                  <a:pt x="21909" y="8947"/>
                </a:moveTo>
                <a:cubicBezTo>
                  <a:pt x="21909" y="9021"/>
                  <a:pt x="21909" y="9021"/>
                  <a:pt x="21978" y="9090"/>
                </a:cubicBezTo>
                <a:cubicBezTo>
                  <a:pt x="21909" y="9164"/>
                  <a:pt x="21909" y="9164"/>
                  <a:pt x="21909" y="9233"/>
                </a:cubicBezTo>
                <a:lnTo>
                  <a:pt x="21909" y="9090"/>
                </a:lnTo>
                <a:lnTo>
                  <a:pt x="21909" y="8947"/>
                </a:lnTo>
                <a:close/>
                <a:moveTo>
                  <a:pt x="29498" y="8448"/>
                </a:moveTo>
                <a:cubicBezTo>
                  <a:pt x="29498" y="8591"/>
                  <a:pt x="29567" y="8735"/>
                  <a:pt x="29567" y="8878"/>
                </a:cubicBezTo>
                <a:lnTo>
                  <a:pt x="29567" y="9307"/>
                </a:lnTo>
                <a:cubicBezTo>
                  <a:pt x="29498" y="9307"/>
                  <a:pt x="29498" y="9376"/>
                  <a:pt x="29498" y="9376"/>
                </a:cubicBezTo>
                <a:lnTo>
                  <a:pt x="29498" y="8448"/>
                </a:lnTo>
                <a:close/>
                <a:moveTo>
                  <a:pt x="43170" y="8878"/>
                </a:moveTo>
                <a:cubicBezTo>
                  <a:pt x="43244" y="9021"/>
                  <a:pt x="43244" y="9090"/>
                  <a:pt x="43313" y="9233"/>
                </a:cubicBezTo>
                <a:lnTo>
                  <a:pt x="43313" y="9376"/>
                </a:lnTo>
                <a:cubicBezTo>
                  <a:pt x="43244" y="9233"/>
                  <a:pt x="43244" y="9021"/>
                  <a:pt x="43170" y="8878"/>
                </a:cubicBezTo>
                <a:close/>
                <a:moveTo>
                  <a:pt x="49401" y="8947"/>
                </a:moveTo>
                <a:lnTo>
                  <a:pt x="49401" y="9021"/>
                </a:lnTo>
                <a:lnTo>
                  <a:pt x="49401" y="9233"/>
                </a:lnTo>
                <a:cubicBezTo>
                  <a:pt x="49401" y="9164"/>
                  <a:pt x="49327" y="9090"/>
                  <a:pt x="49327" y="9090"/>
                </a:cubicBezTo>
                <a:lnTo>
                  <a:pt x="49327" y="9090"/>
                </a:lnTo>
                <a:cubicBezTo>
                  <a:pt x="49327" y="9164"/>
                  <a:pt x="49327" y="9233"/>
                  <a:pt x="49401" y="9307"/>
                </a:cubicBezTo>
                <a:cubicBezTo>
                  <a:pt x="49327" y="9307"/>
                  <a:pt x="49327" y="9376"/>
                  <a:pt x="49327" y="9376"/>
                </a:cubicBezTo>
                <a:lnTo>
                  <a:pt x="49327" y="9164"/>
                </a:lnTo>
                <a:lnTo>
                  <a:pt x="49327" y="9090"/>
                </a:lnTo>
                <a:cubicBezTo>
                  <a:pt x="49327" y="9021"/>
                  <a:pt x="49401" y="9021"/>
                  <a:pt x="49401" y="8947"/>
                </a:cubicBezTo>
                <a:close/>
                <a:moveTo>
                  <a:pt x="51263" y="9164"/>
                </a:moveTo>
                <a:cubicBezTo>
                  <a:pt x="51263" y="9233"/>
                  <a:pt x="51263" y="9307"/>
                  <a:pt x="51332" y="9376"/>
                </a:cubicBezTo>
                <a:cubicBezTo>
                  <a:pt x="51263" y="9376"/>
                  <a:pt x="51263" y="9307"/>
                  <a:pt x="51188" y="9233"/>
                </a:cubicBezTo>
                <a:cubicBezTo>
                  <a:pt x="51263" y="9233"/>
                  <a:pt x="51263" y="9164"/>
                  <a:pt x="51263" y="9164"/>
                </a:cubicBezTo>
                <a:close/>
                <a:moveTo>
                  <a:pt x="44315" y="8660"/>
                </a:moveTo>
                <a:lnTo>
                  <a:pt x="44315" y="8660"/>
                </a:lnTo>
                <a:cubicBezTo>
                  <a:pt x="44247" y="8803"/>
                  <a:pt x="44247" y="8947"/>
                  <a:pt x="44247" y="9164"/>
                </a:cubicBezTo>
                <a:cubicBezTo>
                  <a:pt x="44103" y="9233"/>
                  <a:pt x="44029" y="9376"/>
                  <a:pt x="43960" y="9451"/>
                </a:cubicBezTo>
                <a:lnTo>
                  <a:pt x="43960" y="9376"/>
                </a:lnTo>
                <a:lnTo>
                  <a:pt x="43960" y="9307"/>
                </a:lnTo>
                <a:cubicBezTo>
                  <a:pt x="44103" y="9021"/>
                  <a:pt x="44247" y="8735"/>
                  <a:pt x="44315" y="8660"/>
                </a:cubicBezTo>
                <a:close/>
                <a:moveTo>
                  <a:pt x="48468" y="6656"/>
                </a:moveTo>
                <a:cubicBezTo>
                  <a:pt x="48542" y="7446"/>
                  <a:pt x="48542" y="8374"/>
                  <a:pt x="48542" y="9164"/>
                </a:cubicBezTo>
                <a:cubicBezTo>
                  <a:pt x="48468" y="9307"/>
                  <a:pt x="48468" y="9376"/>
                  <a:pt x="48399" y="9451"/>
                </a:cubicBezTo>
                <a:cubicBezTo>
                  <a:pt x="48325" y="8878"/>
                  <a:pt x="48256" y="8305"/>
                  <a:pt x="48113" y="7446"/>
                </a:cubicBezTo>
                <a:cubicBezTo>
                  <a:pt x="48181" y="7160"/>
                  <a:pt x="48325" y="6873"/>
                  <a:pt x="48468" y="6656"/>
                </a:cubicBezTo>
                <a:close/>
                <a:moveTo>
                  <a:pt x="38805" y="6730"/>
                </a:moveTo>
                <a:cubicBezTo>
                  <a:pt x="38948" y="7372"/>
                  <a:pt x="39017" y="8087"/>
                  <a:pt x="39092" y="8803"/>
                </a:cubicBezTo>
                <a:lnTo>
                  <a:pt x="38874" y="9021"/>
                </a:lnTo>
                <a:cubicBezTo>
                  <a:pt x="38805" y="8878"/>
                  <a:pt x="38805" y="8660"/>
                  <a:pt x="38731" y="8448"/>
                </a:cubicBezTo>
                <a:lnTo>
                  <a:pt x="38731" y="8448"/>
                </a:lnTo>
                <a:cubicBezTo>
                  <a:pt x="38731" y="8660"/>
                  <a:pt x="38805" y="8878"/>
                  <a:pt x="38805" y="9090"/>
                </a:cubicBezTo>
                <a:cubicBezTo>
                  <a:pt x="38731" y="9307"/>
                  <a:pt x="38588" y="9451"/>
                  <a:pt x="38519" y="9594"/>
                </a:cubicBezTo>
                <a:cubicBezTo>
                  <a:pt x="38444" y="9594"/>
                  <a:pt x="38444" y="9519"/>
                  <a:pt x="38444" y="9451"/>
                </a:cubicBezTo>
                <a:cubicBezTo>
                  <a:pt x="38444" y="9090"/>
                  <a:pt x="38519" y="8660"/>
                  <a:pt x="38519" y="8231"/>
                </a:cubicBezTo>
                <a:lnTo>
                  <a:pt x="38519" y="8231"/>
                </a:lnTo>
                <a:cubicBezTo>
                  <a:pt x="38444" y="8374"/>
                  <a:pt x="38301" y="8660"/>
                  <a:pt x="38233" y="9021"/>
                </a:cubicBezTo>
                <a:cubicBezTo>
                  <a:pt x="38158" y="8878"/>
                  <a:pt x="38089" y="8735"/>
                  <a:pt x="38089" y="8660"/>
                </a:cubicBezTo>
                <a:cubicBezTo>
                  <a:pt x="38015" y="8591"/>
                  <a:pt x="38015" y="8517"/>
                  <a:pt x="38015" y="8448"/>
                </a:cubicBezTo>
                <a:cubicBezTo>
                  <a:pt x="38376" y="7589"/>
                  <a:pt x="38731" y="6873"/>
                  <a:pt x="38805" y="6730"/>
                </a:cubicBezTo>
                <a:close/>
                <a:moveTo>
                  <a:pt x="25701" y="9376"/>
                </a:moveTo>
                <a:cubicBezTo>
                  <a:pt x="25701" y="9519"/>
                  <a:pt x="25701" y="9594"/>
                  <a:pt x="25775" y="9663"/>
                </a:cubicBezTo>
                <a:cubicBezTo>
                  <a:pt x="25701" y="9594"/>
                  <a:pt x="25701" y="9519"/>
                  <a:pt x="25701" y="9451"/>
                </a:cubicBezTo>
                <a:lnTo>
                  <a:pt x="25701" y="9376"/>
                </a:lnTo>
                <a:close/>
                <a:moveTo>
                  <a:pt x="35941" y="8591"/>
                </a:moveTo>
                <a:cubicBezTo>
                  <a:pt x="36010" y="8947"/>
                  <a:pt x="36085" y="9307"/>
                  <a:pt x="36085" y="9663"/>
                </a:cubicBezTo>
                <a:lnTo>
                  <a:pt x="36085" y="9663"/>
                </a:lnTo>
                <a:cubicBezTo>
                  <a:pt x="36010" y="9663"/>
                  <a:pt x="36010" y="9663"/>
                  <a:pt x="36010" y="9594"/>
                </a:cubicBezTo>
                <a:cubicBezTo>
                  <a:pt x="36010" y="9519"/>
                  <a:pt x="36010" y="9451"/>
                  <a:pt x="35941" y="9451"/>
                </a:cubicBezTo>
                <a:lnTo>
                  <a:pt x="35941" y="9519"/>
                </a:lnTo>
                <a:cubicBezTo>
                  <a:pt x="35941" y="9451"/>
                  <a:pt x="35941" y="9376"/>
                  <a:pt x="35867" y="9307"/>
                </a:cubicBezTo>
                <a:cubicBezTo>
                  <a:pt x="35941" y="9090"/>
                  <a:pt x="35941" y="8878"/>
                  <a:pt x="35941" y="8591"/>
                </a:cubicBezTo>
                <a:close/>
                <a:moveTo>
                  <a:pt x="1645" y="8660"/>
                </a:moveTo>
                <a:cubicBezTo>
                  <a:pt x="1719" y="8735"/>
                  <a:pt x="1719" y="8878"/>
                  <a:pt x="1719" y="9021"/>
                </a:cubicBezTo>
                <a:cubicBezTo>
                  <a:pt x="1719" y="9164"/>
                  <a:pt x="1645" y="9307"/>
                  <a:pt x="1645" y="9451"/>
                </a:cubicBezTo>
                <a:lnTo>
                  <a:pt x="1645" y="9663"/>
                </a:lnTo>
                <a:cubicBezTo>
                  <a:pt x="1645" y="9594"/>
                  <a:pt x="1645" y="9519"/>
                  <a:pt x="1576" y="9451"/>
                </a:cubicBezTo>
                <a:lnTo>
                  <a:pt x="1645" y="9376"/>
                </a:lnTo>
                <a:lnTo>
                  <a:pt x="1645" y="8660"/>
                </a:lnTo>
                <a:close/>
                <a:moveTo>
                  <a:pt x="47826" y="8305"/>
                </a:moveTo>
                <a:cubicBezTo>
                  <a:pt x="47826" y="8735"/>
                  <a:pt x="47826" y="9233"/>
                  <a:pt x="47752" y="9594"/>
                </a:cubicBezTo>
                <a:lnTo>
                  <a:pt x="47752" y="9663"/>
                </a:lnTo>
                <a:lnTo>
                  <a:pt x="47683" y="9737"/>
                </a:lnTo>
                <a:cubicBezTo>
                  <a:pt x="47752" y="9451"/>
                  <a:pt x="47752" y="9164"/>
                  <a:pt x="47752" y="8878"/>
                </a:cubicBezTo>
                <a:lnTo>
                  <a:pt x="47752" y="8878"/>
                </a:lnTo>
                <a:cubicBezTo>
                  <a:pt x="47609" y="9021"/>
                  <a:pt x="47540" y="9307"/>
                  <a:pt x="47465" y="9663"/>
                </a:cubicBezTo>
                <a:cubicBezTo>
                  <a:pt x="47540" y="9233"/>
                  <a:pt x="47609" y="8735"/>
                  <a:pt x="47826" y="8305"/>
                </a:cubicBezTo>
                <a:close/>
                <a:moveTo>
                  <a:pt x="51045" y="9737"/>
                </a:moveTo>
                <a:lnTo>
                  <a:pt x="51051" y="9748"/>
                </a:lnTo>
                <a:lnTo>
                  <a:pt x="51051" y="9748"/>
                </a:lnTo>
                <a:cubicBezTo>
                  <a:pt x="51049" y="9744"/>
                  <a:pt x="51047" y="9741"/>
                  <a:pt x="51045" y="9737"/>
                </a:cubicBezTo>
                <a:close/>
                <a:moveTo>
                  <a:pt x="41669" y="9021"/>
                </a:moveTo>
                <a:cubicBezTo>
                  <a:pt x="41738" y="9307"/>
                  <a:pt x="41738" y="9519"/>
                  <a:pt x="41738" y="9737"/>
                </a:cubicBezTo>
                <a:lnTo>
                  <a:pt x="41738" y="9806"/>
                </a:lnTo>
                <a:cubicBezTo>
                  <a:pt x="41669" y="9806"/>
                  <a:pt x="41669" y="9737"/>
                  <a:pt x="41669" y="9737"/>
                </a:cubicBezTo>
                <a:cubicBezTo>
                  <a:pt x="41669" y="9594"/>
                  <a:pt x="41595" y="9519"/>
                  <a:pt x="41526" y="9376"/>
                </a:cubicBezTo>
                <a:cubicBezTo>
                  <a:pt x="41595" y="9233"/>
                  <a:pt x="41669" y="9164"/>
                  <a:pt x="41669" y="9021"/>
                </a:cubicBezTo>
                <a:close/>
                <a:moveTo>
                  <a:pt x="37661" y="9531"/>
                </a:moveTo>
                <a:cubicBezTo>
                  <a:pt x="37660" y="9552"/>
                  <a:pt x="37660" y="9573"/>
                  <a:pt x="37660" y="9594"/>
                </a:cubicBezTo>
                <a:lnTo>
                  <a:pt x="37660" y="9737"/>
                </a:lnTo>
                <a:cubicBezTo>
                  <a:pt x="37660" y="9806"/>
                  <a:pt x="37585" y="9806"/>
                  <a:pt x="37517" y="9880"/>
                </a:cubicBezTo>
                <a:cubicBezTo>
                  <a:pt x="37563" y="9783"/>
                  <a:pt x="37613" y="9651"/>
                  <a:pt x="37661" y="9531"/>
                </a:cubicBezTo>
                <a:close/>
                <a:moveTo>
                  <a:pt x="52408" y="9594"/>
                </a:moveTo>
                <a:cubicBezTo>
                  <a:pt x="52408" y="9663"/>
                  <a:pt x="52408" y="9806"/>
                  <a:pt x="52477" y="9880"/>
                </a:cubicBezTo>
                <a:cubicBezTo>
                  <a:pt x="52477" y="9806"/>
                  <a:pt x="52408" y="9663"/>
                  <a:pt x="52408" y="9594"/>
                </a:cubicBezTo>
                <a:close/>
                <a:moveTo>
                  <a:pt x="108321" y="9451"/>
                </a:moveTo>
                <a:cubicBezTo>
                  <a:pt x="108396" y="9519"/>
                  <a:pt x="108396" y="9594"/>
                  <a:pt x="108464" y="9663"/>
                </a:cubicBezTo>
                <a:cubicBezTo>
                  <a:pt x="108396" y="9737"/>
                  <a:pt x="108321" y="9806"/>
                  <a:pt x="108321" y="9880"/>
                </a:cubicBezTo>
                <a:lnTo>
                  <a:pt x="108321" y="9451"/>
                </a:lnTo>
                <a:close/>
                <a:moveTo>
                  <a:pt x="53124" y="9949"/>
                </a:moveTo>
                <a:lnTo>
                  <a:pt x="53193" y="10023"/>
                </a:lnTo>
                <a:lnTo>
                  <a:pt x="53124" y="10023"/>
                </a:lnTo>
                <a:lnTo>
                  <a:pt x="53124" y="9949"/>
                </a:lnTo>
                <a:close/>
                <a:moveTo>
                  <a:pt x="102525" y="9747"/>
                </a:moveTo>
                <a:cubicBezTo>
                  <a:pt x="102525" y="9813"/>
                  <a:pt x="102521" y="9887"/>
                  <a:pt x="102450" y="10023"/>
                </a:cubicBezTo>
                <a:lnTo>
                  <a:pt x="102450" y="9949"/>
                </a:lnTo>
                <a:cubicBezTo>
                  <a:pt x="102521" y="9883"/>
                  <a:pt x="102525" y="9813"/>
                  <a:pt x="102525" y="9747"/>
                </a:cubicBezTo>
                <a:close/>
                <a:moveTo>
                  <a:pt x="90354" y="10023"/>
                </a:moveTo>
                <a:cubicBezTo>
                  <a:pt x="90353" y="10029"/>
                  <a:pt x="90352" y="10034"/>
                  <a:pt x="90352" y="10039"/>
                </a:cubicBezTo>
                <a:lnTo>
                  <a:pt x="90352" y="10039"/>
                </a:lnTo>
                <a:cubicBezTo>
                  <a:pt x="90354" y="10029"/>
                  <a:pt x="90354" y="10023"/>
                  <a:pt x="90354" y="10023"/>
                </a:cubicBezTo>
                <a:close/>
                <a:moveTo>
                  <a:pt x="41526" y="9519"/>
                </a:moveTo>
                <a:lnTo>
                  <a:pt x="41526" y="9663"/>
                </a:lnTo>
                <a:cubicBezTo>
                  <a:pt x="41526" y="9737"/>
                  <a:pt x="41595" y="9880"/>
                  <a:pt x="41595" y="9949"/>
                </a:cubicBezTo>
                <a:lnTo>
                  <a:pt x="41451" y="10092"/>
                </a:lnTo>
                <a:cubicBezTo>
                  <a:pt x="41451" y="9949"/>
                  <a:pt x="41451" y="9737"/>
                  <a:pt x="41526" y="9519"/>
                </a:cubicBezTo>
                <a:lnTo>
                  <a:pt x="41526" y="9519"/>
                </a:lnTo>
                <a:lnTo>
                  <a:pt x="41451" y="9594"/>
                </a:lnTo>
                <a:lnTo>
                  <a:pt x="41451" y="9519"/>
                </a:lnTo>
                <a:close/>
                <a:moveTo>
                  <a:pt x="51692" y="9880"/>
                </a:moveTo>
                <a:cubicBezTo>
                  <a:pt x="51761" y="9880"/>
                  <a:pt x="51761" y="9949"/>
                  <a:pt x="51761" y="10023"/>
                </a:cubicBezTo>
                <a:lnTo>
                  <a:pt x="51761" y="10092"/>
                </a:lnTo>
                <a:cubicBezTo>
                  <a:pt x="51761" y="10023"/>
                  <a:pt x="51761" y="9949"/>
                  <a:pt x="51692" y="9880"/>
                </a:cubicBezTo>
                <a:close/>
                <a:moveTo>
                  <a:pt x="60141" y="10023"/>
                </a:moveTo>
                <a:cubicBezTo>
                  <a:pt x="60175" y="10057"/>
                  <a:pt x="60192" y="10109"/>
                  <a:pt x="60209" y="10162"/>
                </a:cubicBezTo>
                <a:lnTo>
                  <a:pt x="60209" y="10162"/>
                </a:lnTo>
                <a:cubicBezTo>
                  <a:pt x="60209" y="10089"/>
                  <a:pt x="60208" y="10023"/>
                  <a:pt x="60141" y="10023"/>
                </a:cubicBezTo>
                <a:close/>
                <a:moveTo>
                  <a:pt x="26416" y="9090"/>
                </a:moveTo>
                <a:cubicBezTo>
                  <a:pt x="26491" y="9451"/>
                  <a:pt x="26560" y="9806"/>
                  <a:pt x="26560" y="10167"/>
                </a:cubicBezTo>
                <a:cubicBezTo>
                  <a:pt x="26560" y="10092"/>
                  <a:pt x="26491" y="9949"/>
                  <a:pt x="26416" y="9880"/>
                </a:cubicBezTo>
                <a:cubicBezTo>
                  <a:pt x="26416" y="9806"/>
                  <a:pt x="26416" y="9663"/>
                  <a:pt x="26348" y="9594"/>
                </a:cubicBezTo>
                <a:cubicBezTo>
                  <a:pt x="26416" y="9451"/>
                  <a:pt x="26416" y="9233"/>
                  <a:pt x="26416" y="9090"/>
                </a:cubicBezTo>
                <a:close/>
                <a:moveTo>
                  <a:pt x="102382" y="10023"/>
                </a:moveTo>
                <a:cubicBezTo>
                  <a:pt x="102450" y="10023"/>
                  <a:pt x="102450" y="10092"/>
                  <a:pt x="102450" y="10092"/>
                </a:cubicBezTo>
                <a:lnTo>
                  <a:pt x="102450" y="10167"/>
                </a:lnTo>
                <a:cubicBezTo>
                  <a:pt x="102382" y="10092"/>
                  <a:pt x="102382" y="10092"/>
                  <a:pt x="102382" y="10023"/>
                </a:cubicBezTo>
                <a:close/>
                <a:moveTo>
                  <a:pt x="89351" y="10092"/>
                </a:moveTo>
                <a:lnTo>
                  <a:pt x="89351" y="10310"/>
                </a:lnTo>
                <a:cubicBezTo>
                  <a:pt x="89351" y="10235"/>
                  <a:pt x="89351" y="10235"/>
                  <a:pt x="89277" y="10167"/>
                </a:cubicBezTo>
                <a:cubicBezTo>
                  <a:pt x="89277" y="10167"/>
                  <a:pt x="89351" y="10167"/>
                  <a:pt x="89351" y="10092"/>
                </a:cubicBezTo>
                <a:close/>
                <a:moveTo>
                  <a:pt x="51188" y="9376"/>
                </a:moveTo>
                <a:lnTo>
                  <a:pt x="51406" y="10023"/>
                </a:lnTo>
                <a:cubicBezTo>
                  <a:pt x="51332" y="10023"/>
                  <a:pt x="51332" y="10092"/>
                  <a:pt x="51263" y="10167"/>
                </a:cubicBezTo>
                <a:lnTo>
                  <a:pt x="51051" y="9748"/>
                </a:lnTo>
                <a:lnTo>
                  <a:pt x="51051" y="9748"/>
                </a:lnTo>
                <a:cubicBezTo>
                  <a:pt x="51120" y="9888"/>
                  <a:pt x="51121" y="10027"/>
                  <a:pt x="51188" y="10167"/>
                </a:cubicBezTo>
                <a:lnTo>
                  <a:pt x="50976" y="10378"/>
                </a:lnTo>
                <a:lnTo>
                  <a:pt x="50976" y="10235"/>
                </a:lnTo>
                <a:cubicBezTo>
                  <a:pt x="50976" y="10092"/>
                  <a:pt x="51045" y="9949"/>
                  <a:pt x="51045" y="9737"/>
                </a:cubicBezTo>
                <a:cubicBezTo>
                  <a:pt x="51120" y="9594"/>
                  <a:pt x="51120" y="9519"/>
                  <a:pt x="51188" y="9376"/>
                </a:cubicBezTo>
                <a:close/>
                <a:moveTo>
                  <a:pt x="112617" y="10378"/>
                </a:moveTo>
                <a:cubicBezTo>
                  <a:pt x="112617" y="10378"/>
                  <a:pt x="112617" y="10378"/>
                  <a:pt x="112617" y="10378"/>
                </a:cubicBezTo>
                <a:lnTo>
                  <a:pt x="112617" y="10378"/>
                </a:lnTo>
                <a:close/>
                <a:moveTo>
                  <a:pt x="112617" y="10378"/>
                </a:moveTo>
                <a:cubicBezTo>
                  <a:pt x="112617" y="10378"/>
                  <a:pt x="112617" y="10378"/>
                  <a:pt x="112617" y="10378"/>
                </a:cubicBezTo>
                <a:lnTo>
                  <a:pt x="112617" y="10378"/>
                </a:lnTo>
                <a:close/>
                <a:moveTo>
                  <a:pt x="82621" y="10235"/>
                </a:moveTo>
                <a:cubicBezTo>
                  <a:pt x="82644" y="10302"/>
                  <a:pt x="82666" y="10366"/>
                  <a:pt x="82688" y="10429"/>
                </a:cubicBezTo>
                <a:lnTo>
                  <a:pt x="82688" y="10429"/>
                </a:lnTo>
                <a:cubicBezTo>
                  <a:pt x="82668" y="10361"/>
                  <a:pt x="82646" y="10296"/>
                  <a:pt x="82621" y="10235"/>
                </a:cubicBezTo>
                <a:close/>
                <a:moveTo>
                  <a:pt x="45031" y="8517"/>
                </a:moveTo>
                <a:cubicBezTo>
                  <a:pt x="45031" y="9164"/>
                  <a:pt x="45031" y="9806"/>
                  <a:pt x="44962" y="10453"/>
                </a:cubicBezTo>
                <a:lnTo>
                  <a:pt x="44888" y="10378"/>
                </a:lnTo>
                <a:cubicBezTo>
                  <a:pt x="44962" y="9880"/>
                  <a:pt x="44962" y="9233"/>
                  <a:pt x="45031" y="8517"/>
                </a:cubicBezTo>
                <a:close/>
                <a:moveTo>
                  <a:pt x="112044" y="6656"/>
                </a:moveTo>
                <a:cubicBezTo>
                  <a:pt x="112405" y="7372"/>
                  <a:pt x="112617" y="8231"/>
                  <a:pt x="112760" y="9164"/>
                </a:cubicBezTo>
                <a:cubicBezTo>
                  <a:pt x="112548" y="9233"/>
                  <a:pt x="112405" y="9451"/>
                  <a:pt x="112262" y="9663"/>
                </a:cubicBezTo>
                <a:cubicBezTo>
                  <a:pt x="112044" y="9880"/>
                  <a:pt x="111901" y="10167"/>
                  <a:pt x="111758" y="10453"/>
                </a:cubicBezTo>
                <a:lnTo>
                  <a:pt x="111758" y="10378"/>
                </a:lnTo>
                <a:cubicBezTo>
                  <a:pt x="111832" y="10023"/>
                  <a:pt x="111832" y="9519"/>
                  <a:pt x="111832" y="9021"/>
                </a:cubicBezTo>
                <a:cubicBezTo>
                  <a:pt x="111975" y="8878"/>
                  <a:pt x="112044" y="8735"/>
                  <a:pt x="112044" y="8735"/>
                </a:cubicBezTo>
                <a:lnTo>
                  <a:pt x="112044" y="8735"/>
                </a:lnTo>
                <a:lnTo>
                  <a:pt x="111901" y="8878"/>
                </a:lnTo>
                <a:cubicBezTo>
                  <a:pt x="111901" y="8162"/>
                  <a:pt x="111975" y="7446"/>
                  <a:pt x="112044" y="6656"/>
                </a:cubicBezTo>
                <a:close/>
                <a:moveTo>
                  <a:pt x="70021" y="10235"/>
                </a:moveTo>
                <a:lnTo>
                  <a:pt x="70021" y="10522"/>
                </a:lnTo>
                <a:cubicBezTo>
                  <a:pt x="70021" y="10453"/>
                  <a:pt x="69946" y="10453"/>
                  <a:pt x="69946" y="10453"/>
                </a:cubicBezTo>
                <a:cubicBezTo>
                  <a:pt x="69946" y="10378"/>
                  <a:pt x="70021" y="10310"/>
                  <a:pt x="70021" y="10235"/>
                </a:cubicBezTo>
                <a:close/>
                <a:moveTo>
                  <a:pt x="104885" y="10378"/>
                </a:moveTo>
                <a:lnTo>
                  <a:pt x="104885" y="10522"/>
                </a:lnTo>
                <a:cubicBezTo>
                  <a:pt x="104885" y="10522"/>
                  <a:pt x="104816" y="10522"/>
                  <a:pt x="104816" y="10453"/>
                </a:cubicBezTo>
                <a:cubicBezTo>
                  <a:pt x="104885" y="10453"/>
                  <a:pt x="104885" y="10453"/>
                  <a:pt x="104885" y="10378"/>
                </a:cubicBezTo>
                <a:close/>
                <a:moveTo>
                  <a:pt x="92713" y="10453"/>
                </a:moveTo>
                <a:cubicBezTo>
                  <a:pt x="92729" y="10487"/>
                  <a:pt x="92743" y="10521"/>
                  <a:pt x="92758" y="10554"/>
                </a:cubicBezTo>
                <a:lnTo>
                  <a:pt x="92758" y="10554"/>
                </a:lnTo>
                <a:cubicBezTo>
                  <a:pt x="92745" y="10520"/>
                  <a:pt x="92730" y="10486"/>
                  <a:pt x="92713" y="10453"/>
                </a:cubicBezTo>
                <a:close/>
                <a:moveTo>
                  <a:pt x="110687" y="9949"/>
                </a:moveTo>
                <a:cubicBezTo>
                  <a:pt x="110687" y="10023"/>
                  <a:pt x="110612" y="10167"/>
                  <a:pt x="110612" y="10235"/>
                </a:cubicBezTo>
                <a:cubicBezTo>
                  <a:pt x="110543" y="10378"/>
                  <a:pt x="110469" y="10453"/>
                  <a:pt x="110400" y="10596"/>
                </a:cubicBezTo>
                <a:cubicBezTo>
                  <a:pt x="110469" y="10378"/>
                  <a:pt x="110612" y="10167"/>
                  <a:pt x="110687" y="9949"/>
                </a:cubicBezTo>
                <a:close/>
                <a:moveTo>
                  <a:pt x="54270" y="10092"/>
                </a:moveTo>
                <a:cubicBezTo>
                  <a:pt x="54339" y="10235"/>
                  <a:pt x="54413" y="10378"/>
                  <a:pt x="54413" y="10522"/>
                </a:cubicBezTo>
                <a:lnTo>
                  <a:pt x="54270" y="10665"/>
                </a:lnTo>
                <a:lnTo>
                  <a:pt x="54270" y="10092"/>
                </a:lnTo>
                <a:close/>
                <a:moveTo>
                  <a:pt x="67512" y="9594"/>
                </a:moveTo>
                <a:cubicBezTo>
                  <a:pt x="67655" y="9880"/>
                  <a:pt x="67655" y="10092"/>
                  <a:pt x="67730" y="10378"/>
                </a:cubicBezTo>
                <a:cubicBezTo>
                  <a:pt x="67730" y="10453"/>
                  <a:pt x="67655" y="10522"/>
                  <a:pt x="67655" y="10665"/>
                </a:cubicBezTo>
                <a:cubicBezTo>
                  <a:pt x="67586" y="10522"/>
                  <a:pt x="67586" y="10378"/>
                  <a:pt x="67512" y="10167"/>
                </a:cubicBezTo>
                <a:lnTo>
                  <a:pt x="67512" y="9594"/>
                </a:lnTo>
                <a:close/>
                <a:moveTo>
                  <a:pt x="87272" y="10522"/>
                </a:moveTo>
                <a:cubicBezTo>
                  <a:pt x="87272" y="10596"/>
                  <a:pt x="87272" y="10665"/>
                  <a:pt x="87347" y="10665"/>
                </a:cubicBezTo>
                <a:cubicBezTo>
                  <a:pt x="87347" y="10596"/>
                  <a:pt x="87272" y="10522"/>
                  <a:pt x="87272" y="10522"/>
                </a:cubicBezTo>
                <a:close/>
                <a:moveTo>
                  <a:pt x="104598" y="10310"/>
                </a:moveTo>
                <a:lnTo>
                  <a:pt x="104598" y="10453"/>
                </a:lnTo>
                <a:cubicBezTo>
                  <a:pt x="104598" y="10453"/>
                  <a:pt x="104598" y="10522"/>
                  <a:pt x="104530" y="10596"/>
                </a:cubicBezTo>
                <a:lnTo>
                  <a:pt x="104455" y="10665"/>
                </a:lnTo>
                <a:cubicBezTo>
                  <a:pt x="104530" y="10596"/>
                  <a:pt x="104530" y="10453"/>
                  <a:pt x="104598" y="10310"/>
                </a:cubicBezTo>
                <a:close/>
                <a:moveTo>
                  <a:pt x="112760" y="9233"/>
                </a:moveTo>
                <a:cubicBezTo>
                  <a:pt x="112760" y="9376"/>
                  <a:pt x="112835" y="9519"/>
                  <a:pt x="112835" y="9737"/>
                </a:cubicBezTo>
                <a:cubicBezTo>
                  <a:pt x="112835" y="9949"/>
                  <a:pt x="112760" y="10167"/>
                  <a:pt x="112760" y="10378"/>
                </a:cubicBezTo>
                <a:cubicBezTo>
                  <a:pt x="112691" y="10453"/>
                  <a:pt x="112691" y="10522"/>
                  <a:pt x="112617" y="10596"/>
                </a:cubicBezTo>
                <a:lnTo>
                  <a:pt x="112617" y="10378"/>
                </a:lnTo>
                <a:cubicBezTo>
                  <a:pt x="112617" y="10453"/>
                  <a:pt x="112548" y="10596"/>
                  <a:pt x="112474" y="10665"/>
                </a:cubicBezTo>
                <a:cubicBezTo>
                  <a:pt x="112474" y="10596"/>
                  <a:pt x="112405" y="10596"/>
                  <a:pt x="112405" y="10522"/>
                </a:cubicBezTo>
                <a:cubicBezTo>
                  <a:pt x="112474" y="10092"/>
                  <a:pt x="112617" y="9663"/>
                  <a:pt x="112760" y="9233"/>
                </a:cubicBezTo>
                <a:close/>
                <a:moveTo>
                  <a:pt x="40020" y="8660"/>
                </a:moveTo>
                <a:cubicBezTo>
                  <a:pt x="40094" y="8947"/>
                  <a:pt x="40163" y="9233"/>
                  <a:pt x="40163" y="9594"/>
                </a:cubicBezTo>
                <a:cubicBezTo>
                  <a:pt x="40094" y="9949"/>
                  <a:pt x="40094" y="10310"/>
                  <a:pt x="40020" y="10665"/>
                </a:cubicBezTo>
                <a:cubicBezTo>
                  <a:pt x="40020" y="10739"/>
                  <a:pt x="39951" y="10739"/>
                  <a:pt x="39951" y="10739"/>
                </a:cubicBezTo>
                <a:cubicBezTo>
                  <a:pt x="39951" y="10665"/>
                  <a:pt x="39876" y="10522"/>
                  <a:pt x="39876" y="10378"/>
                </a:cubicBezTo>
                <a:cubicBezTo>
                  <a:pt x="39950" y="9886"/>
                  <a:pt x="39951" y="9322"/>
                  <a:pt x="40017" y="8756"/>
                </a:cubicBezTo>
                <a:lnTo>
                  <a:pt x="40017" y="8756"/>
                </a:lnTo>
                <a:cubicBezTo>
                  <a:pt x="40005" y="8804"/>
                  <a:pt x="39951" y="8812"/>
                  <a:pt x="39951" y="8877"/>
                </a:cubicBezTo>
                <a:lnTo>
                  <a:pt x="39951" y="8877"/>
                </a:lnTo>
                <a:cubicBezTo>
                  <a:pt x="39951" y="8803"/>
                  <a:pt x="40020" y="8734"/>
                  <a:pt x="40020" y="8660"/>
                </a:cubicBezTo>
                <a:close/>
                <a:moveTo>
                  <a:pt x="47683" y="10310"/>
                </a:moveTo>
                <a:lnTo>
                  <a:pt x="47683" y="10808"/>
                </a:lnTo>
                <a:lnTo>
                  <a:pt x="47609" y="10808"/>
                </a:lnTo>
                <a:lnTo>
                  <a:pt x="47609" y="10739"/>
                </a:lnTo>
                <a:cubicBezTo>
                  <a:pt x="47609" y="10596"/>
                  <a:pt x="47683" y="10453"/>
                  <a:pt x="47683" y="10310"/>
                </a:cubicBezTo>
                <a:close/>
                <a:moveTo>
                  <a:pt x="107680" y="10092"/>
                </a:moveTo>
                <a:lnTo>
                  <a:pt x="107680" y="10378"/>
                </a:lnTo>
                <a:cubicBezTo>
                  <a:pt x="107680" y="10453"/>
                  <a:pt x="107680" y="10522"/>
                  <a:pt x="107748" y="10596"/>
                </a:cubicBezTo>
                <a:cubicBezTo>
                  <a:pt x="107680" y="10665"/>
                  <a:pt x="107605" y="10739"/>
                  <a:pt x="107605" y="10808"/>
                </a:cubicBezTo>
                <a:cubicBezTo>
                  <a:pt x="107605" y="10596"/>
                  <a:pt x="107605" y="10378"/>
                  <a:pt x="107680" y="10092"/>
                </a:cubicBezTo>
                <a:close/>
                <a:moveTo>
                  <a:pt x="22550" y="9376"/>
                </a:moveTo>
                <a:cubicBezTo>
                  <a:pt x="22550" y="9880"/>
                  <a:pt x="22550" y="10378"/>
                  <a:pt x="22482" y="10883"/>
                </a:cubicBezTo>
                <a:cubicBezTo>
                  <a:pt x="22482" y="10739"/>
                  <a:pt x="22482" y="10665"/>
                  <a:pt x="22407" y="10522"/>
                </a:cubicBezTo>
                <a:cubicBezTo>
                  <a:pt x="22407" y="10378"/>
                  <a:pt x="22482" y="10235"/>
                  <a:pt x="22482" y="10167"/>
                </a:cubicBezTo>
                <a:cubicBezTo>
                  <a:pt x="22482" y="9880"/>
                  <a:pt x="22482" y="9663"/>
                  <a:pt x="22550" y="9376"/>
                </a:cubicBezTo>
                <a:close/>
                <a:moveTo>
                  <a:pt x="51406" y="10092"/>
                </a:moveTo>
                <a:cubicBezTo>
                  <a:pt x="51475" y="10310"/>
                  <a:pt x="51475" y="10453"/>
                  <a:pt x="51549" y="10665"/>
                </a:cubicBezTo>
                <a:cubicBezTo>
                  <a:pt x="51475" y="10739"/>
                  <a:pt x="51475" y="10808"/>
                  <a:pt x="51475" y="10883"/>
                </a:cubicBezTo>
                <a:cubicBezTo>
                  <a:pt x="51406" y="10665"/>
                  <a:pt x="51332" y="10522"/>
                  <a:pt x="51263" y="10310"/>
                </a:cubicBezTo>
                <a:cubicBezTo>
                  <a:pt x="51332" y="10167"/>
                  <a:pt x="51406" y="10167"/>
                  <a:pt x="51406" y="10092"/>
                </a:cubicBezTo>
                <a:close/>
                <a:moveTo>
                  <a:pt x="51618" y="10808"/>
                </a:moveTo>
                <a:lnTo>
                  <a:pt x="51618" y="10883"/>
                </a:lnTo>
                <a:lnTo>
                  <a:pt x="51549" y="10883"/>
                </a:lnTo>
                <a:lnTo>
                  <a:pt x="51549" y="10808"/>
                </a:lnTo>
                <a:close/>
                <a:moveTo>
                  <a:pt x="112405" y="10596"/>
                </a:moveTo>
                <a:cubicBezTo>
                  <a:pt x="112405" y="10596"/>
                  <a:pt x="112405" y="10665"/>
                  <a:pt x="112474" y="10739"/>
                </a:cubicBezTo>
                <a:cubicBezTo>
                  <a:pt x="112474" y="10808"/>
                  <a:pt x="112405" y="10808"/>
                  <a:pt x="112405" y="10883"/>
                </a:cubicBezTo>
                <a:cubicBezTo>
                  <a:pt x="112405" y="10808"/>
                  <a:pt x="112330" y="10739"/>
                  <a:pt x="112330" y="10665"/>
                </a:cubicBezTo>
                <a:cubicBezTo>
                  <a:pt x="112330" y="10665"/>
                  <a:pt x="112330" y="10596"/>
                  <a:pt x="112405" y="10596"/>
                </a:cubicBezTo>
                <a:close/>
                <a:moveTo>
                  <a:pt x="97582" y="10883"/>
                </a:moveTo>
                <a:lnTo>
                  <a:pt x="97582" y="10951"/>
                </a:lnTo>
                <a:cubicBezTo>
                  <a:pt x="97582" y="10883"/>
                  <a:pt x="97582" y="10883"/>
                  <a:pt x="97513" y="10883"/>
                </a:cubicBezTo>
                <a:close/>
                <a:moveTo>
                  <a:pt x="101379" y="10522"/>
                </a:moveTo>
                <a:cubicBezTo>
                  <a:pt x="101379" y="10596"/>
                  <a:pt x="101448" y="10665"/>
                  <a:pt x="101448" y="10808"/>
                </a:cubicBezTo>
                <a:lnTo>
                  <a:pt x="101305" y="10951"/>
                </a:lnTo>
                <a:cubicBezTo>
                  <a:pt x="101305" y="10883"/>
                  <a:pt x="101305" y="10808"/>
                  <a:pt x="101236" y="10739"/>
                </a:cubicBezTo>
                <a:cubicBezTo>
                  <a:pt x="101305" y="10665"/>
                  <a:pt x="101305" y="10596"/>
                  <a:pt x="101379" y="10522"/>
                </a:cubicBezTo>
                <a:close/>
                <a:moveTo>
                  <a:pt x="106677" y="10665"/>
                </a:moveTo>
                <a:lnTo>
                  <a:pt x="106677" y="10808"/>
                </a:lnTo>
                <a:lnTo>
                  <a:pt x="106677" y="10951"/>
                </a:lnTo>
                <a:cubicBezTo>
                  <a:pt x="106677" y="10883"/>
                  <a:pt x="106603" y="10883"/>
                  <a:pt x="106603" y="10808"/>
                </a:cubicBezTo>
                <a:cubicBezTo>
                  <a:pt x="106677" y="10739"/>
                  <a:pt x="106677" y="10739"/>
                  <a:pt x="106677" y="10665"/>
                </a:cubicBezTo>
                <a:close/>
                <a:moveTo>
                  <a:pt x="26491" y="10378"/>
                </a:moveTo>
                <a:lnTo>
                  <a:pt x="26491" y="10378"/>
                </a:lnTo>
                <a:cubicBezTo>
                  <a:pt x="26560" y="10522"/>
                  <a:pt x="26560" y="10596"/>
                  <a:pt x="26560" y="10739"/>
                </a:cubicBezTo>
                <a:lnTo>
                  <a:pt x="26560" y="11026"/>
                </a:lnTo>
                <a:cubicBezTo>
                  <a:pt x="26560" y="10808"/>
                  <a:pt x="26491" y="10596"/>
                  <a:pt x="26491" y="10378"/>
                </a:cubicBezTo>
                <a:close/>
                <a:moveTo>
                  <a:pt x="52552" y="10310"/>
                </a:moveTo>
                <a:lnTo>
                  <a:pt x="52552" y="10453"/>
                </a:lnTo>
                <a:cubicBezTo>
                  <a:pt x="52552" y="10596"/>
                  <a:pt x="52477" y="10739"/>
                  <a:pt x="52477" y="10883"/>
                </a:cubicBezTo>
                <a:cubicBezTo>
                  <a:pt x="52477" y="10883"/>
                  <a:pt x="52408" y="10951"/>
                  <a:pt x="52408" y="11026"/>
                </a:cubicBezTo>
                <a:cubicBezTo>
                  <a:pt x="52334" y="10951"/>
                  <a:pt x="52334" y="10883"/>
                  <a:pt x="52265" y="10808"/>
                </a:cubicBezTo>
                <a:cubicBezTo>
                  <a:pt x="52334" y="10665"/>
                  <a:pt x="52477" y="10453"/>
                  <a:pt x="52552" y="10310"/>
                </a:cubicBezTo>
                <a:close/>
                <a:moveTo>
                  <a:pt x="37660" y="9880"/>
                </a:moveTo>
                <a:cubicBezTo>
                  <a:pt x="37660" y="10310"/>
                  <a:pt x="37585" y="10739"/>
                  <a:pt x="37517" y="11094"/>
                </a:cubicBezTo>
                <a:cubicBezTo>
                  <a:pt x="37517" y="10951"/>
                  <a:pt x="37442" y="10808"/>
                  <a:pt x="37373" y="10596"/>
                </a:cubicBezTo>
                <a:lnTo>
                  <a:pt x="37373" y="10453"/>
                </a:lnTo>
                <a:cubicBezTo>
                  <a:pt x="37585" y="10092"/>
                  <a:pt x="37585" y="10023"/>
                  <a:pt x="37660" y="9880"/>
                </a:cubicBezTo>
                <a:close/>
                <a:moveTo>
                  <a:pt x="40020" y="10808"/>
                </a:moveTo>
                <a:cubicBezTo>
                  <a:pt x="39951" y="10883"/>
                  <a:pt x="39951" y="11026"/>
                  <a:pt x="39951" y="11094"/>
                </a:cubicBezTo>
                <a:lnTo>
                  <a:pt x="39951" y="10883"/>
                </a:lnTo>
                <a:lnTo>
                  <a:pt x="40020" y="10808"/>
                </a:lnTo>
                <a:close/>
                <a:moveTo>
                  <a:pt x="55845" y="10808"/>
                </a:moveTo>
                <a:lnTo>
                  <a:pt x="55845" y="10951"/>
                </a:lnTo>
                <a:cubicBezTo>
                  <a:pt x="55845" y="11026"/>
                  <a:pt x="55845" y="11026"/>
                  <a:pt x="55770" y="11094"/>
                </a:cubicBezTo>
                <a:lnTo>
                  <a:pt x="55770" y="11026"/>
                </a:lnTo>
                <a:cubicBezTo>
                  <a:pt x="55770" y="10951"/>
                  <a:pt x="55845" y="10883"/>
                  <a:pt x="55845" y="10808"/>
                </a:cubicBezTo>
                <a:close/>
                <a:moveTo>
                  <a:pt x="58566" y="10596"/>
                </a:moveTo>
                <a:cubicBezTo>
                  <a:pt x="58566" y="10739"/>
                  <a:pt x="58565" y="10883"/>
                  <a:pt x="58491" y="11094"/>
                </a:cubicBezTo>
                <a:cubicBezTo>
                  <a:pt x="58491" y="11026"/>
                  <a:pt x="58491" y="10951"/>
                  <a:pt x="58422" y="10883"/>
                </a:cubicBezTo>
                <a:cubicBezTo>
                  <a:pt x="58491" y="10808"/>
                  <a:pt x="58565" y="10665"/>
                  <a:pt x="58566" y="10596"/>
                </a:cubicBezTo>
                <a:close/>
                <a:moveTo>
                  <a:pt x="51188" y="10453"/>
                </a:moveTo>
                <a:cubicBezTo>
                  <a:pt x="51263" y="10665"/>
                  <a:pt x="51263" y="10883"/>
                  <a:pt x="51263" y="11094"/>
                </a:cubicBezTo>
                <a:lnTo>
                  <a:pt x="51263" y="11169"/>
                </a:lnTo>
                <a:cubicBezTo>
                  <a:pt x="51188" y="11026"/>
                  <a:pt x="51120" y="10883"/>
                  <a:pt x="51120" y="10665"/>
                </a:cubicBezTo>
                <a:cubicBezTo>
                  <a:pt x="51120" y="10596"/>
                  <a:pt x="51188" y="10522"/>
                  <a:pt x="51188" y="10453"/>
                </a:cubicBezTo>
                <a:close/>
                <a:moveTo>
                  <a:pt x="98566" y="8591"/>
                </a:moveTo>
                <a:cubicBezTo>
                  <a:pt x="98357" y="9158"/>
                  <a:pt x="98186" y="10018"/>
                  <a:pt x="98011" y="10883"/>
                </a:cubicBezTo>
                <a:cubicBezTo>
                  <a:pt x="97943" y="10951"/>
                  <a:pt x="97943" y="11026"/>
                  <a:pt x="97868" y="11094"/>
                </a:cubicBezTo>
                <a:lnTo>
                  <a:pt x="97868" y="11169"/>
                </a:lnTo>
                <a:cubicBezTo>
                  <a:pt x="97800" y="11169"/>
                  <a:pt x="97800" y="11169"/>
                  <a:pt x="97800" y="11094"/>
                </a:cubicBezTo>
                <a:cubicBezTo>
                  <a:pt x="97800" y="10808"/>
                  <a:pt x="97868" y="10522"/>
                  <a:pt x="97868" y="10235"/>
                </a:cubicBezTo>
                <a:lnTo>
                  <a:pt x="97868" y="10235"/>
                </a:lnTo>
                <a:cubicBezTo>
                  <a:pt x="97800" y="10378"/>
                  <a:pt x="97656" y="10596"/>
                  <a:pt x="97582" y="10808"/>
                </a:cubicBezTo>
                <a:cubicBezTo>
                  <a:pt x="97800" y="10167"/>
                  <a:pt x="98155" y="9519"/>
                  <a:pt x="98372" y="8947"/>
                </a:cubicBezTo>
                <a:cubicBezTo>
                  <a:pt x="98446" y="8818"/>
                  <a:pt x="98511" y="8698"/>
                  <a:pt x="98566" y="8591"/>
                </a:cubicBezTo>
                <a:close/>
                <a:moveTo>
                  <a:pt x="106534" y="10883"/>
                </a:moveTo>
                <a:lnTo>
                  <a:pt x="106603" y="10951"/>
                </a:lnTo>
                <a:lnTo>
                  <a:pt x="106603" y="11094"/>
                </a:lnTo>
                <a:lnTo>
                  <a:pt x="106534" y="11169"/>
                </a:lnTo>
                <a:lnTo>
                  <a:pt x="106534" y="11094"/>
                </a:lnTo>
                <a:cubicBezTo>
                  <a:pt x="106534" y="11094"/>
                  <a:pt x="106603" y="11026"/>
                  <a:pt x="106603" y="10951"/>
                </a:cubicBezTo>
                <a:lnTo>
                  <a:pt x="106603" y="10951"/>
                </a:lnTo>
                <a:cubicBezTo>
                  <a:pt x="106603" y="10951"/>
                  <a:pt x="106534" y="11026"/>
                  <a:pt x="106460" y="11026"/>
                </a:cubicBezTo>
                <a:cubicBezTo>
                  <a:pt x="106534" y="11026"/>
                  <a:pt x="106534" y="10951"/>
                  <a:pt x="106534" y="10883"/>
                </a:cubicBezTo>
                <a:close/>
                <a:moveTo>
                  <a:pt x="102095" y="10596"/>
                </a:moveTo>
                <a:lnTo>
                  <a:pt x="102095" y="11094"/>
                </a:lnTo>
                <a:lnTo>
                  <a:pt x="101952" y="11238"/>
                </a:lnTo>
                <a:cubicBezTo>
                  <a:pt x="101952" y="11169"/>
                  <a:pt x="101878" y="11094"/>
                  <a:pt x="101878" y="11026"/>
                </a:cubicBezTo>
                <a:lnTo>
                  <a:pt x="102095" y="10596"/>
                </a:lnTo>
                <a:close/>
                <a:moveTo>
                  <a:pt x="87988" y="11238"/>
                </a:moveTo>
                <a:cubicBezTo>
                  <a:pt x="87988" y="11238"/>
                  <a:pt x="87988" y="11238"/>
                  <a:pt x="87988" y="11238"/>
                </a:cubicBezTo>
                <a:lnTo>
                  <a:pt x="87988" y="11238"/>
                </a:lnTo>
                <a:close/>
                <a:moveTo>
                  <a:pt x="78898" y="10739"/>
                </a:moveTo>
                <a:cubicBezTo>
                  <a:pt x="78898" y="10808"/>
                  <a:pt x="78967" y="10883"/>
                  <a:pt x="78967" y="10883"/>
                </a:cubicBezTo>
                <a:cubicBezTo>
                  <a:pt x="78898" y="11026"/>
                  <a:pt x="78824" y="11094"/>
                  <a:pt x="78824" y="11238"/>
                </a:cubicBezTo>
                <a:lnTo>
                  <a:pt x="78824" y="11312"/>
                </a:lnTo>
                <a:cubicBezTo>
                  <a:pt x="78755" y="11238"/>
                  <a:pt x="78755" y="11169"/>
                  <a:pt x="78755" y="11094"/>
                </a:cubicBezTo>
                <a:cubicBezTo>
                  <a:pt x="78824" y="11026"/>
                  <a:pt x="78824" y="10883"/>
                  <a:pt x="78898" y="10739"/>
                </a:cubicBezTo>
                <a:close/>
                <a:moveTo>
                  <a:pt x="104741" y="10739"/>
                </a:moveTo>
                <a:lnTo>
                  <a:pt x="104741" y="10883"/>
                </a:lnTo>
                <a:lnTo>
                  <a:pt x="104741" y="11169"/>
                </a:lnTo>
                <a:cubicBezTo>
                  <a:pt x="104673" y="11238"/>
                  <a:pt x="104598" y="11238"/>
                  <a:pt x="104598" y="11312"/>
                </a:cubicBezTo>
                <a:lnTo>
                  <a:pt x="104598" y="10883"/>
                </a:lnTo>
                <a:cubicBezTo>
                  <a:pt x="104673" y="10808"/>
                  <a:pt x="104673" y="10739"/>
                  <a:pt x="104741" y="10739"/>
                </a:cubicBezTo>
                <a:close/>
                <a:moveTo>
                  <a:pt x="106460" y="11169"/>
                </a:moveTo>
                <a:lnTo>
                  <a:pt x="106460" y="11238"/>
                </a:lnTo>
                <a:lnTo>
                  <a:pt x="106391" y="11312"/>
                </a:lnTo>
                <a:cubicBezTo>
                  <a:pt x="106460" y="11238"/>
                  <a:pt x="106460" y="11238"/>
                  <a:pt x="106460" y="11169"/>
                </a:cubicBezTo>
                <a:close/>
                <a:moveTo>
                  <a:pt x="108539" y="10092"/>
                </a:moveTo>
                <a:cubicBezTo>
                  <a:pt x="108608" y="10092"/>
                  <a:pt x="108608" y="10167"/>
                  <a:pt x="108608" y="10167"/>
                </a:cubicBezTo>
                <a:lnTo>
                  <a:pt x="108608" y="11312"/>
                </a:lnTo>
                <a:cubicBezTo>
                  <a:pt x="108539" y="11094"/>
                  <a:pt x="108396" y="10883"/>
                  <a:pt x="108321" y="10596"/>
                </a:cubicBezTo>
                <a:cubicBezTo>
                  <a:pt x="108396" y="10378"/>
                  <a:pt x="108464" y="10235"/>
                  <a:pt x="108539" y="10092"/>
                </a:cubicBezTo>
                <a:close/>
                <a:moveTo>
                  <a:pt x="53983" y="9307"/>
                </a:moveTo>
                <a:lnTo>
                  <a:pt x="54052" y="9376"/>
                </a:lnTo>
                <a:cubicBezTo>
                  <a:pt x="53909" y="9949"/>
                  <a:pt x="53766" y="10665"/>
                  <a:pt x="53623" y="11381"/>
                </a:cubicBezTo>
                <a:cubicBezTo>
                  <a:pt x="53623" y="10883"/>
                  <a:pt x="53697" y="10378"/>
                  <a:pt x="53766" y="9806"/>
                </a:cubicBezTo>
                <a:cubicBezTo>
                  <a:pt x="53909" y="9451"/>
                  <a:pt x="53909" y="9451"/>
                  <a:pt x="53983" y="9307"/>
                </a:cubicBezTo>
                <a:close/>
                <a:moveTo>
                  <a:pt x="61000" y="11169"/>
                </a:moveTo>
                <a:lnTo>
                  <a:pt x="61000" y="11238"/>
                </a:lnTo>
                <a:lnTo>
                  <a:pt x="60857" y="11381"/>
                </a:lnTo>
                <a:cubicBezTo>
                  <a:pt x="60925" y="11312"/>
                  <a:pt x="60925" y="11238"/>
                  <a:pt x="61000" y="11169"/>
                </a:cubicBezTo>
                <a:close/>
                <a:moveTo>
                  <a:pt x="67873" y="10883"/>
                </a:moveTo>
                <a:cubicBezTo>
                  <a:pt x="67873" y="10951"/>
                  <a:pt x="67942" y="11094"/>
                  <a:pt x="67942" y="11238"/>
                </a:cubicBezTo>
                <a:cubicBezTo>
                  <a:pt x="67942" y="11238"/>
                  <a:pt x="67873" y="11312"/>
                  <a:pt x="67873" y="11381"/>
                </a:cubicBezTo>
                <a:lnTo>
                  <a:pt x="67873" y="11169"/>
                </a:lnTo>
                <a:lnTo>
                  <a:pt x="67873" y="10883"/>
                </a:lnTo>
                <a:close/>
                <a:moveTo>
                  <a:pt x="89134" y="10522"/>
                </a:moveTo>
                <a:cubicBezTo>
                  <a:pt x="89134" y="10596"/>
                  <a:pt x="89134" y="10665"/>
                  <a:pt x="89208" y="10739"/>
                </a:cubicBezTo>
                <a:cubicBezTo>
                  <a:pt x="89065" y="10883"/>
                  <a:pt x="88991" y="11094"/>
                  <a:pt x="88922" y="11381"/>
                </a:cubicBezTo>
                <a:cubicBezTo>
                  <a:pt x="88922" y="11312"/>
                  <a:pt x="88847" y="11238"/>
                  <a:pt x="88847" y="11169"/>
                </a:cubicBezTo>
                <a:lnTo>
                  <a:pt x="88847" y="11026"/>
                </a:lnTo>
                <a:cubicBezTo>
                  <a:pt x="88991" y="10739"/>
                  <a:pt x="89065" y="10665"/>
                  <a:pt x="89134" y="10522"/>
                </a:cubicBezTo>
                <a:close/>
                <a:moveTo>
                  <a:pt x="70519" y="9663"/>
                </a:moveTo>
                <a:cubicBezTo>
                  <a:pt x="70593" y="9806"/>
                  <a:pt x="70593" y="9949"/>
                  <a:pt x="70662" y="10092"/>
                </a:cubicBezTo>
                <a:cubicBezTo>
                  <a:pt x="70737" y="10453"/>
                  <a:pt x="70737" y="10808"/>
                  <a:pt x="70737" y="11094"/>
                </a:cubicBezTo>
                <a:cubicBezTo>
                  <a:pt x="70662" y="11238"/>
                  <a:pt x="70519" y="11381"/>
                  <a:pt x="70450" y="11455"/>
                </a:cubicBezTo>
                <a:cubicBezTo>
                  <a:pt x="70450" y="10951"/>
                  <a:pt x="70519" y="10378"/>
                  <a:pt x="70519" y="9663"/>
                </a:cubicBezTo>
                <a:close/>
                <a:moveTo>
                  <a:pt x="59923" y="9806"/>
                </a:moveTo>
                <a:cubicBezTo>
                  <a:pt x="60066" y="10235"/>
                  <a:pt x="60209" y="10665"/>
                  <a:pt x="60284" y="11026"/>
                </a:cubicBezTo>
                <a:cubicBezTo>
                  <a:pt x="60209" y="11094"/>
                  <a:pt x="60209" y="11238"/>
                  <a:pt x="60141" y="11312"/>
                </a:cubicBezTo>
                <a:cubicBezTo>
                  <a:pt x="60141" y="11094"/>
                  <a:pt x="60141" y="10951"/>
                  <a:pt x="60209" y="10739"/>
                </a:cubicBezTo>
                <a:lnTo>
                  <a:pt x="60209" y="10739"/>
                </a:lnTo>
                <a:cubicBezTo>
                  <a:pt x="60141" y="10883"/>
                  <a:pt x="60066" y="10951"/>
                  <a:pt x="59997" y="11094"/>
                </a:cubicBezTo>
                <a:lnTo>
                  <a:pt x="59923" y="11026"/>
                </a:lnTo>
                <a:lnTo>
                  <a:pt x="59923" y="11026"/>
                </a:lnTo>
                <a:cubicBezTo>
                  <a:pt x="59923" y="11094"/>
                  <a:pt x="59923" y="11169"/>
                  <a:pt x="59997" y="11238"/>
                </a:cubicBezTo>
                <a:cubicBezTo>
                  <a:pt x="59923" y="11312"/>
                  <a:pt x="59854" y="11381"/>
                  <a:pt x="59854" y="11524"/>
                </a:cubicBezTo>
                <a:cubicBezTo>
                  <a:pt x="59854" y="11238"/>
                  <a:pt x="59923" y="11026"/>
                  <a:pt x="59923" y="10808"/>
                </a:cubicBezTo>
                <a:lnTo>
                  <a:pt x="59923" y="10808"/>
                </a:lnTo>
                <a:cubicBezTo>
                  <a:pt x="59780" y="10951"/>
                  <a:pt x="59711" y="11169"/>
                  <a:pt x="59637" y="11381"/>
                </a:cubicBezTo>
                <a:lnTo>
                  <a:pt x="59425" y="10951"/>
                </a:lnTo>
                <a:cubicBezTo>
                  <a:pt x="59568" y="10596"/>
                  <a:pt x="59780" y="10167"/>
                  <a:pt x="59923" y="9806"/>
                </a:cubicBezTo>
                <a:close/>
                <a:moveTo>
                  <a:pt x="67512" y="10235"/>
                </a:moveTo>
                <a:cubicBezTo>
                  <a:pt x="67512" y="10378"/>
                  <a:pt x="67586" y="10596"/>
                  <a:pt x="67586" y="10739"/>
                </a:cubicBezTo>
                <a:cubicBezTo>
                  <a:pt x="67512" y="10951"/>
                  <a:pt x="67443" y="11238"/>
                  <a:pt x="67369" y="11524"/>
                </a:cubicBezTo>
                <a:cubicBezTo>
                  <a:pt x="67443" y="11094"/>
                  <a:pt x="67443" y="10665"/>
                  <a:pt x="67512" y="10235"/>
                </a:cubicBezTo>
                <a:close/>
                <a:moveTo>
                  <a:pt x="88847" y="11238"/>
                </a:moveTo>
                <a:cubicBezTo>
                  <a:pt x="88847" y="11312"/>
                  <a:pt x="88922" y="11381"/>
                  <a:pt x="88922" y="11455"/>
                </a:cubicBezTo>
                <a:lnTo>
                  <a:pt x="88922" y="11524"/>
                </a:lnTo>
                <a:cubicBezTo>
                  <a:pt x="88847" y="11455"/>
                  <a:pt x="88847" y="11381"/>
                  <a:pt x="88847" y="11312"/>
                </a:cubicBezTo>
                <a:lnTo>
                  <a:pt x="88847" y="11238"/>
                </a:lnTo>
                <a:close/>
                <a:moveTo>
                  <a:pt x="89277" y="11312"/>
                </a:moveTo>
                <a:lnTo>
                  <a:pt x="89351" y="11381"/>
                </a:lnTo>
                <a:cubicBezTo>
                  <a:pt x="89277" y="11455"/>
                  <a:pt x="89277" y="11455"/>
                  <a:pt x="89277" y="11524"/>
                </a:cubicBezTo>
                <a:lnTo>
                  <a:pt x="89277" y="11312"/>
                </a:lnTo>
                <a:close/>
                <a:moveTo>
                  <a:pt x="98945" y="10596"/>
                </a:moveTo>
                <a:cubicBezTo>
                  <a:pt x="99014" y="10739"/>
                  <a:pt x="99014" y="10951"/>
                  <a:pt x="99014" y="11094"/>
                </a:cubicBezTo>
                <a:cubicBezTo>
                  <a:pt x="98883" y="11225"/>
                  <a:pt x="98752" y="11356"/>
                  <a:pt x="98513" y="11543"/>
                </a:cubicBezTo>
                <a:lnTo>
                  <a:pt x="98513" y="11543"/>
                </a:lnTo>
                <a:cubicBezTo>
                  <a:pt x="98516" y="11532"/>
                  <a:pt x="98516" y="11524"/>
                  <a:pt x="98516" y="11524"/>
                </a:cubicBezTo>
                <a:lnTo>
                  <a:pt x="98516" y="11455"/>
                </a:lnTo>
                <a:cubicBezTo>
                  <a:pt x="98659" y="11094"/>
                  <a:pt x="98802" y="10883"/>
                  <a:pt x="98945" y="10596"/>
                </a:cubicBezTo>
                <a:close/>
                <a:moveTo>
                  <a:pt x="85554" y="11455"/>
                </a:moveTo>
                <a:cubicBezTo>
                  <a:pt x="85554" y="11524"/>
                  <a:pt x="85628" y="11598"/>
                  <a:pt x="85628" y="11598"/>
                </a:cubicBezTo>
                <a:cubicBezTo>
                  <a:pt x="85628" y="11524"/>
                  <a:pt x="85628" y="11455"/>
                  <a:pt x="85554" y="11455"/>
                </a:cubicBezTo>
                <a:close/>
                <a:moveTo>
                  <a:pt x="102737" y="10883"/>
                </a:moveTo>
                <a:cubicBezTo>
                  <a:pt x="102737" y="11026"/>
                  <a:pt x="102811" y="11094"/>
                  <a:pt x="102811" y="11238"/>
                </a:cubicBezTo>
                <a:cubicBezTo>
                  <a:pt x="102811" y="11312"/>
                  <a:pt x="102811" y="11455"/>
                  <a:pt x="102737" y="11598"/>
                </a:cubicBezTo>
                <a:cubicBezTo>
                  <a:pt x="102737" y="11524"/>
                  <a:pt x="102668" y="11455"/>
                  <a:pt x="102668" y="11381"/>
                </a:cubicBezTo>
                <a:lnTo>
                  <a:pt x="102668" y="11094"/>
                </a:lnTo>
                <a:lnTo>
                  <a:pt x="102668" y="11026"/>
                </a:lnTo>
                <a:cubicBezTo>
                  <a:pt x="102668" y="10951"/>
                  <a:pt x="102737" y="10951"/>
                  <a:pt x="102737" y="10883"/>
                </a:cubicBezTo>
                <a:close/>
                <a:moveTo>
                  <a:pt x="59425" y="11598"/>
                </a:moveTo>
                <a:cubicBezTo>
                  <a:pt x="59425" y="11599"/>
                  <a:pt x="59425" y="11651"/>
                  <a:pt x="59471" y="11664"/>
                </a:cubicBezTo>
                <a:lnTo>
                  <a:pt x="59471" y="11664"/>
                </a:lnTo>
                <a:cubicBezTo>
                  <a:pt x="59461" y="11642"/>
                  <a:pt x="59446" y="11620"/>
                  <a:pt x="59425" y="11598"/>
                </a:cubicBezTo>
                <a:close/>
                <a:moveTo>
                  <a:pt x="76819" y="11238"/>
                </a:moveTo>
                <a:cubicBezTo>
                  <a:pt x="76819" y="11381"/>
                  <a:pt x="76751" y="11524"/>
                  <a:pt x="76751" y="11667"/>
                </a:cubicBezTo>
                <a:cubicBezTo>
                  <a:pt x="76676" y="11667"/>
                  <a:pt x="76676" y="11667"/>
                  <a:pt x="76676" y="11598"/>
                </a:cubicBezTo>
                <a:cubicBezTo>
                  <a:pt x="76751" y="11524"/>
                  <a:pt x="76751" y="11381"/>
                  <a:pt x="76819" y="11238"/>
                </a:cubicBezTo>
                <a:close/>
                <a:moveTo>
                  <a:pt x="78755" y="11169"/>
                </a:moveTo>
                <a:lnTo>
                  <a:pt x="78755" y="11455"/>
                </a:lnTo>
                <a:cubicBezTo>
                  <a:pt x="78755" y="11524"/>
                  <a:pt x="78681" y="11598"/>
                  <a:pt x="78681" y="11667"/>
                </a:cubicBezTo>
                <a:cubicBezTo>
                  <a:pt x="78681" y="11667"/>
                  <a:pt x="78612" y="11598"/>
                  <a:pt x="78612" y="11524"/>
                </a:cubicBezTo>
                <a:cubicBezTo>
                  <a:pt x="78612" y="11455"/>
                  <a:pt x="78681" y="11312"/>
                  <a:pt x="78755" y="11169"/>
                </a:cubicBezTo>
                <a:close/>
                <a:moveTo>
                  <a:pt x="94718" y="11598"/>
                </a:moveTo>
                <a:cubicBezTo>
                  <a:pt x="94718" y="11598"/>
                  <a:pt x="94793" y="11598"/>
                  <a:pt x="94793" y="11667"/>
                </a:cubicBezTo>
                <a:lnTo>
                  <a:pt x="94718" y="11667"/>
                </a:lnTo>
                <a:lnTo>
                  <a:pt x="94718" y="11598"/>
                </a:lnTo>
                <a:close/>
                <a:moveTo>
                  <a:pt x="94220" y="11094"/>
                </a:moveTo>
                <a:cubicBezTo>
                  <a:pt x="94289" y="11238"/>
                  <a:pt x="94363" y="11381"/>
                  <a:pt x="94363" y="11524"/>
                </a:cubicBezTo>
                <a:cubicBezTo>
                  <a:pt x="94289" y="11598"/>
                  <a:pt x="94220" y="11667"/>
                  <a:pt x="94077" y="11742"/>
                </a:cubicBezTo>
                <a:cubicBezTo>
                  <a:pt x="94077" y="11667"/>
                  <a:pt x="94077" y="11598"/>
                  <a:pt x="94002" y="11524"/>
                </a:cubicBezTo>
                <a:lnTo>
                  <a:pt x="94220" y="11094"/>
                </a:lnTo>
                <a:close/>
                <a:moveTo>
                  <a:pt x="101236" y="10808"/>
                </a:moveTo>
                <a:lnTo>
                  <a:pt x="101236" y="11026"/>
                </a:lnTo>
                <a:cubicBezTo>
                  <a:pt x="101162" y="11094"/>
                  <a:pt x="101162" y="11169"/>
                  <a:pt x="101093" y="11238"/>
                </a:cubicBezTo>
                <a:cubicBezTo>
                  <a:pt x="101093" y="11238"/>
                  <a:pt x="101093" y="11169"/>
                  <a:pt x="101018" y="11094"/>
                </a:cubicBezTo>
                <a:lnTo>
                  <a:pt x="101018" y="11094"/>
                </a:lnTo>
                <a:cubicBezTo>
                  <a:pt x="101018" y="11169"/>
                  <a:pt x="101093" y="11238"/>
                  <a:pt x="101093" y="11312"/>
                </a:cubicBezTo>
                <a:cubicBezTo>
                  <a:pt x="100950" y="11455"/>
                  <a:pt x="100875" y="11598"/>
                  <a:pt x="100807" y="11742"/>
                </a:cubicBezTo>
                <a:cubicBezTo>
                  <a:pt x="100807" y="11742"/>
                  <a:pt x="100807" y="11667"/>
                  <a:pt x="100732" y="11598"/>
                </a:cubicBezTo>
                <a:cubicBezTo>
                  <a:pt x="100875" y="11455"/>
                  <a:pt x="100950" y="11312"/>
                  <a:pt x="101018" y="11094"/>
                </a:cubicBezTo>
                <a:cubicBezTo>
                  <a:pt x="101093" y="11026"/>
                  <a:pt x="101162" y="10883"/>
                  <a:pt x="101236" y="10808"/>
                </a:cubicBezTo>
                <a:close/>
                <a:moveTo>
                  <a:pt x="101666" y="11524"/>
                </a:moveTo>
                <a:lnTo>
                  <a:pt x="101666" y="11742"/>
                </a:lnTo>
                <a:cubicBezTo>
                  <a:pt x="101666" y="11742"/>
                  <a:pt x="101591" y="11667"/>
                  <a:pt x="101591" y="11598"/>
                </a:cubicBezTo>
                <a:lnTo>
                  <a:pt x="101666" y="11524"/>
                </a:lnTo>
                <a:close/>
                <a:moveTo>
                  <a:pt x="102668" y="11598"/>
                </a:moveTo>
                <a:cubicBezTo>
                  <a:pt x="102737" y="11598"/>
                  <a:pt x="102737" y="11667"/>
                  <a:pt x="102737" y="11667"/>
                </a:cubicBezTo>
                <a:lnTo>
                  <a:pt x="102737" y="11742"/>
                </a:lnTo>
                <a:cubicBezTo>
                  <a:pt x="102737" y="11667"/>
                  <a:pt x="102737" y="11667"/>
                  <a:pt x="102668" y="11598"/>
                </a:cubicBezTo>
                <a:close/>
                <a:moveTo>
                  <a:pt x="105314" y="10023"/>
                </a:moveTo>
                <a:cubicBezTo>
                  <a:pt x="105457" y="10235"/>
                  <a:pt x="105601" y="10596"/>
                  <a:pt x="105675" y="10883"/>
                </a:cubicBezTo>
                <a:lnTo>
                  <a:pt x="105457" y="11742"/>
                </a:lnTo>
                <a:cubicBezTo>
                  <a:pt x="105389" y="11524"/>
                  <a:pt x="105314" y="11381"/>
                  <a:pt x="105245" y="11238"/>
                </a:cubicBezTo>
                <a:cubicBezTo>
                  <a:pt x="105245" y="11238"/>
                  <a:pt x="105245" y="11169"/>
                  <a:pt x="105171" y="11169"/>
                </a:cubicBezTo>
                <a:cubicBezTo>
                  <a:pt x="105245" y="10808"/>
                  <a:pt x="105245" y="10378"/>
                  <a:pt x="105314" y="10023"/>
                </a:cubicBezTo>
                <a:close/>
                <a:moveTo>
                  <a:pt x="66584" y="11742"/>
                </a:moveTo>
                <a:cubicBezTo>
                  <a:pt x="66653" y="11742"/>
                  <a:pt x="66653" y="11810"/>
                  <a:pt x="66653" y="11810"/>
                </a:cubicBezTo>
                <a:cubicBezTo>
                  <a:pt x="66653" y="11742"/>
                  <a:pt x="66653" y="11742"/>
                  <a:pt x="66584" y="11742"/>
                </a:cubicBezTo>
                <a:close/>
                <a:moveTo>
                  <a:pt x="88779" y="11667"/>
                </a:moveTo>
                <a:cubicBezTo>
                  <a:pt x="88779" y="11667"/>
                  <a:pt x="88847" y="11742"/>
                  <a:pt x="88847" y="11810"/>
                </a:cubicBezTo>
                <a:cubicBezTo>
                  <a:pt x="88779" y="11810"/>
                  <a:pt x="88779" y="11810"/>
                  <a:pt x="88779" y="11742"/>
                </a:cubicBezTo>
                <a:lnTo>
                  <a:pt x="88779" y="11667"/>
                </a:lnTo>
                <a:close/>
                <a:moveTo>
                  <a:pt x="94432" y="11598"/>
                </a:moveTo>
                <a:lnTo>
                  <a:pt x="94432" y="11742"/>
                </a:lnTo>
                <a:cubicBezTo>
                  <a:pt x="94432" y="11742"/>
                  <a:pt x="94363" y="11742"/>
                  <a:pt x="94363" y="11810"/>
                </a:cubicBezTo>
                <a:cubicBezTo>
                  <a:pt x="94363" y="11742"/>
                  <a:pt x="94363" y="11667"/>
                  <a:pt x="94432" y="11598"/>
                </a:cubicBezTo>
                <a:close/>
                <a:moveTo>
                  <a:pt x="106460" y="11598"/>
                </a:moveTo>
                <a:lnTo>
                  <a:pt x="106460" y="11810"/>
                </a:lnTo>
                <a:cubicBezTo>
                  <a:pt x="106391" y="11810"/>
                  <a:pt x="106391" y="11742"/>
                  <a:pt x="106391" y="11742"/>
                </a:cubicBezTo>
                <a:cubicBezTo>
                  <a:pt x="106460" y="11667"/>
                  <a:pt x="106460" y="11667"/>
                  <a:pt x="106460" y="11598"/>
                </a:cubicBezTo>
                <a:close/>
                <a:moveTo>
                  <a:pt x="64648" y="9806"/>
                </a:moveTo>
                <a:cubicBezTo>
                  <a:pt x="64791" y="10023"/>
                  <a:pt x="64866" y="10235"/>
                  <a:pt x="64866" y="10453"/>
                </a:cubicBezTo>
                <a:cubicBezTo>
                  <a:pt x="64866" y="10522"/>
                  <a:pt x="64791" y="10596"/>
                  <a:pt x="64791" y="10665"/>
                </a:cubicBezTo>
                <a:cubicBezTo>
                  <a:pt x="64648" y="10522"/>
                  <a:pt x="64580" y="10379"/>
                  <a:pt x="64505" y="10235"/>
                </a:cubicBezTo>
                <a:lnTo>
                  <a:pt x="64505" y="10235"/>
                </a:lnTo>
                <a:cubicBezTo>
                  <a:pt x="64580" y="10379"/>
                  <a:pt x="64648" y="10596"/>
                  <a:pt x="64723" y="10739"/>
                </a:cubicBezTo>
                <a:cubicBezTo>
                  <a:pt x="64579" y="10951"/>
                  <a:pt x="64436" y="11238"/>
                  <a:pt x="64362" y="11455"/>
                </a:cubicBezTo>
                <a:cubicBezTo>
                  <a:pt x="64293" y="11381"/>
                  <a:pt x="64293" y="11238"/>
                  <a:pt x="64219" y="11169"/>
                </a:cubicBezTo>
                <a:lnTo>
                  <a:pt x="64219" y="11169"/>
                </a:lnTo>
                <a:cubicBezTo>
                  <a:pt x="64219" y="11238"/>
                  <a:pt x="64293" y="11381"/>
                  <a:pt x="64293" y="11524"/>
                </a:cubicBezTo>
                <a:cubicBezTo>
                  <a:pt x="64219" y="11667"/>
                  <a:pt x="64075" y="11742"/>
                  <a:pt x="64007" y="11885"/>
                </a:cubicBezTo>
                <a:cubicBezTo>
                  <a:pt x="64007" y="11598"/>
                  <a:pt x="64007" y="11312"/>
                  <a:pt x="64075" y="11026"/>
                </a:cubicBezTo>
                <a:cubicBezTo>
                  <a:pt x="64362" y="10378"/>
                  <a:pt x="64579" y="10023"/>
                  <a:pt x="64648" y="9806"/>
                </a:cubicBezTo>
                <a:close/>
                <a:moveTo>
                  <a:pt x="66223" y="11667"/>
                </a:moveTo>
                <a:cubicBezTo>
                  <a:pt x="66223" y="11742"/>
                  <a:pt x="66223" y="11810"/>
                  <a:pt x="66298" y="11885"/>
                </a:cubicBezTo>
                <a:lnTo>
                  <a:pt x="66223" y="11885"/>
                </a:lnTo>
                <a:cubicBezTo>
                  <a:pt x="66223" y="11810"/>
                  <a:pt x="66223" y="11742"/>
                  <a:pt x="66155" y="11667"/>
                </a:cubicBezTo>
                <a:close/>
                <a:moveTo>
                  <a:pt x="97513" y="10951"/>
                </a:moveTo>
                <a:lnTo>
                  <a:pt x="97513" y="11026"/>
                </a:lnTo>
                <a:cubicBezTo>
                  <a:pt x="97439" y="11238"/>
                  <a:pt x="97370" y="11524"/>
                  <a:pt x="97296" y="11810"/>
                </a:cubicBezTo>
                <a:lnTo>
                  <a:pt x="97227" y="11885"/>
                </a:lnTo>
                <a:cubicBezTo>
                  <a:pt x="97296" y="11598"/>
                  <a:pt x="97370" y="11312"/>
                  <a:pt x="97513" y="10951"/>
                </a:cubicBezTo>
                <a:close/>
                <a:moveTo>
                  <a:pt x="108332" y="10831"/>
                </a:moveTo>
                <a:cubicBezTo>
                  <a:pt x="108464" y="11117"/>
                  <a:pt x="108466" y="11534"/>
                  <a:pt x="108539" y="11885"/>
                </a:cubicBezTo>
                <a:lnTo>
                  <a:pt x="108464" y="11885"/>
                </a:lnTo>
                <a:cubicBezTo>
                  <a:pt x="108464" y="11667"/>
                  <a:pt x="108464" y="11524"/>
                  <a:pt x="108396" y="11312"/>
                </a:cubicBezTo>
                <a:cubicBezTo>
                  <a:pt x="108396" y="11176"/>
                  <a:pt x="108396" y="10974"/>
                  <a:pt x="108332" y="10831"/>
                </a:cubicBezTo>
                <a:close/>
                <a:moveTo>
                  <a:pt x="61784" y="10665"/>
                </a:moveTo>
                <a:lnTo>
                  <a:pt x="61784" y="11094"/>
                </a:lnTo>
                <a:cubicBezTo>
                  <a:pt x="61784" y="11381"/>
                  <a:pt x="61716" y="11667"/>
                  <a:pt x="61641" y="11954"/>
                </a:cubicBezTo>
                <a:cubicBezTo>
                  <a:pt x="61573" y="11810"/>
                  <a:pt x="61498" y="11598"/>
                  <a:pt x="61355" y="11381"/>
                </a:cubicBezTo>
                <a:cubicBezTo>
                  <a:pt x="61498" y="11094"/>
                  <a:pt x="61641" y="10883"/>
                  <a:pt x="61784" y="10665"/>
                </a:cubicBezTo>
                <a:close/>
                <a:moveTo>
                  <a:pt x="72237" y="11742"/>
                </a:moveTo>
                <a:cubicBezTo>
                  <a:pt x="72312" y="11810"/>
                  <a:pt x="72312" y="11885"/>
                  <a:pt x="72312" y="11885"/>
                </a:cubicBezTo>
                <a:lnTo>
                  <a:pt x="72312" y="11954"/>
                </a:lnTo>
                <a:lnTo>
                  <a:pt x="72237" y="11885"/>
                </a:lnTo>
                <a:lnTo>
                  <a:pt x="72237" y="11742"/>
                </a:lnTo>
                <a:close/>
                <a:moveTo>
                  <a:pt x="77822" y="11598"/>
                </a:moveTo>
                <a:cubicBezTo>
                  <a:pt x="77753" y="11742"/>
                  <a:pt x="77753" y="11810"/>
                  <a:pt x="77679" y="11954"/>
                </a:cubicBezTo>
                <a:lnTo>
                  <a:pt x="77679" y="11885"/>
                </a:lnTo>
                <a:cubicBezTo>
                  <a:pt x="77753" y="11810"/>
                  <a:pt x="77753" y="11667"/>
                  <a:pt x="77822" y="11598"/>
                </a:cubicBezTo>
                <a:close/>
                <a:moveTo>
                  <a:pt x="69734" y="10883"/>
                </a:moveTo>
                <a:cubicBezTo>
                  <a:pt x="69803" y="11026"/>
                  <a:pt x="69803" y="11238"/>
                  <a:pt x="69878" y="11381"/>
                </a:cubicBezTo>
                <a:cubicBezTo>
                  <a:pt x="69803" y="11455"/>
                  <a:pt x="69803" y="11524"/>
                  <a:pt x="69803" y="11598"/>
                </a:cubicBezTo>
                <a:cubicBezTo>
                  <a:pt x="69734" y="11742"/>
                  <a:pt x="69660" y="11885"/>
                  <a:pt x="69660" y="12028"/>
                </a:cubicBezTo>
                <a:cubicBezTo>
                  <a:pt x="69591" y="11885"/>
                  <a:pt x="69517" y="11667"/>
                  <a:pt x="69448" y="11455"/>
                </a:cubicBezTo>
                <a:cubicBezTo>
                  <a:pt x="69517" y="11238"/>
                  <a:pt x="69660" y="11094"/>
                  <a:pt x="69734" y="10883"/>
                </a:cubicBezTo>
                <a:close/>
                <a:moveTo>
                  <a:pt x="70805" y="11810"/>
                </a:moveTo>
                <a:lnTo>
                  <a:pt x="70805" y="12028"/>
                </a:lnTo>
                <a:lnTo>
                  <a:pt x="70737" y="11954"/>
                </a:lnTo>
                <a:cubicBezTo>
                  <a:pt x="70737" y="11885"/>
                  <a:pt x="70737" y="11885"/>
                  <a:pt x="70805" y="11810"/>
                </a:cubicBezTo>
                <a:close/>
                <a:moveTo>
                  <a:pt x="75319" y="11455"/>
                </a:moveTo>
                <a:lnTo>
                  <a:pt x="75319" y="12028"/>
                </a:lnTo>
                <a:lnTo>
                  <a:pt x="75244" y="12028"/>
                </a:lnTo>
                <a:cubicBezTo>
                  <a:pt x="75244" y="11885"/>
                  <a:pt x="75244" y="11667"/>
                  <a:pt x="75319" y="11455"/>
                </a:cubicBezTo>
                <a:close/>
                <a:moveTo>
                  <a:pt x="85772" y="10951"/>
                </a:moveTo>
                <a:cubicBezTo>
                  <a:pt x="85984" y="11238"/>
                  <a:pt x="86058" y="11524"/>
                  <a:pt x="86201" y="11810"/>
                </a:cubicBezTo>
                <a:cubicBezTo>
                  <a:pt x="86127" y="11885"/>
                  <a:pt x="86127" y="11954"/>
                  <a:pt x="86058" y="12028"/>
                </a:cubicBezTo>
                <a:cubicBezTo>
                  <a:pt x="85984" y="11742"/>
                  <a:pt x="85915" y="11381"/>
                  <a:pt x="85772" y="11026"/>
                </a:cubicBezTo>
                <a:lnTo>
                  <a:pt x="85772" y="10951"/>
                </a:lnTo>
                <a:close/>
                <a:moveTo>
                  <a:pt x="104598" y="11742"/>
                </a:moveTo>
                <a:lnTo>
                  <a:pt x="104598" y="11810"/>
                </a:lnTo>
                <a:cubicBezTo>
                  <a:pt x="104598" y="11885"/>
                  <a:pt x="104598" y="11954"/>
                  <a:pt x="104530" y="12028"/>
                </a:cubicBezTo>
                <a:lnTo>
                  <a:pt x="104530" y="11954"/>
                </a:lnTo>
                <a:lnTo>
                  <a:pt x="104530" y="11885"/>
                </a:lnTo>
                <a:cubicBezTo>
                  <a:pt x="104530" y="11810"/>
                  <a:pt x="104598" y="11810"/>
                  <a:pt x="104598" y="11742"/>
                </a:cubicBezTo>
                <a:close/>
                <a:moveTo>
                  <a:pt x="88779" y="11954"/>
                </a:moveTo>
                <a:lnTo>
                  <a:pt x="88779" y="12028"/>
                </a:lnTo>
                <a:lnTo>
                  <a:pt x="88779" y="12097"/>
                </a:lnTo>
                <a:lnTo>
                  <a:pt x="88704" y="12097"/>
                </a:lnTo>
                <a:cubicBezTo>
                  <a:pt x="88779" y="12028"/>
                  <a:pt x="88779" y="12028"/>
                  <a:pt x="88779" y="11954"/>
                </a:cubicBezTo>
                <a:close/>
                <a:moveTo>
                  <a:pt x="37299" y="11381"/>
                </a:moveTo>
                <a:cubicBezTo>
                  <a:pt x="37299" y="11524"/>
                  <a:pt x="37373" y="11667"/>
                  <a:pt x="37373" y="11810"/>
                </a:cubicBezTo>
                <a:lnTo>
                  <a:pt x="37373" y="11885"/>
                </a:lnTo>
                <a:cubicBezTo>
                  <a:pt x="37373" y="12028"/>
                  <a:pt x="37299" y="12097"/>
                  <a:pt x="37230" y="12240"/>
                </a:cubicBezTo>
                <a:cubicBezTo>
                  <a:pt x="37230" y="11954"/>
                  <a:pt x="37299" y="11667"/>
                  <a:pt x="37299" y="11381"/>
                </a:cubicBezTo>
                <a:close/>
                <a:moveTo>
                  <a:pt x="59350" y="11238"/>
                </a:moveTo>
                <a:cubicBezTo>
                  <a:pt x="59350" y="11381"/>
                  <a:pt x="59425" y="11524"/>
                  <a:pt x="59493" y="11667"/>
                </a:cubicBezTo>
                <a:cubicBezTo>
                  <a:pt x="59485" y="11667"/>
                  <a:pt x="59478" y="11666"/>
                  <a:pt x="59471" y="11664"/>
                </a:cubicBezTo>
                <a:lnTo>
                  <a:pt x="59471" y="11664"/>
                </a:lnTo>
                <a:cubicBezTo>
                  <a:pt x="59493" y="11713"/>
                  <a:pt x="59493" y="11763"/>
                  <a:pt x="59493" y="11810"/>
                </a:cubicBezTo>
                <a:lnTo>
                  <a:pt x="59493" y="11885"/>
                </a:lnTo>
                <a:cubicBezTo>
                  <a:pt x="59425" y="11954"/>
                  <a:pt x="59281" y="12028"/>
                  <a:pt x="58995" y="12240"/>
                </a:cubicBezTo>
                <a:cubicBezTo>
                  <a:pt x="59064" y="11954"/>
                  <a:pt x="59207" y="11598"/>
                  <a:pt x="59350" y="11238"/>
                </a:cubicBezTo>
                <a:close/>
                <a:moveTo>
                  <a:pt x="73314" y="11524"/>
                </a:moveTo>
                <a:lnTo>
                  <a:pt x="73314" y="12028"/>
                </a:lnTo>
                <a:cubicBezTo>
                  <a:pt x="73314" y="12097"/>
                  <a:pt x="73314" y="12171"/>
                  <a:pt x="73240" y="12240"/>
                </a:cubicBezTo>
                <a:cubicBezTo>
                  <a:pt x="73240" y="12028"/>
                  <a:pt x="73314" y="11810"/>
                  <a:pt x="73314" y="11524"/>
                </a:cubicBezTo>
                <a:close/>
                <a:moveTo>
                  <a:pt x="92358" y="10522"/>
                </a:moveTo>
                <a:cubicBezTo>
                  <a:pt x="92427" y="10665"/>
                  <a:pt x="92502" y="10883"/>
                  <a:pt x="92570" y="11026"/>
                </a:cubicBezTo>
                <a:lnTo>
                  <a:pt x="92570" y="11312"/>
                </a:lnTo>
                <a:cubicBezTo>
                  <a:pt x="92570" y="11238"/>
                  <a:pt x="92502" y="11169"/>
                  <a:pt x="92427" y="11026"/>
                </a:cubicBezTo>
                <a:lnTo>
                  <a:pt x="92427" y="11026"/>
                </a:lnTo>
                <a:cubicBezTo>
                  <a:pt x="92502" y="11169"/>
                  <a:pt x="92502" y="11312"/>
                  <a:pt x="92570" y="11381"/>
                </a:cubicBezTo>
                <a:lnTo>
                  <a:pt x="92570" y="11524"/>
                </a:lnTo>
                <a:lnTo>
                  <a:pt x="92570" y="12097"/>
                </a:lnTo>
                <a:cubicBezTo>
                  <a:pt x="92502" y="12171"/>
                  <a:pt x="92502" y="12171"/>
                  <a:pt x="92358" y="12240"/>
                </a:cubicBezTo>
                <a:cubicBezTo>
                  <a:pt x="92358" y="12097"/>
                  <a:pt x="92284" y="12028"/>
                  <a:pt x="92284" y="11885"/>
                </a:cubicBezTo>
                <a:cubicBezTo>
                  <a:pt x="92427" y="11667"/>
                  <a:pt x="92570" y="11455"/>
                  <a:pt x="92570" y="11381"/>
                </a:cubicBezTo>
                <a:lnTo>
                  <a:pt x="92570" y="11381"/>
                </a:lnTo>
                <a:lnTo>
                  <a:pt x="92284" y="11667"/>
                </a:lnTo>
                <a:cubicBezTo>
                  <a:pt x="92284" y="11312"/>
                  <a:pt x="92284" y="10951"/>
                  <a:pt x="92358" y="10522"/>
                </a:cubicBezTo>
                <a:close/>
                <a:moveTo>
                  <a:pt x="66653" y="11667"/>
                </a:moveTo>
                <a:lnTo>
                  <a:pt x="66653" y="11810"/>
                </a:lnTo>
                <a:lnTo>
                  <a:pt x="66653" y="12314"/>
                </a:lnTo>
                <a:cubicBezTo>
                  <a:pt x="66584" y="12171"/>
                  <a:pt x="66510" y="12097"/>
                  <a:pt x="66441" y="11954"/>
                </a:cubicBezTo>
                <a:cubicBezTo>
                  <a:pt x="66584" y="11810"/>
                  <a:pt x="66584" y="11810"/>
                  <a:pt x="66584" y="11742"/>
                </a:cubicBezTo>
                <a:cubicBezTo>
                  <a:pt x="66653" y="11742"/>
                  <a:pt x="66653" y="11667"/>
                  <a:pt x="66653" y="11667"/>
                </a:cubicBezTo>
                <a:close/>
                <a:moveTo>
                  <a:pt x="80972" y="12240"/>
                </a:moveTo>
                <a:cubicBezTo>
                  <a:pt x="81008" y="12277"/>
                  <a:pt x="81027" y="12312"/>
                  <a:pt x="81045" y="12338"/>
                </a:cubicBezTo>
                <a:lnTo>
                  <a:pt x="81045" y="12338"/>
                </a:lnTo>
                <a:cubicBezTo>
                  <a:pt x="81040" y="12308"/>
                  <a:pt x="81025" y="12293"/>
                  <a:pt x="80972" y="12240"/>
                </a:cubicBezTo>
                <a:close/>
                <a:moveTo>
                  <a:pt x="56704" y="11026"/>
                </a:moveTo>
                <a:lnTo>
                  <a:pt x="56704" y="11169"/>
                </a:lnTo>
                <a:cubicBezTo>
                  <a:pt x="56630" y="11598"/>
                  <a:pt x="56561" y="11954"/>
                  <a:pt x="56486" y="12383"/>
                </a:cubicBezTo>
                <a:cubicBezTo>
                  <a:pt x="56486" y="12097"/>
                  <a:pt x="56486" y="11810"/>
                  <a:pt x="56418" y="11524"/>
                </a:cubicBezTo>
                <a:cubicBezTo>
                  <a:pt x="56486" y="11312"/>
                  <a:pt x="56561" y="11169"/>
                  <a:pt x="56704" y="11026"/>
                </a:cubicBezTo>
                <a:close/>
                <a:moveTo>
                  <a:pt x="59425" y="11954"/>
                </a:moveTo>
                <a:cubicBezTo>
                  <a:pt x="59425" y="12097"/>
                  <a:pt x="59350" y="12240"/>
                  <a:pt x="59350" y="12383"/>
                </a:cubicBezTo>
                <a:lnTo>
                  <a:pt x="59281" y="12314"/>
                </a:lnTo>
                <a:cubicBezTo>
                  <a:pt x="59350" y="12097"/>
                  <a:pt x="59425" y="12028"/>
                  <a:pt x="59425" y="11954"/>
                </a:cubicBezTo>
                <a:close/>
                <a:moveTo>
                  <a:pt x="88418" y="11885"/>
                </a:moveTo>
                <a:cubicBezTo>
                  <a:pt x="88418" y="12028"/>
                  <a:pt x="88349" y="12240"/>
                  <a:pt x="88275" y="12383"/>
                </a:cubicBezTo>
                <a:cubicBezTo>
                  <a:pt x="88275" y="12314"/>
                  <a:pt x="88275" y="12314"/>
                  <a:pt x="88206" y="12240"/>
                </a:cubicBezTo>
                <a:cubicBezTo>
                  <a:pt x="88275" y="12097"/>
                  <a:pt x="88349" y="11954"/>
                  <a:pt x="88418" y="11885"/>
                </a:cubicBezTo>
                <a:close/>
                <a:moveTo>
                  <a:pt x="85628" y="11312"/>
                </a:moveTo>
                <a:lnTo>
                  <a:pt x="85628" y="11598"/>
                </a:lnTo>
                <a:cubicBezTo>
                  <a:pt x="85697" y="11885"/>
                  <a:pt x="85697" y="12171"/>
                  <a:pt x="85697" y="12458"/>
                </a:cubicBezTo>
                <a:cubicBezTo>
                  <a:pt x="85628" y="12240"/>
                  <a:pt x="85485" y="12028"/>
                  <a:pt x="85411" y="11742"/>
                </a:cubicBezTo>
                <a:cubicBezTo>
                  <a:pt x="85485" y="11667"/>
                  <a:pt x="85485" y="11524"/>
                  <a:pt x="85554" y="11455"/>
                </a:cubicBezTo>
                <a:cubicBezTo>
                  <a:pt x="85554" y="11381"/>
                  <a:pt x="85628" y="11312"/>
                  <a:pt x="85628" y="11312"/>
                </a:cubicBezTo>
                <a:close/>
                <a:moveTo>
                  <a:pt x="96007" y="12240"/>
                </a:moveTo>
                <a:lnTo>
                  <a:pt x="96007" y="12458"/>
                </a:lnTo>
                <a:cubicBezTo>
                  <a:pt x="96007" y="12458"/>
                  <a:pt x="96007" y="12383"/>
                  <a:pt x="95938" y="12383"/>
                </a:cubicBezTo>
                <a:cubicBezTo>
                  <a:pt x="96007" y="12314"/>
                  <a:pt x="96007" y="12314"/>
                  <a:pt x="96007" y="12240"/>
                </a:cubicBezTo>
                <a:close/>
                <a:moveTo>
                  <a:pt x="98441" y="12171"/>
                </a:moveTo>
                <a:cubicBezTo>
                  <a:pt x="98441" y="12314"/>
                  <a:pt x="98516" y="12383"/>
                  <a:pt x="98516" y="12458"/>
                </a:cubicBezTo>
                <a:cubicBezTo>
                  <a:pt x="98516" y="12458"/>
                  <a:pt x="98441" y="12458"/>
                  <a:pt x="98441" y="12383"/>
                </a:cubicBezTo>
                <a:lnTo>
                  <a:pt x="98441" y="12314"/>
                </a:lnTo>
                <a:lnTo>
                  <a:pt x="98441" y="12171"/>
                </a:lnTo>
                <a:close/>
                <a:moveTo>
                  <a:pt x="70662" y="12028"/>
                </a:moveTo>
                <a:cubicBezTo>
                  <a:pt x="70662" y="12097"/>
                  <a:pt x="70737" y="12171"/>
                  <a:pt x="70737" y="12171"/>
                </a:cubicBezTo>
                <a:cubicBezTo>
                  <a:pt x="70662" y="12314"/>
                  <a:pt x="70662" y="12383"/>
                  <a:pt x="70593" y="12526"/>
                </a:cubicBezTo>
                <a:cubicBezTo>
                  <a:pt x="70593" y="12458"/>
                  <a:pt x="70593" y="12383"/>
                  <a:pt x="70519" y="12314"/>
                </a:cubicBezTo>
                <a:cubicBezTo>
                  <a:pt x="70593" y="12240"/>
                  <a:pt x="70662" y="12097"/>
                  <a:pt x="70662" y="12028"/>
                </a:cubicBezTo>
                <a:close/>
                <a:moveTo>
                  <a:pt x="63360" y="12601"/>
                </a:moveTo>
                <a:cubicBezTo>
                  <a:pt x="63360" y="12601"/>
                  <a:pt x="63359" y="12670"/>
                  <a:pt x="63291" y="12670"/>
                </a:cubicBezTo>
                <a:lnTo>
                  <a:pt x="63360" y="12601"/>
                </a:lnTo>
                <a:close/>
                <a:moveTo>
                  <a:pt x="75319" y="12028"/>
                </a:moveTo>
                <a:lnTo>
                  <a:pt x="75319" y="12028"/>
                </a:lnTo>
                <a:cubicBezTo>
                  <a:pt x="75244" y="12240"/>
                  <a:pt x="75244" y="12383"/>
                  <a:pt x="75244" y="12601"/>
                </a:cubicBezTo>
                <a:lnTo>
                  <a:pt x="75176" y="12670"/>
                </a:lnTo>
                <a:lnTo>
                  <a:pt x="75176" y="12314"/>
                </a:lnTo>
                <a:cubicBezTo>
                  <a:pt x="75244" y="12240"/>
                  <a:pt x="75244" y="12097"/>
                  <a:pt x="75319" y="12028"/>
                </a:cubicBezTo>
                <a:close/>
                <a:moveTo>
                  <a:pt x="66367" y="12097"/>
                </a:moveTo>
                <a:cubicBezTo>
                  <a:pt x="66441" y="12240"/>
                  <a:pt x="66510" y="12383"/>
                  <a:pt x="66584" y="12601"/>
                </a:cubicBezTo>
                <a:cubicBezTo>
                  <a:pt x="66510" y="12601"/>
                  <a:pt x="66510" y="12670"/>
                  <a:pt x="66441" y="12744"/>
                </a:cubicBezTo>
                <a:cubicBezTo>
                  <a:pt x="66441" y="12601"/>
                  <a:pt x="66367" y="12383"/>
                  <a:pt x="66298" y="12240"/>
                </a:cubicBezTo>
                <a:cubicBezTo>
                  <a:pt x="66367" y="12171"/>
                  <a:pt x="66367" y="12171"/>
                  <a:pt x="66367" y="12097"/>
                </a:cubicBezTo>
                <a:close/>
                <a:moveTo>
                  <a:pt x="99014" y="11238"/>
                </a:moveTo>
                <a:lnTo>
                  <a:pt x="99014" y="11810"/>
                </a:lnTo>
                <a:cubicBezTo>
                  <a:pt x="99014" y="11885"/>
                  <a:pt x="98945" y="11954"/>
                  <a:pt x="98945" y="12028"/>
                </a:cubicBezTo>
                <a:cubicBezTo>
                  <a:pt x="98871" y="12240"/>
                  <a:pt x="98802" y="12526"/>
                  <a:pt x="98727" y="12744"/>
                </a:cubicBezTo>
                <a:lnTo>
                  <a:pt x="98516" y="12097"/>
                </a:lnTo>
                <a:cubicBezTo>
                  <a:pt x="98727" y="11667"/>
                  <a:pt x="98871" y="11381"/>
                  <a:pt x="99014" y="11238"/>
                </a:cubicBezTo>
                <a:close/>
                <a:moveTo>
                  <a:pt x="65009" y="11524"/>
                </a:moveTo>
                <a:cubicBezTo>
                  <a:pt x="65152" y="11810"/>
                  <a:pt x="65221" y="12097"/>
                  <a:pt x="65295" y="12383"/>
                </a:cubicBezTo>
                <a:lnTo>
                  <a:pt x="65078" y="12601"/>
                </a:lnTo>
                <a:lnTo>
                  <a:pt x="64866" y="12383"/>
                </a:lnTo>
                <a:lnTo>
                  <a:pt x="64866" y="12383"/>
                </a:lnTo>
                <a:cubicBezTo>
                  <a:pt x="64935" y="12526"/>
                  <a:pt x="64935" y="12670"/>
                  <a:pt x="64935" y="12813"/>
                </a:cubicBezTo>
                <a:cubicBezTo>
                  <a:pt x="64866" y="12813"/>
                  <a:pt x="64866" y="12887"/>
                  <a:pt x="64791" y="12887"/>
                </a:cubicBezTo>
                <a:cubicBezTo>
                  <a:pt x="64791" y="12813"/>
                  <a:pt x="64723" y="12670"/>
                  <a:pt x="64723" y="12526"/>
                </a:cubicBezTo>
                <a:cubicBezTo>
                  <a:pt x="64791" y="12240"/>
                  <a:pt x="64866" y="11885"/>
                  <a:pt x="65009" y="11524"/>
                </a:cubicBezTo>
                <a:close/>
                <a:moveTo>
                  <a:pt x="86270" y="12028"/>
                </a:moveTo>
                <a:cubicBezTo>
                  <a:pt x="86344" y="12240"/>
                  <a:pt x="86413" y="12526"/>
                  <a:pt x="86488" y="12813"/>
                </a:cubicBezTo>
                <a:lnTo>
                  <a:pt x="86488" y="12887"/>
                </a:lnTo>
                <a:cubicBezTo>
                  <a:pt x="86413" y="12744"/>
                  <a:pt x="86270" y="12601"/>
                  <a:pt x="86201" y="12383"/>
                </a:cubicBezTo>
                <a:lnTo>
                  <a:pt x="86270" y="12028"/>
                </a:lnTo>
                <a:close/>
                <a:moveTo>
                  <a:pt x="59207" y="12383"/>
                </a:moveTo>
                <a:lnTo>
                  <a:pt x="59207" y="13030"/>
                </a:lnTo>
                <a:cubicBezTo>
                  <a:pt x="59138" y="12887"/>
                  <a:pt x="59138" y="12744"/>
                  <a:pt x="59064" y="12601"/>
                </a:cubicBezTo>
                <a:cubicBezTo>
                  <a:pt x="59064" y="12526"/>
                  <a:pt x="59138" y="12458"/>
                  <a:pt x="59207" y="12383"/>
                </a:cubicBezTo>
                <a:close/>
                <a:moveTo>
                  <a:pt x="78538" y="11598"/>
                </a:moveTo>
                <a:cubicBezTo>
                  <a:pt x="78612" y="11667"/>
                  <a:pt x="78612" y="11742"/>
                  <a:pt x="78681" y="11810"/>
                </a:cubicBezTo>
                <a:cubicBezTo>
                  <a:pt x="78538" y="12240"/>
                  <a:pt x="78394" y="12601"/>
                  <a:pt x="78251" y="13030"/>
                </a:cubicBezTo>
                <a:lnTo>
                  <a:pt x="78251" y="12813"/>
                </a:lnTo>
                <a:cubicBezTo>
                  <a:pt x="78251" y="12458"/>
                  <a:pt x="78394" y="12028"/>
                  <a:pt x="78538" y="11598"/>
                </a:cubicBezTo>
                <a:close/>
                <a:moveTo>
                  <a:pt x="82833" y="12383"/>
                </a:moveTo>
                <a:cubicBezTo>
                  <a:pt x="82833" y="12383"/>
                  <a:pt x="82908" y="12458"/>
                  <a:pt x="82908" y="12526"/>
                </a:cubicBezTo>
                <a:cubicBezTo>
                  <a:pt x="82908" y="12744"/>
                  <a:pt x="82833" y="12887"/>
                  <a:pt x="82833" y="13099"/>
                </a:cubicBezTo>
                <a:cubicBezTo>
                  <a:pt x="82765" y="12956"/>
                  <a:pt x="82690" y="12887"/>
                  <a:pt x="82690" y="12744"/>
                </a:cubicBezTo>
                <a:cubicBezTo>
                  <a:pt x="82765" y="12601"/>
                  <a:pt x="82765" y="12458"/>
                  <a:pt x="82833" y="12383"/>
                </a:cubicBezTo>
                <a:close/>
                <a:moveTo>
                  <a:pt x="90852" y="12601"/>
                </a:moveTo>
                <a:lnTo>
                  <a:pt x="90852" y="12813"/>
                </a:lnTo>
                <a:cubicBezTo>
                  <a:pt x="90783" y="12887"/>
                  <a:pt x="90709" y="13030"/>
                  <a:pt x="90640" y="13174"/>
                </a:cubicBezTo>
                <a:lnTo>
                  <a:pt x="90640" y="13099"/>
                </a:lnTo>
                <a:lnTo>
                  <a:pt x="90640" y="12956"/>
                </a:lnTo>
                <a:cubicBezTo>
                  <a:pt x="90709" y="12813"/>
                  <a:pt x="90783" y="12744"/>
                  <a:pt x="90852" y="12601"/>
                </a:cubicBezTo>
                <a:close/>
                <a:moveTo>
                  <a:pt x="92215" y="13030"/>
                </a:moveTo>
                <a:lnTo>
                  <a:pt x="92215" y="13174"/>
                </a:lnTo>
                <a:cubicBezTo>
                  <a:pt x="92215" y="13242"/>
                  <a:pt x="92141" y="13242"/>
                  <a:pt x="92141" y="13242"/>
                </a:cubicBezTo>
                <a:lnTo>
                  <a:pt x="92141" y="13030"/>
                </a:lnTo>
                <a:close/>
                <a:moveTo>
                  <a:pt x="82547" y="13030"/>
                </a:moveTo>
                <a:cubicBezTo>
                  <a:pt x="82621" y="13174"/>
                  <a:pt x="82621" y="13317"/>
                  <a:pt x="82690" y="13460"/>
                </a:cubicBezTo>
                <a:cubicBezTo>
                  <a:pt x="82621" y="13385"/>
                  <a:pt x="82547" y="13242"/>
                  <a:pt x="82478" y="13174"/>
                </a:cubicBezTo>
                <a:cubicBezTo>
                  <a:pt x="82478" y="13099"/>
                  <a:pt x="82547" y="13030"/>
                  <a:pt x="82547" y="13030"/>
                </a:cubicBezTo>
                <a:close/>
                <a:moveTo>
                  <a:pt x="83337" y="12744"/>
                </a:moveTo>
                <a:cubicBezTo>
                  <a:pt x="83481" y="12956"/>
                  <a:pt x="83549" y="13174"/>
                  <a:pt x="83624" y="13385"/>
                </a:cubicBezTo>
                <a:cubicBezTo>
                  <a:pt x="83549" y="13385"/>
                  <a:pt x="83549" y="13460"/>
                  <a:pt x="83481" y="13529"/>
                </a:cubicBezTo>
                <a:cubicBezTo>
                  <a:pt x="83481" y="13317"/>
                  <a:pt x="83406" y="13030"/>
                  <a:pt x="83337" y="12744"/>
                </a:cubicBezTo>
                <a:close/>
                <a:moveTo>
                  <a:pt x="86413" y="13746"/>
                </a:moveTo>
                <a:lnTo>
                  <a:pt x="86413" y="13890"/>
                </a:lnTo>
                <a:cubicBezTo>
                  <a:pt x="86413" y="13890"/>
                  <a:pt x="86413" y="13815"/>
                  <a:pt x="86344" y="13815"/>
                </a:cubicBezTo>
                <a:lnTo>
                  <a:pt x="86413" y="13746"/>
                </a:lnTo>
                <a:close/>
                <a:moveTo>
                  <a:pt x="80330" y="12240"/>
                </a:moveTo>
                <a:cubicBezTo>
                  <a:pt x="80399" y="12813"/>
                  <a:pt x="80399" y="13317"/>
                  <a:pt x="80330" y="13815"/>
                </a:cubicBezTo>
                <a:cubicBezTo>
                  <a:pt x="80330" y="13746"/>
                  <a:pt x="80256" y="13672"/>
                  <a:pt x="80256" y="13603"/>
                </a:cubicBezTo>
                <a:lnTo>
                  <a:pt x="80256" y="13603"/>
                </a:lnTo>
                <a:cubicBezTo>
                  <a:pt x="80256" y="13672"/>
                  <a:pt x="80256" y="13815"/>
                  <a:pt x="80330" y="13890"/>
                </a:cubicBezTo>
                <a:lnTo>
                  <a:pt x="80330" y="13958"/>
                </a:lnTo>
                <a:cubicBezTo>
                  <a:pt x="80256" y="13815"/>
                  <a:pt x="80256" y="13746"/>
                  <a:pt x="80187" y="13603"/>
                </a:cubicBezTo>
                <a:cubicBezTo>
                  <a:pt x="80256" y="13174"/>
                  <a:pt x="80256" y="12744"/>
                  <a:pt x="80330" y="12240"/>
                </a:cubicBezTo>
                <a:close/>
                <a:moveTo>
                  <a:pt x="82478" y="13242"/>
                </a:moveTo>
                <a:lnTo>
                  <a:pt x="82478" y="14245"/>
                </a:lnTo>
                <a:cubicBezTo>
                  <a:pt x="82404" y="14033"/>
                  <a:pt x="82335" y="13890"/>
                  <a:pt x="82261" y="13746"/>
                </a:cubicBezTo>
                <a:cubicBezTo>
                  <a:pt x="82335" y="13603"/>
                  <a:pt x="82404" y="13385"/>
                  <a:pt x="82478" y="13242"/>
                </a:cubicBezTo>
                <a:close/>
                <a:moveTo>
                  <a:pt x="9377" y="0"/>
                </a:moveTo>
                <a:cubicBezTo>
                  <a:pt x="9022" y="642"/>
                  <a:pt x="8804" y="1861"/>
                  <a:pt x="8592" y="3293"/>
                </a:cubicBezTo>
                <a:lnTo>
                  <a:pt x="8592" y="3293"/>
                </a:lnTo>
                <a:cubicBezTo>
                  <a:pt x="8593" y="3020"/>
                  <a:pt x="8598" y="2698"/>
                  <a:pt x="8661" y="2434"/>
                </a:cubicBezTo>
                <a:lnTo>
                  <a:pt x="8661" y="2434"/>
                </a:lnTo>
                <a:cubicBezTo>
                  <a:pt x="8449" y="2789"/>
                  <a:pt x="8306" y="3293"/>
                  <a:pt x="8163" y="3866"/>
                </a:cubicBezTo>
                <a:cubicBezTo>
                  <a:pt x="8088" y="4009"/>
                  <a:pt x="7945" y="4221"/>
                  <a:pt x="7876" y="4365"/>
                </a:cubicBezTo>
                <a:cubicBezTo>
                  <a:pt x="7802" y="4078"/>
                  <a:pt x="7733" y="3792"/>
                  <a:pt x="7659" y="3580"/>
                </a:cubicBezTo>
                <a:lnTo>
                  <a:pt x="7659" y="3580"/>
                </a:lnTo>
                <a:cubicBezTo>
                  <a:pt x="7733" y="3866"/>
                  <a:pt x="7733" y="4153"/>
                  <a:pt x="7802" y="4508"/>
                </a:cubicBezTo>
                <a:cubicBezTo>
                  <a:pt x="7733" y="4582"/>
                  <a:pt x="7733" y="4651"/>
                  <a:pt x="7659" y="4794"/>
                </a:cubicBezTo>
                <a:cubicBezTo>
                  <a:pt x="7590" y="4869"/>
                  <a:pt x="7590" y="4937"/>
                  <a:pt x="7515" y="5012"/>
                </a:cubicBezTo>
                <a:cubicBezTo>
                  <a:pt x="7515" y="4651"/>
                  <a:pt x="7590" y="4296"/>
                  <a:pt x="7590" y="4009"/>
                </a:cubicBezTo>
                <a:lnTo>
                  <a:pt x="7590" y="4009"/>
                </a:lnTo>
                <a:cubicBezTo>
                  <a:pt x="7447" y="4221"/>
                  <a:pt x="7372" y="4582"/>
                  <a:pt x="7229" y="5012"/>
                </a:cubicBezTo>
                <a:cubicBezTo>
                  <a:pt x="7017" y="3580"/>
                  <a:pt x="6513" y="2005"/>
                  <a:pt x="5797" y="642"/>
                </a:cubicBezTo>
                <a:lnTo>
                  <a:pt x="5797" y="642"/>
                </a:lnTo>
                <a:cubicBezTo>
                  <a:pt x="6084" y="1358"/>
                  <a:pt x="6370" y="2217"/>
                  <a:pt x="6513" y="3219"/>
                </a:cubicBezTo>
                <a:cubicBezTo>
                  <a:pt x="6455" y="3099"/>
                  <a:pt x="6345" y="2930"/>
                  <a:pt x="6267" y="2750"/>
                </a:cubicBezTo>
                <a:lnTo>
                  <a:pt x="6267" y="2750"/>
                </a:lnTo>
                <a:cubicBezTo>
                  <a:pt x="6396" y="3088"/>
                  <a:pt x="6520" y="3477"/>
                  <a:pt x="6588" y="3866"/>
                </a:cubicBezTo>
                <a:cubicBezTo>
                  <a:pt x="6731" y="4508"/>
                  <a:pt x="6799" y="5224"/>
                  <a:pt x="6799" y="5940"/>
                </a:cubicBezTo>
                <a:cubicBezTo>
                  <a:pt x="6799" y="6014"/>
                  <a:pt x="6799" y="6014"/>
                  <a:pt x="6731" y="6083"/>
                </a:cubicBezTo>
                <a:cubicBezTo>
                  <a:pt x="6656" y="6083"/>
                  <a:pt x="6656" y="6014"/>
                  <a:pt x="6656" y="5940"/>
                </a:cubicBezTo>
                <a:lnTo>
                  <a:pt x="6656" y="6157"/>
                </a:lnTo>
                <a:cubicBezTo>
                  <a:pt x="6656" y="6157"/>
                  <a:pt x="6588" y="6226"/>
                  <a:pt x="6588" y="6300"/>
                </a:cubicBezTo>
                <a:cubicBezTo>
                  <a:pt x="6513" y="6226"/>
                  <a:pt x="6513" y="6157"/>
                  <a:pt x="6513" y="6083"/>
                </a:cubicBezTo>
                <a:lnTo>
                  <a:pt x="6513" y="5653"/>
                </a:lnTo>
                <a:lnTo>
                  <a:pt x="6513" y="5510"/>
                </a:lnTo>
                <a:cubicBezTo>
                  <a:pt x="6444" y="5585"/>
                  <a:pt x="6444" y="5728"/>
                  <a:pt x="6370" y="5871"/>
                </a:cubicBezTo>
                <a:cubicBezTo>
                  <a:pt x="6301" y="5728"/>
                  <a:pt x="6158" y="5510"/>
                  <a:pt x="6084" y="5367"/>
                </a:cubicBezTo>
                <a:lnTo>
                  <a:pt x="6084" y="5367"/>
                </a:lnTo>
                <a:lnTo>
                  <a:pt x="6301" y="6014"/>
                </a:lnTo>
                <a:lnTo>
                  <a:pt x="6301" y="6157"/>
                </a:lnTo>
                <a:lnTo>
                  <a:pt x="6084" y="5510"/>
                </a:lnTo>
                <a:lnTo>
                  <a:pt x="6084" y="5367"/>
                </a:lnTo>
                <a:cubicBezTo>
                  <a:pt x="6158" y="4725"/>
                  <a:pt x="6158" y="4009"/>
                  <a:pt x="6227" y="3362"/>
                </a:cubicBezTo>
                <a:lnTo>
                  <a:pt x="6227" y="3362"/>
                </a:lnTo>
                <a:cubicBezTo>
                  <a:pt x="6084" y="3649"/>
                  <a:pt x="5940" y="4153"/>
                  <a:pt x="5797" y="4725"/>
                </a:cubicBezTo>
                <a:lnTo>
                  <a:pt x="5585" y="4078"/>
                </a:lnTo>
                <a:cubicBezTo>
                  <a:pt x="5585" y="4009"/>
                  <a:pt x="5511" y="3935"/>
                  <a:pt x="5511" y="3866"/>
                </a:cubicBezTo>
                <a:cubicBezTo>
                  <a:pt x="5728" y="3437"/>
                  <a:pt x="5872" y="3076"/>
                  <a:pt x="5872" y="3076"/>
                </a:cubicBezTo>
                <a:lnTo>
                  <a:pt x="5872" y="3076"/>
                </a:lnTo>
                <a:cubicBezTo>
                  <a:pt x="5872" y="3076"/>
                  <a:pt x="5654" y="3294"/>
                  <a:pt x="5442" y="3580"/>
                </a:cubicBezTo>
                <a:cubicBezTo>
                  <a:pt x="5382" y="3291"/>
                  <a:pt x="5278" y="3005"/>
                  <a:pt x="5204" y="2717"/>
                </a:cubicBezTo>
                <a:lnTo>
                  <a:pt x="5204" y="2717"/>
                </a:lnTo>
                <a:cubicBezTo>
                  <a:pt x="5255" y="2959"/>
                  <a:pt x="5299" y="3234"/>
                  <a:pt x="5299" y="3505"/>
                </a:cubicBezTo>
                <a:lnTo>
                  <a:pt x="5081" y="3076"/>
                </a:lnTo>
                <a:lnTo>
                  <a:pt x="5299" y="3723"/>
                </a:lnTo>
                <a:cubicBezTo>
                  <a:pt x="5081" y="4078"/>
                  <a:pt x="4795" y="4439"/>
                  <a:pt x="4508" y="4937"/>
                </a:cubicBezTo>
                <a:lnTo>
                  <a:pt x="4508" y="4869"/>
                </a:lnTo>
                <a:cubicBezTo>
                  <a:pt x="4508" y="4794"/>
                  <a:pt x="4440" y="4725"/>
                  <a:pt x="4440" y="4725"/>
                </a:cubicBezTo>
                <a:lnTo>
                  <a:pt x="4440" y="4725"/>
                </a:lnTo>
                <a:cubicBezTo>
                  <a:pt x="4440" y="4794"/>
                  <a:pt x="4508" y="4869"/>
                  <a:pt x="4508" y="5012"/>
                </a:cubicBezTo>
                <a:cubicBezTo>
                  <a:pt x="4440" y="5080"/>
                  <a:pt x="4440" y="5155"/>
                  <a:pt x="4365" y="5298"/>
                </a:cubicBezTo>
                <a:cubicBezTo>
                  <a:pt x="4365" y="5080"/>
                  <a:pt x="4365" y="4937"/>
                  <a:pt x="4440" y="4725"/>
                </a:cubicBezTo>
                <a:cubicBezTo>
                  <a:pt x="4440" y="4153"/>
                  <a:pt x="4508" y="3649"/>
                  <a:pt x="4508" y="3150"/>
                </a:cubicBezTo>
                <a:lnTo>
                  <a:pt x="4508" y="3150"/>
                </a:lnTo>
                <a:cubicBezTo>
                  <a:pt x="4222" y="3723"/>
                  <a:pt x="4010" y="4937"/>
                  <a:pt x="3792" y="6226"/>
                </a:cubicBezTo>
                <a:cubicBezTo>
                  <a:pt x="3792" y="6157"/>
                  <a:pt x="3724" y="6083"/>
                  <a:pt x="3724" y="6014"/>
                </a:cubicBezTo>
                <a:cubicBezTo>
                  <a:pt x="3724" y="5728"/>
                  <a:pt x="3724" y="5510"/>
                  <a:pt x="3792" y="5298"/>
                </a:cubicBezTo>
                <a:lnTo>
                  <a:pt x="3792" y="5298"/>
                </a:lnTo>
                <a:cubicBezTo>
                  <a:pt x="3724" y="5367"/>
                  <a:pt x="3649" y="5510"/>
                  <a:pt x="3581" y="5653"/>
                </a:cubicBezTo>
                <a:lnTo>
                  <a:pt x="3581" y="5585"/>
                </a:lnTo>
                <a:cubicBezTo>
                  <a:pt x="3363" y="5012"/>
                  <a:pt x="3151" y="4508"/>
                  <a:pt x="2790" y="4009"/>
                </a:cubicBezTo>
                <a:lnTo>
                  <a:pt x="2790" y="4009"/>
                </a:lnTo>
                <a:cubicBezTo>
                  <a:pt x="3077" y="4508"/>
                  <a:pt x="3294" y="5155"/>
                  <a:pt x="3437" y="5871"/>
                </a:cubicBezTo>
                <a:cubicBezTo>
                  <a:pt x="3363" y="5940"/>
                  <a:pt x="3363" y="6014"/>
                  <a:pt x="3363" y="6083"/>
                </a:cubicBezTo>
                <a:cubicBezTo>
                  <a:pt x="3294" y="6226"/>
                  <a:pt x="3220" y="6444"/>
                  <a:pt x="3151" y="6587"/>
                </a:cubicBezTo>
                <a:cubicBezTo>
                  <a:pt x="3077" y="5653"/>
                  <a:pt x="2865" y="4508"/>
                  <a:pt x="2435" y="3150"/>
                </a:cubicBezTo>
                <a:lnTo>
                  <a:pt x="2435" y="3150"/>
                </a:lnTo>
                <a:cubicBezTo>
                  <a:pt x="2647" y="3866"/>
                  <a:pt x="2647" y="4869"/>
                  <a:pt x="2647" y="5940"/>
                </a:cubicBezTo>
                <a:cubicBezTo>
                  <a:pt x="2647" y="5871"/>
                  <a:pt x="2578" y="5728"/>
                  <a:pt x="2504" y="5653"/>
                </a:cubicBezTo>
                <a:lnTo>
                  <a:pt x="2504" y="5653"/>
                </a:lnTo>
                <a:cubicBezTo>
                  <a:pt x="2578" y="6014"/>
                  <a:pt x="2578" y="6369"/>
                  <a:pt x="2578" y="6799"/>
                </a:cubicBezTo>
                <a:cubicBezTo>
                  <a:pt x="2504" y="6587"/>
                  <a:pt x="2361" y="6444"/>
                  <a:pt x="2292" y="6226"/>
                </a:cubicBezTo>
                <a:lnTo>
                  <a:pt x="2292" y="6226"/>
                </a:lnTo>
                <a:cubicBezTo>
                  <a:pt x="2361" y="6444"/>
                  <a:pt x="2504" y="6730"/>
                  <a:pt x="2578" y="7016"/>
                </a:cubicBezTo>
                <a:cubicBezTo>
                  <a:pt x="2504" y="7085"/>
                  <a:pt x="2504" y="7160"/>
                  <a:pt x="2504" y="7228"/>
                </a:cubicBezTo>
                <a:cubicBezTo>
                  <a:pt x="2435" y="7303"/>
                  <a:pt x="2435" y="7372"/>
                  <a:pt x="2435" y="7446"/>
                </a:cubicBezTo>
                <a:cubicBezTo>
                  <a:pt x="2217" y="6587"/>
                  <a:pt x="2005" y="5728"/>
                  <a:pt x="1645" y="4937"/>
                </a:cubicBezTo>
                <a:lnTo>
                  <a:pt x="1862" y="2148"/>
                </a:lnTo>
                <a:lnTo>
                  <a:pt x="1862" y="2148"/>
                </a:lnTo>
                <a:cubicBezTo>
                  <a:pt x="1645" y="2578"/>
                  <a:pt x="1433" y="3293"/>
                  <a:pt x="1290" y="4153"/>
                </a:cubicBezTo>
                <a:cubicBezTo>
                  <a:pt x="1215" y="4079"/>
                  <a:pt x="1147" y="4010"/>
                  <a:pt x="1073" y="3869"/>
                </a:cubicBezTo>
                <a:lnTo>
                  <a:pt x="1073" y="3869"/>
                </a:lnTo>
                <a:cubicBezTo>
                  <a:pt x="1147" y="4010"/>
                  <a:pt x="1215" y="4079"/>
                  <a:pt x="1290" y="4221"/>
                </a:cubicBezTo>
                <a:cubicBezTo>
                  <a:pt x="1215" y="4439"/>
                  <a:pt x="1215" y="4651"/>
                  <a:pt x="1146" y="4869"/>
                </a:cubicBezTo>
                <a:cubicBezTo>
                  <a:pt x="1146" y="5012"/>
                  <a:pt x="1072" y="5155"/>
                  <a:pt x="1072" y="5298"/>
                </a:cubicBezTo>
                <a:lnTo>
                  <a:pt x="1003" y="5224"/>
                </a:lnTo>
                <a:lnTo>
                  <a:pt x="1003" y="4937"/>
                </a:lnTo>
                <a:cubicBezTo>
                  <a:pt x="1003" y="5012"/>
                  <a:pt x="1003" y="5080"/>
                  <a:pt x="929" y="5155"/>
                </a:cubicBezTo>
                <a:cubicBezTo>
                  <a:pt x="860" y="5367"/>
                  <a:pt x="717" y="5728"/>
                  <a:pt x="642" y="6083"/>
                </a:cubicBezTo>
                <a:cubicBezTo>
                  <a:pt x="642" y="5871"/>
                  <a:pt x="717" y="5728"/>
                  <a:pt x="717" y="5585"/>
                </a:cubicBezTo>
                <a:lnTo>
                  <a:pt x="717" y="5585"/>
                </a:lnTo>
                <a:cubicBezTo>
                  <a:pt x="642" y="5728"/>
                  <a:pt x="499" y="5940"/>
                  <a:pt x="430" y="6157"/>
                </a:cubicBezTo>
                <a:cubicBezTo>
                  <a:pt x="430" y="6014"/>
                  <a:pt x="356" y="5871"/>
                  <a:pt x="287" y="5796"/>
                </a:cubicBezTo>
                <a:lnTo>
                  <a:pt x="287" y="6083"/>
                </a:lnTo>
                <a:lnTo>
                  <a:pt x="287" y="6512"/>
                </a:lnTo>
                <a:cubicBezTo>
                  <a:pt x="287" y="6444"/>
                  <a:pt x="213" y="6369"/>
                  <a:pt x="144" y="6300"/>
                </a:cubicBezTo>
                <a:lnTo>
                  <a:pt x="144" y="6300"/>
                </a:lnTo>
                <a:cubicBezTo>
                  <a:pt x="213" y="6369"/>
                  <a:pt x="287" y="6512"/>
                  <a:pt x="287" y="6587"/>
                </a:cubicBezTo>
                <a:lnTo>
                  <a:pt x="287" y="6799"/>
                </a:lnTo>
                <a:cubicBezTo>
                  <a:pt x="287" y="6942"/>
                  <a:pt x="213" y="7016"/>
                  <a:pt x="213" y="7160"/>
                </a:cubicBezTo>
                <a:lnTo>
                  <a:pt x="1" y="6730"/>
                </a:lnTo>
                <a:lnTo>
                  <a:pt x="1" y="6799"/>
                </a:lnTo>
                <a:cubicBezTo>
                  <a:pt x="70" y="6942"/>
                  <a:pt x="144" y="7160"/>
                  <a:pt x="213" y="7303"/>
                </a:cubicBezTo>
                <a:cubicBezTo>
                  <a:pt x="144" y="7732"/>
                  <a:pt x="70" y="8087"/>
                  <a:pt x="1" y="8517"/>
                </a:cubicBezTo>
                <a:lnTo>
                  <a:pt x="1" y="15321"/>
                </a:lnTo>
                <a:lnTo>
                  <a:pt x="116197" y="15321"/>
                </a:lnTo>
                <a:lnTo>
                  <a:pt x="116197" y="9090"/>
                </a:lnTo>
                <a:cubicBezTo>
                  <a:pt x="116197" y="8878"/>
                  <a:pt x="116128" y="8735"/>
                  <a:pt x="116053" y="8517"/>
                </a:cubicBezTo>
                <a:cubicBezTo>
                  <a:pt x="116053" y="8374"/>
                  <a:pt x="116053" y="8305"/>
                  <a:pt x="115985" y="8162"/>
                </a:cubicBezTo>
                <a:cubicBezTo>
                  <a:pt x="116053" y="8019"/>
                  <a:pt x="116128" y="7876"/>
                  <a:pt x="116197" y="7658"/>
                </a:cubicBezTo>
                <a:lnTo>
                  <a:pt x="116197" y="6656"/>
                </a:lnTo>
                <a:cubicBezTo>
                  <a:pt x="116053" y="6799"/>
                  <a:pt x="115910" y="7016"/>
                  <a:pt x="115767" y="7228"/>
                </a:cubicBezTo>
                <a:cubicBezTo>
                  <a:pt x="115624" y="6730"/>
                  <a:pt x="115481" y="6300"/>
                  <a:pt x="115269" y="5728"/>
                </a:cubicBezTo>
                <a:lnTo>
                  <a:pt x="115269" y="5728"/>
                </a:lnTo>
                <a:cubicBezTo>
                  <a:pt x="115412" y="6226"/>
                  <a:pt x="115481" y="6942"/>
                  <a:pt x="115481" y="7658"/>
                </a:cubicBezTo>
                <a:cubicBezTo>
                  <a:pt x="115412" y="7801"/>
                  <a:pt x="115337" y="8019"/>
                  <a:pt x="115269" y="8162"/>
                </a:cubicBezTo>
                <a:cubicBezTo>
                  <a:pt x="115269" y="8231"/>
                  <a:pt x="115269" y="8305"/>
                  <a:pt x="115194" y="8374"/>
                </a:cubicBezTo>
                <a:cubicBezTo>
                  <a:pt x="115194" y="8448"/>
                  <a:pt x="115051" y="8517"/>
                  <a:pt x="114839" y="8735"/>
                </a:cubicBezTo>
                <a:lnTo>
                  <a:pt x="114839" y="8660"/>
                </a:lnTo>
                <a:cubicBezTo>
                  <a:pt x="114908" y="7732"/>
                  <a:pt x="114982" y="6656"/>
                  <a:pt x="115126" y="5585"/>
                </a:cubicBezTo>
                <a:lnTo>
                  <a:pt x="115126" y="5585"/>
                </a:lnTo>
                <a:cubicBezTo>
                  <a:pt x="114696" y="6226"/>
                  <a:pt x="114410" y="7801"/>
                  <a:pt x="114192" y="9233"/>
                </a:cubicBezTo>
                <a:cubicBezTo>
                  <a:pt x="114123" y="8374"/>
                  <a:pt x="113906" y="7228"/>
                  <a:pt x="113333" y="5796"/>
                </a:cubicBezTo>
                <a:lnTo>
                  <a:pt x="113333" y="5796"/>
                </a:lnTo>
                <a:cubicBezTo>
                  <a:pt x="113550" y="6656"/>
                  <a:pt x="113619" y="7876"/>
                  <a:pt x="113619" y="8947"/>
                </a:cubicBezTo>
                <a:cubicBezTo>
                  <a:pt x="113476" y="9090"/>
                  <a:pt x="113407" y="9307"/>
                  <a:pt x="113333" y="9594"/>
                </a:cubicBezTo>
                <a:cubicBezTo>
                  <a:pt x="113333" y="9519"/>
                  <a:pt x="113264" y="9451"/>
                  <a:pt x="113264" y="9376"/>
                </a:cubicBezTo>
                <a:cubicBezTo>
                  <a:pt x="113190" y="9021"/>
                  <a:pt x="113121" y="8735"/>
                  <a:pt x="112978" y="8448"/>
                </a:cubicBezTo>
                <a:cubicBezTo>
                  <a:pt x="112760" y="7801"/>
                  <a:pt x="112474" y="7160"/>
                  <a:pt x="112044" y="6587"/>
                </a:cubicBezTo>
                <a:cubicBezTo>
                  <a:pt x="112044" y="6226"/>
                  <a:pt x="112119" y="5940"/>
                  <a:pt x="112119" y="5585"/>
                </a:cubicBezTo>
                <a:lnTo>
                  <a:pt x="112119" y="5585"/>
                </a:lnTo>
                <a:cubicBezTo>
                  <a:pt x="111758" y="6157"/>
                  <a:pt x="111546" y="7302"/>
                  <a:pt x="111328" y="8448"/>
                </a:cubicBezTo>
                <a:lnTo>
                  <a:pt x="111328" y="8448"/>
                </a:lnTo>
                <a:cubicBezTo>
                  <a:pt x="111329" y="8246"/>
                  <a:pt x="111336" y="7996"/>
                  <a:pt x="111403" y="7801"/>
                </a:cubicBezTo>
                <a:lnTo>
                  <a:pt x="111403" y="7801"/>
                </a:lnTo>
                <a:cubicBezTo>
                  <a:pt x="111259" y="8019"/>
                  <a:pt x="111116" y="8305"/>
                  <a:pt x="111042" y="8591"/>
                </a:cubicBezTo>
                <a:cubicBezTo>
                  <a:pt x="110973" y="8517"/>
                  <a:pt x="110899" y="8448"/>
                  <a:pt x="110830" y="8305"/>
                </a:cubicBezTo>
                <a:lnTo>
                  <a:pt x="110830" y="8305"/>
                </a:lnTo>
                <a:cubicBezTo>
                  <a:pt x="110830" y="8517"/>
                  <a:pt x="110830" y="8735"/>
                  <a:pt x="110899" y="8947"/>
                </a:cubicBezTo>
                <a:cubicBezTo>
                  <a:pt x="110687" y="9164"/>
                  <a:pt x="110400" y="9451"/>
                  <a:pt x="110183" y="9737"/>
                </a:cubicBezTo>
                <a:cubicBezTo>
                  <a:pt x="110114" y="9376"/>
                  <a:pt x="110039" y="9021"/>
                  <a:pt x="109896" y="8591"/>
                </a:cubicBezTo>
                <a:cubicBezTo>
                  <a:pt x="109971" y="7732"/>
                  <a:pt x="110039" y="6730"/>
                  <a:pt x="110114" y="5653"/>
                </a:cubicBezTo>
                <a:lnTo>
                  <a:pt x="110114" y="5653"/>
                </a:lnTo>
                <a:cubicBezTo>
                  <a:pt x="109896" y="6083"/>
                  <a:pt x="109684" y="6799"/>
                  <a:pt x="109541" y="7658"/>
                </a:cubicBezTo>
                <a:cubicBezTo>
                  <a:pt x="109255" y="7228"/>
                  <a:pt x="109037" y="6730"/>
                  <a:pt x="108682" y="6300"/>
                </a:cubicBezTo>
                <a:lnTo>
                  <a:pt x="108682" y="6300"/>
                </a:lnTo>
                <a:cubicBezTo>
                  <a:pt x="109037" y="6873"/>
                  <a:pt x="109255" y="7515"/>
                  <a:pt x="109398" y="8231"/>
                </a:cubicBezTo>
                <a:cubicBezTo>
                  <a:pt x="109324" y="8878"/>
                  <a:pt x="109180" y="9663"/>
                  <a:pt x="109112" y="10310"/>
                </a:cubicBezTo>
                <a:cubicBezTo>
                  <a:pt x="109037" y="10092"/>
                  <a:pt x="108894" y="9949"/>
                  <a:pt x="108751" y="9737"/>
                </a:cubicBezTo>
                <a:cubicBezTo>
                  <a:pt x="108968" y="9308"/>
                  <a:pt x="109180" y="8947"/>
                  <a:pt x="109180" y="8947"/>
                </a:cubicBezTo>
                <a:lnTo>
                  <a:pt x="109180" y="8947"/>
                </a:lnTo>
                <a:cubicBezTo>
                  <a:pt x="109180" y="8947"/>
                  <a:pt x="108894" y="9164"/>
                  <a:pt x="108608" y="9519"/>
                </a:cubicBezTo>
                <a:cubicBezTo>
                  <a:pt x="108539" y="9376"/>
                  <a:pt x="108464" y="9164"/>
                  <a:pt x="108396" y="8947"/>
                </a:cubicBezTo>
                <a:lnTo>
                  <a:pt x="108396" y="8947"/>
                </a:lnTo>
                <a:cubicBezTo>
                  <a:pt x="108396" y="9090"/>
                  <a:pt x="108464" y="9233"/>
                  <a:pt x="108464" y="9376"/>
                </a:cubicBezTo>
                <a:cubicBezTo>
                  <a:pt x="108464" y="9307"/>
                  <a:pt x="108396" y="9233"/>
                  <a:pt x="108396" y="9164"/>
                </a:cubicBezTo>
                <a:lnTo>
                  <a:pt x="108396" y="9090"/>
                </a:lnTo>
                <a:cubicBezTo>
                  <a:pt x="108396" y="9090"/>
                  <a:pt x="108321" y="9090"/>
                  <a:pt x="108321" y="9164"/>
                </a:cubicBezTo>
                <a:lnTo>
                  <a:pt x="107892" y="8517"/>
                </a:lnTo>
                <a:lnTo>
                  <a:pt x="107892" y="8517"/>
                </a:lnTo>
                <a:cubicBezTo>
                  <a:pt x="108035" y="8735"/>
                  <a:pt x="108178" y="9021"/>
                  <a:pt x="108252" y="9233"/>
                </a:cubicBezTo>
                <a:cubicBezTo>
                  <a:pt x="108178" y="9376"/>
                  <a:pt x="108178" y="9519"/>
                  <a:pt x="108109" y="9663"/>
                </a:cubicBezTo>
                <a:cubicBezTo>
                  <a:pt x="108035" y="9307"/>
                  <a:pt x="107892" y="9021"/>
                  <a:pt x="107823" y="8660"/>
                </a:cubicBezTo>
                <a:cubicBezTo>
                  <a:pt x="107536" y="7944"/>
                  <a:pt x="107176" y="7085"/>
                  <a:pt x="106603" y="6369"/>
                </a:cubicBezTo>
                <a:lnTo>
                  <a:pt x="106603" y="6369"/>
                </a:lnTo>
                <a:cubicBezTo>
                  <a:pt x="107032" y="7160"/>
                  <a:pt x="107319" y="8162"/>
                  <a:pt x="107536" y="9233"/>
                </a:cubicBezTo>
                <a:cubicBezTo>
                  <a:pt x="107319" y="9806"/>
                  <a:pt x="107176" y="10522"/>
                  <a:pt x="107032" y="11312"/>
                </a:cubicBezTo>
                <a:cubicBezTo>
                  <a:pt x="106964" y="11238"/>
                  <a:pt x="106964" y="11169"/>
                  <a:pt x="106964" y="11094"/>
                </a:cubicBezTo>
                <a:lnTo>
                  <a:pt x="106964" y="10808"/>
                </a:lnTo>
                <a:cubicBezTo>
                  <a:pt x="106964" y="10596"/>
                  <a:pt x="107032" y="10378"/>
                  <a:pt x="107032" y="10167"/>
                </a:cubicBezTo>
                <a:lnTo>
                  <a:pt x="107032" y="10167"/>
                </a:lnTo>
                <a:cubicBezTo>
                  <a:pt x="106964" y="10235"/>
                  <a:pt x="106821" y="10453"/>
                  <a:pt x="106746" y="10665"/>
                </a:cubicBezTo>
                <a:lnTo>
                  <a:pt x="106746" y="10596"/>
                </a:lnTo>
                <a:cubicBezTo>
                  <a:pt x="107032" y="10092"/>
                  <a:pt x="107250" y="9737"/>
                  <a:pt x="107250" y="9737"/>
                </a:cubicBezTo>
                <a:lnTo>
                  <a:pt x="107250" y="9737"/>
                </a:lnTo>
                <a:cubicBezTo>
                  <a:pt x="107250" y="9737"/>
                  <a:pt x="106964" y="9949"/>
                  <a:pt x="106603" y="10310"/>
                </a:cubicBezTo>
                <a:lnTo>
                  <a:pt x="106460" y="10453"/>
                </a:lnTo>
                <a:lnTo>
                  <a:pt x="106173" y="10739"/>
                </a:lnTo>
                <a:cubicBezTo>
                  <a:pt x="106030" y="10310"/>
                  <a:pt x="105887" y="9806"/>
                  <a:pt x="105675" y="9233"/>
                </a:cubicBezTo>
                <a:lnTo>
                  <a:pt x="105675" y="9233"/>
                </a:lnTo>
                <a:cubicBezTo>
                  <a:pt x="105744" y="9594"/>
                  <a:pt x="105818" y="10092"/>
                  <a:pt x="105887" y="10522"/>
                </a:cubicBezTo>
                <a:cubicBezTo>
                  <a:pt x="105887" y="10596"/>
                  <a:pt x="105818" y="10665"/>
                  <a:pt x="105818" y="10665"/>
                </a:cubicBezTo>
                <a:cubicBezTo>
                  <a:pt x="105675" y="10453"/>
                  <a:pt x="105532" y="10167"/>
                  <a:pt x="105314" y="9949"/>
                </a:cubicBezTo>
                <a:cubicBezTo>
                  <a:pt x="105314" y="9594"/>
                  <a:pt x="105389" y="9307"/>
                  <a:pt x="105389" y="8947"/>
                </a:cubicBezTo>
                <a:lnTo>
                  <a:pt x="105389" y="8947"/>
                </a:lnTo>
                <a:cubicBezTo>
                  <a:pt x="105245" y="9233"/>
                  <a:pt x="105102" y="9663"/>
                  <a:pt x="104959" y="10235"/>
                </a:cubicBezTo>
                <a:cubicBezTo>
                  <a:pt x="104885" y="10235"/>
                  <a:pt x="104885" y="10310"/>
                  <a:pt x="104741" y="10378"/>
                </a:cubicBezTo>
                <a:cubicBezTo>
                  <a:pt x="104741" y="10310"/>
                  <a:pt x="104673" y="10235"/>
                  <a:pt x="104673" y="10167"/>
                </a:cubicBezTo>
                <a:cubicBezTo>
                  <a:pt x="105102" y="9164"/>
                  <a:pt x="105675" y="8231"/>
                  <a:pt x="105675" y="8231"/>
                </a:cubicBezTo>
                <a:lnTo>
                  <a:pt x="105675" y="8231"/>
                </a:lnTo>
                <a:cubicBezTo>
                  <a:pt x="105675" y="8231"/>
                  <a:pt x="104885" y="8878"/>
                  <a:pt x="104312" y="9663"/>
                </a:cubicBezTo>
                <a:lnTo>
                  <a:pt x="104243" y="9594"/>
                </a:lnTo>
                <a:lnTo>
                  <a:pt x="104243" y="9594"/>
                </a:lnTo>
                <a:cubicBezTo>
                  <a:pt x="104243" y="9663"/>
                  <a:pt x="104243" y="9663"/>
                  <a:pt x="104312" y="9737"/>
                </a:cubicBezTo>
                <a:cubicBezTo>
                  <a:pt x="104243" y="9737"/>
                  <a:pt x="104243" y="9806"/>
                  <a:pt x="104243" y="9806"/>
                </a:cubicBezTo>
                <a:lnTo>
                  <a:pt x="104243" y="9594"/>
                </a:lnTo>
                <a:cubicBezTo>
                  <a:pt x="104243" y="9233"/>
                  <a:pt x="104312" y="8803"/>
                  <a:pt x="104312" y="8448"/>
                </a:cubicBezTo>
                <a:lnTo>
                  <a:pt x="104312" y="8448"/>
                </a:lnTo>
                <a:cubicBezTo>
                  <a:pt x="104100" y="8878"/>
                  <a:pt x="103882" y="9594"/>
                  <a:pt x="103739" y="10310"/>
                </a:cubicBezTo>
                <a:cubicBezTo>
                  <a:pt x="103670" y="10167"/>
                  <a:pt x="103596" y="10092"/>
                  <a:pt x="103527" y="9949"/>
                </a:cubicBezTo>
                <a:lnTo>
                  <a:pt x="103527" y="9949"/>
                </a:lnTo>
                <a:cubicBezTo>
                  <a:pt x="103596" y="10092"/>
                  <a:pt x="103670" y="10310"/>
                  <a:pt x="103670" y="10522"/>
                </a:cubicBezTo>
                <a:cubicBezTo>
                  <a:pt x="103670" y="10665"/>
                  <a:pt x="103596" y="10808"/>
                  <a:pt x="103596" y="11026"/>
                </a:cubicBezTo>
                <a:cubicBezTo>
                  <a:pt x="103527" y="11169"/>
                  <a:pt x="103527" y="11312"/>
                  <a:pt x="103527" y="11381"/>
                </a:cubicBezTo>
                <a:cubicBezTo>
                  <a:pt x="103453" y="11381"/>
                  <a:pt x="103453" y="11312"/>
                  <a:pt x="103453" y="11312"/>
                </a:cubicBezTo>
                <a:lnTo>
                  <a:pt x="103453" y="11598"/>
                </a:lnTo>
                <a:lnTo>
                  <a:pt x="103453" y="11667"/>
                </a:lnTo>
                <a:cubicBezTo>
                  <a:pt x="103384" y="11598"/>
                  <a:pt x="103310" y="11455"/>
                  <a:pt x="103241" y="11381"/>
                </a:cubicBezTo>
                <a:lnTo>
                  <a:pt x="103241" y="11312"/>
                </a:lnTo>
                <a:lnTo>
                  <a:pt x="103241" y="10808"/>
                </a:lnTo>
                <a:cubicBezTo>
                  <a:pt x="103310" y="10522"/>
                  <a:pt x="103310" y="10310"/>
                  <a:pt x="103310" y="10092"/>
                </a:cubicBezTo>
                <a:lnTo>
                  <a:pt x="103310" y="10092"/>
                </a:lnTo>
                <a:cubicBezTo>
                  <a:pt x="103166" y="10235"/>
                  <a:pt x="103098" y="10522"/>
                  <a:pt x="102954" y="10808"/>
                </a:cubicBezTo>
                <a:cubicBezTo>
                  <a:pt x="102954" y="10739"/>
                  <a:pt x="102880" y="10665"/>
                  <a:pt x="102880" y="10665"/>
                </a:cubicBezTo>
                <a:cubicBezTo>
                  <a:pt x="103098" y="10167"/>
                  <a:pt x="103309" y="9806"/>
                  <a:pt x="103310" y="9806"/>
                </a:cubicBezTo>
                <a:lnTo>
                  <a:pt x="103310" y="9806"/>
                </a:lnTo>
                <a:cubicBezTo>
                  <a:pt x="103309" y="9806"/>
                  <a:pt x="103023" y="10023"/>
                  <a:pt x="102737" y="10378"/>
                </a:cubicBezTo>
                <a:cubicBezTo>
                  <a:pt x="102737" y="9949"/>
                  <a:pt x="102811" y="9594"/>
                  <a:pt x="102811" y="9164"/>
                </a:cubicBezTo>
                <a:lnTo>
                  <a:pt x="102811" y="9164"/>
                </a:lnTo>
                <a:cubicBezTo>
                  <a:pt x="102737" y="9233"/>
                  <a:pt x="102668" y="9376"/>
                  <a:pt x="102594" y="9594"/>
                </a:cubicBezTo>
                <a:cubicBezTo>
                  <a:pt x="102594" y="9594"/>
                  <a:pt x="102450" y="9663"/>
                  <a:pt x="102307" y="9806"/>
                </a:cubicBezTo>
                <a:cubicBezTo>
                  <a:pt x="102164" y="9376"/>
                  <a:pt x="102021" y="8878"/>
                  <a:pt x="101809" y="8374"/>
                </a:cubicBezTo>
                <a:lnTo>
                  <a:pt x="101809" y="8374"/>
                </a:lnTo>
                <a:cubicBezTo>
                  <a:pt x="101952" y="8878"/>
                  <a:pt x="102021" y="9451"/>
                  <a:pt x="102095" y="10092"/>
                </a:cubicBezTo>
                <a:cubicBezTo>
                  <a:pt x="101952" y="10235"/>
                  <a:pt x="101809" y="10378"/>
                  <a:pt x="101666" y="10596"/>
                </a:cubicBezTo>
                <a:cubicBezTo>
                  <a:pt x="101448" y="10092"/>
                  <a:pt x="101162" y="9594"/>
                  <a:pt x="100807" y="9164"/>
                </a:cubicBezTo>
                <a:lnTo>
                  <a:pt x="100807" y="9164"/>
                </a:lnTo>
                <a:cubicBezTo>
                  <a:pt x="101018" y="9519"/>
                  <a:pt x="101162" y="10023"/>
                  <a:pt x="101379" y="10453"/>
                </a:cubicBezTo>
                <a:cubicBezTo>
                  <a:pt x="101305" y="10522"/>
                  <a:pt x="101305" y="10522"/>
                  <a:pt x="101162" y="10596"/>
                </a:cubicBezTo>
                <a:cubicBezTo>
                  <a:pt x="101093" y="10739"/>
                  <a:pt x="100950" y="10883"/>
                  <a:pt x="100807" y="10951"/>
                </a:cubicBezTo>
                <a:lnTo>
                  <a:pt x="100589" y="11169"/>
                </a:lnTo>
                <a:cubicBezTo>
                  <a:pt x="100589" y="11094"/>
                  <a:pt x="100520" y="11026"/>
                  <a:pt x="100520" y="10951"/>
                </a:cubicBezTo>
                <a:cubicBezTo>
                  <a:pt x="100520" y="10596"/>
                  <a:pt x="100520" y="10235"/>
                  <a:pt x="100589" y="9880"/>
                </a:cubicBezTo>
                <a:lnTo>
                  <a:pt x="100589" y="9880"/>
                </a:lnTo>
                <a:cubicBezTo>
                  <a:pt x="100446" y="10023"/>
                  <a:pt x="100377" y="10310"/>
                  <a:pt x="100303" y="10596"/>
                </a:cubicBezTo>
                <a:cubicBezTo>
                  <a:pt x="100091" y="10310"/>
                  <a:pt x="99947" y="10023"/>
                  <a:pt x="99730" y="9737"/>
                </a:cubicBezTo>
                <a:lnTo>
                  <a:pt x="99730" y="9737"/>
                </a:lnTo>
                <a:cubicBezTo>
                  <a:pt x="99873" y="10092"/>
                  <a:pt x="100091" y="10453"/>
                  <a:pt x="100234" y="10808"/>
                </a:cubicBezTo>
                <a:lnTo>
                  <a:pt x="100159" y="10883"/>
                </a:lnTo>
                <a:cubicBezTo>
                  <a:pt x="100091" y="10596"/>
                  <a:pt x="99947" y="10310"/>
                  <a:pt x="99804" y="9949"/>
                </a:cubicBezTo>
                <a:lnTo>
                  <a:pt x="99804" y="9949"/>
                </a:lnTo>
                <a:cubicBezTo>
                  <a:pt x="99947" y="10310"/>
                  <a:pt x="99947" y="10665"/>
                  <a:pt x="100016" y="11026"/>
                </a:cubicBezTo>
                <a:cubicBezTo>
                  <a:pt x="99947" y="10951"/>
                  <a:pt x="99873" y="10808"/>
                  <a:pt x="99804" y="10739"/>
                </a:cubicBezTo>
                <a:lnTo>
                  <a:pt x="99804" y="10739"/>
                </a:lnTo>
                <a:lnTo>
                  <a:pt x="100016" y="11169"/>
                </a:lnTo>
                <a:lnTo>
                  <a:pt x="100016" y="11312"/>
                </a:lnTo>
                <a:cubicBezTo>
                  <a:pt x="99947" y="11169"/>
                  <a:pt x="99873" y="11094"/>
                  <a:pt x="99804" y="11026"/>
                </a:cubicBezTo>
                <a:lnTo>
                  <a:pt x="99804" y="11026"/>
                </a:lnTo>
                <a:cubicBezTo>
                  <a:pt x="99873" y="11095"/>
                  <a:pt x="99947" y="11238"/>
                  <a:pt x="100016" y="11381"/>
                </a:cubicBezTo>
                <a:lnTo>
                  <a:pt x="100016" y="11524"/>
                </a:lnTo>
                <a:cubicBezTo>
                  <a:pt x="99947" y="11524"/>
                  <a:pt x="99947" y="11455"/>
                  <a:pt x="99873" y="11381"/>
                </a:cubicBezTo>
                <a:lnTo>
                  <a:pt x="99873" y="11381"/>
                </a:lnTo>
                <a:cubicBezTo>
                  <a:pt x="99873" y="11455"/>
                  <a:pt x="99947" y="11524"/>
                  <a:pt x="100016" y="11598"/>
                </a:cubicBezTo>
                <a:cubicBezTo>
                  <a:pt x="99947" y="11742"/>
                  <a:pt x="99947" y="11810"/>
                  <a:pt x="99947" y="11954"/>
                </a:cubicBezTo>
                <a:lnTo>
                  <a:pt x="99873" y="11954"/>
                </a:lnTo>
                <a:cubicBezTo>
                  <a:pt x="99804" y="11524"/>
                  <a:pt x="99730" y="11094"/>
                  <a:pt x="99375" y="10739"/>
                </a:cubicBezTo>
                <a:lnTo>
                  <a:pt x="99375" y="10739"/>
                </a:lnTo>
                <a:cubicBezTo>
                  <a:pt x="99443" y="11026"/>
                  <a:pt x="99443" y="11381"/>
                  <a:pt x="99443" y="11742"/>
                </a:cubicBezTo>
                <a:cubicBezTo>
                  <a:pt x="99443" y="11598"/>
                  <a:pt x="99375" y="11455"/>
                  <a:pt x="99375" y="11312"/>
                </a:cubicBezTo>
                <a:lnTo>
                  <a:pt x="99375" y="11169"/>
                </a:lnTo>
                <a:cubicBezTo>
                  <a:pt x="99375" y="11169"/>
                  <a:pt x="99300" y="11169"/>
                  <a:pt x="99300" y="11238"/>
                </a:cubicBezTo>
                <a:lnTo>
                  <a:pt x="99088" y="10378"/>
                </a:lnTo>
                <a:cubicBezTo>
                  <a:pt x="99231" y="10167"/>
                  <a:pt x="99300" y="9949"/>
                  <a:pt x="99300" y="9949"/>
                </a:cubicBezTo>
                <a:lnTo>
                  <a:pt x="99300" y="9949"/>
                </a:lnTo>
                <a:cubicBezTo>
                  <a:pt x="99300" y="9949"/>
                  <a:pt x="99231" y="10092"/>
                  <a:pt x="99014" y="10235"/>
                </a:cubicBezTo>
                <a:lnTo>
                  <a:pt x="99804" y="8660"/>
                </a:lnTo>
                <a:lnTo>
                  <a:pt x="99804" y="8660"/>
                </a:lnTo>
                <a:cubicBezTo>
                  <a:pt x="99804" y="8660"/>
                  <a:pt x="99300" y="9090"/>
                  <a:pt x="98802" y="9737"/>
                </a:cubicBezTo>
                <a:cubicBezTo>
                  <a:pt x="98727" y="9806"/>
                  <a:pt x="98659" y="9949"/>
                  <a:pt x="98584" y="10023"/>
                </a:cubicBezTo>
                <a:cubicBezTo>
                  <a:pt x="98658" y="9459"/>
                  <a:pt x="98725" y="8895"/>
                  <a:pt x="98727" y="8259"/>
                </a:cubicBezTo>
                <a:lnTo>
                  <a:pt x="98727" y="8259"/>
                </a:lnTo>
                <a:cubicBezTo>
                  <a:pt x="98777" y="8150"/>
                  <a:pt x="98802" y="8088"/>
                  <a:pt x="98802" y="8087"/>
                </a:cubicBezTo>
                <a:lnTo>
                  <a:pt x="98802" y="8087"/>
                </a:lnTo>
                <a:cubicBezTo>
                  <a:pt x="98802" y="8088"/>
                  <a:pt x="97370" y="9451"/>
                  <a:pt x="96940" y="10665"/>
                </a:cubicBezTo>
                <a:lnTo>
                  <a:pt x="96940" y="10378"/>
                </a:lnTo>
                <a:cubicBezTo>
                  <a:pt x="97152" y="10023"/>
                  <a:pt x="97295" y="9737"/>
                  <a:pt x="97296" y="9737"/>
                </a:cubicBezTo>
                <a:lnTo>
                  <a:pt x="97296" y="9737"/>
                </a:lnTo>
                <a:lnTo>
                  <a:pt x="97009" y="10023"/>
                </a:lnTo>
                <a:lnTo>
                  <a:pt x="97009" y="9880"/>
                </a:lnTo>
                <a:cubicBezTo>
                  <a:pt x="96940" y="9949"/>
                  <a:pt x="96866" y="10092"/>
                  <a:pt x="96866" y="10167"/>
                </a:cubicBezTo>
                <a:cubicBezTo>
                  <a:pt x="96797" y="10235"/>
                  <a:pt x="96797" y="10235"/>
                  <a:pt x="96723" y="10235"/>
                </a:cubicBezTo>
                <a:cubicBezTo>
                  <a:pt x="96866" y="10092"/>
                  <a:pt x="97009" y="9737"/>
                  <a:pt x="97009" y="9737"/>
                </a:cubicBezTo>
                <a:lnTo>
                  <a:pt x="97009" y="9737"/>
                </a:lnTo>
                <a:lnTo>
                  <a:pt x="96293" y="10453"/>
                </a:lnTo>
                <a:cubicBezTo>
                  <a:pt x="96150" y="9949"/>
                  <a:pt x="96007" y="9376"/>
                  <a:pt x="95795" y="8803"/>
                </a:cubicBezTo>
                <a:lnTo>
                  <a:pt x="95795" y="8803"/>
                </a:lnTo>
                <a:cubicBezTo>
                  <a:pt x="95864" y="9090"/>
                  <a:pt x="95938" y="9451"/>
                  <a:pt x="95938" y="9880"/>
                </a:cubicBezTo>
                <a:cubicBezTo>
                  <a:pt x="95795" y="9519"/>
                  <a:pt x="95577" y="9164"/>
                  <a:pt x="95365" y="8878"/>
                </a:cubicBezTo>
                <a:lnTo>
                  <a:pt x="95365" y="8878"/>
                </a:lnTo>
                <a:cubicBezTo>
                  <a:pt x="95652" y="9376"/>
                  <a:pt x="95864" y="10023"/>
                  <a:pt x="96007" y="10665"/>
                </a:cubicBezTo>
                <a:cubicBezTo>
                  <a:pt x="96081" y="10665"/>
                  <a:pt x="96081" y="10665"/>
                  <a:pt x="96081" y="10739"/>
                </a:cubicBezTo>
                <a:cubicBezTo>
                  <a:pt x="95938" y="10808"/>
                  <a:pt x="95864" y="10951"/>
                  <a:pt x="95795" y="11026"/>
                </a:cubicBezTo>
                <a:cubicBezTo>
                  <a:pt x="95720" y="10739"/>
                  <a:pt x="95652" y="10453"/>
                  <a:pt x="95577" y="10092"/>
                </a:cubicBezTo>
                <a:cubicBezTo>
                  <a:pt x="95577" y="9949"/>
                  <a:pt x="95577" y="9737"/>
                  <a:pt x="95652" y="9519"/>
                </a:cubicBezTo>
                <a:lnTo>
                  <a:pt x="95652" y="9519"/>
                </a:lnTo>
                <a:cubicBezTo>
                  <a:pt x="95577" y="9594"/>
                  <a:pt x="95509" y="9663"/>
                  <a:pt x="95509" y="9806"/>
                </a:cubicBezTo>
                <a:cubicBezTo>
                  <a:pt x="95365" y="9307"/>
                  <a:pt x="95222" y="8735"/>
                  <a:pt x="94936" y="8162"/>
                </a:cubicBezTo>
                <a:lnTo>
                  <a:pt x="94936" y="8162"/>
                </a:lnTo>
                <a:cubicBezTo>
                  <a:pt x="95148" y="8735"/>
                  <a:pt x="95222" y="9451"/>
                  <a:pt x="95222" y="10167"/>
                </a:cubicBezTo>
                <a:lnTo>
                  <a:pt x="95222" y="10235"/>
                </a:lnTo>
                <a:lnTo>
                  <a:pt x="95222" y="10453"/>
                </a:lnTo>
                <a:cubicBezTo>
                  <a:pt x="95148" y="10665"/>
                  <a:pt x="95148" y="10808"/>
                  <a:pt x="95079" y="10951"/>
                </a:cubicBezTo>
                <a:cubicBezTo>
                  <a:pt x="95005" y="10883"/>
                  <a:pt x="95005" y="10739"/>
                  <a:pt x="94936" y="10596"/>
                </a:cubicBezTo>
                <a:lnTo>
                  <a:pt x="94936" y="10596"/>
                </a:lnTo>
                <a:cubicBezTo>
                  <a:pt x="95005" y="10740"/>
                  <a:pt x="95005" y="10951"/>
                  <a:pt x="95079" y="11169"/>
                </a:cubicBezTo>
                <a:cubicBezTo>
                  <a:pt x="95005" y="11238"/>
                  <a:pt x="95005" y="11381"/>
                  <a:pt x="95005" y="11455"/>
                </a:cubicBezTo>
                <a:cubicBezTo>
                  <a:pt x="94970" y="11490"/>
                  <a:pt x="94953" y="11490"/>
                  <a:pt x="94935" y="11490"/>
                </a:cubicBezTo>
                <a:cubicBezTo>
                  <a:pt x="94917" y="11490"/>
                  <a:pt x="94899" y="11490"/>
                  <a:pt x="94861" y="11524"/>
                </a:cubicBezTo>
                <a:lnTo>
                  <a:pt x="94793" y="11455"/>
                </a:lnTo>
                <a:lnTo>
                  <a:pt x="94936" y="11312"/>
                </a:lnTo>
                <a:lnTo>
                  <a:pt x="94793" y="11381"/>
                </a:lnTo>
                <a:cubicBezTo>
                  <a:pt x="94649" y="11238"/>
                  <a:pt x="94506" y="11026"/>
                  <a:pt x="94363" y="10883"/>
                </a:cubicBezTo>
                <a:lnTo>
                  <a:pt x="94363" y="10883"/>
                </a:lnTo>
                <a:cubicBezTo>
                  <a:pt x="94506" y="11094"/>
                  <a:pt x="94575" y="11238"/>
                  <a:pt x="94718" y="11455"/>
                </a:cubicBezTo>
                <a:lnTo>
                  <a:pt x="94649" y="11524"/>
                </a:lnTo>
                <a:cubicBezTo>
                  <a:pt x="94506" y="11381"/>
                  <a:pt x="94432" y="11169"/>
                  <a:pt x="94289" y="11026"/>
                </a:cubicBezTo>
                <a:cubicBezTo>
                  <a:pt x="94718" y="10167"/>
                  <a:pt x="95148" y="9376"/>
                  <a:pt x="95148" y="9376"/>
                </a:cubicBezTo>
                <a:lnTo>
                  <a:pt x="95148" y="9376"/>
                </a:lnTo>
                <a:cubicBezTo>
                  <a:pt x="95148" y="9376"/>
                  <a:pt x="94649" y="9806"/>
                  <a:pt x="94077" y="10453"/>
                </a:cubicBezTo>
                <a:lnTo>
                  <a:pt x="94077" y="10378"/>
                </a:lnTo>
                <a:cubicBezTo>
                  <a:pt x="94077" y="10378"/>
                  <a:pt x="94002" y="10453"/>
                  <a:pt x="94002" y="10522"/>
                </a:cubicBezTo>
                <a:cubicBezTo>
                  <a:pt x="93933" y="10522"/>
                  <a:pt x="93933" y="10453"/>
                  <a:pt x="93859" y="10453"/>
                </a:cubicBezTo>
                <a:lnTo>
                  <a:pt x="93859" y="10453"/>
                </a:lnTo>
                <a:cubicBezTo>
                  <a:pt x="93933" y="10453"/>
                  <a:pt x="93933" y="10522"/>
                  <a:pt x="94002" y="10596"/>
                </a:cubicBezTo>
                <a:lnTo>
                  <a:pt x="93790" y="10808"/>
                </a:lnTo>
                <a:cubicBezTo>
                  <a:pt x="93716" y="10522"/>
                  <a:pt x="93573" y="10167"/>
                  <a:pt x="93430" y="9880"/>
                </a:cubicBezTo>
                <a:lnTo>
                  <a:pt x="93430" y="9880"/>
                </a:lnTo>
                <a:cubicBezTo>
                  <a:pt x="93573" y="10167"/>
                  <a:pt x="93647" y="10596"/>
                  <a:pt x="93647" y="11026"/>
                </a:cubicBezTo>
                <a:cubicBezTo>
                  <a:pt x="93504" y="10665"/>
                  <a:pt x="93361" y="10235"/>
                  <a:pt x="93217" y="9806"/>
                </a:cubicBezTo>
                <a:lnTo>
                  <a:pt x="93217" y="9806"/>
                </a:lnTo>
                <a:cubicBezTo>
                  <a:pt x="93286" y="10092"/>
                  <a:pt x="93361" y="10378"/>
                  <a:pt x="93361" y="10665"/>
                </a:cubicBezTo>
                <a:cubicBezTo>
                  <a:pt x="93286" y="10522"/>
                  <a:pt x="93286" y="10378"/>
                  <a:pt x="93217" y="10167"/>
                </a:cubicBezTo>
                <a:lnTo>
                  <a:pt x="93217" y="10167"/>
                </a:lnTo>
                <a:cubicBezTo>
                  <a:pt x="93286" y="10522"/>
                  <a:pt x="93361" y="10951"/>
                  <a:pt x="93429" y="11381"/>
                </a:cubicBezTo>
                <a:cubicBezTo>
                  <a:pt x="93361" y="11381"/>
                  <a:pt x="93361" y="11455"/>
                  <a:pt x="93361" y="11455"/>
                </a:cubicBezTo>
                <a:cubicBezTo>
                  <a:pt x="93286" y="11381"/>
                  <a:pt x="93217" y="11381"/>
                  <a:pt x="93217" y="11312"/>
                </a:cubicBezTo>
                <a:lnTo>
                  <a:pt x="93217" y="11667"/>
                </a:lnTo>
                <a:lnTo>
                  <a:pt x="93217" y="11742"/>
                </a:lnTo>
                <a:cubicBezTo>
                  <a:pt x="93084" y="11342"/>
                  <a:pt x="92951" y="11001"/>
                  <a:pt x="92758" y="10554"/>
                </a:cubicBezTo>
                <a:lnTo>
                  <a:pt x="92758" y="10554"/>
                </a:lnTo>
                <a:cubicBezTo>
                  <a:pt x="92858" y="10820"/>
                  <a:pt x="92865" y="11127"/>
                  <a:pt x="92931" y="11381"/>
                </a:cubicBezTo>
                <a:cubicBezTo>
                  <a:pt x="92931" y="11381"/>
                  <a:pt x="92857" y="11312"/>
                  <a:pt x="92857" y="11238"/>
                </a:cubicBezTo>
                <a:cubicBezTo>
                  <a:pt x="92788" y="11026"/>
                  <a:pt x="92645" y="10808"/>
                  <a:pt x="92502" y="10665"/>
                </a:cubicBezTo>
                <a:lnTo>
                  <a:pt x="92502" y="10739"/>
                </a:lnTo>
                <a:cubicBezTo>
                  <a:pt x="92427" y="10596"/>
                  <a:pt x="92427" y="10522"/>
                  <a:pt x="92358" y="10453"/>
                </a:cubicBezTo>
                <a:cubicBezTo>
                  <a:pt x="92358" y="9880"/>
                  <a:pt x="92427" y="9233"/>
                  <a:pt x="92502" y="8517"/>
                </a:cubicBezTo>
                <a:lnTo>
                  <a:pt x="92502" y="8517"/>
                </a:lnTo>
                <a:cubicBezTo>
                  <a:pt x="92284" y="8947"/>
                  <a:pt x="92072" y="9737"/>
                  <a:pt x="91854" y="10521"/>
                </a:cubicBezTo>
                <a:lnTo>
                  <a:pt x="91854" y="10521"/>
                </a:lnTo>
                <a:cubicBezTo>
                  <a:pt x="91855" y="10330"/>
                  <a:pt x="91863" y="10142"/>
                  <a:pt x="91929" y="9949"/>
                </a:cubicBezTo>
                <a:lnTo>
                  <a:pt x="91929" y="9949"/>
                </a:lnTo>
                <a:cubicBezTo>
                  <a:pt x="91786" y="10092"/>
                  <a:pt x="91711" y="10235"/>
                  <a:pt x="91642" y="10453"/>
                </a:cubicBezTo>
                <a:cubicBezTo>
                  <a:pt x="91711" y="9737"/>
                  <a:pt x="91786" y="8803"/>
                  <a:pt x="91854" y="7876"/>
                </a:cubicBezTo>
                <a:lnTo>
                  <a:pt x="91854" y="7876"/>
                </a:lnTo>
                <a:cubicBezTo>
                  <a:pt x="91642" y="8305"/>
                  <a:pt x="91425" y="9090"/>
                  <a:pt x="91282" y="9880"/>
                </a:cubicBezTo>
                <a:cubicBezTo>
                  <a:pt x="91213" y="9738"/>
                  <a:pt x="91139" y="9595"/>
                  <a:pt x="91138" y="9452"/>
                </a:cubicBezTo>
                <a:lnTo>
                  <a:pt x="91138" y="9452"/>
                </a:lnTo>
                <a:cubicBezTo>
                  <a:pt x="91139" y="9595"/>
                  <a:pt x="91213" y="9807"/>
                  <a:pt x="91213" y="10023"/>
                </a:cubicBezTo>
                <a:cubicBezTo>
                  <a:pt x="91138" y="10596"/>
                  <a:pt x="91070" y="11169"/>
                  <a:pt x="90995" y="11667"/>
                </a:cubicBezTo>
                <a:cubicBezTo>
                  <a:pt x="90852" y="11455"/>
                  <a:pt x="90640" y="11169"/>
                  <a:pt x="90422" y="10951"/>
                </a:cubicBezTo>
                <a:lnTo>
                  <a:pt x="90422" y="10951"/>
                </a:lnTo>
                <a:cubicBezTo>
                  <a:pt x="90640" y="11238"/>
                  <a:pt x="90783" y="11598"/>
                  <a:pt x="90926" y="11954"/>
                </a:cubicBezTo>
                <a:lnTo>
                  <a:pt x="90926" y="12028"/>
                </a:lnTo>
                <a:cubicBezTo>
                  <a:pt x="90926" y="11954"/>
                  <a:pt x="90852" y="11954"/>
                  <a:pt x="90852" y="11886"/>
                </a:cubicBezTo>
                <a:lnTo>
                  <a:pt x="90852" y="11886"/>
                </a:lnTo>
                <a:cubicBezTo>
                  <a:pt x="90852" y="11954"/>
                  <a:pt x="90926" y="12028"/>
                  <a:pt x="90926" y="12097"/>
                </a:cubicBezTo>
                <a:lnTo>
                  <a:pt x="90926" y="12240"/>
                </a:lnTo>
                <a:lnTo>
                  <a:pt x="90783" y="12097"/>
                </a:lnTo>
                <a:lnTo>
                  <a:pt x="90783" y="12314"/>
                </a:lnTo>
                <a:lnTo>
                  <a:pt x="90497" y="12601"/>
                </a:lnTo>
                <a:cubicBezTo>
                  <a:pt x="90422" y="12314"/>
                  <a:pt x="90279" y="12028"/>
                  <a:pt x="90211" y="11742"/>
                </a:cubicBezTo>
                <a:cubicBezTo>
                  <a:pt x="90279" y="11242"/>
                  <a:pt x="90279" y="10674"/>
                  <a:pt x="90352" y="10039"/>
                </a:cubicBezTo>
                <a:lnTo>
                  <a:pt x="90352" y="10039"/>
                </a:lnTo>
                <a:cubicBezTo>
                  <a:pt x="90347" y="10064"/>
                  <a:pt x="90332" y="10114"/>
                  <a:pt x="90279" y="10167"/>
                </a:cubicBezTo>
                <a:cubicBezTo>
                  <a:pt x="90279" y="10023"/>
                  <a:pt x="90354" y="9806"/>
                  <a:pt x="90354" y="9663"/>
                </a:cubicBezTo>
                <a:lnTo>
                  <a:pt x="90354" y="9663"/>
                </a:lnTo>
                <a:cubicBezTo>
                  <a:pt x="90211" y="9806"/>
                  <a:pt x="90136" y="10023"/>
                  <a:pt x="90067" y="10235"/>
                </a:cubicBezTo>
                <a:cubicBezTo>
                  <a:pt x="90067" y="10023"/>
                  <a:pt x="90067" y="9806"/>
                  <a:pt x="90136" y="9594"/>
                </a:cubicBezTo>
                <a:lnTo>
                  <a:pt x="90136" y="9594"/>
                </a:lnTo>
                <a:cubicBezTo>
                  <a:pt x="89993" y="9806"/>
                  <a:pt x="89850" y="10167"/>
                  <a:pt x="89706" y="10596"/>
                </a:cubicBezTo>
                <a:cubicBezTo>
                  <a:pt x="89638" y="10378"/>
                  <a:pt x="89495" y="10167"/>
                  <a:pt x="89420" y="9949"/>
                </a:cubicBezTo>
                <a:cubicBezTo>
                  <a:pt x="89277" y="9663"/>
                  <a:pt x="89065" y="9451"/>
                  <a:pt x="88922" y="9164"/>
                </a:cubicBezTo>
                <a:lnTo>
                  <a:pt x="88922" y="9164"/>
                </a:lnTo>
                <a:cubicBezTo>
                  <a:pt x="89065" y="9451"/>
                  <a:pt x="89208" y="9737"/>
                  <a:pt x="89277" y="10023"/>
                </a:cubicBezTo>
                <a:lnTo>
                  <a:pt x="89277" y="10092"/>
                </a:lnTo>
                <a:cubicBezTo>
                  <a:pt x="89065" y="9594"/>
                  <a:pt x="88779" y="9021"/>
                  <a:pt x="88418" y="8517"/>
                </a:cubicBezTo>
                <a:lnTo>
                  <a:pt x="88418" y="8517"/>
                </a:lnTo>
                <a:cubicBezTo>
                  <a:pt x="88704" y="9021"/>
                  <a:pt x="88922" y="9663"/>
                  <a:pt x="89065" y="10310"/>
                </a:cubicBezTo>
                <a:lnTo>
                  <a:pt x="88492" y="10883"/>
                </a:lnTo>
                <a:cubicBezTo>
                  <a:pt x="88275" y="11094"/>
                  <a:pt x="88131" y="11238"/>
                  <a:pt x="87988" y="11455"/>
                </a:cubicBezTo>
                <a:lnTo>
                  <a:pt x="87988" y="11238"/>
                </a:lnTo>
                <a:cubicBezTo>
                  <a:pt x="87988" y="11312"/>
                  <a:pt x="87919" y="11381"/>
                  <a:pt x="87845" y="11455"/>
                </a:cubicBezTo>
                <a:cubicBezTo>
                  <a:pt x="87776" y="11381"/>
                  <a:pt x="87776" y="11312"/>
                  <a:pt x="87702" y="11169"/>
                </a:cubicBezTo>
                <a:cubicBezTo>
                  <a:pt x="87776" y="10596"/>
                  <a:pt x="87776" y="9880"/>
                  <a:pt x="87845" y="9164"/>
                </a:cubicBezTo>
                <a:lnTo>
                  <a:pt x="87845" y="9164"/>
                </a:lnTo>
                <a:cubicBezTo>
                  <a:pt x="87702" y="9519"/>
                  <a:pt x="87490" y="10023"/>
                  <a:pt x="87347" y="10665"/>
                </a:cubicBezTo>
                <a:lnTo>
                  <a:pt x="87347" y="10808"/>
                </a:lnTo>
                <a:lnTo>
                  <a:pt x="86917" y="10167"/>
                </a:lnTo>
                <a:lnTo>
                  <a:pt x="86917" y="10167"/>
                </a:lnTo>
                <a:cubicBezTo>
                  <a:pt x="87060" y="10453"/>
                  <a:pt x="87204" y="10665"/>
                  <a:pt x="87272" y="10951"/>
                </a:cubicBezTo>
                <a:lnTo>
                  <a:pt x="87272" y="11026"/>
                </a:lnTo>
                <a:cubicBezTo>
                  <a:pt x="87129" y="10739"/>
                  <a:pt x="86917" y="10453"/>
                  <a:pt x="86699" y="10167"/>
                </a:cubicBezTo>
                <a:lnTo>
                  <a:pt x="86699" y="10167"/>
                </a:lnTo>
                <a:cubicBezTo>
                  <a:pt x="86917" y="10522"/>
                  <a:pt x="87060" y="10883"/>
                  <a:pt x="87204" y="11312"/>
                </a:cubicBezTo>
                <a:cubicBezTo>
                  <a:pt x="87129" y="11598"/>
                  <a:pt x="87060" y="11954"/>
                  <a:pt x="87060" y="12314"/>
                </a:cubicBezTo>
                <a:cubicBezTo>
                  <a:pt x="86843" y="12028"/>
                  <a:pt x="86631" y="11667"/>
                  <a:pt x="86413" y="11381"/>
                </a:cubicBezTo>
                <a:lnTo>
                  <a:pt x="86413" y="11381"/>
                </a:lnTo>
                <a:cubicBezTo>
                  <a:pt x="86631" y="11667"/>
                  <a:pt x="86774" y="12097"/>
                  <a:pt x="86917" y="12526"/>
                </a:cubicBezTo>
                <a:cubicBezTo>
                  <a:pt x="86917" y="12526"/>
                  <a:pt x="86843" y="12526"/>
                  <a:pt x="86774" y="12601"/>
                </a:cubicBezTo>
                <a:cubicBezTo>
                  <a:pt x="86556" y="12097"/>
                  <a:pt x="86201" y="11524"/>
                  <a:pt x="85840" y="10951"/>
                </a:cubicBezTo>
                <a:cubicBezTo>
                  <a:pt x="85984" y="10596"/>
                  <a:pt x="86201" y="10235"/>
                  <a:pt x="86201" y="10235"/>
                </a:cubicBezTo>
                <a:lnTo>
                  <a:pt x="86201" y="10235"/>
                </a:lnTo>
                <a:lnTo>
                  <a:pt x="85697" y="10739"/>
                </a:lnTo>
                <a:cubicBezTo>
                  <a:pt x="85628" y="10453"/>
                  <a:pt x="85485" y="10235"/>
                  <a:pt x="85411" y="9949"/>
                </a:cubicBezTo>
                <a:lnTo>
                  <a:pt x="85411" y="9949"/>
                </a:lnTo>
                <a:cubicBezTo>
                  <a:pt x="85485" y="10235"/>
                  <a:pt x="85554" y="10522"/>
                  <a:pt x="85554" y="10808"/>
                </a:cubicBezTo>
                <a:cubicBezTo>
                  <a:pt x="85485" y="10951"/>
                  <a:pt x="85342" y="11094"/>
                  <a:pt x="85199" y="11238"/>
                </a:cubicBezTo>
                <a:cubicBezTo>
                  <a:pt x="84981" y="10739"/>
                  <a:pt x="84695" y="10235"/>
                  <a:pt x="84340" y="9737"/>
                </a:cubicBezTo>
                <a:lnTo>
                  <a:pt x="84340" y="9737"/>
                </a:lnTo>
                <a:cubicBezTo>
                  <a:pt x="84626" y="10235"/>
                  <a:pt x="84838" y="10883"/>
                  <a:pt x="84981" y="11524"/>
                </a:cubicBezTo>
                <a:cubicBezTo>
                  <a:pt x="84912" y="11598"/>
                  <a:pt x="84912" y="11667"/>
                  <a:pt x="84838" y="11742"/>
                </a:cubicBezTo>
                <a:cubicBezTo>
                  <a:pt x="84769" y="11742"/>
                  <a:pt x="84769" y="11810"/>
                  <a:pt x="84769" y="11810"/>
                </a:cubicBezTo>
                <a:cubicBezTo>
                  <a:pt x="84695" y="11810"/>
                  <a:pt x="84695" y="11742"/>
                  <a:pt x="84627" y="11668"/>
                </a:cubicBezTo>
                <a:lnTo>
                  <a:pt x="84627" y="11668"/>
                </a:lnTo>
                <a:cubicBezTo>
                  <a:pt x="84695" y="11742"/>
                  <a:pt x="84695" y="11811"/>
                  <a:pt x="84695" y="11885"/>
                </a:cubicBezTo>
                <a:cubicBezTo>
                  <a:pt x="84626" y="12028"/>
                  <a:pt x="84483" y="12240"/>
                  <a:pt x="84408" y="12458"/>
                </a:cubicBezTo>
                <a:cubicBezTo>
                  <a:pt x="84408" y="12526"/>
                  <a:pt x="84340" y="12601"/>
                  <a:pt x="84340" y="12670"/>
                </a:cubicBezTo>
                <a:cubicBezTo>
                  <a:pt x="84340" y="12670"/>
                  <a:pt x="84265" y="12670"/>
                  <a:pt x="84265" y="12601"/>
                </a:cubicBezTo>
                <a:cubicBezTo>
                  <a:pt x="84340" y="12383"/>
                  <a:pt x="84340" y="12097"/>
                  <a:pt x="84340" y="11810"/>
                </a:cubicBezTo>
                <a:lnTo>
                  <a:pt x="84340" y="11810"/>
                </a:lnTo>
                <a:cubicBezTo>
                  <a:pt x="84265" y="11954"/>
                  <a:pt x="84197" y="12171"/>
                  <a:pt x="84053" y="12383"/>
                </a:cubicBezTo>
                <a:lnTo>
                  <a:pt x="84053" y="12526"/>
                </a:lnTo>
                <a:cubicBezTo>
                  <a:pt x="83979" y="12670"/>
                  <a:pt x="83910" y="12744"/>
                  <a:pt x="83836" y="12887"/>
                </a:cubicBezTo>
                <a:cubicBezTo>
                  <a:pt x="83767" y="12601"/>
                  <a:pt x="83624" y="12383"/>
                  <a:pt x="83549" y="12097"/>
                </a:cubicBezTo>
                <a:lnTo>
                  <a:pt x="83549" y="12097"/>
                </a:lnTo>
                <a:cubicBezTo>
                  <a:pt x="83624" y="12383"/>
                  <a:pt x="83693" y="12744"/>
                  <a:pt x="83767" y="13099"/>
                </a:cubicBezTo>
                <a:lnTo>
                  <a:pt x="83337" y="12458"/>
                </a:lnTo>
                <a:lnTo>
                  <a:pt x="83120" y="11810"/>
                </a:lnTo>
                <a:cubicBezTo>
                  <a:pt x="83481" y="11238"/>
                  <a:pt x="83767" y="10739"/>
                  <a:pt x="83767" y="10739"/>
                </a:cubicBezTo>
                <a:lnTo>
                  <a:pt x="83767" y="10739"/>
                </a:lnTo>
                <a:cubicBezTo>
                  <a:pt x="83767" y="10739"/>
                  <a:pt x="83406" y="11026"/>
                  <a:pt x="83051" y="11381"/>
                </a:cubicBezTo>
                <a:cubicBezTo>
                  <a:pt x="82930" y="11080"/>
                  <a:pt x="82809" y="10776"/>
                  <a:pt x="82688" y="10429"/>
                </a:cubicBezTo>
                <a:lnTo>
                  <a:pt x="82688" y="10429"/>
                </a:lnTo>
                <a:cubicBezTo>
                  <a:pt x="82786" y="10765"/>
                  <a:pt x="82833" y="11180"/>
                  <a:pt x="82833" y="11598"/>
                </a:cubicBezTo>
                <a:cubicBezTo>
                  <a:pt x="82690" y="11742"/>
                  <a:pt x="82547" y="11954"/>
                  <a:pt x="82404" y="12097"/>
                </a:cubicBezTo>
                <a:lnTo>
                  <a:pt x="82335" y="12171"/>
                </a:lnTo>
                <a:lnTo>
                  <a:pt x="82049" y="11885"/>
                </a:lnTo>
                <a:lnTo>
                  <a:pt x="82049" y="11885"/>
                </a:lnTo>
                <a:cubicBezTo>
                  <a:pt x="82117" y="12028"/>
                  <a:pt x="82192" y="12097"/>
                  <a:pt x="82261" y="12240"/>
                </a:cubicBezTo>
                <a:cubicBezTo>
                  <a:pt x="82117" y="12314"/>
                  <a:pt x="82049" y="12383"/>
                  <a:pt x="81905" y="12526"/>
                </a:cubicBezTo>
                <a:cubicBezTo>
                  <a:pt x="81905" y="12383"/>
                  <a:pt x="81905" y="12240"/>
                  <a:pt x="81974" y="12097"/>
                </a:cubicBezTo>
                <a:cubicBezTo>
                  <a:pt x="81974" y="12028"/>
                  <a:pt x="82049" y="11954"/>
                  <a:pt x="82049" y="11885"/>
                </a:cubicBezTo>
                <a:cubicBezTo>
                  <a:pt x="82404" y="11312"/>
                  <a:pt x="82621" y="10883"/>
                  <a:pt x="82621" y="10883"/>
                </a:cubicBezTo>
                <a:lnTo>
                  <a:pt x="82621" y="10883"/>
                </a:lnTo>
                <a:cubicBezTo>
                  <a:pt x="82621" y="10883"/>
                  <a:pt x="82335" y="11095"/>
                  <a:pt x="81974" y="11455"/>
                </a:cubicBezTo>
                <a:cubicBezTo>
                  <a:pt x="82049" y="10883"/>
                  <a:pt x="82117" y="10310"/>
                  <a:pt x="82192" y="9594"/>
                </a:cubicBezTo>
                <a:lnTo>
                  <a:pt x="82192" y="9594"/>
                </a:lnTo>
                <a:cubicBezTo>
                  <a:pt x="81974" y="9880"/>
                  <a:pt x="81831" y="10378"/>
                  <a:pt x="81688" y="10951"/>
                </a:cubicBezTo>
                <a:cubicBezTo>
                  <a:pt x="81476" y="11312"/>
                  <a:pt x="81333" y="11742"/>
                  <a:pt x="81258" y="12240"/>
                </a:cubicBezTo>
                <a:lnTo>
                  <a:pt x="81115" y="12383"/>
                </a:lnTo>
                <a:cubicBezTo>
                  <a:pt x="81080" y="12383"/>
                  <a:pt x="81063" y="12365"/>
                  <a:pt x="81045" y="12338"/>
                </a:cubicBezTo>
                <a:lnTo>
                  <a:pt x="81045" y="12338"/>
                </a:lnTo>
                <a:cubicBezTo>
                  <a:pt x="81046" y="12350"/>
                  <a:pt x="81046" y="12364"/>
                  <a:pt x="81046" y="12383"/>
                </a:cubicBezTo>
                <a:cubicBezTo>
                  <a:pt x="81046" y="12383"/>
                  <a:pt x="81046" y="12458"/>
                  <a:pt x="81115" y="12458"/>
                </a:cubicBezTo>
                <a:cubicBezTo>
                  <a:pt x="80972" y="12601"/>
                  <a:pt x="80903" y="12744"/>
                  <a:pt x="80829" y="12813"/>
                </a:cubicBezTo>
                <a:cubicBezTo>
                  <a:pt x="80760" y="12526"/>
                  <a:pt x="80686" y="12240"/>
                  <a:pt x="80542" y="11885"/>
                </a:cubicBezTo>
                <a:cubicBezTo>
                  <a:pt x="80685" y="11599"/>
                  <a:pt x="80829" y="11455"/>
                  <a:pt x="80829" y="11455"/>
                </a:cubicBezTo>
                <a:lnTo>
                  <a:pt x="80829" y="11455"/>
                </a:lnTo>
                <a:cubicBezTo>
                  <a:pt x="80829" y="11455"/>
                  <a:pt x="80685" y="11524"/>
                  <a:pt x="80474" y="11742"/>
                </a:cubicBezTo>
                <a:cubicBezTo>
                  <a:pt x="80399" y="11381"/>
                  <a:pt x="80256" y="11094"/>
                  <a:pt x="80113" y="10665"/>
                </a:cubicBezTo>
                <a:lnTo>
                  <a:pt x="80113" y="10665"/>
                </a:lnTo>
                <a:cubicBezTo>
                  <a:pt x="80187" y="11026"/>
                  <a:pt x="80256" y="11455"/>
                  <a:pt x="80330" y="11810"/>
                </a:cubicBezTo>
                <a:cubicBezTo>
                  <a:pt x="80187" y="12028"/>
                  <a:pt x="79970" y="12171"/>
                  <a:pt x="79758" y="12383"/>
                </a:cubicBezTo>
                <a:cubicBezTo>
                  <a:pt x="79758" y="12171"/>
                  <a:pt x="79683" y="12028"/>
                  <a:pt x="79614" y="11885"/>
                </a:cubicBezTo>
                <a:cubicBezTo>
                  <a:pt x="79614" y="11598"/>
                  <a:pt x="79614" y="11312"/>
                  <a:pt x="79683" y="10951"/>
                </a:cubicBezTo>
                <a:cubicBezTo>
                  <a:pt x="79901" y="10378"/>
                  <a:pt x="80187" y="9737"/>
                  <a:pt x="80399" y="9307"/>
                </a:cubicBezTo>
                <a:cubicBezTo>
                  <a:pt x="80617" y="8804"/>
                  <a:pt x="80829" y="8448"/>
                  <a:pt x="80829" y="8448"/>
                </a:cubicBezTo>
                <a:lnTo>
                  <a:pt x="80829" y="8448"/>
                </a:lnTo>
                <a:cubicBezTo>
                  <a:pt x="80828" y="8449"/>
                  <a:pt x="79614" y="9663"/>
                  <a:pt x="79042" y="10808"/>
                </a:cubicBezTo>
                <a:cubicBezTo>
                  <a:pt x="78967" y="10739"/>
                  <a:pt x="78967" y="10665"/>
                  <a:pt x="78967" y="10665"/>
                </a:cubicBezTo>
                <a:cubicBezTo>
                  <a:pt x="79397" y="9594"/>
                  <a:pt x="79901" y="8517"/>
                  <a:pt x="79901" y="8517"/>
                </a:cubicBezTo>
                <a:lnTo>
                  <a:pt x="79901" y="8517"/>
                </a:lnTo>
                <a:cubicBezTo>
                  <a:pt x="79901" y="8517"/>
                  <a:pt x="78967" y="9451"/>
                  <a:pt x="78326" y="10453"/>
                </a:cubicBezTo>
                <a:cubicBezTo>
                  <a:pt x="78681" y="9663"/>
                  <a:pt x="79042" y="9021"/>
                  <a:pt x="79042" y="9021"/>
                </a:cubicBezTo>
                <a:lnTo>
                  <a:pt x="79042" y="9021"/>
                </a:lnTo>
                <a:cubicBezTo>
                  <a:pt x="79041" y="9021"/>
                  <a:pt x="78108" y="9880"/>
                  <a:pt x="77467" y="10808"/>
                </a:cubicBezTo>
                <a:cubicBezTo>
                  <a:pt x="77467" y="10596"/>
                  <a:pt x="77392" y="10378"/>
                  <a:pt x="77323" y="10167"/>
                </a:cubicBezTo>
                <a:cubicBezTo>
                  <a:pt x="77678" y="9376"/>
                  <a:pt x="77965" y="8735"/>
                  <a:pt x="77965" y="8735"/>
                </a:cubicBezTo>
                <a:lnTo>
                  <a:pt x="77965" y="8735"/>
                </a:lnTo>
                <a:cubicBezTo>
                  <a:pt x="77965" y="8735"/>
                  <a:pt x="77610" y="9090"/>
                  <a:pt x="77180" y="9594"/>
                </a:cubicBezTo>
                <a:cubicBezTo>
                  <a:pt x="77106" y="9233"/>
                  <a:pt x="76963" y="8803"/>
                  <a:pt x="76819" y="8305"/>
                </a:cubicBezTo>
                <a:lnTo>
                  <a:pt x="76819" y="8305"/>
                </a:lnTo>
                <a:cubicBezTo>
                  <a:pt x="76894" y="8735"/>
                  <a:pt x="76963" y="9233"/>
                  <a:pt x="77037" y="9806"/>
                </a:cubicBezTo>
                <a:cubicBezTo>
                  <a:pt x="76894" y="9949"/>
                  <a:pt x="76751" y="10167"/>
                  <a:pt x="76607" y="10310"/>
                </a:cubicBezTo>
                <a:cubicBezTo>
                  <a:pt x="76533" y="10378"/>
                  <a:pt x="76533" y="10453"/>
                  <a:pt x="76464" y="10522"/>
                </a:cubicBezTo>
                <a:cubicBezTo>
                  <a:pt x="76321" y="9949"/>
                  <a:pt x="76103" y="9233"/>
                  <a:pt x="75892" y="8305"/>
                </a:cubicBezTo>
                <a:lnTo>
                  <a:pt x="75892" y="8305"/>
                </a:lnTo>
                <a:cubicBezTo>
                  <a:pt x="76035" y="9164"/>
                  <a:pt x="76103" y="10167"/>
                  <a:pt x="76178" y="11094"/>
                </a:cubicBezTo>
                <a:cubicBezTo>
                  <a:pt x="76103" y="11238"/>
                  <a:pt x="76035" y="11381"/>
                  <a:pt x="75960" y="11455"/>
                </a:cubicBezTo>
                <a:cubicBezTo>
                  <a:pt x="75960" y="11598"/>
                  <a:pt x="75892" y="11742"/>
                  <a:pt x="75817" y="11954"/>
                </a:cubicBezTo>
                <a:lnTo>
                  <a:pt x="75817" y="11885"/>
                </a:lnTo>
                <a:cubicBezTo>
                  <a:pt x="75817" y="11810"/>
                  <a:pt x="75817" y="11667"/>
                  <a:pt x="75892" y="11598"/>
                </a:cubicBezTo>
                <a:cubicBezTo>
                  <a:pt x="75817" y="11598"/>
                  <a:pt x="75817" y="11667"/>
                  <a:pt x="75817" y="11742"/>
                </a:cubicBezTo>
                <a:cubicBezTo>
                  <a:pt x="75748" y="11381"/>
                  <a:pt x="75674" y="11094"/>
                  <a:pt x="75531" y="10665"/>
                </a:cubicBezTo>
                <a:cubicBezTo>
                  <a:pt x="75605" y="10596"/>
                  <a:pt x="75748" y="10379"/>
                  <a:pt x="75748" y="10378"/>
                </a:cubicBezTo>
                <a:lnTo>
                  <a:pt x="75748" y="10378"/>
                </a:lnTo>
                <a:cubicBezTo>
                  <a:pt x="75748" y="10379"/>
                  <a:pt x="75605" y="10453"/>
                  <a:pt x="75531" y="10596"/>
                </a:cubicBezTo>
                <a:cubicBezTo>
                  <a:pt x="75387" y="10023"/>
                  <a:pt x="75244" y="9519"/>
                  <a:pt x="75032" y="8803"/>
                </a:cubicBezTo>
                <a:lnTo>
                  <a:pt x="75032" y="8803"/>
                </a:lnTo>
                <a:cubicBezTo>
                  <a:pt x="75176" y="9376"/>
                  <a:pt x="75244" y="10023"/>
                  <a:pt x="75244" y="10665"/>
                </a:cubicBezTo>
                <a:cubicBezTo>
                  <a:pt x="75176" y="10739"/>
                  <a:pt x="75176" y="10883"/>
                  <a:pt x="75101" y="10951"/>
                </a:cubicBezTo>
                <a:cubicBezTo>
                  <a:pt x="74958" y="11094"/>
                  <a:pt x="74889" y="11238"/>
                  <a:pt x="74672" y="11381"/>
                </a:cubicBezTo>
                <a:lnTo>
                  <a:pt x="74672" y="11169"/>
                </a:lnTo>
                <a:cubicBezTo>
                  <a:pt x="74889" y="10808"/>
                  <a:pt x="74958" y="10596"/>
                  <a:pt x="74958" y="10596"/>
                </a:cubicBezTo>
                <a:lnTo>
                  <a:pt x="74958" y="10596"/>
                </a:lnTo>
                <a:lnTo>
                  <a:pt x="74603" y="10951"/>
                </a:lnTo>
                <a:cubicBezTo>
                  <a:pt x="74460" y="10310"/>
                  <a:pt x="74242" y="9519"/>
                  <a:pt x="73956" y="8517"/>
                </a:cubicBezTo>
                <a:lnTo>
                  <a:pt x="73956" y="8517"/>
                </a:lnTo>
                <a:cubicBezTo>
                  <a:pt x="74030" y="8803"/>
                  <a:pt x="74099" y="9164"/>
                  <a:pt x="74099" y="9519"/>
                </a:cubicBezTo>
                <a:cubicBezTo>
                  <a:pt x="74173" y="10023"/>
                  <a:pt x="74242" y="10596"/>
                  <a:pt x="74242" y="11094"/>
                </a:cubicBezTo>
                <a:cubicBezTo>
                  <a:pt x="74173" y="10951"/>
                  <a:pt x="74099" y="10883"/>
                  <a:pt x="73956" y="10739"/>
                </a:cubicBezTo>
                <a:lnTo>
                  <a:pt x="73956" y="10739"/>
                </a:lnTo>
                <a:cubicBezTo>
                  <a:pt x="74099" y="10883"/>
                  <a:pt x="74173" y="11026"/>
                  <a:pt x="74242" y="11238"/>
                </a:cubicBezTo>
                <a:lnTo>
                  <a:pt x="74242" y="11312"/>
                </a:lnTo>
                <a:cubicBezTo>
                  <a:pt x="74030" y="11455"/>
                  <a:pt x="73887" y="11667"/>
                  <a:pt x="73669" y="11885"/>
                </a:cubicBezTo>
                <a:cubicBezTo>
                  <a:pt x="73744" y="11598"/>
                  <a:pt x="73744" y="11312"/>
                  <a:pt x="73744" y="10951"/>
                </a:cubicBezTo>
                <a:lnTo>
                  <a:pt x="73744" y="10951"/>
                </a:lnTo>
                <a:cubicBezTo>
                  <a:pt x="73669" y="11094"/>
                  <a:pt x="73600" y="11238"/>
                  <a:pt x="73526" y="11455"/>
                </a:cubicBezTo>
                <a:cubicBezTo>
                  <a:pt x="73457" y="11312"/>
                  <a:pt x="73457" y="11238"/>
                  <a:pt x="73383" y="11094"/>
                </a:cubicBezTo>
                <a:cubicBezTo>
                  <a:pt x="73744" y="10310"/>
                  <a:pt x="74099" y="9594"/>
                  <a:pt x="74099" y="9519"/>
                </a:cubicBezTo>
                <a:lnTo>
                  <a:pt x="74099" y="9519"/>
                </a:lnTo>
                <a:lnTo>
                  <a:pt x="73383" y="10235"/>
                </a:lnTo>
                <a:cubicBezTo>
                  <a:pt x="73457" y="9519"/>
                  <a:pt x="73526" y="8660"/>
                  <a:pt x="73600" y="7801"/>
                </a:cubicBezTo>
                <a:lnTo>
                  <a:pt x="73600" y="7801"/>
                </a:lnTo>
                <a:cubicBezTo>
                  <a:pt x="73240" y="8448"/>
                  <a:pt x="72953" y="9806"/>
                  <a:pt x="72810" y="11026"/>
                </a:cubicBezTo>
                <a:cubicBezTo>
                  <a:pt x="72667" y="11169"/>
                  <a:pt x="72598" y="11238"/>
                  <a:pt x="72598" y="11381"/>
                </a:cubicBezTo>
                <a:cubicBezTo>
                  <a:pt x="72524" y="11381"/>
                  <a:pt x="72524" y="11381"/>
                  <a:pt x="72524" y="11455"/>
                </a:cubicBezTo>
                <a:cubicBezTo>
                  <a:pt x="72524" y="11381"/>
                  <a:pt x="72455" y="11381"/>
                  <a:pt x="72455" y="11312"/>
                </a:cubicBezTo>
                <a:lnTo>
                  <a:pt x="72455" y="11524"/>
                </a:lnTo>
                <a:cubicBezTo>
                  <a:pt x="72455" y="11598"/>
                  <a:pt x="72455" y="11667"/>
                  <a:pt x="72380" y="11742"/>
                </a:cubicBezTo>
                <a:cubicBezTo>
                  <a:pt x="72380" y="11667"/>
                  <a:pt x="72312" y="11598"/>
                  <a:pt x="72312" y="11524"/>
                </a:cubicBezTo>
                <a:cubicBezTo>
                  <a:pt x="72380" y="10522"/>
                  <a:pt x="72455" y="9307"/>
                  <a:pt x="72598" y="7801"/>
                </a:cubicBezTo>
                <a:lnTo>
                  <a:pt x="72598" y="7801"/>
                </a:lnTo>
                <a:cubicBezTo>
                  <a:pt x="72237" y="8374"/>
                  <a:pt x="72025" y="9451"/>
                  <a:pt x="71808" y="10522"/>
                </a:cubicBezTo>
                <a:cubicBezTo>
                  <a:pt x="71808" y="10453"/>
                  <a:pt x="71739" y="10310"/>
                  <a:pt x="71739" y="10235"/>
                </a:cubicBezTo>
                <a:lnTo>
                  <a:pt x="71739" y="10235"/>
                </a:lnTo>
                <a:cubicBezTo>
                  <a:pt x="71739" y="10379"/>
                  <a:pt x="71808" y="10522"/>
                  <a:pt x="71808" y="10665"/>
                </a:cubicBezTo>
                <a:cubicBezTo>
                  <a:pt x="71739" y="11026"/>
                  <a:pt x="71739" y="11312"/>
                  <a:pt x="71665" y="11598"/>
                </a:cubicBezTo>
                <a:cubicBezTo>
                  <a:pt x="71596" y="11524"/>
                  <a:pt x="71596" y="11455"/>
                  <a:pt x="71521" y="11312"/>
                </a:cubicBezTo>
                <a:cubicBezTo>
                  <a:pt x="71596" y="10522"/>
                  <a:pt x="71665" y="9451"/>
                  <a:pt x="71739" y="8305"/>
                </a:cubicBezTo>
                <a:lnTo>
                  <a:pt x="71739" y="8305"/>
                </a:lnTo>
                <a:cubicBezTo>
                  <a:pt x="71521" y="8735"/>
                  <a:pt x="71309" y="9594"/>
                  <a:pt x="71092" y="10522"/>
                </a:cubicBezTo>
                <a:lnTo>
                  <a:pt x="71092" y="10596"/>
                </a:lnTo>
                <a:cubicBezTo>
                  <a:pt x="70949" y="10167"/>
                  <a:pt x="70805" y="9737"/>
                  <a:pt x="70593" y="9307"/>
                </a:cubicBezTo>
                <a:cubicBezTo>
                  <a:pt x="70593" y="8878"/>
                  <a:pt x="70662" y="8448"/>
                  <a:pt x="70662" y="7944"/>
                </a:cubicBezTo>
                <a:lnTo>
                  <a:pt x="70662" y="7944"/>
                </a:lnTo>
                <a:cubicBezTo>
                  <a:pt x="70593" y="8231"/>
                  <a:pt x="70450" y="8517"/>
                  <a:pt x="70376" y="8878"/>
                </a:cubicBezTo>
                <a:cubicBezTo>
                  <a:pt x="70233" y="8660"/>
                  <a:pt x="70164" y="8448"/>
                  <a:pt x="70021" y="8231"/>
                </a:cubicBezTo>
                <a:lnTo>
                  <a:pt x="70021" y="8231"/>
                </a:lnTo>
                <a:cubicBezTo>
                  <a:pt x="70164" y="8448"/>
                  <a:pt x="70233" y="8735"/>
                  <a:pt x="70307" y="9021"/>
                </a:cubicBezTo>
                <a:cubicBezTo>
                  <a:pt x="70233" y="9233"/>
                  <a:pt x="70164" y="9519"/>
                  <a:pt x="70089" y="9806"/>
                </a:cubicBezTo>
                <a:cubicBezTo>
                  <a:pt x="70021" y="9880"/>
                  <a:pt x="69946" y="10023"/>
                  <a:pt x="69803" y="10092"/>
                </a:cubicBezTo>
                <a:cubicBezTo>
                  <a:pt x="69591" y="9519"/>
                  <a:pt x="69305" y="8878"/>
                  <a:pt x="68944" y="8231"/>
                </a:cubicBezTo>
                <a:lnTo>
                  <a:pt x="68944" y="8231"/>
                </a:lnTo>
                <a:cubicBezTo>
                  <a:pt x="69230" y="8878"/>
                  <a:pt x="69448" y="9594"/>
                  <a:pt x="69660" y="10310"/>
                </a:cubicBezTo>
                <a:cubicBezTo>
                  <a:pt x="69517" y="10453"/>
                  <a:pt x="69373" y="10596"/>
                  <a:pt x="69230" y="10808"/>
                </a:cubicBezTo>
                <a:cubicBezTo>
                  <a:pt x="68944" y="10167"/>
                  <a:pt x="68589" y="9451"/>
                  <a:pt x="68228" y="8735"/>
                </a:cubicBezTo>
                <a:lnTo>
                  <a:pt x="68228" y="8735"/>
                </a:lnTo>
                <a:cubicBezTo>
                  <a:pt x="68514" y="9451"/>
                  <a:pt x="68801" y="10235"/>
                  <a:pt x="68944" y="11026"/>
                </a:cubicBezTo>
                <a:cubicBezTo>
                  <a:pt x="68801" y="11238"/>
                  <a:pt x="68589" y="11381"/>
                  <a:pt x="68446" y="11598"/>
                </a:cubicBezTo>
                <a:cubicBezTo>
                  <a:pt x="68446" y="11455"/>
                  <a:pt x="68371" y="11381"/>
                  <a:pt x="68302" y="11238"/>
                </a:cubicBezTo>
                <a:cubicBezTo>
                  <a:pt x="68371" y="10739"/>
                  <a:pt x="68446" y="10235"/>
                  <a:pt x="68446" y="9737"/>
                </a:cubicBezTo>
                <a:lnTo>
                  <a:pt x="68446" y="9737"/>
                </a:lnTo>
                <a:cubicBezTo>
                  <a:pt x="68302" y="9949"/>
                  <a:pt x="68228" y="10235"/>
                  <a:pt x="68085" y="10596"/>
                </a:cubicBezTo>
                <a:cubicBezTo>
                  <a:pt x="68016" y="10453"/>
                  <a:pt x="68016" y="10310"/>
                  <a:pt x="67942" y="10167"/>
                </a:cubicBezTo>
                <a:lnTo>
                  <a:pt x="67942" y="9949"/>
                </a:lnTo>
                <a:cubicBezTo>
                  <a:pt x="67942" y="9949"/>
                  <a:pt x="67942" y="10023"/>
                  <a:pt x="67873" y="10023"/>
                </a:cubicBezTo>
                <a:cubicBezTo>
                  <a:pt x="67798" y="9806"/>
                  <a:pt x="67655" y="9594"/>
                  <a:pt x="67586" y="9307"/>
                </a:cubicBezTo>
                <a:lnTo>
                  <a:pt x="67586" y="8803"/>
                </a:lnTo>
                <a:cubicBezTo>
                  <a:pt x="67586" y="8878"/>
                  <a:pt x="67512" y="9021"/>
                  <a:pt x="67443" y="9090"/>
                </a:cubicBezTo>
                <a:cubicBezTo>
                  <a:pt x="67369" y="8878"/>
                  <a:pt x="67226" y="8660"/>
                  <a:pt x="67083" y="8448"/>
                </a:cubicBezTo>
                <a:lnTo>
                  <a:pt x="67083" y="8448"/>
                </a:lnTo>
                <a:cubicBezTo>
                  <a:pt x="67226" y="8660"/>
                  <a:pt x="67300" y="8947"/>
                  <a:pt x="67443" y="9233"/>
                </a:cubicBezTo>
                <a:cubicBezTo>
                  <a:pt x="67226" y="9737"/>
                  <a:pt x="67082" y="10453"/>
                  <a:pt x="66939" y="11169"/>
                </a:cubicBezTo>
                <a:cubicBezTo>
                  <a:pt x="66796" y="10665"/>
                  <a:pt x="66653" y="10023"/>
                  <a:pt x="66367" y="9307"/>
                </a:cubicBezTo>
                <a:lnTo>
                  <a:pt x="66367" y="9307"/>
                </a:lnTo>
                <a:cubicBezTo>
                  <a:pt x="66584" y="9949"/>
                  <a:pt x="66653" y="10808"/>
                  <a:pt x="66653" y="11598"/>
                </a:cubicBezTo>
                <a:cubicBezTo>
                  <a:pt x="66584" y="11598"/>
                  <a:pt x="66510" y="11667"/>
                  <a:pt x="66367" y="11810"/>
                </a:cubicBezTo>
                <a:cubicBezTo>
                  <a:pt x="66298" y="11742"/>
                  <a:pt x="66298" y="11667"/>
                  <a:pt x="66223" y="11598"/>
                </a:cubicBezTo>
                <a:cubicBezTo>
                  <a:pt x="66155" y="11524"/>
                  <a:pt x="66155" y="11455"/>
                  <a:pt x="66080" y="11381"/>
                </a:cubicBezTo>
                <a:cubicBezTo>
                  <a:pt x="65937" y="11026"/>
                  <a:pt x="65868" y="10596"/>
                  <a:pt x="65651" y="10167"/>
                </a:cubicBezTo>
                <a:lnTo>
                  <a:pt x="65651" y="10167"/>
                </a:lnTo>
                <a:cubicBezTo>
                  <a:pt x="65794" y="10665"/>
                  <a:pt x="65868" y="11238"/>
                  <a:pt x="65937" y="11810"/>
                </a:cubicBezTo>
                <a:lnTo>
                  <a:pt x="65868" y="11810"/>
                </a:lnTo>
                <a:cubicBezTo>
                  <a:pt x="65725" y="11524"/>
                  <a:pt x="65582" y="11169"/>
                  <a:pt x="65364" y="10808"/>
                </a:cubicBezTo>
                <a:cubicBezTo>
                  <a:pt x="65439" y="10596"/>
                  <a:pt x="65582" y="10378"/>
                  <a:pt x="65651" y="10167"/>
                </a:cubicBezTo>
                <a:cubicBezTo>
                  <a:pt x="66011" y="9519"/>
                  <a:pt x="66223" y="8947"/>
                  <a:pt x="66223" y="8947"/>
                </a:cubicBezTo>
                <a:lnTo>
                  <a:pt x="66223" y="8947"/>
                </a:lnTo>
                <a:cubicBezTo>
                  <a:pt x="66223" y="8947"/>
                  <a:pt x="65582" y="9519"/>
                  <a:pt x="65009" y="10310"/>
                </a:cubicBezTo>
                <a:cubicBezTo>
                  <a:pt x="64935" y="10092"/>
                  <a:pt x="64866" y="9880"/>
                  <a:pt x="64723" y="9737"/>
                </a:cubicBezTo>
                <a:cubicBezTo>
                  <a:pt x="64723" y="9663"/>
                  <a:pt x="64791" y="9663"/>
                  <a:pt x="64791" y="9663"/>
                </a:cubicBezTo>
                <a:lnTo>
                  <a:pt x="64723" y="9663"/>
                </a:lnTo>
                <a:cubicBezTo>
                  <a:pt x="64648" y="9519"/>
                  <a:pt x="64505" y="9308"/>
                  <a:pt x="64436" y="9164"/>
                </a:cubicBezTo>
                <a:lnTo>
                  <a:pt x="64436" y="9164"/>
                </a:lnTo>
                <a:cubicBezTo>
                  <a:pt x="64505" y="9308"/>
                  <a:pt x="64580" y="9519"/>
                  <a:pt x="64648" y="9737"/>
                </a:cubicBezTo>
                <a:cubicBezTo>
                  <a:pt x="64579" y="9806"/>
                  <a:pt x="64362" y="9949"/>
                  <a:pt x="64150" y="10235"/>
                </a:cubicBezTo>
                <a:cubicBezTo>
                  <a:pt x="64150" y="10023"/>
                  <a:pt x="64150" y="9806"/>
                  <a:pt x="64219" y="9594"/>
                </a:cubicBezTo>
                <a:lnTo>
                  <a:pt x="64219" y="9594"/>
                </a:lnTo>
                <a:cubicBezTo>
                  <a:pt x="64007" y="9806"/>
                  <a:pt x="63864" y="10235"/>
                  <a:pt x="63789" y="10596"/>
                </a:cubicBezTo>
                <a:cubicBezTo>
                  <a:pt x="63577" y="10883"/>
                  <a:pt x="63360" y="11094"/>
                  <a:pt x="63148" y="11381"/>
                </a:cubicBezTo>
                <a:lnTo>
                  <a:pt x="63148" y="11312"/>
                </a:lnTo>
                <a:cubicBezTo>
                  <a:pt x="63434" y="10739"/>
                  <a:pt x="63720" y="10310"/>
                  <a:pt x="63720" y="10310"/>
                </a:cubicBezTo>
                <a:lnTo>
                  <a:pt x="63720" y="10310"/>
                </a:lnTo>
                <a:cubicBezTo>
                  <a:pt x="63720" y="10310"/>
                  <a:pt x="63359" y="10522"/>
                  <a:pt x="63004" y="10883"/>
                </a:cubicBezTo>
                <a:lnTo>
                  <a:pt x="63004" y="10739"/>
                </a:lnTo>
                <a:cubicBezTo>
                  <a:pt x="63004" y="10092"/>
                  <a:pt x="63073" y="9451"/>
                  <a:pt x="63148" y="8735"/>
                </a:cubicBezTo>
                <a:lnTo>
                  <a:pt x="63148" y="8735"/>
                </a:lnTo>
                <a:cubicBezTo>
                  <a:pt x="63004" y="8947"/>
                  <a:pt x="62861" y="9376"/>
                  <a:pt x="62718" y="9806"/>
                </a:cubicBezTo>
                <a:cubicBezTo>
                  <a:pt x="62644" y="9451"/>
                  <a:pt x="62500" y="9090"/>
                  <a:pt x="62357" y="8660"/>
                </a:cubicBezTo>
                <a:lnTo>
                  <a:pt x="62357" y="8660"/>
                </a:lnTo>
                <a:cubicBezTo>
                  <a:pt x="62500" y="9164"/>
                  <a:pt x="62575" y="9737"/>
                  <a:pt x="62644" y="10310"/>
                </a:cubicBezTo>
                <a:cubicBezTo>
                  <a:pt x="62500" y="10739"/>
                  <a:pt x="62432" y="11238"/>
                  <a:pt x="62357" y="11667"/>
                </a:cubicBezTo>
                <a:cubicBezTo>
                  <a:pt x="62288" y="11742"/>
                  <a:pt x="62288" y="11810"/>
                  <a:pt x="62214" y="11885"/>
                </a:cubicBezTo>
                <a:lnTo>
                  <a:pt x="62214" y="11742"/>
                </a:lnTo>
                <a:cubicBezTo>
                  <a:pt x="62214" y="11094"/>
                  <a:pt x="62288" y="10310"/>
                  <a:pt x="62357" y="9519"/>
                </a:cubicBezTo>
                <a:lnTo>
                  <a:pt x="62357" y="9519"/>
                </a:lnTo>
                <a:cubicBezTo>
                  <a:pt x="62214" y="9806"/>
                  <a:pt x="62002" y="10310"/>
                  <a:pt x="61928" y="10808"/>
                </a:cubicBezTo>
                <a:cubicBezTo>
                  <a:pt x="61859" y="10739"/>
                  <a:pt x="61859" y="10665"/>
                  <a:pt x="61859" y="10596"/>
                </a:cubicBezTo>
                <a:lnTo>
                  <a:pt x="62002" y="10310"/>
                </a:lnTo>
                <a:lnTo>
                  <a:pt x="62002" y="10310"/>
                </a:lnTo>
                <a:cubicBezTo>
                  <a:pt x="62002" y="10310"/>
                  <a:pt x="61928" y="10379"/>
                  <a:pt x="61784" y="10453"/>
                </a:cubicBezTo>
                <a:cubicBezTo>
                  <a:pt x="61716" y="10310"/>
                  <a:pt x="61716" y="10167"/>
                  <a:pt x="61641" y="10023"/>
                </a:cubicBezTo>
                <a:lnTo>
                  <a:pt x="61641" y="10023"/>
                </a:lnTo>
                <a:cubicBezTo>
                  <a:pt x="61641" y="10167"/>
                  <a:pt x="61716" y="10310"/>
                  <a:pt x="61716" y="10522"/>
                </a:cubicBezTo>
                <a:cubicBezTo>
                  <a:pt x="61641" y="10596"/>
                  <a:pt x="61429" y="10739"/>
                  <a:pt x="61286" y="10951"/>
                </a:cubicBezTo>
                <a:lnTo>
                  <a:pt x="61286" y="10665"/>
                </a:lnTo>
                <a:cubicBezTo>
                  <a:pt x="61286" y="10739"/>
                  <a:pt x="61212" y="10808"/>
                  <a:pt x="61212" y="10883"/>
                </a:cubicBezTo>
                <a:cubicBezTo>
                  <a:pt x="61212" y="10808"/>
                  <a:pt x="61143" y="10808"/>
                  <a:pt x="61143" y="10739"/>
                </a:cubicBezTo>
                <a:cubicBezTo>
                  <a:pt x="61572" y="9949"/>
                  <a:pt x="61859" y="9233"/>
                  <a:pt x="61859" y="9233"/>
                </a:cubicBezTo>
                <a:lnTo>
                  <a:pt x="61859" y="9233"/>
                </a:lnTo>
                <a:cubicBezTo>
                  <a:pt x="61859" y="9233"/>
                  <a:pt x="61498" y="9663"/>
                  <a:pt x="61000" y="10167"/>
                </a:cubicBezTo>
                <a:cubicBezTo>
                  <a:pt x="60925" y="9880"/>
                  <a:pt x="60782" y="9594"/>
                  <a:pt x="60713" y="9308"/>
                </a:cubicBezTo>
                <a:lnTo>
                  <a:pt x="60713" y="9308"/>
                </a:lnTo>
                <a:cubicBezTo>
                  <a:pt x="60782" y="9594"/>
                  <a:pt x="60857" y="9949"/>
                  <a:pt x="60925" y="10310"/>
                </a:cubicBezTo>
                <a:cubicBezTo>
                  <a:pt x="60857" y="10310"/>
                  <a:pt x="60857" y="10310"/>
                  <a:pt x="60857" y="10378"/>
                </a:cubicBezTo>
                <a:cubicBezTo>
                  <a:pt x="60782" y="10167"/>
                  <a:pt x="60639" y="10023"/>
                  <a:pt x="60570" y="9880"/>
                </a:cubicBezTo>
                <a:lnTo>
                  <a:pt x="60570" y="9880"/>
                </a:lnTo>
                <a:cubicBezTo>
                  <a:pt x="60639" y="10023"/>
                  <a:pt x="60713" y="10235"/>
                  <a:pt x="60782" y="10378"/>
                </a:cubicBezTo>
                <a:cubicBezTo>
                  <a:pt x="60713" y="10522"/>
                  <a:pt x="60570" y="10665"/>
                  <a:pt x="60496" y="10808"/>
                </a:cubicBezTo>
                <a:cubicBezTo>
                  <a:pt x="60427" y="10665"/>
                  <a:pt x="60353" y="10522"/>
                  <a:pt x="60284" y="10310"/>
                </a:cubicBezTo>
                <a:cubicBezTo>
                  <a:pt x="60246" y="10272"/>
                  <a:pt x="60227" y="10217"/>
                  <a:pt x="60209" y="10162"/>
                </a:cubicBezTo>
                <a:lnTo>
                  <a:pt x="60209" y="10162"/>
                </a:lnTo>
                <a:cubicBezTo>
                  <a:pt x="60209" y="10164"/>
                  <a:pt x="60209" y="10165"/>
                  <a:pt x="60209" y="10167"/>
                </a:cubicBezTo>
                <a:lnTo>
                  <a:pt x="59997" y="9737"/>
                </a:lnTo>
                <a:cubicBezTo>
                  <a:pt x="60352" y="8947"/>
                  <a:pt x="60639" y="8305"/>
                  <a:pt x="60639" y="8305"/>
                </a:cubicBezTo>
                <a:lnTo>
                  <a:pt x="60639" y="8305"/>
                </a:lnTo>
                <a:lnTo>
                  <a:pt x="60209" y="8735"/>
                </a:lnTo>
                <a:cubicBezTo>
                  <a:pt x="60352" y="8517"/>
                  <a:pt x="60427" y="8305"/>
                  <a:pt x="60427" y="8305"/>
                </a:cubicBezTo>
                <a:lnTo>
                  <a:pt x="60427" y="8305"/>
                </a:lnTo>
                <a:cubicBezTo>
                  <a:pt x="60427" y="8305"/>
                  <a:pt x="60066" y="8660"/>
                  <a:pt x="59637" y="9164"/>
                </a:cubicBezTo>
                <a:cubicBezTo>
                  <a:pt x="59493" y="9376"/>
                  <a:pt x="59281" y="9594"/>
                  <a:pt x="59138" y="9806"/>
                </a:cubicBezTo>
                <a:cubicBezTo>
                  <a:pt x="59138" y="9663"/>
                  <a:pt x="59138" y="9519"/>
                  <a:pt x="59207" y="9376"/>
                </a:cubicBezTo>
                <a:cubicBezTo>
                  <a:pt x="59350" y="9021"/>
                  <a:pt x="59493" y="8735"/>
                  <a:pt x="59493" y="8735"/>
                </a:cubicBezTo>
                <a:lnTo>
                  <a:pt x="59493" y="8735"/>
                </a:lnTo>
                <a:cubicBezTo>
                  <a:pt x="59493" y="8735"/>
                  <a:pt x="59350" y="8803"/>
                  <a:pt x="59207" y="8947"/>
                </a:cubicBezTo>
                <a:cubicBezTo>
                  <a:pt x="59207" y="8660"/>
                  <a:pt x="59281" y="8374"/>
                  <a:pt x="59281" y="8019"/>
                </a:cubicBezTo>
                <a:lnTo>
                  <a:pt x="59281" y="8019"/>
                </a:lnTo>
                <a:cubicBezTo>
                  <a:pt x="59138" y="8374"/>
                  <a:pt x="58995" y="8803"/>
                  <a:pt x="58852" y="9376"/>
                </a:cubicBezTo>
                <a:cubicBezTo>
                  <a:pt x="58709" y="9519"/>
                  <a:pt x="58566" y="9663"/>
                  <a:pt x="58491" y="9806"/>
                </a:cubicBezTo>
                <a:lnTo>
                  <a:pt x="58491" y="9451"/>
                </a:lnTo>
                <a:cubicBezTo>
                  <a:pt x="58422" y="9594"/>
                  <a:pt x="58279" y="9880"/>
                  <a:pt x="58205" y="10092"/>
                </a:cubicBezTo>
                <a:lnTo>
                  <a:pt x="58205" y="10167"/>
                </a:lnTo>
                <a:cubicBezTo>
                  <a:pt x="58205" y="10092"/>
                  <a:pt x="58136" y="10023"/>
                  <a:pt x="58136" y="9949"/>
                </a:cubicBezTo>
                <a:lnTo>
                  <a:pt x="58136" y="9949"/>
                </a:lnTo>
                <a:cubicBezTo>
                  <a:pt x="58136" y="9963"/>
                  <a:pt x="58136" y="9976"/>
                  <a:pt x="58136" y="9989"/>
                </a:cubicBezTo>
                <a:lnTo>
                  <a:pt x="58136" y="9989"/>
                </a:lnTo>
                <a:cubicBezTo>
                  <a:pt x="58037" y="9724"/>
                  <a:pt x="57938" y="9425"/>
                  <a:pt x="57838" y="9094"/>
                </a:cubicBezTo>
                <a:lnTo>
                  <a:pt x="57838" y="9094"/>
                </a:lnTo>
                <a:cubicBezTo>
                  <a:pt x="57940" y="9488"/>
                  <a:pt x="57993" y="9960"/>
                  <a:pt x="57993" y="10378"/>
                </a:cubicBezTo>
                <a:cubicBezTo>
                  <a:pt x="57850" y="10665"/>
                  <a:pt x="57706" y="10883"/>
                  <a:pt x="57563" y="11169"/>
                </a:cubicBezTo>
                <a:cubicBezTo>
                  <a:pt x="57563" y="10808"/>
                  <a:pt x="57420" y="10310"/>
                  <a:pt x="57346" y="9806"/>
                </a:cubicBezTo>
                <a:cubicBezTo>
                  <a:pt x="57346" y="9451"/>
                  <a:pt x="57420" y="9090"/>
                  <a:pt x="57420" y="8660"/>
                </a:cubicBezTo>
                <a:lnTo>
                  <a:pt x="57420" y="8660"/>
                </a:lnTo>
                <a:cubicBezTo>
                  <a:pt x="57346" y="8803"/>
                  <a:pt x="57277" y="9021"/>
                  <a:pt x="57202" y="9233"/>
                </a:cubicBezTo>
                <a:cubicBezTo>
                  <a:pt x="57059" y="8803"/>
                  <a:pt x="56990" y="8448"/>
                  <a:pt x="56847" y="7944"/>
                </a:cubicBezTo>
                <a:lnTo>
                  <a:pt x="56847" y="7944"/>
                </a:lnTo>
                <a:cubicBezTo>
                  <a:pt x="56916" y="8374"/>
                  <a:pt x="56990" y="8878"/>
                  <a:pt x="57059" y="9376"/>
                </a:cubicBezTo>
                <a:cubicBezTo>
                  <a:pt x="56916" y="8947"/>
                  <a:pt x="56773" y="8448"/>
                  <a:pt x="56630" y="7876"/>
                </a:cubicBezTo>
                <a:lnTo>
                  <a:pt x="56630" y="7876"/>
                </a:lnTo>
                <a:cubicBezTo>
                  <a:pt x="56773" y="8591"/>
                  <a:pt x="56847" y="9519"/>
                  <a:pt x="56847" y="10310"/>
                </a:cubicBezTo>
                <a:lnTo>
                  <a:pt x="56847" y="10453"/>
                </a:lnTo>
                <a:cubicBezTo>
                  <a:pt x="56630" y="9737"/>
                  <a:pt x="56274" y="9021"/>
                  <a:pt x="55845" y="8374"/>
                </a:cubicBezTo>
                <a:lnTo>
                  <a:pt x="55845" y="8374"/>
                </a:lnTo>
                <a:cubicBezTo>
                  <a:pt x="56200" y="9021"/>
                  <a:pt x="56418" y="9880"/>
                  <a:pt x="56630" y="10665"/>
                </a:cubicBezTo>
                <a:cubicBezTo>
                  <a:pt x="56486" y="10739"/>
                  <a:pt x="56418" y="10808"/>
                  <a:pt x="56274" y="10951"/>
                </a:cubicBezTo>
                <a:lnTo>
                  <a:pt x="56274" y="10739"/>
                </a:lnTo>
                <a:cubicBezTo>
                  <a:pt x="56343" y="10665"/>
                  <a:pt x="56418" y="10522"/>
                  <a:pt x="56418" y="10522"/>
                </a:cubicBezTo>
                <a:lnTo>
                  <a:pt x="56418" y="10522"/>
                </a:lnTo>
                <a:cubicBezTo>
                  <a:pt x="56418" y="10522"/>
                  <a:pt x="56343" y="10596"/>
                  <a:pt x="56200" y="10665"/>
                </a:cubicBezTo>
                <a:cubicBezTo>
                  <a:pt x="56200" y="10522"/>
                  <a:pt x="56200" y="10378"/>
                  <a:pt x="56131" y="10235"/>
                </a:cubicBezTo>
                <a:cubicBezTo>
                  <a:pt x="56200" y="10167"/>
                  <a:pt x="56274" y="10023"/>
                  <a:pt x="56274" y="10023"/>
                </a:cubicBezTo>
                <a:lnTo>
                  <a:pt x="56274" y="10023"/>
                </a:lnTo>
                <a:lnTo>
                  <a:pt x="56131" y="10167"/>
                </a:lnTo>
                <a:cubicBezTo>
                  <a:pt x="55988" y="9594"/>
                  <a:pt x="55845" y="9021"/>
                  <a:pt x="55627" y="8305"/>
                </a:cubicBezTo>
                <a:lnTo>
                  <a:pt x="55627" y="8305"/>
                </a:lnTo>
                <a:cubicBezTo>
                  <a:pt x="55770" y="8947"/>
                  <a:pt x="55845" y="9663"/>
                  <a:pt x="55845" y="10378"/>
                </a:cubicBezTo>
                <a:lnTo>
                  <a:pt x="55559" y="10665"/>
                </a:lnTo>
                <a:cubicBezTo>
                  <a:pt x="55415" y="10310"/>
                  <a:pt x="55272" y="10023"/>
                  <a:pt x="55054" y="9737"/>
                </a:cubicBezTo>
                <a:lnTo>
                  <a:pt x="55054" y="9737"/>
                </a:lnTo>
                <a:cubicBezTo>
                  <a:pt x="55198" y="10023"/>
                  <a:pt x="55341" y="10378"/>
                  <a:pt x="55484" y="10739"/>
                </a:cubicBezTo>
                <a:cubicBezTo>
                  <a:pt x="55341" y="10883"/>
                  <a:pt x="55129" y="11094"/>
                  <a:pt x="54986" y="11312"/>
                </a:cubicBezTo>
                <a:cubicBezTo>
                  <a:pt x="54986" y="11169"/>
                  <a:pt x="54911" y="11094"/>
                  <a:pt x="54911" y="11026"/>
                </a:cubicBezTo>
                <a:cubicBezTo>
                  <a:pt x="54911" y="11026"/>
                  <a:pt x="54911" y="10951"/>
                  <a:pt x="54843" y="10951"/>
                </a:cubicBezTo>
                <a:cubicBezTo>
                  <a:pt x="54911" y="10739"/>
                  <a:pt x="54911" y="10453"/>
                  <a:pt x="54911" y="10167"/>
                </a:cubicBezTo>
                <a:cubicBezTo>
                  <a:pt x="54986" y="10092"/>
                  <a:pt x="55054" y="9949"/>
                  <a:pt x="55054" y="9949"/>
                </a:cubicBezTo>
                <a:lnTo>
                  <a:pt x="55054" y="9949"/>
                </a:lnTo>
                <a:lnTo>
                  <a:pt x="54986" y="10023"/>
                </a:lnTo>
                <a:cubicBezTo>
                  <a:pt x="54986" y="9806"/>
                  <a:pt x="54986" y="9594"/>
                  <a:pt x="55054" y="9376"/>
                </a:cubicBezTo>
                <a:lnTo>
                  <a:pt x="55054" y="9376"/>
                </a:lnTo>
                <a:cubicBezTo>
                  <a:pt x="54843" y="9594"/>
                  <a:pt x="54768" y="9949"/>
                  <a:pt x="54625" y="10310"/>
                </a:cubicBezTo>
                <a:cubicBezTo>
                  <a:pt x="54556" y="10310"/>
                  <a:pt x="54556" y="10235"/>
                  <a:pt x="54556" y="10235"/>
                </a:cubicBezTo>
                <a:lnTo>
                  <a:pt x="54339" y="9806"/>
                </a:lnTo>
                <a:cubicBezTo>
                  <a:pt x="54339" y="9307"/>
                  <a:pt x="54413" y="8803"/>
                  <a:pt x="54482" y="8231"/>
                </a:cubicBezTo>
                <a:lnTo>
                  <a:pt x="54482" y="8231"/>
                </a:lnTo>
                <a:cubicBezTo>
                  <a:pt x="54339" y="8448"/>
                  <a:pt x="54195" y="8878"/>
                  <a:pt x="54052" y="9307"/>
                </a:cubicBezTo>
                <a:lnTo>
                  <a:pt x="54052" y="9233"/>
                </a:lnTo>
                <a:lnTo>
                  <a:pt x="54127" y="9021"/>
                </a:lnTo>
                <a:lnTo>
                  <a:pt x="54127" y="9021"/>
                </a:lnTo>
                <a:cubicBezTo>
                  <a:pt x="54127" y="9021"/>
                  <a:pt x="54052" y="9164"/>
                  <a:pt x="53983" y="9164"/>
                </a:cubicBezTo>
                <a:lnTo>
                  <a:pt x="53766" y="9376"/>
                </a:lnTo>
                <a:cubicBezTo>
                  <a:pt x="53840" y="8735"/>
                  <a:pt x="53840" y="8087"/>
                  <a:pt x="53909" y="7303"/>
                </a:cubicBezTo>
                <a:lnTo>
                  <a:pt x="53909" y="7303"/>
                </a:lnTo>
                <a:cubicBezTo>
                  <a:pt x="53623" y="7801"/>
                  <a:pt x="53411" y="8878"/>
                  <a:pt x="53267" y="9880"/>
                </a:cubicBezTo>
                <a:lnTo>
                  <a:pt x="53193" y="9949"/>
                </a:lnTo>
                <a:cubicBezTo>
                  <a:pt x="53193" y="9949"/>
                  <a:pt x="53124" y="9949"/>
                  <a:pt x="53124" y="9880"/>
                </a:cubicBezTo>
                <a:cubicBezTo>
                  <a:pt x="53193" y="9090"/>
                  <a:pt x="53267" y="8162"/>
                  <a:pt x="53336" y="7160"/>
                </a:cubicBezTo>
                <a:lnTo>
                  <a:pt x="53336" y="7160"/>
                </a:lnTo>
                <a:cubicBezTo>
                  <a:pt x="53050" y="7658"/>
                  <a:pt x="52838" y="8660"/>
                  <a:pt x="52695" y="9663"/>
                </a:cubicBezTo>
                <a:lnTo>
                  <a:pt x="52477" y="9880"/>
                </a:lnTo>
                <a:lnTo>
                  <a:pt x="52265" y="10092"/>
                </a:lnTo>
                <a:cubicBezTo>
                  <a:pt x="52334" y="9376"/>
                  <a:pt x="52408" y="8517"/>
                  <a:pt x="52477" y="7658"/>
                </a:cubicBezTo>
                <a:lnTo>
                  <a:pt x="52477" y="7658"/>
                </a:lnTo>
                <a:cubicBezTo>
                  <a:pt x="52191" y="8087"/>
                  <a:pt x="51979" y="9021"/>
                  <a:pt x="51836" y="9949"/>
                </a:cubicBezTo>
                <a:cubicBezTo>
                  <a:pt x="51761" y="9880"/>
                  <a:pt x="51692" y="9806"/>
                  <a:pt x="51692" y="9737"/>
                </a:cubicBezTo>
                <a:cubicBezTo>
                  <a:pt x="51549" y="9451"/>
                  <a:pt x="51475" y="9164"/>
                  <a:pt x="51332" y="8878"/>
                </a:cubicBezTo>
                <a:cubicBezTo>
                  <a:pt x="51618" y="8162"/>
                  <a:pt x="51904" y="7372"/>
                  <a:pt x="52122" y="6799"/>
                </a:cubicBezTo>
                <a:cubicBezTo>
                  <a:pt x="52408" y="6157"/>
                  <a:pt x="52551" y="5728"/>
                  <a:pt x="52552" y="5728"/>
                </a:cubicBezTo>
                <a:lnTo>
                  <a:pt x="52552" y="5728"/>
                </a:lnTo>
                <a:cubicBezTo>
                  <a:pt x="52551" y="5728"/>
                  <a:pt x="52334" y="6014"/>
                  <a:pt x="51979" y="6444"/>
                </a:cubicBezTo>
                <a:cubicBezTo>
                  <a:pt x="51979" y="6369"/>
                  <a:pt x="52047" y="6226"/>
                  <a:pt x="52047" y="6226"/>
                </a:cubicBezTo>
                <a:lnTo>
                  <a:pt x="52047" y="6226"/>
                </a:lnTo>
                <a:cubicBezTo>
                  <a:pt x="52047" y="6226"/>
                  <a:pt x="51406" y="6873"/>
                  <a:pt x="50833" y="7801"/>
                </a:cubicBezTo>
                <a:cubicBezTo>
                  <a:pt x="50616" y="8087"/>
                  <a:pt x="50472" y="8374"/>
                  <a:pt x="50329" y="8660"/>
                </a:cubicBezTo>
                <a:cubicBezTo>
                  <a:pt x="50616" y="7944"/>
                  <a:pt x="50902" y="7085"/>
                  <a:pt x="51120" y="6512"/>
                </a:cubicBezTo>
                <a:cubicBezTo>
                  <a:pt x="51406" y="5940"/>
                  <a:pt x="51549" y="5510"/>
                  <a:pt x="51549" y="5510"/>
                </a:cubicBezTo>
                <a:lnTo>
                  <a:pt x="51549" y="5510"/>
                </a:lnTo>
                <a:cubicBezTo>
                  <a:pt x="51549" y="5510"/>
                  <a:pt x="50547" y="6587"/>
                  <a:pt x="49900" y="7801"/>
                </a:cubicBezTo>
                <a:lnTo>
                  <a:pt x="49900" y="7732"/>
                </a:lnTo>
                <a:cubicBezTo>
                  <a:pt x="50043" y="7446"/>
                  <a:pt x="50260" y="7085"/>
                  <a:pt x="50260" y="7085"/>
                </a:cubicBezTo>
                <a:lnTo>
                  <a:pt x="50260" y="7085"/>
                </a:lnTo>
                <a:cubicBezTo>
                  <a:pt x="50260" y="7085"/>
                  <a:pt x="50043" y="7228"/>
                  <a:pt x="49831" y="7515"/>
                </a:cubicBezTo>
                <a:cubicBezTo>
                  <a:pt x="49613" y="7732"/>
                  <a:pt x="49401" y="7944"/>
                  <a:pt x="49184" y="8231"/>
                </a:cubicBezTo>
                <a:cubicBezTo>
                  <a:pt x="49184" y="8231"/>
                  <a:pt x="49184" y="8162"/>
                  <a:pt x="49115" y="8087"/>
                </a:cubicBezTo>
                <a:cubicBezTo>
                  <a:pt x="49041" y="7515"/>
                  <a:pt x="48897" y="6873"/>
                  <a:pt x="48685" y="6014"/>
                </a:cubicBezTo>
                <a:cubicBezTo>
                  <a:pt x="48829" y="5728"/>
                  <a:pt x="49040" y="5224"/>
                  <a:pt x="49041" y="5224"/>
                </a:cubicBezTo>
                <a:lnTo>
                  <a:pt x="49041" y="5224"/>
                </a:lnTo>
                <a:cubicBezTo>
                  <a:pt x="49040" y="5224"/>
                  <a:pt x="48754" y="5510"/>
                  <a:pt x="48611" y="5728"/>
                </a:cubicBezTo>
                <a:cubicBezTo>
                  <a:pt x="48543" y="5585"/>
                  <a:pt x="48542" y="5369"/>
                  <a:pt x="48469" y="5226"/>
                </a:cubicBezTo>
                <a:lnTo>
                  <a:pt x="48469" y="5226"/>
                </a:lnTo>
                <a:cubicBezTo>
                  <a:pt x="48542" y="5369"/>
                  <a:pt x="48542" y="5585"/>
                  <a:pt x="48542" y="5728"/>
                </a:cubicBezTo>
                <a:lnTo>
                  <a:pt x="48399" y="6014"/>
                </a:lnTo>
                <a:cubicBezTo>
                  <a:pt x="48325" y="5940"/>
                  <a:pt x="48325" y="5796"/>
                  <a:pt x="48325" y="5728"/>
                </a:cubicBezTo>
                <a:lnTo>
                  <a:pt x="48325" y="6014"/>
                </a:lnTo>
                <a:cubicBezTo>
                  <a:pt x="48181" y="6226"/>
                  <a:pt x="48038" y="6369"/>
                  <a:pt x="47895" y="6587"/>
                </a:cubicBezTo>
                <a:cubicBezTo>
                  <a:pt x="47826" y="6157"/>
                  <a:pt x="47683" y="5585"/>
                  <a:pt x="47540" y="5012"/>
                </a:cubicBezTo>
                <a:lnTo>
                  <a:pt x="47540" y="5012"/>
                </a:lnTo>
                <a:cubicBezTo>
                  <a:pt x="47609" y="5585"/>
                  <a:pt x="47683" y="6226"/>
                  <a:pt x="47752" y="6873"/>
                </a:cubicBezTo>
                <a:cubicBezTo>
                  <a:pt x="47465" y="7372"/>
                  <a:pt x="47110" y="7876"/>
                  <a:pt x="46967" y="8448"/>
                </a:cubicBezTo>
                <a:cubicBezTo>
                  <a:pt x="46967" y="8591"/>
                  <a:pt x="46893" y="8735"/>
                  <a:pt x="46824" y="8878"/>
                </a:cubicBezTo>
                <a:cubicBezTo>
                  <a:pt x="46824" y="8878"/>
                  <a:pt x="46824" y="8947"/>
                  <a:pt x="46749" y="8947"/>
                </a:cubicBezTo>
                <a:cubicBezTo>
                  <a:pt x="46824" y="8591"/>
                  <a:pt x="46824" y="8231"/>
                  <a:pt x="46893" y="7876"/>
                </a:cubicBezTo>
                <a:lnTo>
                  <a:pt x="46893" y="7876"/>
                </a:lnTo>
                <a:cubicBezTo>
                  <a:pt x="46824" y="8019"/>
                  <a:pt x="46681" y="8231"/>
                  <a:pt x="46606" y="8374"/>
                </a:cubicBezTo>
                <a:cubicBezTo>
                  <a:pt x="46538" y="7876"/>
                  <a:pt x="46394" y="7303"/>
                  <a:pt x="46177" y="6587"/>
                </a:cubicBezTo>
                <a:lnTo>
                  <a:pt x="46177" y="6587"/>
                </a:lnTo>
                <a:cubicBezTo>
                  <a:pt x="46320" y="7303"/>
                  <a:pt x="46394" y="8231"/>
                  <a:pt x="46463" y="9090"/>
                </a:cubicBezTo>
                <a:cubicBezTo>
                  <a:pt x="46394" y="9164"/>
                  <a:pt x="46394" y="9233"/>
                  <a:pt x="46394" y="9376"/>
                </a:cubicBezTo>
                <a:lnTo>
                  <a:pt x="46320" y="9376"/>
                </a:lnTo>
                <a:cubicBezTo>
                  <a:pt x="46251" y="9307"/>
                  <a:pt x="46251" y="9233"/>
                  <a:pt x="46251" y="9164"/>
                </a:cubicBezTo>
                <a:cubicBezTo>
                  <a:pt x="46251" y="8878"/>
                  <a:pt x="46320" y="8591"/>
                  <a:pt x="46320" y="8305"/>
                </a:cubicBezTo>
                <a:lnTo>
                  <a:pt x="46320" y="8305"/>
                </a:lnTo>
                <a:lnTo>
                  <a:pt x="46108" y="8735"/>
                </a:lnTo>
                <a:cubicBezTo>
                  <a:pt x="46034" y="8517"/>
                  <a:pt x="45965" y="8305"/>
                  <a:pt x="45890" y="8162"/>
                </a:cubicBezTo>
                <a:lnTo>
                  <a:pt x="45890" y="8374"/>
                </a:lnTo>
                <a:lnTo>
                  <a:pt x="45890" y="8803"/>
                </a:lnTo>
                <a:lnTo>
                  <a:pt x="45890" y="9307"/>
                </a:lnTo>
                <a:cubicBezTo>
                  <a:pt x="45890" y="9307"/>
                  <a:pt x="45890" y="9234"/>
                  <a:pt x="45823" y="9165"/>
                </a:cubicBezTo>
                <a:lnTo>
                  <a:pt x="45823" y="9165"/>
                </a:lnTo>
                <a:cubicBezTo>
                  <a:pt x="45890" y="9234"/>
                  <a:pt x="45890" y="9308"/>
                  <a:pt x="45890" y="9376"/>
                </a:cubicBezTo>
                <a:lnTo>
                  <a:pt x="45890" y="9519"/>
                </a:lnTo>
                <a:cubicBezTo>
                  <a:pt x="45890" y="9451"/>
                  <a:pt x="45822" y="9307"/>
                  <a:pt x="45822" y="9164"/>
                </a:cubicBezTo>
                <a:cubicBezTo>
                  <a:pt x="45747" y="8305"/>
                  <a:pt x="45535" y="7228"/>
                  <a:pt x="45174" y="5728"/>
                </a:cubicBezTo>
                <a:cubicBezTo>
                  <a:pt x="45249" y="5510"/>
                  <a:pt x="45249" y="5224"/>
                  <a:pt x="45249" y="5012"/>
                </a:cubicBezTo>
                <a:lnTo>
                  <a:pt x="45249" y="5012"/>
                </a:lnTo>
                <a:cubicBezTo>
                  <a:pt x="45249" y="5081"/>
                  <a:pt x="45174" y="5224"/>
                  <a:pt x="45106" y="5367"/>
                </a:cubicBezTo>
                <a:cubicBezTo>
                  <a:pt x="45174" y="5012"/>
                  <a:pt x="45174" y="4725"/>
                  <a:pt x="45174" y="4439"/>
                </a:cubicBezTo>
                <a:lnTo>
                  <a:pt x="45174" y="4439"/>
                </a:lnTo>
                <a:cubicBezTo>
                  <a:pt x="45106" y="4508"/>
                  <a:pt x="45031" y="4725"/>
                  <a:pt x="45031" y="4869"/>
                </a:cubicBezTo>
                <a:cubicBezTo>
                  <a:pt x="44962" y="4794"/>
                  <a:pt x="44962" y="4794"/>
                  <a:pt x="44962" y="4725"/>
                </a:cubicBezTo>
                <a:lnTo>
                  <a:pt x="44962" y="4937"/>
                </a:lnTo>
                <a:cubicBezTo>
                  <a:pt x="44676" y="5796"/>
                  <a:pt x="44458" y="7228"/>
                  <a:pt x="44315" y="8448"/>
                </a:cubicBezTo>
                <a:lnTo>
                  <a:pt x="43960" y="8803"/>
                </a:lnTo>
                <a:cubicBezTo>
                  <a:pt x="44029" y="7589"/>
                  <a:pt x="44172" y="6014"/>
                  <a:pt x="44315" y="4221"/>
                </a:cubicBezTo>
                <a:lnTo>
                  <a:pt x="44315" y="4221"/>
                </a:lnTo>
                <a:cubicBezTo>
                  <a:pt x="43886" y="5012"/>
                  <a:pt x="43599" y="6730"/>
                  <a:pt x="43387" y="8305"/>
                </a:cubicBezTo>
                <a:cubicBezTo>
                  <a:pt x="43387" y="8231"/>
                  <a:pt x="43313" y="8162"/>
                  <a:pt x="43313" y="8088"/>
                </a:cubicBezTo>
                <a:lnTo>
                  <a:pt x="43313" y="8088"/>
                </a:lnTo>
                <a:cubicBezTo>
                  <a:pt x="43313" y="8163"/>
                  <a:pt x="43387" y="8305"/>
                  <a:pt x="43387" y="8374"/>
                </a:cubicBezTo>
                <a:cubicBezTo>
                  <a:pt x="43387" y="8591"/>
                  <a:pt x="43313" y="8878"/>
                  <a:pt x="43313" y="9090"/>
                </a:cubicBezTo>
                <a:cubicBezTo>
                  <a:pt x="43244" y="8947"/>
                  <a:pt x="43244" y="8878"/>
                  <a:pt x="43170" y="8735"/>
                </a:cubicBezTo>
                <a:lnTo>
                  <a:pt x="42740" y="7446"/>
                </a:lnTo>
                <a:cubicBezTo>
                  <a:pt x="42815" y="6942"/>
                  <a:pt x="42815" y="6369"/>
                  <a:pt x="42883" y="5796"/>
                </a:cubicBezTo>
                <a:lnTo>
                  <a:pt x="42883" y="5796"/>
                </a:lnTo>
                <a:cubicBezTo>
                  <a:pt x="42740" y="6014"/>
                  <a:pt x="42671" y="6369"/>
                  <a:pt x="42528" y="6799"/>
                </a:cubicBezTo>
                <a:cubicBezTo>
                  <a:pt x="42385" y="6300"/>
                  <a:pt x="42167" y="5796"/>
                  <a:pt x="41881" y="5298"/>
                </a:cubicBezTo>
                <a:lnTo>
                  <a:pt x="41881" y="5298"/>
                </a:lnTo>
                <a:cubicBezTo>
                  <a:pt x="42099" y="5728"/>
                  <a:pt x="42242" y="6157"/>
                  <a:pt x="42311" y="6656"/>
                </a:cubicBezTo>
                <a:cubicBezTo>
                  <a:pt x="42167" y="6083"/>
                  <a:pt x="41881" y="5510"/>
                  <a:pt x="41669" y="4937"/>
                </a:cubicBezTo>
                <a:cubicBezTo>
                  <a:pt x="41669" y="4582"/>
                  <a:pt x="41669" y="4296"/>
                  <a:pt x="41738" y="3935"/>
                </a:cubicBezTo>
                <a:lnTo>
                  <a:pt x="41738" y="3935"/>
                </a:lnTo>
                <a:cubicBezTo>
                  <a:pt x="41526" y="4296"/>
                  <a:pt x="41383" y="4937"/>
                  <a:pt x="41240" y="5653"/>
                </a:cubicBezTo>
                <a:cubicBezTo>
                  <a:pt x="41096" y="5298"/>
                  <a:pt x="40879" y="4869"/>
                  <a:pt x="40735" y="4508"/>
                </a:cubicBezTo>
                <a:lnTo>
                  <a:pt x="40735" y="4508"/>
                </a:lnTo>
                <a:cubicBezTo>
                  <a:pt x="40879" y="4937"/>
                  <a:pt x="41022" y="5441"/>
                  <a:pt x="41165" y="5940"/>
                </a:cubicBezTo>
                <a:cubicBezTo>
                  <a:pt x="40953" y="6942"/>
                  <a:pt x="40810" y="8087"/>
                  <a:pt x="40735" y="9090"/>
                </a:cubicBezTo>
                <a:cubicBezTo>
                  <a:pt x="40667" y="9021"/>
                  <a:pt x="40667" y="8947"/>
                  <a:pt x="40667" y="8878"/>
                </a:cubicBezTo>
                <a:cubicBezTo>
                  <a:pt x="40667" y="8517"/>
                  <a:pt x="40735" y="8087"/>
                  <a:pt x="40735" y="7732"/>
                </a:cubicBezTo>
                <a:lnTo>
                  <a:pt x="40735" y="7732"/>
                </a:lnTo>
                <a:cubicBezTo>
                  <a:pt x="40667" y="7876"/>
                  <a:pt x="40592" y="8087"/>
                  <a:pt x="40524" y="8305"/>
                </a:cubicBezTo>
                <a:cubicBezTo>
                  <a:pt x="40452" y="8167"/>
                  <a:pt x="40385" y="8029"/>
                  <a:pt x="40381" y="7891"/>
                </a:cubicBezTo>
                <a:lnTo>
                  <a:pt x="40381" y="7891"/>
                </a:lnTo>
                <a:cubicBezTo>
                  <a:pt x="40683" y="7191"/>
                  <a:pt x="40953" y="6656"/>
                  <a:pt x="40953" y="6656"/>
                </a:cubicBezTo>
                <a:lnTo>
                  <a:pt x="40953" y="6656"/>
                </a:lnTo>
                <a:cubicBezTo>
                  <a:pt x="40953" y="6656"/>
                  <a:pt x="40449" y="7085"/>
                  <a:pt x="40020" y="7658"/>
                </a:cubicBezTo>
                <a:cubicBezTo>
                  <a:pt x="39808" y="7160"/>
                  <a:pt x="39590" y="6587"/>
                  <a:pt x="39304" y="6083"/>
                </a:cubicBezTo>
                <a:lnTo>
                  <a:pt x="39304" y="6083"/>
                </a:lnTo>
                <a:cubicBezTo>
                  <a:pt x="39521" y="6587"/>
                  <a:pt x="39664" y="7228"/>
                  <a:pt x="39876" y="7876"/>
                </a:cubicBezTo>
                <a:cubicBezTo>
                  <a:pt x="39733" y="8019"/>
                  <a:pt x="39590" y="8162"/>
                  <a:pt x="39521" y="8374"/>
                </a:cubicBezTo>
                <a:cubicBezTo>
                  <a:pt x="39235" y="7085"/>
                  <a:pt x="38805" y="5585"/>
                  <a:pt x="38158" y="4221"/>
                </a:cubicBezTo>
                <a:lnTo>
                  <a:pt x="38158" y="4221"/>
                </a:lnTo>
                <a:cubicBezTo>
                  <a:pt x="38376" y="4937"/>
                  <a:pt x="38588" y="5796"/>
                  <a:pt x="38805" y="6656"/>
                </a:cubicBezTo>
                <a:cubicBezTo>
                  <a:pt x="38731" y="6730"/>
                  <a:pt x="38301" y="7160"/>
                  <a:pt x="37872" y="7732"/>
                </a:cubicBezTo>
                <a:cubicBezTo>
                  <a:pt x="37728" y="7228"/>
                  <a:pt x="37660" y="6730"/>
                  <a:pt x="37442" y="6157"/>
                </a:cubicBezTo>
                <a:lnTo>
                  <a:pt x="37442" y="6157"/>
                </a:lnTo>
                <a:cubicBezTo>
                  <a:pt x="37585" y="6730"/>
                  <a:pt x="37660" y="7303"/>
                  <a:pt x="37660" y="7944"/>
                </a:cubicBezTo>
                <a:cubicBezTo>
                  <a:pt x="37373" y="8374"/>
                  <a:pt x="37156" y="8803"/>
                  <a:pt x="37013" y="9307"/>
                </a:cubicBezTo>
                <a:cubicBezTo>
                  <a:pt x="36944" y="9376"/>
                  <a:pt x="36944" y="9451"/>
                  <a:pt x="36944" y="9519"/>
                </a:cubicBezTo>
                <a:lnTo>
                  <a:pt x="36944" y="9451"/>
                </a:lnTo>
                <a:cubicBezTo>
                  <a:pt x="36944" y="8735"/>
                  <a:pt x="37013" y="8019"/>
                  <a:pt x="37087" y="7160"/>
                </a:cubicBezTo>
                <a:lnTo>
                  <a:pt x="37087" y="7160"/>
                </a:lnTo>
                <a:cubicBezTo>
                  <a:pt x="36944" y="7446"/>
                  <a:pt x="36801" y="7944"/>
                  <a:pt x="36657" y="8448"/>
                </a:cubicBezTo>
                <a:cubicBezTo>
                  <a:pt x="36583" y="8231"/>
                  <a:pt x="36514" y="7944"/>
                  <a:pt x="36440" y="7658"/>
                </a:cubicBezTo>
                <a:lnTo>
                  <a:pt x="36440" y="7658"/>
                </a:lnTo>
                <a:cubicBezTo>
                  <a:pt x="36514" y="8019"/>
                  <a:pt x="36514" y="8374"/>
                  <a:pt x="36583" y="8735"/>
                </a:cubicBezTo>
                <a:cubicBezTo>
                  <a:pt x="36583" y="8803"/>
                  <a:pt x="36583" y="8803"/>
                  <a:pt x="36514" y="8878"/>
                </a:cubicBezTo>
                <a:cubicBezTo>
                  <a:pt x="36440" y="8517"/>
                  <a:pt x="36297" y="8162"/>
                  <a:pt x="36228" y="7732"/>
                </a:cubicBezTo>
                <a:lnTo>
                  <a:pt x="36228" y="7732"/>
                </a:lnTo>
                <a:cubicBezTo>
                  <a:pt x="36297" y="8231"/>
                  <a:pt x="36371" y="8735"/>
                  <a:pt x="36440" y="9307"/>
                </a:cubicBezTo>
                <a:cubicBezTo>
                  <a:pt x="36371" y="9376"/>
                  <a:pt x="36297" y="9519"/>
                  <a:pt x="36297" y="9594"/>
                </a:cubicBezTo>
                <a:cubicBezTo>
                  <a:pt x="36153" y="9233"/>
                  <a:pt x="36085" y="8878"/>
                  <a:pt x="35941" y="8517"/>
                </a:cubicBezTo>
                <a:cubicBezTo>
                  <a:pt x="35941" y="8374"/>
                  <a:pt x="35941" y="8231"/>
                  <a:pt x="36010" y="8087"/>
                </a:cubicBezTo>
                <a:cubicBezTo>
                  <a:pt x="36228" y="7589"/>
                  <a:pt x="36371" y="7303"/>
                  <a:pt x="36371" y="7303"/>
                </a:cubicBezTo>
                <a:lnTo>
                  <a:pt x="36371" y="7303"/>
                </a:lnTo>
                <a:cubicBezTo>
                  <a:pt x="36371" y="7303"/>
                  <a:pt x="36228" y="7446"/>
                  <a:pt x="36010" y="7589"/>
                </a:cubicBezTo>
                <a:cubicBezTo>
                  <a:pt x="36010" y="7446"/>
                  <a:pt x="36010" y="7228"/>
                  <a:pt x="36085" y="7016"/>
                </a:cubicBezTo>
                <a:cubicBezTo>
                  <a:pt x="36514" y="5797"/>
                  <a:pt x="37012" y="4651"/>
                  <a:pt x="37013" y="4651"/>
                </a:cubicBezTo>
                <a:lnTo>
                  <a:pt x="37013" y="4651"/>
                </a:lnTo>
                <a:cubicBezTo>
                  <a:pt x="37012" y="4651"/>
                  <a:pt x="36869" y="4794"/>
                  <a:pt x="36657" y="5080"/>
                </a:cubicBezTo>
                <a:cubicBezTo>
                  <a:pt x="36726" y="4937"/>
                  <a:pt x="36801" y="4725"/>
                  <a:pt x="36801" y="4725"/>
                </a:cubicBezTo>
                <a:lnTo>
                  <a:pt x="36801" y="4725"/>
                </a:lnTo>
                <a:cubicBezTo>
                  <a:pt x="36801" y="4725"/>
                  <a:pt x="36657" y="4869"/>
                  <a:pt x="36440" y="5155"/>
                </a:cubicBezTo>
                <a:cubicBezTo>
                  <a:pt x="36583" y="4794"/>
                  <a:pt x="36801" y="4296"/>
                  <a:pt x="36801" y="4296"/>
                </a:cubicBezTo>
                <a:lnTo>
                  <a:pt x="36801" y="4296"/>
                </a:lnTo>
                <a:cubicBezTo>
                  <a:pt x="36800" y="4296"/>
                  <a:pt x="35867" y="5224"/>
                  <a:pt x="35226" y="6444"/>
                </a:cubicBezTo>
                <a:cubicBezTo>
                  <a:pt x="35151" y="6301"/>
                  <a:pt x="35151" y="6226"/>
                  <a:pt x="35082" y="6083"/>
                </a:cubicBezTo>
                <a:lnTo>
                  <a:pt x="35082" y="6083"/>
                </a:lnTo>
                <a:cubicBezTo>
                  <a:pt x="35151" y="6226"/>
                  <a:pt x="35151" y="6369"/>
                  <a:pt x="35151" y="6444"/>
                </a:cubicBezTo>
                <a:cubicBezTo>
                  <a:pt x="35008" y="6799"/>
                  <a:pt x="34796" y="7160"/>
                  <a:pt x="34722" y="7515"/>
                </a:cubicBezTo>
                <a:cubicBezTo>
                  <a:pt x="34653" y="7801"/>
                  <a:pt x="34510" y="8231"/>
                  <a:pt x="34435" y="8660"/>
                </a:cubicBezTo>
                <a:cubicBezTo>
                  <a:pt x="34435" y="8231"/>
                  <a:pt x="34510" y="7801"/>
                  <a:pt x="34510" y="7372"/>
                </a:cubicBezTo>
                <a:lnTo>
                  <a:pt x="34578" y="7228"/>
                </a:lnTo>
                <a:lnTo>
                  <a:pt x="34510" y="7303"/>
                </a:lnTo>
                <a:cubicBezTo>
                  <a:pt x="34578" y="6873"/>
                  <a:pt x="34578" y="6369"/>
                  <a:pt x="34653" y="5871"/>
                </a:cubicBezTo>
                <a:cubicBezTo>
                  <a:pt x="34721" y="5797"/>
                  <a:pt x="34722" y="5655"/>
                  <a:pt x="34722" y="5653"/>
                </a:cubicBezTo>
                <a:lnTo>
                  <a:pt x="34722" y="5653"/>
                </a:lnTo>
                <a:cubicBezTo>
                  <a:pt x="34722" y="5654"/>
                  <a:pt x="34721" y="5728"/>
                  <a:pt x="34653" y="5728"/>
                </a:cubicBezTo>
                <a:lnTo>
                  <a:pt x="34653" y="5510"/>
                </a:lnTo>
                <a:cubicBezTo>
                  <a:pt x="34653" y="5585"/>
                  <a:pt x="34578" y="5728"/>
                  <a:pt x="34510" y="5871"/>
                </a:cubicBezTo>
                <a:cubicBezTo>
                  <a:pt x="34366" y="6014"/>
                  <a:pt x="34223" y="6226"/>
                  <a:pt x="34006" y="6512"/>
                </a:cubicBezTo>
                <a:cubicBezTo>
                  <a:pt x="33937" y="6444"/>
                  <a:pt x="33937" y="6369"/>
                  <a:pt x="33937" y="6369"/>
                </a:cubicBezTo>
                <a:lnTo>
                  <a:pt x="34080" y="6083"/>
                </a:lnTo>
                <a:lnTo>
                  <a:pt x="33937" y="6226"/>
                </a:lnTo>
                <a:cubicBezTo>
                  <a:pt x="33794" y="5653"/>
                  <a:pt x="33650" y="4937"/>
                  <a:pt x="33433" y="4221"/>
                </a:cubicBezTo>
                <a:lnTo>
                  <a:pt x="33433" y="4221"/>
                </a:lnTo>
                <a:cubicBezTo>
                  <a:pt x="33576" y="4869"/>
                  <a:pt x="33650" y="5728"/>
                  <a:pt x="33650" y="6512"/>
                </a:cubicBezTo>
                <a:cubicBezTo>
                  <a:pt x="33650" y="6587"/>
                  <a:pt x="33576" y="6587"/>
                  <a:pt x="33507" y="6656"/>
                </a:cubicBezTo>
                <a:cubicBezTo>
                  <a:pt x="33433" y="6157"/>
                  <a:pt x="33290" y="5585"/>
                  <a:pt x="33146" y="4937"/>
                </a:cubicBezTo>
                <a:cubicBezTo>
                  <a:pt x="33290" y="4508"/>
                  <a:pt x="33364" y="4365"/>
                  <a:pt x="33433" y="4221"/>
                </a:cubicBezTo>
                <a:lnTo>
                  <a:pt x="33507" y="4078"/>
                </a:lnTo>
                <a:lnTo>
                  <a:pt x="33433" y="4153"/>
                </a:lnTo>
                <a:cubicBezTo>
                  <a:pt x="33364" y="4221"/>
                  <a:pt x="33290" y="4365"/>
                  <a:pt x="33078" y="4582"/>
                </a:cubicBezTo>
                <a:cubicBezTo>
                  <a:pt x="33004" y="4508"/>
                  <a:pt x="33003" y="4366"/>
                  <a:pt x="32935" y="4223"/>
                </a:cubicBezTo>
                <a:lnTo>
                  <a:pt x="32935" y="4223"/>
                </a:lnTo>
                <a:cubicBezTo>
                  <a:pt x="33003" y="4366"/>
                  <a:pt x="33003" y="4508"/>
                  <a:pt x="33003" y="4651"/>
                </a:cubicBezTo>
                <a:lnTo>
                  <a:pt x="32934" y="4725"/>
                </a:lnTo>
                <a:cubicBezTo>
                  <a:pt x="32860" y="4439"/>
                  <a:pt x="32791" y="4153"/>
                  <a:pt x="32648" y="3792"/>
                </a:cubicBezTo>
                <a:lnTo>
                  <a:pt x="32648" y="3792"/>
                </a:lnTo>
                <a:cubicBezTo>
                  <a:pt x="32717" y="4078"/>
                  <a:pt x="32791" y="4508"/>
                  <a:pt x="32860" y="4869"/>
                </a:cubicBezTo>
                <a:cubicBezTo>
                  <a:pt x="32574" y="5155"/>
                  <a:pt x="32287" y="5585"/>
                  <a:pt x="32075" y="6014"/>
                </a:cubicBezTo>
                <a:lnTo>
                  <a:pt x="32075" y="5441"/>
                </a:lnTo>
                <a:cubicBezTo>
                  <a:pt x="32001" y="5585"/>
                  <a:pt x="31932" y="5871"/>
                  <a:pt x="31789" y="6157"/>
                </a:cubicBezTo>
                <a:cubicBezTo>
                  <a:pt x="31715" y="6014"/>
                  <a:pt x="31715" y="5871"/>
                  <a:pt x="31646" y="5728"/>
                </a:cubicBezTo>
                <a:lnTo>
                  <a:pt x="31646" y="5728"/>
                </a:lnTo>
                <a:cubicBezTo>
                  <a:pt x="31646" y="5871"/>
                  <a:pt x="31715" y="6083"/>
                  <a:pt x="31789" y="6226"/>
                </a:cubicBezTo>
                <a:cubicBezTo>
                  <a:pt x="31789" y="6369"/>
                  <a:pt x="31715" y="6512"/>
                  <a:pt x="31646" y="6730"/>
                </a:cubicBezTo>
                <a:cubicBezTo>
                  <a:pt x="31646" y="6799"/>
                  <a:pt x="31571" y="6942"/>
                  <a:pt x="31571" y="7016"/>
                </a:cubicBezTo>
                <a:cubicBezTo>
                  <a:pt x="31428" y="6444"/>
                  <a:pt x="31285" y="5871"/>
                  <a:pt x="31073" y="5155"/>
                </a:cubicBezTo>
                <a:lnTo>
                  <a:pt x="31073" y="5155"/>
                </a:lnTo>
                <a:cubicBezTo>
                  <a:pt x="31216" y="5728"/>
                  <a:pt x="31285" y="6444"/>
                  <a:pt x="31285" y="7085"/>
                </a:cubicBezTo>
                <a:cubicBezTo>
                  <a:pt x="31285" y="7016"/>
                  <a:pt x="31216" y="6873"/>
                  <a:pt x="31142" y="6730"/>
                </a:cubicBezTo>
                <a:lnTo>
                  <a:pt x="31142" y="6730"/>
                </a:lnTo>
                <a:cubicBezTo>
                  <a:pt x="31142" y="7016"/>
                  <a:pt x="31216" y="7372"/>
                  <a:pt x="31216" y="7732"/>
                </a:cubicBezTo>
                <a:cubicBezTo>
                  <a:pt x="31073" y="7085"/>
                  <a:pt x="30930" y="6444"/>
                  <a:pt x="30643" y="5653"/>
                </a:cubicBezTo>
                <a:lnTo>
                  <a:pt x="30643" y="5653"/>
                </a:lnTo>
                <a:cubicBezTo>
                  <a:pt x="30787" y="6157"/>
                  <a:pt x="30855" y="6730"/>
                  <a:pt x="30855" y="7372"/>
                </a:cubicBezTo>
                <a:cubicBezTo>
                  <a:pt x="30787" y="7228"/>
                  <a:pt x="30787" y="7016"/>
                  <a:pt x="30712" y="6799"/>
                </a:cubicBezTo>
                <a:lnTo>
                  <a:pt x="30712" y="6799"/>
                </a:lnTo>
                <a:cubicBezTo>
                  <a:pt x="30712" y="7016"/>
                  <a:pt x="30787" y="7303"/>
                  <a:pt x="30787" y="7515"/>
                </a:cubicBezTo>
                <a:cubicBezTo>
                  <a:pt x="30787" y="7449"/>
                  <a:pt x="30720" y="7379"/>
                  <a:pt x="30654" y="7250"/>
                </a:cubicBezTo>
                <a:lnTo>
                  <a:pt x="30654" y="7250"/>
                </a:lnTo>
                <a:lnTo>
                  <a:pt x="30855" y="7658"/>
                </a:lnTo>
                <a:lnTo>
                  <a:pt x="30855" y="8087"/>
                </a:lnTo>
                <a:cubicBezTo>
                  <a:pt x="30787" y="7658"/>
                  <a:pt x="30643" y="7303"/>
                  <a:pt x="30500" y="6942"/>
                </a:cubicBezTo>
                <a:lnTo>
                  <a:pt x="30500" y="6942"/>
                </a:lnTo>
                <a:cubicBezTo>
                  <a:pt x="30569" y="7372"/>
                  <a:pt x="30569" y="7801"/>
                  <a:pt x="30569" y="8374"/>
                </a:cubicBezTo>
                <a:cubicBezTo>
                  <a:pt x="30500" y="7944"/>
                  <a:pt x="30426" y="7589"/>
                  <a:pt x="30283" y="7228"/>
                </a:cubicBezTo>
                <a:cubicBezTo>
                  <a:pt x="30357" y="6083"/>
                  <a:pt x="30426" y="4869"/>
                  <a:pt x="30569" y="3437"/>
                </a:cubicBezTo>
                <a:lnTo>
                  <a:pt x="30569" y="3437"/>
                </a:lnTo>
                <a:cubicBezTo>
                  <a:pt x="30283" y="3935"/>
                  <a:pt x="30071" y="4794"/>
                  <a:pt x="29928" y="5796"/>
                </a:cubicBezTo>
                <a:cubicBezTo>
                  <a:pt x="29853" y="5510"/>
                  <a:pt x="29784" y="5155"/>
                  <a:pt x="29710" y="4869"/>
                </a:cubicBezTo>
                <a:cubicBezTo>
                  <a:pt x="29784" y="4439"/>
                  <a:pt x="29784" y="3935"/>
                  <a:pt x="29853" y="3505"/>
                </a:cubicBezTo>
                <a:lnTo>
                  <a:pt x="29853" y="3505"/>
                </a:lnTo>
                <a:cubicBezTo>
                  <a:pt x="29784" y="3649"/>
                  <a:pt x="29641" y="3935"/>
                  <a:pt x="29567" y="4221"/>
                </a:cubicBezTo>
                <a:cubicBezTo>
                  <a:pt x="29498" y="4010"/>
                  <a:pt x="29498" y="3792"/>
                  <a:pt x="29424" y="3580"/>
                </a:cubicBezTo>
                <a:lnTo>
                  <a:pt x="29424" y="3580"/>
                </a:lnTo>
                <a:cubicBezTo>
                  <a:pt x="29498" y="3792"/>
                  <a:pt x="29498" y="4078"/>
                  <a:pt x="29567" y="4365"/>
                </a:cubicBezTo>
                <a:cubicBezTo>
                  <a:pt x="29432" y="4839"/>
                  <a:pt x="29297" y="5434"/>
                  <a:pt x="29163" y="6099"/>
                </a:cubicBezTo>
                <a:lnTo>
                  <a:pt x="29163" y="6099"/>
                </a:lnTo>
                <a:cubicBezTo>
                  <a:pt x="29145" y="6114"/>
                  <a:pt x="29139" y="6137"/>
                  <a:pt x="29138" y="6149"/>
                </a:cubicBezTo>
                <a:lnTo>
                  <a:pt x="29138" y="6149"/>
                </a:lnTo>
                <a:cubicBezTo>
                  <a:pt x="29212" y="5217"/>
                  <a:pt x="29281" y="4149"/>
                  <a:pt x="29355" y="3007"/>
                </a:cubicBezTo>
                <a:lnTo>
                  <a:pt x="29355" y="3007"/>
                </a:lnTo>
                <a:cubicBezTo>
                  <a:pt x="28994" y="3723"/>
                  <a:pt x="28708" y="5367"/>
                  <a:pt x="28496" y="7016"/>
                </a:cubicBezTo>
                <a:lnTo>
                  <a:pt x="28066" y="5510"/>
                </a:lnTo>
                <a:cubicBezTo>
                  <a:pt x="28066" y="5155"/>
                  <a:pt x="28135" y="4794"/>
                  <a:pt x="28135" y="4508"/>
                </a:cubicBezTo>
                <a:lnTo>
                  <a:pt x="28135" y="4508"/>
                </a:lnTo>
                <a:cubicBezTo>
                  <a:pt x="28066" y="4651"/>
                  <a:pt x="27992" y="4869"/>
                  <a:pt x="27923" y="5080"/>
                </a:cubicBezTo>
                <a:lnTo>
                  <a:pt x="27923" y="5012"/>
                </a:lnTo>
                <a:cubicBezTo>
                  <a:pt x="27705" y="4582"/>
                  <a:pt x="27562" y="4153"/>
                  <a:pt x="27350" y="3723"/>
                </a:cubicBezTo>
                <a:lnTo>
                  <a:pt x="27350" y="3723"/>
                </a:lnTo>
                <a:cubicBezTo>
                  <a:pt x="27493" y="4153"/>
                  <a:pt x="27636" y="4725"/>
                  <a:pt x="27780" y="5224"/>
                </a:cubicBezTo>
                <a:cubicBezTo>
                  <a:pt x="27705" y="5441"/>
                  <a:pt x="27636" y="5796"/>
                  <a:pt x="27493" y="6157"/>
                </a:cubicBezTo>
                <a:cubicBezTo>
                  <a:pt x="27493" y="6226"/>
                  <a:pt x="27493" y="6300"/>
                  <a:pt x="27419" y="6369"/>
                </a:cubicBezTo>
                <a:cubicBezTo>
                  <a:pt x="27207" y="5510"/>
                  <a:pt x="26846" y="4651"/>
                  <a:pt x="26416" y="3792"/>
                </a:cubicBezTo>
                <a:lnTo>
                  <a:pt x="26416" y="3792"/>
                </a:lnTo>
                <a:cubicBezTo>
                  <a:pt x="26777" y="4651"/>
                  <a:pt x="27064" y="5796"/>
                  <a:pt x="27207" y="7016"/>
                </a:cubicBezTo>
                <a:cubicBezTo>
                  <a:pt x="27207" y="7085"/>
                  <a:pt x="27132" y="7228"/>
                  <a:pt x="27132" y="7372"/>
                </a:cubicBezTo>
                <a:cubicBezTo>
                  <a:pt x="27064" y="7228"/>
                  <a:pt x="27064" y="7160"/>
                  <a:pt x="27064" y="7085"/>
                </a:cubicBezTo>
                <a:cubicBezTo>
                  <a:pt x="26921" y="6512"/>
                  <a:pt x="26777" y="6014"/>
                  <a:pt x="26560" y="5441"/>
                </a:cubicBezTo>
                <a:lnTo>
                  <a:pt x="26634" y="5367"/>
                </a:lnTo>
                <a:lnTo>
                  <a:pt x="26560" y="5367"/>
                </a:lnTo>
                <a:cubicBezTo>
                  <a:pt x="26491" y="5224"/>
                  <a:pt x="26416" y="5012"/>
                  <a:pt x="26416" y="4869"/>
                </a:cubicBezTo>
                <a:lnTo>
                  <a:pt x="26416" y="4725"/>
                </a:lnTo>
                <a:cubicBezTo>
                  <a:pt x="26416" y="4725"/>
                  <a:pt x="26416" y="4794"/>
                  <a:pt x="26348" y="4794"/>
                </a:cubicBezTo>
                <a:cubicBezTo>
                  <a:pt x="26273" y="4508"/>
                  <a:pt x="26130" y="4221"/>
                  <a:pt x="25987" y="3935"/>
                </a:cubicBezTo>
                <a:cubicBezTo>
                  <a:pt x="26061" y="3580"/>
                  <a:pt x="26061" y="3150"/>
                  <a:pt x="26130" y="2789"/>
                </a:cubicBezTo>
                <a:lnTo>
                  <a:pt x="26130" y="2789"/>
                </a:lnTo>
                <a:cubicBezTo>
                  <a:pt x="25987" y="3007"/>
                  <a:pt x="25918" y="3219"/>
                  <a:pt x="25844" y="3580"/>
                </a:cubicBezTo>
                <a:cubicBezTo>
                  <a:pt x="25632" y="4221"/>
                  <a:pt x="25489" y="5012"/>
                  <a:pt x="25345" y="5796"/>
                </a:cubicBezTo>
                <a:cubicBezTo>
                  <a:pt x="25202" y="5441"/>
                  <a:pt x="25059" y="5080"/>
                  <a:pt x="24916" y="4794"/>
                </a:cubicBezTo>
                <a:lnTo>
                  <a:pt x="24916" y="4794"/>
                </a:lnTo>
                <a:cubicBezTo>
                  <a:pt x="25059" y="5155"/>
                  <a:pt x="25202" y="5653"/>
                  <a:pt x="25345" y="6083"/>
                </a:cubicBezTo>
                <a:lnTo>
                  <a:pt x="25271" y="6157"/>
                </a:lnTo>
                <a:cubicBezTo>
                  <a:pt x="25128" y="5871"/>
                  <a:pt x="24985" y="5510"/>
                  <a:pt x="24841" y="5224"/>
                </a:cubicBezTo>
                <a:lnTo>
                  <a:pt x="24841" y="5224"/>
                </a:lnTo>
                <a:cubicBezTo>
                  <a:pt x="24985" y="5585"/>
                  <a:pt x="25059" y="5940"/>
                  <a:pt x="25202" y="6300"/>
                </a:cubicBezTo>
                <a:cubicBezTo>
                  <a:pt x="24985" y="6656"/>
                  <a:pt x="24773" y="7016"/>
                  <a:pt x="24629" y="7446"/>
                </a:cubicBezTo>
                <a:cubicBezTo>
                  <a:pt x="24412" y="7085"/>
                  <a:pt x="24269" y="6730"/>
                  <a:pt x="24057" y="6369"/>
                </a:cubicBezTo>
                <a:lnTo>
                  <a:pt x="24057" y="6369"/>
                </a:lnTo>
                <a:cubicBezTo>
                  <a:pt x="24200" y="6656"/>
                  <a:pt x="24343" y="7016"/>
                  <a:pt x="24412" y="7372"/>
                </a:cubicBezTo>
                <a:cubicBezTo>
                  <a:pt x="24343" y="7589"/>
                  <a:pt x="24200" y="7944"/>
                  <a:pt x="24057" y="8374"/>
                </a:cubicBezTo>
                <a:cubicBezTo>
                  <a:pt x="23982" y="7732"/>
                  <a:pt x="23839" y="7085"/>
                  <a:pt x="23627" y="6369"/>
                </a:cubicBezTo>
                <a:cubicBezTo>
                  <a:pt x="23839" y="5940"/>
                  <a:pt x="23982" y="5585"/>
                  <a:pt x="23982" y="5585"/>
                </a:cubicBezTo>
                <a:lnTo>
                  <a:pt x="23982" y="5585"/>
                </a:lnTo>
                <a:lnTo>
                  <a:pt x="23553" y="6014"/>
                </a:lnTo>
                <a:cubicBezTo>
                  <a:pt x="23266" y="5080"/>
                  <a:pt x="22911" y="4078"/>
                  <a:pt x="22482" y="3150"/>
                </a:cubicBezTo>
                <a:lnTo>
                  <a:pt x="22482" y="3150"/>
                </a:lnTo>
                <a:cubicBezTo>
                  <a:pt x="22768" y="3866"/>
                  <a:pt x="22980" y="4725"/>
                  <a:pt x="23123" y="5585"/>
                </a:cubicBezTo>
                <a:cubicBezTo>
                  <a:pt x="23054" y="5367"/>
                  <a:pt x="23054" y="5155"/>
                  <a:pt x="22980" y="4937"/>
                </a:cubicBezTo>
                <a:lnTo>
                  <a:pt x="22980" y="4937"/>
                </a:lnTo>
                <a:cubicBezTo>
                  <a:pt x="23054" y="5367"/>
                  <a:pt x="23123" y="5940"/>
                  <a:pt x="23198" y="6512"/>
                </a:cubicBezTo>
                <a:lnTo>
                  <a:pt x="23123" y="6512"/>
                </a:lnTo>
                <a:cubicBezTo>
                  <a:pt x="22980" y="5871"/>
                  <a:pt x="22837" y="5155"/>
                  <a:pt x="22625" y="4365"/>
                </a:cubicBezTo>
                <a:lnTo>
                  <a:pt x="22625" y="4365"/>
                </a:lnTo>
                <a:cubicBezTo>
                  <a:pt x="22768" y="5080"/>
                  <a:pt x="22837" y="6014"/>
                  <a:pt x="22837" y="6942"/>
                </a:cubicBezTo>
                <a:cubicBezTo>
                  <a:pt x="22837" y="7016"/>
                  <a:pt x="22768" y="7016"/>
                  <a:pt x="22768" y="7085"/>
                </a:cubicBezTo>
                <a:cubicBezTo>
                  <a:pt x="22625" y="6587"/>
                  <a:pt x="22482" y="6014"/>
                  <a:pt x="22338" y="5441"/>
                </a:cubicBezTo>
                <a:lnTo>
                  <a:pt x="22338" y="5441"/>
                </a:lnTo>
                <a:cubicBezTo>
                  <a:pt x="22407" y="6014"/>
                  <a:pt x="22482" y="6730"/>
                  <a:pt x="22550" y="7446"/>
                </a:cubicBezTo>
                <a:cubicBezTo>
                  <a:pt x="22407" y="7732"/>
                  <a:pt x="22264" y="8019"/>
                  <a:pt x="22121" y="8374"/>
                </a:cubicBezTo>
                <a:cubicBezTo>
                  <a:pt x="22121" y="8448"/>
                  <a:pt x="22121" y="8591"/>
                  <a:pt x="22052" y="8735"/>
                </a:cubicBezTo>
                <a:cubicBezTo>
                  <a:pt x="22052" y="8660"/>
                  <a:pt x="22052" y="8660"/>
                  <a:pt x="21978" y="8591"/>
                </a:cubicBezTo>
                <a:cubicBezTo>
                  <a:pt x="22052" y="8517"/>
                  <a:pt x="22052" y="8448"/>
                  <a:pt x="22052" y="8374"/>
                </a:cubicBezTo>
                <a:lnTo>
                  <a:pt x="22052" y="8374"/>
                </a:lnTo>
                <a:cubicBezTo>
                  <a:pt x="22052" y="8448"/>
                  <a:pt x="21978" y="8448"/>
                  <a:pt x="21978" y="8448"/>
                </a:cubicBezTo>
                <a:cubicBezTo>
                  <a:pt x="21909" y="8231"/>
                  <a:pt x="21834" y="7944"/>
                  <a:pt x="21766" y="7732"/>
                </a:cubicBezTo>
                <a:lnTo>
                  <a:pt x="21766" y="7732"/>
                </a:lnTo>
                <a:cubicBezTo>
                  <a:pt x="21834" y="7944"/>
                  <a:pt x="21834" y="8231"/>
                  <a:pt x="21909" y="8517"/>
                </a:cubicBezTo>
                <a:cubicBezTo>
                  <a:pt x="21834" y="8448"/>
                  <a:pt x="21834" y="8374"/>
                  <a:pt x="21834" y="8231"/>
                </a:cubicBezTo>
                <a:lnTo>
                  <a:pt x="21834" y="8591"/>
                </a:lnTo>
                <a:lnTo>
                  <a:pt x="21691" y="8735"/>
                </a:lnTo>
                <a:cubicBezTo>
                  <a:pt x="21548" y="8374"/>
                  <a:pt x="21405" y="7944"/>
                  <a:pt x="21193" y="7589"/>
                </a:cubicBezTo>
                <a:lnTo>
                  <a:pt x="21193" y="7589"/>
                </a:lnTo>
                <a:lnTo>
                  <a:pt x="21622" y="8878"/>
                </a:lnTo>
                <a:cubicBezTo>
                  <a:pt x="21479" y="9090"/>
                  <a:pt x="21336" y="9451"/>
                  <a:pt x="21193" y="9737"/>
                </a:cubicBezTo>
                <a:cubicBezTo>
                  <a:pt x="21118" y="9233"/>
                  <a:pt x="21050" y="8735"/>
                  <a:pt x="20975" y="8087"/>
                </a:cubicBezTo>
                <a:cubicBezTo>
                  <a:pt x="21050" y="7876"/>
                  <a:pt x="21118" y="7732"/>
                  <a:pt x="21193" y="7589"/>
                </a:cubicBezTo>
                <a:cubicBezTo>
                  <a:pt x="21336" y="7228"/>
                  <a:pt x="21479" y="6942"/>
                  <a:pt x="21479" y="6942"/>
                </a:cubicBezTo>
                <a:lnTo>
                  <a:pt x="21479" y="6942"/>
                </a:lnTo>
                <a:cubicBezTo>
                  <a:pt x="21479" y="6942"/>
                  <a:pt x="21336" y="7085"/>
                  <a:pt x="21118" y="7372"/>
                </a:cubicBezTo>
                <a:cubicBezTo>
                  <a:pt x="21548" y="6157"/>
                  <a:pt x="22052" y="5081"/>
                  <a:pt x="22052" y="5080"/>
                </a:cubicBezTo>
                <a:lnTo>
                  <a:pt x="22052" y="5080"/>
                </a:lnTo>
                <a:cubicBezTo>
                  <a:pt x="22052" y="5081"/>
                  <a:pt x="21336" y="5797"/>
                  <a:pt x="20689" y="6730"/>
                </a:cubicBezTo>
                <a:cubicBezTo>
                  <a:pt x="20689" y="6512"/>
                  <a:pt x="20620" y="6369"/>
                  <a:pt x="20620" y="6157"/>
                </a:cubicBezTo>
                <a:cubicBezTo>
                  <a:pt x="21050" y="5012"/>
                  <a:pt x="21479" y="4078"/>
                  <a:pt x="21479" y="4078"/>
                </a:cubicBezTo>
                <a:lnTo>
                  <a:pt x="21479" y="4078"/>
                </a:lnTo>
                <a:cubicBezTo>
                  <a:pt x="21479" y="4078"/>
                  <a:pt x="20906" y="4582"/>
                  <a:pt x="20403" y="5367"/>
                </a:cubicBezTo>
                <a:cubicBezTo>
                  <a:pt x="20334" y="5298"/>
                  <a:pt x="20334" y="5298"/>
                  <a:pt x="20334" y="5224"/>
                </a:cubicBezTo>
                <a:lnTo>
                  <a:pt x="20334" y="5367"/>
                </a:lnTo>
                <a:lnTo>
                  <a:pt x="19904" y="6226"/>
                </a:lnTo>
                <a:lnTo>
                  <a:pt x="19904" y="5871"/>
                </a:lnTo>
                <a:lnTo>
                  <a:pt x="20116" y="5441"/>
                </a:lnTo>
                <a:lnTo>
                  <a:pt x="19904" y="5653"/>
                </a:lnTo>
                <a:cubicBezTo>
                  <a:pt x="19973" y="5224"/>
                  <a:pt x="19973" y="4794"/>
                  <a:pt x="20047" y="4296"/>
                </a:cubicBezTo>
                <a:lnTo>
                  <a:pt x="20047" y="4296"/>
                </a:lnTo>
                <a:cubicBezTo>
                  <a:pt x="19830" y="4725"/>
                  <a:pt x="19618" y="5367"/>
                  <a:pt x="19475" y="6083"/>
                </a:cubicBezTo>
                <a:cubicBezTo>
                  <a:pt x="19400" y="6157"/>
                  <a:pt x="19400" y="6300"/>
                  <a:pt x="19331" y="6369"/>
                </a:cubicBezTo>
                <a:cubicBezTo>
                  <a:pt x="19331" y="5796"/>
                  <a:pt x="19400" y="5224"/>
                  <a:pt x="19400" y="4651"/>
                </a:cubicBezTo>
                <a:cubicBezTo>
                  <a:pt x="19761" y="3866"/>
                  <a:pt x="19973" y="3294"/>
                  <a:pt x="19973" y="3293"/>
                </a:cubicBezTo>
                <a:lnTo>
                  <a:pt x="19973" y="3293"/>
                </a:lnTo>
                <a:cubicBezTo>
                  <a:pt x="19973" y="3294"/>
                  <a:pt x="19761" y="3505"/>
                  <a:pt x="19475" y="3866"/>
                </a:cubicBezTo>
                <a:cubicBezTo>
                  <a:pt x="19475" y="3836"/>
                  <a:pt x="19475" y="3808"/>
                  <a:pt x="19479" y="3779"/>
                </a:cubicBezTo>
                <a:lnTo>
                  <a:pt x="19479" y="3779"/>
                </a:lnTo>
                <a:lnTo>
                  <a:pt x="19331" y="4078"/>
                </a:lnTo>
                <a:cubicBezTo>
                  <a:pt x="19045" y="4508"/>
                  <a:pt x="18684" y="5012"/>
                  <a:pt x="18398" y="5585"/>
                </a:cubicBezTo>
                <a:cubicBezTo>
                  <a:pt x="18329" y="5298"/>
                  <a:pt x="18255" y="5012"/>
                  <a:pt x="18111" y="4725"/>
                </a:cubicBezTo>
                <a:lnTo>
                  <a:pt x="18111" y="4725"/>
                </a:lnTo>
                <a:cubicBezTo>
                  <a:pt x="18186" y="5012"/>
                  <a:pt x="18255" y="5441"/>
                  <a:pt x="18329" y="5796"/>
                </a:cubicBezTo>
                <a:cubicBezTo>
                  <a:pt x="18255" y="5940"/>
                  <a:pt x="18186" y="6083"/>
                  <a:pt x="18186" y="6226"/>
                </a:cubicBezTo>
                <a:lnTo>
                  <a:pt x="18186" y="6300"/>
                </a:lnTo>
                <a:cubicBezTo>
                  <a:pt x="18112" y="6084"/>
                  <a:pt x="18043" y="5941"/>
                  <a:pt x="18043" y="5730"/>
                </a:cubicBezTo>
                <a:lnTo>
                  <a:pt x="18043" y="5730"/>
                </a:lnTo>
                <a:cubicBezTo>
                  <a:pt x="18043" y="5941"/>
                  <a:pt x="18111" y="6158"/>
                  <a:pt x="18111" y="6444"/>
                </a:cubicBezTo>
                <a:lnTo>
                  <a:pt x="18111" y="6512"/>
                </a:lnTo>
                <a:cubicBezTo>
                  <a:pt x="17968" y="5653"/>
                  <a:pt x="17756" y="4794"/>
                  <a:pt x="17470" y="3723"/>
                </a:cubicBezTo>
                <a:lnTo>
                  <a:pt x="17470" y="3723"/>
                </a:lnTo>
                <a:cubicBezTo>
                  <a:pt x="17682" y="4651"/>
                  <a:pt x="17756" y="5796"/>
                  <a:pt x="17756" y="7016"/>
                </a:cubicBezTo>
                <a:cubicBezTo>
                  <a:pt x="17613" y="6587"/>
                  <a:pt x="17470" y="6157"/>
                  <a:pt x="17252" y="5796"/>
                </a:cubicBezTo>
                <a:cubicBezTo>
                  <a:pt x="17327" y="5367"/>
                  <a:pt x="17327" y="5012"/>
                  <a:pt x="17396" y="4651"/>
                </a:cubicBezTo>
                <a:lnTo>
                  <a:pt x="17396" y="4651"/>
                </a:lnTo>
                <a:cubicBezTo>
                  <a:pt x="17252" y="4794"/>
                  <a:pt x="17184" y="5080"/>
                  <a:pt x="17109" y="5367"/>
                </a:cubicBezTo>
                <a:cubicBezTo>
                  <a:pt x="17040" y="5155"/>
                  <a:pt x="16897" y="4937"/>
                  <a:pt x="16823" y="4794"/>
                </a:cubicBezTo>
                <a:cubicBezTo>
                  <a:pt x="16754" y="4296"/>
                  <a:pt x="16611" y="3723"/>
                  <a:pt x="16393" y="3076"/>
                </a:cubicBezTo>
                <a:lnTo>
                  <a:pt x="16393" y="3076"/>
                </a:lnTo>
                <a:cubicBezTo>
                  <a:pt x="16536" y="3723"/>
                  <a:pt x="16611" y="4439"/>
                  <a:pt x="16611" y="5155"/>
                </a:cubicBezTo>
                <a:cubicBezTo>
                  <a:pt x="16468" y="4794"/>
                  <a:pt x="16324" y="4439"/>
                  <a:pt x="16107" y="4078"/>
                </a:cubicBezTo>
                <a:lnTo>
                  <a:pt x="16107" y="4078"/>
                </a:lnTo>
                <a:cubicBezTo>
                  <a:pt x="16324" y="4508"/>
                  <a:pt x="16468" y="5080"/>
                  <a:pt x="16611" y="5653"/>
                </a:cubicBezTo>
                <a:cubicBezTo>
                  <a:pt x="16536" y="5728"/>
                  <a:pt x="16393" y="5796"/>
                  <a:pt x="16250" y="6014"/>
                </a:cubicBezTo>
                <a:cubicBezTo>
                  <a:pt x="16181" y="6157"/>
                  <a:pt x="16107" y="6226"/>
                  <a:pt x="16038" y="6300"/>
                </a:cubicBezTo>
                <a:lnTo>
                  <a:pt x="16038" y="6157"/>
                </a:lnTo>
                <a:lnTo>
                  <a:pt x="15964" y="6226"/>
                </a:lnTo>
                <a:lnTo>
                  <a:pt x="15534" y="5367"/>
                </a:lnTo>
                <a:lnTo>
                  <a:pt x="15534" y="5367"/>
                </a:lnTo>
                <a:cubicBezTo>
                  <a:pt x="15677" y="5728"/>
                  <a:pt x="15752" y="6014"/>
                  <a:pt x="15820" y="6369"/>
                </a:cubicBezTo>
                <a:cubicBezTo>
                  <a:pt x="15752" y="6512"/>
                  <a:pt x="15677" y="6656"/>
                  <a:pt x="15609" y="6873"/>
                </a:cubicBezTo>
                <a:lnTo>
                  <a:pt x="15534" y="6942"/>
                </a:lnTo>
                <a:cubicBezTo>
                  <a:pt x="15466" y="6731"/>
                  <a:pt x="15392" y="6446"/>
                  <a:pt x="15323" y="6161"/>
                </a:cubicBezTo>
                <a:lnTo>
                  <a:pt x="15323" y="6161"/>
                </a:lnTo>
                <a:cubicBezTo>
                  <a:pt x="15392" y="6446"/>
                  <a:pt x="15465" y="6732"/>
                  <a:pt x="15465" y="7085"/>
                </a:cubicBezTo>
                <a:cubicBezTo>
                  <a:pt x="15391" y="7160"/>
                  <a:pt x="15322" y="7303"/>
                  <a:pt x="15248" y="7446"/>
                </a:cubicBezTo>
                <a:cubicBezTo>
                  <a:pt x="15179" y="7372"/>
                  <a:pt x="15179" y="7228"/>
                  <a:pt x="15179" y="7160"/>
                </a:cubicBezTo>
                <a:cubicBezTo>
                  <a:pt x="15248" y="7016"/>
                  <a:pt x="15322" y="6730"/>
                  <a:pt x="15322" y="6730"/>
                </a:cubicBezTo>
                <a:lnTo>
                  <a:pt x="15322" y="6730"/>
                </a:lnTo>
                <a:cubicBezTo>
                  <a:pt x="15322" y="6730"/>
                  <a:pt x="15248" y="6873"/>
                  <a:pt x="15179" y="6942"/>
                </a:cubicBezTo>
                <a:cubicBezTo>
                  <a:pt x="15179" y="6873"/>
                  <a:pt x="15248" y="6799"/>
                  <a:pt x="15248" y="6799"/>
                </a:cubicBezTo>
                <a:lnTo>
                  <a:pt x="15248" y="6799"/>
                </a:lnTo>
                <a:cubicBezTo>
                  <a:pt x="15248" y="6799"/>
                  <a:pt x="15104" y="6873"/>
                  <a:pt x="15036" y="6942"/>
                </a:cubicBezTo>
                <a:cubicBezTo>
                  <a:pt x="15179" y="6444"/>
                  <a:pt x="15322" y="5940"/>
                  <a:pt x="15534" y="5367"/>
                </a:cubicBezTo>
                <a:cubicBezTo>
                  <a:pt x="15820" y="4439"/>
                  <a:pt x="16250" y="3505"/>
                  <a:pt x="16393" y="3076"/>
                </a:cubicBezTo>
                <a:lnTo>
                  <a:pt x="16536" y="2789"/>
                </a:lnTo>
                <a:lnTo>
                  <a:pt x="16536" y="2789"/>
                </a:lnTo>
                <a:cubicBezTo>
                  <a:pt x="16536" y="2790"/>
                  <a:pt x="16038" y="3362"/>
                  <a:pt x="15465" y="4153"/>
                </a:cubicBezTo>
                <a:cubicBezTo>
                  <a:pt x="15677" y="3580"/>
                  <a:pt x="15895" y="3219"/>
                  <a:pt x="15895" y="3219"/>
                </a:cubicBezTo>
                <a:lnTo>
                  <a:pt x="15895" y="3219"/>
                </a:lnTo>
                <a:cubicBezTo>
                  <a:pt x="15895" y="3219"/>
                  <a:pt x="15677" y="3362"/>
                  <a:pt x="15465" y="3649"/>
                </a:cubicBezTo>
                <a:cubicBezTo>
                  <a:pt x="15964" y="2148"/>
                  <a:pt x="16611" y="716"/>
                  <a:pt x="16611" y="716"/>
                </a:cubicBezTo>
                <a:lnTo>
                  <a:pt x="16611" y="716"/>
                </a:lnTo>
                <a:cubicBezTo>
                  <a:pt x="16611" y="716"/>
                  <a:pt x="16181" y="1146"/>
                  <a:pt x="15752" y="1787"/>
                </a:cubicBezTo>
                <a:cubicBezTo>
                  <a:pt x="15322" y="2360"/>
                  <a:pt x="14818" y="3219"/>
                  <a:pt x="14606" y="4078"/>
                </a:cubicBezTo>
                <a:cubicBezTo>
                  <a:pt x="14463" y="4439"/>
                  <a:pt x="14389" y="4869"/>
                  <a:pt x="14320" y="5367"/>
                </a:cubicBezTo>
                <a:cubicBezTo>
                  <a:pt x="14245" y="5224"/>
                  <a:pt x="14177" y="5155"/>
                  <a:pt x="14102" y="5012"/>
                </a:cubicBezTo>
                <a:lnTo>
                  <a:pt x="14102" y="5012"/>
                </a:lnTo>
                <a:cubicBezTo>
                  <a:pt x="14177" y="5155"/>
                  <a:pt x="14245" y="5298"/>
                  <a:pt x="14245" y="5441"/>
                </a:cubicBezTo>
                <a:cubicBezTo>
                  <a:pt x="14245" y="5585"/>
                  <a:pt x="14177" y="5653"/>
                  <a:pt x="14102" y="5796"/>
                </a:cubicBezTo>
                <a:lnTo>
                  <a:pt x="14102" y="5871"/>
                </a:lnTo>
                <a:cubicBezTo>
                  <a:pt x="14033" y="5871"/>
                  <a:pt x="14033" y="5940"/>
                  <a:pt x="14033" y="5940"/>
                </a:cubicBezTo>
                <a:cubicBezTo>
                  <a:pt x="14033" y="5653"/>
                  <a:pt x="14102" y="5298"/>
                  <a:pt x="14102" y="4869"/>
                </a:cubicBezTo>
                <a:cubicBezTo>
                  <a:pt x="14177" y="4794"/>
                  <a:pt x="14245" y="4582"/>
                  <a:pt x="14245" y="4582"/>
                </a:cubicBezTo>
                <a:lnTo>
                  <a:pt x="14245" y="4582"/>
                </a:lnTo>
                <a:cubicBezTo>
                  <a:pt x="14245" y="4582"/>
                  <a:pt x="14177" y="4725"/>
                  <a:pt x="14102" y="4725"/>
                </a:cubicBezTo>
                <a:cubicBezTo>
                  <a:pt x="14177" y="4221"/>
                  <a:pt x="14177" y="3649"/>
                  <a:pt x="14245" y="3150"/>
                </a:cubicBezTo>
                <a:lnTo>
                  <a:pt x="14245" y="3150"/>
                </a:lnTo>
                <a:cubicBezTo>
                  <a:pt x="14033" y="3580"/>
                  <a:pt x="13816" y="4365"/>
                  <a:pt x="13673" y="5298"/>
                </a:cubicBezTo>
                <a:lnTo>
                  <a:pt x="13461" y="5510"/>
                </a:lnTo>
                <a:cubicBezTo>
                  <a:pt x="13461" y="5080"/>
                  <a:pt x="13461" y="4651"/>
                  <a:pt x="13386" y="4078"/>
                </a:cubicBezTo>
                <a:cubicBezTo>
                  <a:pt x="13386" y="3580"/>
                  <a:pt x="13461" y="3007"/>
                  <a:pt x="13461" y="2503"/>
                </a:cubicBezTo>
                <a:lnTo>
                  <a:pt x="13461" y="2503"/>
                </a:lnTo>
                <a:cubicBezTo>
                  <a:pt x="13386" y="2646"/>
                  <a:pt x="13317" y="2933"/>
                  <a:pt x="13243" y="3219"/>
                </a:cubicBezTo>
                <a:cubicBezTo>
                  <a:pt x="13100" y="2360"/>
                  <a:pt x="12888" y="1501"/>
                  <a:pt x="12602" y="498"/>
                </a:cubicBezTo>
                <a:lnTo>
                  <a:pt x="12602" y="498"/>
                </a:lnTo>
                <a:cubicBezTo>
                  <a:pt x="12745" y="1214"/>
                  <a:pt x="12813" y="2148"/>
                  <a:pt x="12813" y="3076"/>
                </a:cubicBezTo>
                <a:cubicBezTo>
                  <a:pt x="12813" y="2933"/>
                  <a:pt x="12745" y="2721"/>
                  <a:pt x="12745" y="2578"/>
                </a:cubicBezTo>
                <a:lnTo>
                  <a:pt x="12745" y="2578"/>
                </a:lnTo>
                <a:cubicBezTo>
                  <a:pt x="12745" y="2864"/>
                  <a:pt x="12813" y="3150"/>
                  <a:pt x="12888" y="3505"/>
                </a:cubicBezTo>
                <a:lnTo>
                  <a:pt x="12888" y="4365"/>
                </a:lnTo>
                <a:cubicBezTo>
                  <a:pt x="12745" y="4508"/>
                  <a:pt x="12527" y="4725"/>
                  <a:pt x="12384" y="4937"/>
                </a:cubicBezTo>
                <a:cubicBezTo>
                  <a:pt x="12241" y="4296"/>
                  <a:pt x="12097" y="3649"/>
                  <a:pt x="11886" y="2933"/>
                </a:cubicBezTo>
                <a:lnTo>
                  <a:pt x="11886" y="2933"/>
                </a:lnTo>
                <a:cubicBezTo>
                  <a:pt x="12029" y="3580"/>
                  <a:pt x="12097" y="4439"/>
                  <a:pt x="12097" y="5298"/>
                </a:cubicBezTo>
                <a:cubicBezTo>
                  <a:pt x="12097" y="5367"/>
                  <a:pt x="12029" y="5441"/>
                  <a:pt x="11954" y="5510"/>
                </a:cubicBezTo>
                <a:lnTo>
                  <a:pt x="11954" y="5367"/>
                </a:lnTo>
                <a:cubicBezTo>
                  <a:pt x="11954" y="5224"/>
                  <a:pt x="11954" y="5080"/>
                  <a:pt x="12029" y="5012"/>
                </a:cubicBezTo>
                <a:cubicBezTo>
                  <a:pt x="11954" y="5012"/>
                  <a:pt x="11886" y="5080"/>
                  <a:pt x="11811" y="5155"/>
                </a:cubicBezTo>
                <a:cubicBezTo>
                  <a:pt x="11742" y="4937"/>
                  <a:pt x="11599" y="4725"/>
                  <a:pt x="11525" y="4582"/>
                </a:cubicBezTo>
                <a:lnTo>
                  <a:pt x="11525" y="4582"/>
                </a:lnTo>
                <a:lnTo>
                  <a:pt x="11598" y="4797"/>
                </a:lnTo>
                <a:lnTo>
                  <a:pt x="11598" y="4797"/>
                </a:lnTo>
                <a:cubicBezTo>
                  <a:pt x="11586" y="4818"/>
                  <a:pt x="11513" y="4949"/>
                  <a:pt x="11382" y="5080"/>
                </a:cubicBezTo>
                <a:cubicBezTo>
                  <a:pt x="11313" y="4869"/>
                  <a:pt x="11238" y="4725"/>
                  <a:pt x="11170" y="4508"/>
                </a:cubicBezTo>
                <a:cubicBezTo>
                  <a:pt x="11313" y="4078"/>
                  <a:pt x="11456" y="3723"/>
                  <a:pt x="11456" y="3723"/>
                </a:cubicBezTo>
                <a:lnTo>
                  <a:pt x="11456" y="3723"/>
                </a:lnTo>
                <a:cubicBezTo>
                  <a:pt x="11456" y="3723"/>
                  <a:pt x="11313" y="3935"/>
                  <a:pt x="11026" y="4221"/>
                </a:cubicBezTo>
                <a:cubicBezTo>
                  <a:pt x="10883" y="4009"/>
                  <a:pt x="10809" y="3792"/>
                  <a:pt x="10666" y="3649"/>
                </a:cubicBezTo>
                <a:lnTo>
                  <a:pt x="10666" y="3649"/>
                </a:lnTo>
                <a:cubicBezTo>
                  <a:pt x="10809" y="3866"/>
                  <a:pt x="10883" y="4078"/>
                  <a:pt x="10952" y="4296"/>
                </a:cubicBezTo>
                <a:cubicBezTo>
                  <a:pt x="10952" y="4296"/>
                  <a:pt x="10952" y="4365"/>
                  <a:pt x="10883" y="4365"/>
                </a:cubicBezTo>
                <a:cubicBezTo>
                  <a:pt x="10740" y="3866"/>
                  <a:pt x="10522" y="3362"/>
                  <a:pt x="10236" y="2933"/>
                </a:cubicBezTo>
                <a:lnTo>
                  <a:pt x="10236" y="2933"/>
                </a:lnTo>
                <a:cubicBezTo>
                  <a:pt x="10454" y="3437"/>
                  <a:pt x="10666" y="3935"/>
                  <a:pt x="10740" y="4582"/>
                </a:cubicBezTo>
                <a:cubicBezTo>
                  <a:pt x="10740" y="4582"/>
                  <a:pt x="10666" y="4651"/>
                  <a:pt x="10666" y="4725"/>
                </a:cubicBezTo>
                <a:cubicBezTo>
                  <a:pt x="10597" y="4582"/>
                  <a:pt x="10597" y="4508"/>
                  <a:pt x="10597" y="4439"/>
                </a:cubicBezTo>
                <a:lnTo>
                  <a:pt x="10597" y="4725"/>
                </a:lnTo>
                <a:cubicBezTo>
                  <a:pt x="10597" y="4794"/>
                  <a:pt x="10522" y="4869"/>
                  <a:pt x="10454" y="5012"/>
                </a:cubicBezTo>
                <a:cubicBezTo>
                  <a:pt x="10379" y="4439"/>
                  <a:pt x="10236" y="3935"/>
                  <a:pt x="10024" y="3580"/>
                </a:cubicBezTo>
                <a:lnTo>
                  <a:pt x="10024" y="3580"/>
                </a:lnTo>
                <a:cubicBezTo>
                  <a:pt x="10093" y="4153"/>
                  <a:pt x="10093" y="4869"/>
                  <a:pt x="10024" y="5653"/>
                </a:cubicBezTo>
                <a:cubicBezTo>
                  <a:pt x="10024" y="5728"/>
                  <a:pt x="9950" y="5871"/>
                  <a:pt x="9881" y="5940"/>
                </a:cubicBezTo>
                <a:cubicBezTo>
                  <a:pt x="9881" y="5796"/>
                  <a:pt x="9806" y="5585"/>
                  <a:pt x="9806" y="5441"/>
                </a:cubicBezTo>
                <a:lnTo>
                  <a:pt x="9806" y="5155"/>
                </a:lnTo>
                <a:cubicBezTo>
                  <a:pt x="9806" y="5224"/>
                  <a:pt x="9738" y="5224"/>
                  <a:pt x="9738" y="5298"/>
                </a:cubicBezTo>
                <a:cubicBezTo>
                  <a:pt x="9663" y="4937"/>
                  <a:pt x="9595" y="4508"/>
                  <a:pt x="9451" y="4153"/>
                </a:cubicBezTo>
                <a:cubicBezTo>
                  <a:pt x="9520" y="3437"/>
                  <a:pt x="9595" y="2789"/>
                  <a:pt x="9595" y="2073"/>
                </a:cubicBezTo>
                <a:lnTo>
                  <a:pt x="9595" y="2073"/>
                </a:lnTo>
                <a:cubicBezTo>
                  <a:pt x="9377" y="2434"/>
                  <a:pt x="9234" y="3150"/>
                  <a:pt x="9090" y="4009"/>
                </a:cubicBezTo>
                <a:cubicBezTo>
                  <a:pt x="9090" y="3580"/>
                  <a:pt x="9090" y="3150"/>
                  <a:pt x="9165" y="2721"/>
                </a:cubicBezTo>
                <a:lnTo>
                  <a:pt x="9234" y="2578"/>
                </a:lnTo>
                <a:lnTo>
                  <a:pt x="9234" y="2578"/>
                </a:lnTo>
                <a:lnTo>
                  <a:pt x="9165" y="2646"/>
                </a:lnTo>
                <a:cubicBezTo>
                  <a:pt x="9234" y="1787"/>
                  <a:pt x="9308" y="859"/>
                  <a:pt x="9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22"/>
          <p:cNvSpPr/>
          <p:nvPr/>
        </p:nvSpPr>
        <p:spPr>
          <a:xfrm flipH="1">
            <a:off x="162" y="4785500"/>
            <a:ext cx="9143961" cy="358000"/>
          </a:xfrm>
          <a:custGeom>
            <a:avLst/>
            <a:gdLst/>
            <a:ahLst/>
            <a:cxnLst/>
            <a:rect l="l" t="t" r="r" b="b"/>
            <a:pathLst>
              <a:path w="95148" h="14320" extrusionOk="0">
                <a:moveTo>
                  <a:pt x="95147" y="0"/>
                </a:moveTo>
                <a:cubicBezTo>
                  <a:pt x="95147" y="0"/>
                  <a:pt x="90783" y="1931"/>
                  <a:pt x="88922" y="2435"/>
                </a:cubicBezTo>
                <a:cubicBezTo>
                  <a:pt x="86986" y="2933"/>
                  <a:pt x="80473" y="5510"/>
                  <a:pt x="78967" y="5510"/>
                </a:cubicBezTo>
                <a:cubicBezTo>
                  <a:pt x="77415" y="5584"/>
                  <a:pt x="72802" y="7877"/>
                  <a:pt x="71847" y="7877"/>
                </a:cubicBezTo>
                <a:cubicBezTo>
                  <a:pt x="71833" y="7877"/>
                  <a:pt x="71820" y="7877"/>
                  <a:pt x="71808" y="7876"/>
                </a:cubicBezTo>
                <a:cubicBezTo>
                  <a:pt x="70997" y="7806"/>
                  <a:pt x="64961" y="4615"/>
                  <a:pt x="62540" y="4615"/>
                </a:cubicBezTo>
                <a:cubicBezTo>
                  <a:pt x="62395" y="4615"/>
                  <a:pt x="62262" y="4627"/>
                  <a:pt x="62145" y="4651"/>
                </a:cubicBezTo>
                <a:cubicBezTo>
                  <a:pt x="59997" y="5012"/>
                  <a:pt x="52763" y="5298"/>
                  <a:pt x="50690" y="5510"/>
                </a:cubicBezTo>
                <a:cubicBezTo>
                  <a:pt x="50628" y="5519"/>
                  <a:pt x="50558" y="5523"/>
                  <a:pt x="50479" y="5523"/>
                </a:cubicBezTo>
                <a:cubicBezTo>
                  <a:pt x="47983" y="5523"/>
                  <a:pt x="37006" y="1269"/>
                  <a:pt x="32287" y="642"/>
                </a:cubicBezTo>
                <a:cubicBezTo>
                  <a:pt x="31557" y="546"/>
                  <a:pt x="30726" y="504"/>
                  <a:pt x="29822" y="504"/>
                </a:cubicBezTo>
                <a:cubicBezTo>
                  <a:pt x="24697" y="504"/>
                  <a:pt x="17237" y="1842"/>
                  <a:pt x="12670" y="2148"/>
                </a:cubicBezTo>
                <a:cubicBezTo>
                  <a:pt x="12212" y="2178"/>
                  <a:pt x="11735" y="2191"/>
                  <a:pt x="11246" y="2191"/>
                </a:cubicBezTo>
                <a:cubicBezTo>
                  <a:pt x="6991" y="2191"/>
                  <a:pt x="1798" y="1170"/>
                  <a:pt x="1" y="785"/>
                </a:cubicBezTo>
                <a:lnTo>
                  <a:pt x="1" y="14319"/>
                </a:lnTo>
                <a:lnTo>
                  <a:pt x="95147" y="14319"/>
                </a:lnTo>
                <a:lnTo>
                  <a:pt x="951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2" name="Google Shape;1332;p22"/>
          <p:cNvGrpSpPr/>
          <p:nvPr/>
        </p:nvGrpSpPr>
        <p:grpSpPr>
          <a:xfrm rot="-1560016" flipH="1">
            <a:off x="8144601" y="251542"/>
            <a:ext cx="873508" cy="575919"/>
            <a:chOff x="201499" y="3290704"/>
            <a:chExt cx="2376935" cy="1567156"/>
          </a:xfrm>
        </p:grpSpPr>
        <p:sp>
          <p:nvSpPr>
            <p:cNvPr id="1333" name="Google Shape;1333;p2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22"/>
            <p:cNvGrpSpPr/>
            <p:nvPr/>
          </p:nvGrpSpPr>
          <p:grpSpPr>
            <a:xfrm rot="769064">
              <a:off x="1679606" y="4257440"/>
              <a:ext cx="171378" cy="93552"/>
              <a:chOff x="3467344" y="1694749"/>
              <a:chExt cx="114969" cy="62784"/>
            </a:xfrm>
          </p:grpSpPr>
          <p:sp>
            <p:nvSpPr>
              <p:cNvPr id="1335" name="Google Shape;1335;p2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37" name="Google Shape;1337;p22"/>
          <p:cNvSpPr/>
          <p:nvPr/>
        </p:nvSpPr>
        <p:spPr>
          <a:xfrm rot="844992">
            <a:off x="191264" y="165779"/>
            <a:ext cx="665998" cy="297649"/>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2"/>
          <p:cNvSpPr/>
          <p:nvPr/>
        </p:nvSpPr>
        <p:spPr>
          <a:xfrm rot="-206078">
            <a:off x="133881" y="499749"/>
            <a:ext cx="348283" cy="155648"/>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2"/>
          <p:cNvSpPr/>
          <p:nvPr/>
        </p:nvSpPr>
        <p:spPr>
          <a:xfrm rot="-206025">
            <a:off x="8070091" y="107012"/>
            <a:ext cx="602289" cy="269200"/>
          </a:xfrm>
          <a:custGeom>
            <a:avLst/>
            <a:gdLst/>
            <a:ahLst/>
            <a:cxnLst/>
            <a:rect l="l" t="t" r="r" b="b"/>
            <a:pathLst>
              <a:path w="24333" h="9165" extrusionOk="0">
                <a:moveTo>
                  <a:pt x="305" y="1"/>
                </a:moveTo>
                <a:cubicBezTo>
                  <a:pt x="1" y="1"/>
                  <a:pt x="83" y="173"/>
                  <a:pt x="83" y="173"/>
                </a:cubicBezTo>
                <a:cubicBezTo>
                  <a:pt x="83" y="173"/>
                  <a:pt x="901" y="314"/>
                  <a:pt x="1315" y="1535"/>
                </a:cubicBezTo>
                <a:cubicBezTo>
                  <a:pt x="1860" y="2766"/>
                  <a:pt x="1718" y="3715"/>
                  <a:pt x="1718" y="3715"/>
                </a:cubicBezTo>
                <a:cubicBezTo>
                  <a:pt x="1718" y="3715"/>
                  <a:pt x="2808" y="4129"/>
                  <a:pt x="3353" y="4946"/>
                </a:cubicBezTo>
                <a:cubicBezTo>
                  <a:pt x="3898" y="5764"/>
                  <a:pt x="4170" y="6853"/>
                  <a:pt x="4170" y="6853"/>
                </a:cubicBezTo>
                <a:cubicBezTo>
                  <a:pt x="4170" y="6853"/>
                  <a:pt x="5533" y="6853"/>
                  <a:pt x="6492" y="7398"/>
                </a:cubicBezTo>
                <a:cubicBezTo>
                  <a:pt x="7309" y="8074"/>
                  <a:pt x="7712" y="8619"/>
                  <a:pt x="7712" y="8619"/>
                </a:cubicBezTo>
                <a:lnTo>
                  <a:pt x="9216" y="8347"/>
                </a:lnTo>
                <a:cubicBezTo>
                  <a:pt x="9489" y="8892"/>
                  <a:pt x="10034" y="9164"/>
                  <a:pt x="10709" y="9164"/>
                </a:cubicBezTo>
                <a:cubicBezTo>
                  <a:pt x="11527" y="9164"/>
                  <a:pt x="12072" y="8761"/>
                  <a:pt x="12344" y="8216"/>
                </a:cubicBezTo>
                <a:cubicBezTo>
                  <a:pt x="13303" y="8216"/>
                  <a:pt x="14666" y="8216"/>
                  <a:pt x="15756" y="7943"/>
                </a:cubicBezTo>
                <a:cubicBezTo>
                  <a:pt x="17794" y="7398"/>
                  <a:pt x="19701" y="6984"/>
                  <a:pt x="19701" y="6984"/>
                </a:cubicBezTo>
                <a:cubicBezTo>
                  <a:pt x="19701" y="6984"/>
                  <a:pt x="19973" y="6581"/>
                  <a:pt x="20518" y="5894"/>
                </a:cubicBezTo>
                <a:cubicBezTo>
                  <a:pt x="21063" y="5219"/>
                  <a:pt x="22153" y="4946"/>
                  <a:pt x="22153" y="4946"/>
                </a:cubicBezTo>
                <a:cubicBezTo>
                  <a:pt x="22153" y="4946"/>
                  <a:pt x="22153" y="4532"/>
                  <a:pt x="22295" y="3856"/>
                </a:cubicBezTo>
                <a:cubicBezTo>
                  <a:pt x="22426" y="3170"/>
                  <a:pt x="24333" y="1949"/>
                  <a:pt x="24333" y="1949"/>
                </a:cubicBezTo>
                <a:lnTo>
                  <a:pt x="24333" y="1949"/>
                </a:lnTo>
                <a:lnTo>
                  <a:pt x="21477" y="2766"/>
                </a:lnTo>
                <a:cubicBezTo>
                  <a:pt x="19570" y="3170"/>
                  <a:pt x="15483" y="5764"/>
                  <a:pt x="15483" y="5764"/>
                </a:cubicBezTo>
                <a:cubicBezTo>
                  <a:pt x="15483" y="5764"/>
                  <a:pt x="14666" y="6581"/>
                  <a:pt x="13303" y="6984"/>
                </a:cubicBezTo>
                <a:cubicBezTo>
                  <a:pt x="12758" y="7126"/>
                  <a:pt x="12344" y="7126"/>
                  <a:pt x="12072" y="7126"/>
                </a:cubicBezTo>
                <a:cubicBezTo>
                  <a:pt x="12072" y="6984"/>
                  <a:pt x="11941" y="6984"/>
                  <a:pt x="11941" y="6853"/>
                </a:cubicBezTo>
                <a:lnTo>
                  <a:pt x="11941" y="5894"/>
                </a:lnTo>
                <a:cubicBezTo>
                  <a:pt x="11669" y="6036"/>
                  <a:pt x="11396" y="6309"/>
                  <a:pt x="11124" y="6581"/>
                </a:cubicBezTo>
                <a:lnTo>
                  <a:pt x="10306" y="6581"/>
                </a:lnTo>
                <a:cubicBezTo>
                  <a:pt x="10034" y="6309"/>
                  <a:pt x="9620" y="6036"/>
                  <a:pt x="9347" y="5894"/>
                </a:cubicBezTo>
                <a:lnTo>
                  <a:pt x="9347" y="5894"/>
                </a:lnTo>
                <a:cubicBezTo>
                  <a:pt x="9489" y="6167"/>
                  <a:pt x="9489" y="6581"/>
                  <a:pt x="9489" y="6984"/>
                </a:cubicBezTo>
                <a:cubicBezTo>
                  <a:pt x="9347" y="7126"/>
                  <a:pt x="9347" y="7257"/>
                  <a:pt x="9216" y="7398"/>
                </a:cubicBezTo>
                <a:cubicBezTo>
                  <a:pt x="8671" y="7257"/>
                  <a:pt x="6895" y="6581"/>
                  <a:pt x="6078" y="5349"/>
                </a:cubicBezTo>
                <a:lnTo>
                  <a:pt x="5129" y="3856"/>
                </a:lnTo>
                <a:cubicBezTo>
                  <a:pt x="5129" y="3856"/>
                  <a:pt x="4312" y="3170"/>
                  <a:pt x="3898" y="2352"/>
                </a:cubicBezTo>
                <a:cubicBezTo>
                  <a:pt x="3353" y="1677"/>
                  <a:pt x="1446" y="42"/>
                  <a:pt x="628" y="42"/>
                </a:cubicBezTo>
                <a:cubicBezTo>
                  <a:pt x="489" y="13"/>
                  <a:pt x="384" y="1"/>
                  <a:pt x="30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2"/>
          <p:cNvSpPr/>
          <p:nvPr/>
        </p:nvSpPr>
        <p:spPr>
          <a:xfrm rot="-658294" flipH="1">
            <a:off x="8077871" y="2911712"/>
            <a:ext cx="1145879" cy="1453509"/>
          </a:xfrm>
          <a:custGeom>
            <a:avLst/>
            <a:gdLst/>
            <a:ahLst/>
            <a:cxnLst/>
            <a:rect l="l" t="t" r="r" b="b"/>
            <a:pathLst>
              <a:path w="41699" h="38470" extrusionOk="0">
                <a:moveTo>
                  <a:pt x="22575" y="1"/>
                </a:moveTo>
                <a:lnTo>
                  <a:pt x="22575" y="1"/>
                </a:lnTo>
                <a:cubicBezTo>
                  <a:pt x="22237" y="223"/>
                  <a:pt x="21908" y="668"/>
                  <a:pt x="21793" y="1219"/>
                </a:cubicBezTo>
                <a:cubicBezTo>
                  <a:pt x="21686" y="1664"/>
                  <a:pt x="21686" y="2224"/>
                  <a:pt x="22015" y="2669"/>
                </a:cubicBezTo>
                <a:lnTo>
                  <a:pt x="22131" y="2553"/>
                </a:lnTo>
                <a:lnTo>
                  <a:pt x="22131" y="2553"/>
                </a:lnTo>
                <a:cubicBezTo>
                  <a:pt x="21908" y="2891"/>
                  <a:pt x="21686" y="3114"/>
                  <a:pt x="21463" y="3336"/>
                </a:cubicBezTo>
                <a:cubicBezTo>
                  <a:pt x="20681" y="4555"/>
                  <a:pt x="20236" y="6004"/>
                  <a:pt x="19907" y="7445"/>
                </a:cubicBezTo>
                <a:cubicBezTo>
                  <a:pt x="19791" y="7668"/>
                  <a:pt x="19791" y="8006"/>
                  <a:pt x="19685" y="8335"/>
                </a:cubicBezTo>
                <a:cubicBezTo>
                  <a:pt x="18902" y="6227"/>
                  <a:pt x="18457" y="4110"/>
                  <a:pt x="18128" y="1779"/>
                </a:cubicBezTo>
                <a:lnTo>
                  <a:pt x="18128" y="1779"/>
                </a:lnTo>
                <a:cubicBezTo>
                  <a:pt x="18235" y="4448"/>
                  <a:pt x="18679" y="7116"/>
                  <a:pt x="19462" y="9669"/>
                </a:cubicBezTo>
                <a:cubicBezTo>
                  <a:pt x="19462" y="10336"/>
                  <a:pt x="19347" y="11003"/>
                  <a:pt x="19240" y="11564"/>
                </a:cubicBezTo>
                <a:cubicBezTo>
                  <a:pt x="19017" y="12898"/>
                  <a:pt x="18795" y="14116"/>
                  <a:pt x="18350" y="15228"/>
                </a:cubicBezTo>
                <a:lnTo>
                  <a:pt x="17016" y="16233"/>
                </a:lnTo>
                <a:cubicBezTo>
                  <a:pt x="16678" y="16011"/>
                  <a:pt x="16571" y="15566"/>
                  <a:pt x="16456" y="15228"/>
                </a:cubicBezTo>
                <a:cubicBezTo>
                  <a:pt x="16233" y="14561"/>
                  <a:pt x="16349" y="13894"/>
                  <a:pt x="16678" y="13342"/>
                </a:cubicBezTo>
                <a:lnTo>
                  <a:pt x="16678" y="13342"/>
                </a:lnTo>
                <a:cubicBezTo>
                  <a:pt x="16233" y="13894"/>
                  <a:pt x="16011" y="14561"/>
                  <a:pt x="16011" y="15228"/>
                </a:cubicBezTo>
                <a:cubicBezTo>
                  <a:pt x="16127" y="15788"/>
                  <a:pt x="16233" y="16233"/>
                  <a:pt x="16456" y="16678"/>
                </a:cubicBezTo>
                <a:cubicBezTo>
                  <a:pt x="15122" y="17674"/>
                  <a:pt x="13787" y="18786"/>
                  <a:pt x="12453" y="19898"/>
                </a:cubicBezTo>
                <a:cubicBezTo>
                  <a:pt x="12124" y="18902"/>
                  <a:pt x="11786" y="17790"/>
                  <a:pt x="11679" y="16678"/>
                </a:cubicBezTo>
                <a:cubicBezTo>
                  <a:pt x="11564" y="16118"/>
                  <a:pt x="11564" y="15566"/>
                  <a:pt x="11564" y="15006"/>
                </a:cubicBezTo>
                <a:cubicBezTo>
                  <a:pt x="11786" y="14783"/>
                  <a:pt x="12008" y="14454"/>
                  <a:pt x="12346" y="14232"/>
                </a:cubicBezTo>
                <a:cubicBezTo>
                  <a:pt x="12898" y="13672"/>
                  <a:pt x="13343" y="13004"/>
                  <a:pt x="13787" y="12231"/>
                </a:cubicBezTo>
                <a:cubicBezTo>
                  <a:pt x="14232" y="11564"/>
                  <a:pt x="14570" y="10781"/>
                  <a:pt x="14792" y="10007"/>
                </a:cubicBezTo>
                <a:cubicBezTo>
                  <a:pt x="15015" y="9224"/>
                  <a:pt x="15122" y="8450"/>
                  <a:pt x="15122" y="7668"/>
                </a:cubicBezTo>
                <a:lnTo>
                  <a:pt x="15122" y="7668"/>
                </a:lnTo>
                <a:cubicBezTo>
                  <a:pt x="15015" y="8450"/>
                  <a:pt x="14899" y="9224"/>
                  <a:pt x="14570" y="10007"/>
                </a:cubicBezTo>
                <a:cubicBezTo>
                  <a:pt x="14348" y="10674"/>
                  <a:pt x="13903" y="11448"/>
                  <a:pt x="13458" y="12115"/>
                </a:cubicBezTo>
                <a:cubicBezTo>
                  <a:pt x="13014" y="12675"/>
                  <a:pt x="12453" y="13342"/>
                  <a:pt x="11902" y="13787"/>
                </a:cubicBezTo>
                <a:cubicBezTo>
                  <a:pt x="11786" y="14010"/>
                  <a:pt x="11679" y="14116"/>
                  <a:pt x="11457" y="14232"/>
                </a:cubicBezTo>
                <a:cubicBezTo>
                  <a:pt x="11457" y="13227"/>
                  <a:pt x="11457" y="12231"/>
                  <a:pt x="11564" y="11341"/>
                </a:cubicBezTo>
                <a:cubicBezTo>
                  <a:pt x="11679" y="9562"/>
                  <a:pt x="11902" y="7783"/>
                  <a:pt x="12124" y="6004"/>
                </a:cubicBezTo>
                <a:cubicBezTo>
                  <a:pt x="13343" y="4999"/>
                  <a:pt x="14125" y="3558"/>
                  <a:pt x="14232" y="2002"/>
                </a:cubicBezTo>
                <a:lnTo>
                  <a:pt x="14232" y="2002"/>
                </a:lnTo>
                <a:cubicBezTo>
                  <a:pt x="13903" y="3336"/>
                  <a:pt x="13236" y="4448"/>
                  <a:pt x="12231" y="5222"/>
                </a:cubicBezTo>
                <a:cubicBezTo>
                  <a:pt x="12346" y="3558"/>
                  <a:pt x="12453" y="1779"/>
                  <a:pt x="12453" y="107"/>
                </a:cubicBezTo>
                <a:lnTo>
                  <a:pt x="12231" y="107"/>
                </a:lnTo>
                <a:cubicBezTo>
                  <a:pt x="12124" y="1219"/>
                  <a:pt x="11902" y="2224"/>
                  <a:pt x="11786" y="3336"/>
                </a:cubicBezTo>
                <a:cubicBezTo>
                  <a:pt x="11235" y="2998"/>
                  <a:pt x="10790" y="2224"/>
                  <a:pt x="10790" y="1441"/>
                </a:cubicBezTo>
                <a:lnTo>
                  <a:pt x="10790" y="1441"/>
                </a:lnTo>
                <a:cubicBezTo>
                  <a:pt x="10568" y="2331"/>
                  <a:pt x="10790" y="3336"/>
                  <a:pt x="11564" y="4003"/>
                </a:cubicBezTo>
                <a:cubicBezTo>
                  <a:pt x="11564" y="4555"/>
                  <a:pt x="11457" y="5115"/>
                  <a:pt x="11341" y="5560"/>
                </a:cubicBezTo>
                <a:cubicBezTo>
                  <a:pt x="10897" y="7445"/>
                  <a:pt x="10452" y="9224"/>
                  <a:pt x="10123" y="11119"/>
                </a:cubicBezTo>
                <a:cubicBezTo>
                  <a:pt x="10123" y="11226"/>
                  <a:pt x="10123" y="11341"/>
                  <a:pt x="10007" y="11448"/>
                </a:cubicBezTo>
                <a:cubicBezTo>
                  <a:pt x="8789" y="11119"/>
                  <a:pt x="7561" y="10336"/>
                  <a:pt x="6787" y="9117"/>
                </a:cubicBezTo>
                <a:cubicBezTo>
                  <a:pt x="5898" y="7890"/>
                  <a:pt x="5560" y="6227"/>
                  <a:pt x="5782" y="4670"/>
                </a:cubicBezTo>
                <a:lnTo>
                  <a:pt x="5782" y="4670"/>
                </a:lnTo>
                <a:cubicBezTo>
                  <a:pt x="5453" y="6227"/>
                  <a:pt x="5675" y="7890"/>
                  <a:pt x="6449" y="9340"/>
                </a:cubicBezTo>
                <a:cubicBezTo>
                  <a:pt x="7232" y="10674"/>
                  <a:pt x="8451" y="11670"/>
                  <a:pt x="9900" y="12231"/>
                </a:cubicBezTo>
                <a:cubicBezTo>
                  <a:pt x="9678" y="13672"/>
                  <a:pt x="9562" y="15228"/>
                  <a:pt x="9678" y="16900"/>
                </a:cubicBezTo>
                <a:cubicBezTo>
                  <a:pt x="9678" y="18457"/>
                  <a:pt x="9900" y="20120"/>
                  <a:pt x="10452" y="21677"/>
                </a:cubicBezTo>
                <a:cubicBezTo>
                  <a:pt x="8566" y="23456"/>
                  <a:pt x="6672" y="25350"/>
                  <a:pt x="5115" y="27458"/>
                </a:cubicBezTo>
                <a:cubicBezTo>
                  <a:pt x="2891" y="30349"/>
                  <a:pt x="1006" y="33578"/>
                  <a:pt x="1" y="37358"/>
                </a:cubicBezTo>
                <a:lnTo>
                  <a:pt x="5337" y="38470"/>
                </a:lnTo>
                <a:cubicBezTo>
                  <a:pt x="5782" y="35579"/>
                  <a:pt x="6894" y="32573"/>
                  <a:pt x="8566" y="29797"/>
                </a:cubicBezTo>
                <a:cubicBezTo>
                  <a:pt x="9900" y="27351"/>
                  <a:pt x="11679" y="25128"/>
                  <a:pt x="13565" y="22904"/>
                </a:cubicBezTo>
                <a:cubicBezTo>
                  <a:pt x="13938" y="22917"/>
                  <a:pt x="14312" y="22924"/>
                  <a:pt x="14685" y="22924"/>
                </a:cubicBezTo>
                <a:cubicBezTo>
                  <a:pt x="17316" y="22924"/>
                  <a:pt x="19942" y="22599"/>
                  <a:pt x="22575" y="22015"/>
                </a:cubicBezTo>
                <a:cubicBezTo>
                  <a:pt x="22575" y="22015"/>
                  <a:pt x="22682" y="22015"/>
                  <a:pt x="22798" y="22121"/>
                </a:cubicBezTo>
                <a:cubicBezTo>
                  <a:pt x="23242" y="22344"/>
                  <a:pt x="23572" y="22566"/>
                  <a:pt x="24016" y="22904"/>
                </a:cubicBezTo>
                <a:cubicBezTo>
                  <a:pt x="24461" y="23233"/>
                  <a:pt x="24799" y="23456"/>
                  <a:pt x="25244" y="23794"/>
                </a:cubicBezTo>
                <a:cubicBezTo>
                  <a:pt x="25688" y="24123"/>
                  <a:pt x="26133" y="24345"/>
                  <a:pt x="26578" y="24567"/>
                </a:cubicBezTo>
                <a:cubicBezTo>
                  <a:pt x="27574" y="25012"/>
                  <a:pt x="28579" y="25128"/>
                  <a:pt x="29575" y="25128"/>
                </a:cubicBezTo>
                <a:cubicBezTo>
                  <a:pt x="30687" y="25128"/>
                  <a:pt x="31692" y="24790"/>
                  <a:pt x="32582" y="24345"/>
                </a:cubicBezTo>
                <a:lnTo>
                  <a:pt x="32582" y="24345"/>
                </a:lnTo>
                <a:cubicBezTo>
                  <a:pt x="31840" y="24716"/>
                  <a:pt x="30945" y="24932"/>
                  <a:pt x="30085" y="24932"/>
                </a:cubicBezTo>
                <a:cubicBezTo>
                  <a:pt x="29913" y="24932"/>
                  <a:pt x="29743" y="24923"/>
                  <a:pt x="29575" y="24905"/>
                </a:cubicBezTo>
                <a:cubicBezTo>
                  <a:pt x="28579" y="24905"/>
                  <a:pt x="27690" y="24683"/>
                  <a:pt x="26800" y="24238"/>
                </a:cubicBezTo>
                <a:cubicBezTo>
                  <a:pt x="25795" y="23794"/>
                  <a:pt x="25128" y="23127"/>
                  <a:pt x="24354" y="22459"/>
                </a:cubicBezTo>
                <a:cubicBezTo>
                  <a:pt x="24016" y="22237"/>
                  <a:pt x="23794" y="22015"/>
                  <a:pt x="23465" y="21792"/>
                </a:cubicBezTo>
                <a:cubicBezTo>
                  <a:pt x="25021" y="21454"/>
                  <a:pt x="26578" y="20903"/>
                  <a:pt x="28019" y="20342"/>
                </a:cubicBezTo>
                <a:cubicBezTo>
                  <a:pt x="28464" y="20236"/>
                  <a:pt x="28908" y="20013"/>
                  <a:pt x="29353" y="19898"/>
                </a:cubicBezTo>
                <a:cubicBezTo>
                  <a:pt x="29691" y="20120"/>
                  <a:pt x="30020" y="20458"/>
                  <a:pt x="30465" y="20565"/>
                </a:cubicBezTo>
                <a:cubicBezTo>
                  <a:pt x="30887" y="20819"/>
                  <a:pt x="31369" y="20943"/>
                  <a:pt x="31817" y="20943"/>
                </a:cubicBezTo>
                <a:cubicBezTo>
                  <a:pt x="31964" y="20943"/>
                  <a:pt x="32107" y="20929"/>
                  <a:pt x="32244" y="20903"/>
                </a:cubicBezTo>
                <a:cubicBezTo>
                  <a:pt x="32804" y="20903"/>
                  <a:pt x="33356" y="20787"/>
                  <a:pt x="33916" y="20565"/>
                </a:cubicBezTo>
                <a:cubicBezTo>
                  <a:pt x="34467" y="20342"/>
                  <a:pt x="35028" y="20120"/>
                  <a:pt x="35473" y="19898"/>
                </a:cubicBezTo>
                <a:lnTo>
                  <a:pt x="35473" y="19898"/>
                </a:lnTo>
                <a:cubicBezTo>
                  <a:pt x="34912" y="20120"/>
                  <a:pt x="34467" y="20236"/>
                  <a:pt x="33916" y="20458"/>
                </a:cubicBezTo>
                <a:cubicBezTo>
                  <a:pt x="33356" y="20565"/>
                  <a:pt x="32804" y="20565"/>
                  <a:pt x="32244" y="20565"/>
                </a:cubicBezTo>
                <a:cubicBezTo>
                  <a:pt x="31692" y="20565"/>
                  <a:pt x="31132" y="20458"/>
                  <a:pt x="30687" y="20120"/>
                </a:cubicBezTo>
                <a:cubicBezTo>
                  <a:pt x="30465" y="20013"/>
                  <a:pt x="30243" y="19791"/>
                  <a:pt x="30020" y="19569"/>
                </a:cubicBezTo>
                <a:cubicBezTo>
                  <a:pt x="30465" y="19346"/>
                  <a:pt x="30910" y="19231"/>
                  <a:pt x="31354" y="19008"/>
                </a:cubicBezTo>
                <a:lnTo>
                  <a:pt x="31470" y="19008"/>
                </a:lnTo>
                <a:cubicBezTo>
                  <a:pt x="31577" y="19008"/>
                  <a:pt x="31577" y="18902"/>
                  <a:pt x="31577" y="18902"/>
                </a:cubicBezTo>
                <a:cubicBezTo>
                  <a:pt x="33133" y="18119"/>
                  <a:pt x="34583" y="17345"/>
                  <a:pt x="36024" y="16340"/>
                </a:cubicBezTo>
                <a:cubicBezTo>
                  <a:pt x="36130" y="16345"/>
                  <a:pt x="36235" y="16348"/>
                  <a:pt x="36340" y="16348"/>
                </a:cubicBezTo>
                <a:cubicBezTo>
                  <a:pt x="38436" y="16348"/>
                  <a:pt x="40297" y="15259"/>
                  <a:pt x="41254" y="13565"/>
                </a:cubicBezTo>
                <a:lnTo>
                  <a:pt x="41254" y="13565"/>
                </a:lnTo>
                <a:cubicBezTo>
                  <a:pt x="40249" y="14899"/>
                  <a:pt x="38586" y="15673"/>
                  <a:pt x="37029" y="15673"/>
                </a:cubicBezTo>
                <a:cubicBezTo>
                  <a:pt x="38692" y="14561"/>
                  <a:pt x="40249" y="13342"/>
                  <a:pt x="41699" y="11893"/>
                </a:cubicBezTo>
                <a:lnTo>
                  <a:pt x="41583" y="11786"/>
                </a:lnTo>
                <a:cubicBezTo>
                  <a:pt x="38692" y="14232"/>
                  <a:pt x="35357" y="16233"/>
                  <a:pt x="31915" y="17674"/>
                </a:cubicBezTo>
                <a:cubicBezTo>
                  <a:pt x="32689" y="15228"/>
                  <a:pt x="34245" y="12898"/>
                  <a:pt x="36362" y="11226"/>
                </a:cubicBezTo>
                <a:lnTo>
                  <a:pt x="36362" y="11226"/>
                </a:lnTo>
                <a:cubicBezTo>
                  <a:pt x="33916" y="12898"/>
                  <a:pt x="32137" y="15344"/>
                  <a:pt x="31132" y="18012"/>
                </a:cubicBezTo>
                <a:cubicBezTo>
                  <a:pt x="28134" y="19231"/>
                  <a:pt x="25128" y="20120"/>
                  <a:pt x="22015" y="20565"/>
                </a:cubicBezTo>
                <a:cubicBezTo>
                  <a:pt x="22131" y="20458"/>
                  <a:pt x="22237" y="20458"/>
                  <a:pt x="22237" y="20342"/>
                </a:cubicBezTo>
                <a:cubicBezTo>
                  <a:pt x="22904" y="19791"/>
                  <a:pt x="23465" y="19124"/>
                  <a:pt x="23910" y="18341"/>
                </a:cubicBezTo>
                <a:cubicBezTo>
                  <a:pt x="24354" y="17674"/>
                  <a:pt x="24799" y="16900"/>
                  <a:pt x="25244" y="16233"/>
                </a:cubicBezTo>
                <a:cubicBezTo>
                  <a:pt x="25688" y="15566"/>
                  <a:pt x="26240" y="14783"/>
                  <a:pt x="26800" y="14339"/>
                </a:cubicBezTo>
                <a:lnTo>
                  <a:pt x="26800" y="14339"/>
                </a:lnTo>
                <a:cubicBezTo>
                  <a:pt x="26133" y="14783"/>
                  <a:pt x="25573" y="15450"/>
                  <a:pt x="25021" y="16118"/>
                </a:cubicBezTo>
                <a:cubicBezTo>
                  <a:pt x="24577" y="16785"/>
                  <a:pt x="24132" y="17452"/>
                  <a:pt x="23572" y="18119"/>
                </a:cubicBezTo>
                <a:cubicBezTo>
                  <a:pt x="23127" y="18786"/>
                  <a:pt x="22575" y="19453"/>
                  <a:pt x="21908" y="19898"/>
                </a:cubicBezTo>
                <a:cubicBezTo>
                  <a:pt x="21348" y="20342"/>
                  <a:pt x="20796" y="20680"/>
                  <a:pt x="20129" y="20787"/>
                </a:cubicBezTo>
                <a:cubicBezTo>
                  <a:pt x="18457" y="21010"/>
                  <a:pt x="16901" y="21010"/>
                  <a:pt x="15344" y="21010"/>
                </a:cubicBezTo>
                <a:cubicBezTo>
                  <a:pt x="17239" y="18902"/>
                  <a:pt x="19347" y="16900"/>
                  <a:pt x="21463" y="14783"/>
                </a:cubicBezTo>
                <a:cubicBezTo>
                  <a:pt x="21570" y="14783"/>
                  <a:pt x="21793" y="14783"/>
                  <a:pt x="22015" y="14677"/>
                </a:cubicBezTo>
                <a:lnTo>
                  <a:pt x="22798" y="14677"/>
                </a:lnTo>
                <a:cubicBezTo>
                  <a:pt x="23127" y="14677"/>
                  <a:pt x="23349" y="14561"/>
                  <a:pt x="23572" y="14454"/>
                </a:cubicBezTo>
                <a:cubicBezTo>
                  <a:pt x="24132" y="14339"/>
                  <a:pt x="24577" y="14116"/>
                  <a:pt x="25021" y="13787"/>
                </a:cubicBezTo>
                <a:cubicBezTo>
                  <a:pt x="25466" y="13449"/>
                  <a:pt x="25911" y="13120"/>
                  <a:pt x="26133" y="12675"/>
                </a:cubicBezTo>
                <a:lnTo>
                  <a:pt x="26133" y="12675"/>
                </a:lnTo>
                <a:cubicBezTo>
                  <a:pt x="25795" y="13004"/>
                  <a:pt x="25350" y="13342"/>
                  <a:pt x="24906" y="13565"/>
                </a:cubicBezTo>
                <a:cubicBezTo>
                  <a:pt x="24461" y="13894"/>
                  <a:pt x="24016" y="14010"/>
                  <a:pt x="23572" y="14116"/>
                </a:cubicBezTo>
                <a:cubicBezTo>
                  <a:pt x="23242" y="14232"/>
                  <a:pt x="23020" y="14232"/>
                  <a:pt x="22798" y="14232"/>
                </a:cubicBezTo>
                <a:lnTo>
                  <a:pt x="22131" y="14232"/>
                </a:lnTo>
                <a:cubicBezTo>
                  <a:pt x="22904" y="13342"/>
                  <a:pt x="23794" y="12453"/>
                  <a:pt x="24577" y="11564"/>
                </a:cubicBezTo>
                <a:lnTo>
                  <a:pt x="24683" y="11670"/>
                </a:lnTo>
                <a:cubicBezTo>
                  <a:pt x="26800" y="11226"/>
                  <a:pt x="28802" y="9891"/>
                  <a:pt x="30020" y="8112"/>
                </a:cubicBezTo>
                <a:lnTo>
                  <a:pt x="30020" y="8112"/>
                </a:lnTo>
                <a:cubicBezTo>
                  <a:pt x="28802" y="9562"/>
                  <a:pt x="27129" y="10452"/>
                  <a:pt x="25350" y="10781"/>
                </a:cubicBezTo>
                <a:cubicBezTo>
                  <a:pt x="26462" y="9669"/>
                  <a:pt x="27574" y="8450"/>
                  <a:pt x="28579" y="7116"/>
                </a:cubicBezTo>
                <a:lnTo>
                  <a:pt x="28357" y="7001"/>
                </a:lnTo>
                <a:cubicBezTo>
                  <a:pt x="26685" y="8673"/>
                  <a:pt x="24799" y="10229"/>
                  <a:pt x="22904" y="11670"/>
                </a:cubicBezTo>
                <a:cubicBezTo>
                  <a:pt x="22904" y="10674"/>
                  <a:pt x="23242" y="9562"/>
                  <a:pt x="23794" y="8557"/>
                </a:cubicBezTo>
                <a:lnTo>
                  <a:pt x="23794" y="8557"/>
                </a:lnTo>
                <a:cubicBezTo>
                  <a:pt x="23020" y="9562"/>
                  <a:pt x="22460" y="10781"/>
                  <a:pt x="22353" y="12115"/>
                </a:cubicBezTo>
                <a:cubicBezTo>
                  <a:pt x="21793" y="12560"/>
                  <a:pt x="21125" y="13120"/>
                  <a:pt x="20574" y="13565"/>
                </a:cubicBezTo>
                <a:cubicBezTo>
                  <a:pt x="20458" y="13672"/>
                  <a:pt x="20352" y="13672"/>
                  <a:pt x="20129" y="13787"/>
                </a:cubicBezTo>
                <a:lnTo>
                  <a:pt x="20458" y="11786"/>
                </a:lnTo>
                <a:cubicBezTo>
                  <a:pt x="20574" y="10336"/>
                  <a:pt x="20574" y="8895"/>
                  <a:pt x="20796" y="7561"/>
                </a:cubicBezTo>
                <a:lnTo>
                  <a:pt x="20796" y="7116"/>
                </a:lnTo>
                <a:cubicBezTo>
                  <a:pt x="21125" y="6894"/>
                  <a:pt x="21463" y="6671"/>
                  <a:pt x="21793" y="6556"/>
                </a:cubicBezTo>
                <a:cubicBezTo>
                  <a:pt x="22237" y="6449"/>
                  <a:pt x="22798" y="6227"/>
                  <a:pt x="23242" y="6111"/>
                </a:cubicBezTo>
                <a:cubicBezTo>
                  <a:pt x="23794" y="5889"/>
                  <a:pt x="24239" y="5666"/>
                  <a:pt x="24683" y="5337"/>
                </a:cubicBezTo>
                <a:cubicBezTo>
                  <a:pt x="25128" y="4999"/>
                  <a:pt x="25466" y="4555"/>
                  <a:pt x="25466" y="4003"/>
                </a:cubicBezTo>
                <a:lnTo>
                  <a:pt x="25466" y="4003"/>
                </a:lnTo>
                <a:cubicBezTo>
                  <a:pt x="25350" y="4448"/>
                  <a:pt x="25021" y="4893"/>
                  <a:pt x="24577" y="5115"/>
                </a:cubicBezTo>
                <a:cubicBezTo>
                  <a:pt x="24132" y="5444"/>
                  <a:pt x="23687" y="5666"/>
                  <a:pt x="23127" y="5782"/>
                </a:cubicBezTo>
                <a:cubicBezTo>
                  <a:pt x="22682" y="5889"/>
                  <a:pt x="22131" y="5889"/>
                  <a:pt x="21570" y="6111"/>
                </a:cubicBezTo>
                <a:cubicBezTo>
                  <a:pt x="21348" y="6111"/>
                  <a:pt x="21241" y="6227"/>
                  <a:pt x="21019" y="6227"/>
                </a:cubicBezTo>
                <a:cubicBezTo>
                  <a:pt x="21241" y="5337"/>
                  <a:pt x="21463" y="4448"/>
                  <a:pt x="22015" y="3665"/>
                </a:cubicBezTo>
                <a:cubicBezTo>
                  <a:pt x="22682" y="2553"/>
                  <a:pt x="23687" y="1441"/>
                  <a:pt x="25021" y="997"/>
                </a:cubicBezTo>
                <a:lnTo>
                  <a:pt x="24906" y="774"/>
                </a:lnTo>
                <a:cubicBezTo>
                  <a:pt x="24577" y="890"/>
                  <a:pt x="24239" y="997"/>
                  <a:pt x="23910" y="1219"/>
                </a:cubicBezTo>
                <a:cubicBezTo>
                  <a:pt x="23572" y="1335"/>
                  <a:pt x="23242" y="1557"/>
                  <a:pt x="23020" y="1779"/>
                </a:cubicBezTo>
                <a:cubicBezTo>
                  <a:pt x="22798" y="1886"/>
                  <a:pt x="22682" y="2109"/>
                  <a:pt x="22460" y="2224"/>
                </a:cubicBezTo>
                <a:cubicBezTo>
                  <a:pt x="22353" y="1886"/>
                  <a:pt x="22131" y="1557"/>
                  <a:pt x="22131" y="1219"/>
                </a:cubicBezTo>
                <a:cubicBezTo>
                  <a:pt x="22131" y="774"/>
                  <a:pt x="22237" y="330"/>
                  <a:pt x="2257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341"/>
        <p:cNvGrpSpPr/>
        <p:nvPr/>
      </p:nvGrpSpPr>
      <p:grpSpPr>
        <a:xfrm>
          <a:off x="0" y="0"/>
          <a:ext cx="0" cy="0"/>
          <a:chOff x="0" y="0"/>
          <a:chExt cx="0" cy="0"/>
        </a:xfrm>
      </p:grpSpPr>
      <p:grpSp>
        <p:nvGrpSpPr>
          <p:cNvPr id="1342" name="Google Shape;1342;p23"/>
          <p:cNvGrpSpPr/>
          <p:nvPr/>
        </p:nvGrpSpPr>
        <p:grpSpPr>
          <a:xfrm>
            <a:off x="519450" y="-159600"/>
            <a:ext cx="8357429" cy="5436439"/>
            <a:chOff x="519450" y="-159600"/>
            <a:chExt cx="8357429" cy="5436439"/>
          </a:xfrm>
        </p:grpSpPr>
        <p:sp>
          <p:nvSpPr>
            <p:cNvPr id="1343" name="Google Shape;1343;p23"/>
            <p:cNvSpPr/>
            <p:nvPr/>
          </p:nvSpPr>
          <p:spPr>
            <a:xfrm>
              <a:off x="519450" y="-13087"/>
              <a:ext cx="1544124" cy="5095817"/>
            </a:xfrm>
            <a:custGeom>
              <a:avLst/>
              <a:gdLst/>
              <a:ahLst/>
              <a:cxnLst/>
              <a:rect l="l" t="t" r="r" b="b"/>
              <a:pathLst>
                <a:path w="23410" h="62146" extrusionOk="0">
                  <a:moveTo>
                    <a:pt x="0" y="1"/>
                  </a:moveTo>
                  <a:cubicBezTo>
                    <a:pt x="287" y="1146"/>
                    <a:pt x="785" y="2790"/>
                    <a:pt x="1358" y="3581"/>
                  </a:cubicBezTo>
                  <a:cubicBezTo>
                    <a:pt x="2360" y="4869"/>
                    <a:pt x="5510" y="6656"/>
                    <a:pt x="6942" y="8163"/>
                  </a:cubicBezTo>
                  <a:cubicBezTo>
                    <a:pt x="8374" y="9738"/>
                    <a:pt x="8592" y="14102"/>
                    <a:pt x="8661" y="16324"/>
                  </a:cubicBezTo>
                  <a:cubicBezTo>
                    <a:pt x="8735" y="18472"/>
                    <a:pt x="9451" y="23410"/>
                    <a:pt x="9806" y="25557"/>
                  </a:cubicBezTo>
                  <a:cubicBezTo>
                    <a:pt x="10092" y="27350"/>
                    <a:pt x="9594" y="32860"/>
                    <a:pt x="9308" y="36440"/>
                  </a:cubicBezTo>
                  <a:lnTo>
                    <a:pt x="5224" y="34149"/>
                  </a:lnTo>
                  <a:lnTo>
                    <a:pt x="4869" y="34510"/>
                  </a:lnTo>
                  <a:lnTo>
                    <a:pt x="9308" y="37013"/>
                  </a:lnTo>
                  <a:cubicBezTo>
                    <a:pt x="9233" y="37728"/>
                    <a:pt x="9165" y="38301"/>
                    <a:pt x="9165" y="38731"/>
                  </a:cubicBezTo>
                  <a:cubicBezTo>
                    <a:pt x="8947" y="41595"/>
                    <a:pt x="9165" y="51904"/>
                    <a:pt x="8661" y="55484"/>
                  </a:cubicBezTo>
                  <a:cubicBezTo>
                    <a:pt x="8162" y="58995"/>
                    <a:pt x="4726" y="62145"/>
                    <a:pt x="4726" y="62145"/>
                  </a:cubicBezTo>
                  <a:lnTo>
                    <a:pt x="17470" y="61716"/>
                  </a:lnTo>
                  <a:cubicBezTo>
                    <a:pt x="17470" y="61716"/>
                    <a:pt x="14531" y="57993"/>
                    <a:pt x="14102" y="57134"/>
                  </a:cubicBezTo>
                  <a:cubicBezTo>
                    <a:pt x="13890" y="56630"/>
                    <a:pt x="13386" y="50186"/>
                    <a:pt x="13174" y="45249"/>
                  </a:cubicBezTo>
                  <a:lnTo>
                    <a:pt x="16038" y="43531"/>
                  </a:lnTo>
                  <a:lnTo>
                    <a:pt x="15677" y="43244"/>
                  </a:lnTo>
                  <a:lnTo>
                    <a:pt x="13099" y="44676"/>
                  </a:lnTo>
                  <a:cubicBezTo>
                    <a:pt x="12956" y="42242"/>
                    <a:pt x="12888" y="40163"/>
                    <a:pt x="12956" y="39521"/>
                  </a:cubicBezTo>
                  <a:cubicBezTo>
                    <a:pt x="13031" y="37517"/>
                    <a:pt x="13890" y="30214"/>
                    <a:pt x="14033" y="28209"/>
                  </a:cubicBezTo>
                  <a:lnTo>
                    <a:pt x="14033" y="27848"/>
                  </a:lnTo>
                  <a:lnTo>
                    <a:pt x="17968" y="25632"/>
                  </a:lnTo>
                  <a:lnTo>
                    <a:pt x="17613" y="25271"/>
                  </a:lnTo>
                  <a:lnTo>
                    <a:pt x="14102" y="27276"/>
                  </a:lnTo>
                  <a:cubicBezTo>
                    <a:pt x="14176" y="24916"/>
                    <a:pt x="14102" y="20763"/>
                    <a:pt x="14388" y="19687"/>
                  </a:cubicBezTo>
                  <a:cubicBezTo>
                    <a:pt x="14749" y="18398"/>
                    <a:pt x="17109" y="14675"/>
                    <a:pt x="17825" y="13243"/>
                  </a:cubicBezTo>
                  <a:cubicBezTo>
                    <a:pt x="18615" y="11811"/>
                    <a:pt x="20906" y="9451"/>
                    <a:pt x="21548" y="7802"/>
                  </a:cubicBezTo>
                  <a:cubicBezTo>
                    <a:pt x="22120" y="6370"/>
                    <a:pt x="23054" y="1576"/>
                    <a:pt x="23409" y="1"/>
                  </a:cubicBezTo>
                  <a:lnTo>
                    <a:pt x="21765" y="1"/>
                  </a:lnTo>
                  <a:cubicBezTo>
                    <a:pt x="21622" y="1433"/>
                    <a:pt x="21193" y="4297"/>
                    <a:pt x="20689" y="5940"/>
                  </a:cubicBezTo>
                  <a:cubicBezTo>
                    <a:pt x="20047" y="8088"/>
                    <a:pt x="18615" y="9234"/>
                    <a:pt x="16966" y="10809"/>
                  </a:cubicBezTo>
                  <a:cubicBezTo>
                    <a:pt x="15505" y="12269"/>
                    <a:pt x="14414" y="15452"/>
                    <a:pt x="13807" y="15452"/>
                  </a:cubicBezTo>
                  <a:cubicBezTo>
                    <a:pt x="13759" y="15452"/>
                    <a:pt x="13714" y="15433"/>
                    <a:pt x="13672" y="15391"/>
                  </a:cubicBezTo>
                  <a:cubicBezTo>
                    <a:pt x="13174" y="14749"/>
                    <a:pt x="12601" y="9234"/>
                    <a:pt x="11811" y="7160"/>
                  </a:cubicBezTo>
                  <a:cubicBezTo>
                    <a:pt x="11095" y="5156"/>
                    <a:pt x="8019" y="3649"/>
                    <a:pt x="6370" y="2435"/>
                  </a:cubicBezTo>
                  <a:cubicBezTo>
                    <a:pt x="5510" y="1862"/>
                    <a:pt x="4938" y="860"/>
                    <a:pt x="4508"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3"/>
            <p:cNvSpPr/>
            <p:nvPr/>
          </p:nvSpPr>
          <p:spPr>
            <a:xfrm>
              <a:off x="5555722" y="0"/>
              <a:ext cx="1454677" cy="5143407"/>
            </a:xfrm>
            <a:custGeom>
              <a:avLst/>
              <a:gdLst/>
              <a:ahLst/>
              <a:cxnLst/>
              <a:rect l="l" t="t" r="r" b="b"/>
              <a:pathLst>
                <a:path w="21119" h="74672" extrusionOk="0">
                  <a:moveTo>
                    <a:pt x="3219" y="1"/>
                  </a:moveTo>
                  <a:cubicBezTo>
                    <a:pt x="3649" y="2074"/>
                    <a:pt x="4938" y="8947"/>
                    <a:pt x="4938" y="11954"/>
                  </a:cubicBezTo>
                  <a:cubicBezTo>
                    <a:pt x="4938" y="13673"/>
                    <a:pt x="4582" y="17968"/>
                    <a:pt x="4153" y="22482"/>
                  </a:cubicBezTo>
                  <a:lnTo>
                    <a:pt x="355" y="20403"/>
                  </a:lnTo>
                  <a:lnTo>
                    <a:pt x="0" y="20689"/>
                  </a:lnTo>
                  <a:lnTo>
                    <a:pt x="4078" y="23054"/>
                  </a:lnTo>
                  <a:cubicBezTo>
                    <a:pt x="3649" y="27992"/>
                    <a:pt x="3151" y="33078"/>
                    <a:pt x="3076" y="34865"/>
                  </a:cubicBezTo>
                  <a:cubicBezTo>
                    <a:pt x="2864" y="38444"/>
                    <a:pt x="3649" y="40735"/>
                    <a:pt x="4582" y="41669"/>
                  </a:cubicBezTo>
                  <a:cubicBezTo>
                    <a:pt x="5442" y="42528"/>
                    <a:pt x="9021" y="47253"/>
                    <a:pt x="9451" y="48113"/>
                  </a:cubicBezTo>
                  <a:cubicBezTo>
                    <a:pt x="9806" y="49040"/>
                    <a:pt x="10596" y="57489"/>
                    <a:pt x="10522" y="59997"/>
                  </a:cubicBezTo>
                  <a:cubicBezTo>
                    <a:pt x="10453" y="62288"/>
                    <a:pt x="10740" y="71521"/>
                    <a:pt x="10596" y="74671"/>
                  </a:cubicBezTo>
                  <a:lnTo>
                    <a:pt x="17681" y="74671"/>
                  </a:lnTo>
                  <a:cubicBezTo>
                    <a:pt x="17470" y="71664"/>
                    <a:pt x="16679" y="60427"/>
                    <a:pt x="16679" y="58491"/>
                  </a:cubicBezTo>
                  <a:cubicBezTo>
                    <a:pt x="16679" y="56200"/>
                    <a:pt x="17183" y="48611"/>
                    <a:pt x="17681" y="46824"/>
                  </a:cubicBezTo>
                  <a:cubicBezTo>
                    <a:pt x="18186" y="45174"/>
                    <a:pt x="17109" y="37872"/>
                    <a:pt x="16897" y="34006"/>
                  </a:cubicBezTo>
                  <a:lnTo>
                    <a:pt x="21118" y="31646"/>
                  </a:lnTo>
                  <a:lnTo>
                    <a:pt x="20763" y="31285"/>
                  </a:lnTo>
                  <a:lnTo>
                    <a:pt x="16897" y="33433"/>
                  </a:lnTo>
                  <a:lnTo>
                    <a:pt x="16897" y="33364"/>
                  </a:lnTo>
                  <a:cubicBezTo>
                    <a:pt x="16822" y="29784"/>
                    <a:pt x="16822" y="17756"/>
                    <a:pt x="16822" y="14177"/>
                  </a:cubicBezTo>
                  <a:cubicBezTo>
                    <a:pt x="16822" y="11095"/>
                    <a:pt x="16754" y="2435"/>
                    <a:pt x="16679" y="1"/>
                  </a:cubicBezTo>
                  <a:lnTo>
                    <a:pt x="14319" y="1"/>
                  </a:lnTo>
                  <a:cubicBezTo>
                    <a:pt x="14388" y="2790"/>
                    <a:pt x="14463" y="14102"/>
                    <a:pt x="14319" y="16250"/>
                  </a:cubicBezTo>
                  <a:cubicBezTo>
                    <a:pt x="14102" y="18759"/>
                    <a:pt x="13747" y="30214"/>
                    <a:pt x="13529" y="31789"/>
                  </a:cubicBezTo>
                  <a:cubicBezTo>
                    <a:pt x="13317" y="33364"/>
                    <a:pt x="14606" y="41881"/>
                    <a:pt x="14606" y="43742"/>
                  </a:cubicBezTo>
                  <a:cubicBezTo>
                    <a:pt x="14606" y="45678"/>
                    <a:pt x="14388" y="49115"/>
                    <a:pt x="13890" y="49613"/>
                  </a:cubicBezTo>
                  <a:cubicBezTo>
                    <a:pt x="13865" y="49638"/>
                    <a:pt x="13841" y="49650"/>
                    <a:pt x="13817" y="49650"/>
                  </a:cubicBezTo>
                  <a:cubicBezTo>
                    <a:pt x="13356" y="49650"/>
                    <a:pt x="13047" y="45205"/>
                    <a:pt x="12028" y="43026"/>
                  </a:cubicBezTo>
                  <a:cubicBezTo>
                    <a:pt x="10952" y="40735"/>
                    <a:pt x="7229" y="38158"/>
                    <a:pt x="7017" y="32791"/>
                  </a:cubicBezTo>
                  <a:cubicBezTo>
                    <a:pt x="6873" y="27419"/>
                    <a:pt x="9021" y="13386"/>
                    <a:pt x="9021" y="11238"/>
                  </a:cubicBezTo>
                  <a:cubicBezTo>
                    <a:pt x="9021" y="10167"/>
                    <a:pt x="8305" y="6874"/>
                    <a:pt x="7658" y="4079"/>
                  </a:cubicBezTo>
                  <a:lnTo>
                    <a:pt x="11599" y="1788"/>
                  </a:lnTo>
                  <a:lnTo>
                    <a:pt x="11169" y="1502"/>
                  </a:lnTo>
                  <a:lnTo>
                    <a:pt x="7515" y="3506"/>
                  </a:lnTo>
                  <a:cubicBezTo>
                    <a:pt x="7160" y="2074"/>
                    <a:pt x="6799" y="717"/>
                    <a:pt x="6587"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3"/>
            <p:cNvSpPr/>
            <p:nvPr/>
          </p:nvSpPr>
          <p:spPr>
            <a:xfrm>
              <a:off x="2246825" y="-13075"/>
              <a:ext cx="503347" cy="5143407"/>
            </a:xfrm>
            <a:custGeom>
              <a:avLst/>
              <a:gdLst/>
              <a:ahLst/>
              <a:cxnLst/>
              <a:rect l="l" t="t" r="r" b="b"/>
              <a:pathLst>
                <a:path w="8804" h="74672" extrusionOk="0">
                  <a:moveTo>
                    <a:pt x="7801" y="1"/>
                  </a:moveTo>
                  <a:lnTo>
                    <a:pt x="1215" y="70"/>
                  </a:lnTo>
                  <a:cubicBezTo>
                    <a:pt x="1215" y="70"/>
                    <a:pt x="716" y="15105"/>
                    <a:pt x="573" y="23914"/>
                  </a:cubicBezTo>
                  <a:cubicBezTo>
                    <a:pt x="499" y="32717"/>
                    <a:pt x="1215" y="52047"/>
                    <a:pt x="1215" y="56200"/>
                  </a:cubicBezTo>
                  <a:cubicBezTo>
                    <a:pt x="1215" y="60352"/>
                    <a:pt x="0" y="74671"/>
                    <a:pt x="0" y="74671"/>
                  </a:cubicBezTo>
                  <a:lnTo>
                    <a:pt x="8804" y="74671"/>
                  </a:lnTo>
                  <a:cubicBezTo>
                    <a:pt x="8804" y="74671"/>
                    <a:pt x="6513" y="38662"/>
                    <a:pt x="6513" y="30712"/>
                  </a:cubicBezTo>
                  <a:cubicBezTo>
                    <a:pt x="6587" y="22837"/>
                    <a:pt x="7801" y="1"/>
                    <a:pt x="7801"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3"/>
            <p:cNvSpPr/>
            <p:nvPr/>
          </p:nvSpPr>
          <p:spPr>
            <a:xfrm>
              <a:off x="4575675" y="0"/>
              <a:ext cx="678450" cy="5143407"/>
            </a:xfrm>
            <a:custGeom>
              <a:avLst/>
              <a:gdLst/>
              <a:ahLst/>
              <a:cxnLst/>
              <a:rect l="l" t="t" r="r" b="b"/>
              <a:pathLst>
                <a:path w="27138" h="74672" extrusionOk="0">
                  <a:moveTo>
                    <a:pt x="7017" y="1"/>
                  </a:moveTo>
                  <a:cubicBezTo>
                    <a:pt x="7017" y="1"/>
                    <a:pt x="7377" y="9451"/>
                    <a:pt x="7733" y="19400"/>
                  </a:cubicBezTo>
                  <a:lnTo>
                    <a:pt x="1289" y="16107"/>
                  </a:lnTo>
                  <a:lnTo>
                    <a:pt x="0" y="16107"/>
                  </a:lnTo>
                  <a:lnTo>
                    <a:pt x="7876" y="22625"/>
                  </a:lnTo>
                  <a:cubicBezTo>
                    <a:pt x="8162" y="30283"/>
                    <a:pt x="8448" y="37517"/>
                    <a:pt x="8592" y="40449"/>
                  </a:cubicBezTo>
                  <a:cubicBezTo>
                    <a:pt x="9021" y="47683"/>
                    <a:pt x="7303" y="74671"/>
                    <a:pt x="7303" y="74671"/>
                  </a:cubicBezTo>
                  <a:lnTo>
                    <a:pt x="21192" y="74671"/>
                  </a:lnTo>
                  <a:cubicBezTo>
                    <a:pt x="21192" y="74671"/>
                    <a:pt x="20333" y="63577"/>
                    <a:pt x="19692" y="52265"/>
                  </a:cubicBezTo>
                  <a:lnTo>
                    <a:pt x="27138" y="46033"/>
                  </a:lnTo>
                  <a:lnTo>
                    <a:pt x="25849" y="46033"/>
                  </a:lnTo>
                  <a:lnTo>
                    <a:pt x="19549" y="49258"/>
                  </a:lnTo>
                  <a:cubicBezTo>
                    <a:pt x="19262" y="42883"/>
                    <a:pt x="19045" y="36801"/>
                    <a:pt x="19188" y="32860"/>
                  </a:cubicBezTo>
                  <a:lnTo>
                    <a:pt x="23197" y="29498"/>
                  </a:lnTo>
                  <a:lnTo>
                    <a:pt x="21908" y="29498"/>
                  </a:lnTo>
                  <a:lnTo>
                    <a:pt x="19331" y="30855"/>
                  </a:lnTo>
                  <a:cubicBezTo>
                    <a:pt x="19978" y="20259"/>
                    <a:pt x="18260" y="1"/>
                    <a:pt x="18260" y="1"/>
                  </a:cubicBez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3"/>
            <p:cNvSpPr/>
            <p:nvPr/>
          </p:nvSpPr>
          <p:spPr>
            <a:xfrm>
              <a:off x="6781800" y="-159600"/>
              <a:ext cx="2095079" cy="5303100"/>
            </a:xfrm>
            <a:custGeom>
              <a:avLst/>
              <a:gdLst/>
              <a:ahLst/>
              <a:cxnLst/>
              <a:rect l="l" t="t" r="r" b="b"/>
              <a:pathLst>
                <a:path w="53865" h="136344" extrusionOk="0">
                  <a:moveTo>
                    <a:pt x="35495" y="0"/>
                  </a:moveTo>
                  <a:lnTo>
                    <a:pt x="29603" y="3086"/>
                  </a:lnTo>
                  <a:cubicBezTo>
                    <a:pt x="29603" y="3086"/>
                    <a:pt x="35495" y="45022"/>
                    <a:pt x="36617" y="54280"/>
                  </a:cubicBezTo>
                  <a:cubicBezTo>
                    <a:pt x="37699" y="63208"/>
                    <a:pt x="38520" y="77489"/>
                    <a:pt x="36061" y="77489"/>
                  </a:cubicBezTo>
                  <a:cubicBezTo>
                    <a:pt x="35970" y="77489"/>
                    <a:pt x="35875" y="77470"/>
                    <a:pt x="35775" y="77430"/>
                  </a:cubicBezTo>
                  <a:cubicBezTo>
                    <a:pt x="33104" y="76308"/>
                    <a:pt x="32409" y="73918"/>
                    <a:pt x="30860" y="68172"/>
                  </a:cubicBezTo>
                  <a:cubicBezTo>
                    <a:pt x="29323" y="62415"/>
                    <a:pt x="18516" y="53584"/>
                    <a:pt x="16137" y="50498"/>
                  </a:cubicBezTo>
                  <a:cubicBezTo>
                    <a:pt x="13893" y="47412"/>
                    <a:pt x="9258" y="14723"/>
                    <a:pt x="9258" y="14723"/>
                  </a:cubicBezTo>
                  <a:lnTo>
                    <a:pt x="6879" y="16968"/>
                  </a:lnTo>
                  <a:cubicBezTo>
                    <a:pt x="6879" y="16968"/>
                    <a:pt x="11929" y="32824"/>
                    <a:pt x="12344" y="40118"/>
                  </a:cubicBezTo>
                  <a:cubicBezTo>
                    <a:pt x="12634" y="45078"/>
                    <a:pt x="12141" y="47184"/>
                    <a:pt x="11223" y="47184"/>
                  </a:cubicBezTo>
                  <a:cubicBezTo>
                    <a:pt x="10792" y="47184"/>
                    <a:pt x="10266" y="46718"/>
                    <a:pt x="9685" y="45863"/>
                  </a:cubicBezTo>
                  <a:cubicBezTo>
                    <a:pt x="7721" y="43204"/>
                    <a:pt x="0" y="38569"/>
                    <a:pt x="0" y="38569"/>
                  </a:cubicBezTo>
                  <a:lnTo>
                    <a:pt x="0" y="40118"/>
                  </a:lnTo>
                  <a:cubicBezTo>
                    <a:pt x="0" y="40118"/>
                    <a:pt x="6172" y="43204"/>
                    <a:pt x="8417" y="46570"/>
                  </a:cubicBezTo>
                  <a:cubicBezTo>
                    <a:pt x="10807" y="50072"/>
                    <a:pt x="11222" y="50778"/>
                    <a:pt x="13466" y="52035"/>
                  </a:cubicBezTo>
                  <a:cubicBezTo>
                    <a:pt x="15857" y="53157"/>
                    <a:pt x="23846" y="60452"/>
                    <a:pt x="24969" y="62842"/>
                  </a:cubicBezTo>
                  <a:cubicBezTo>
                    <a:pt x="26237" y="65086"/>
                    <a:pt x="27359" y="68868"/>
                    <a:pt x="27359" y="68868"/>
                  </a:cubicBezTo>
                  <a:lnTo>
                    <a:pt x="17675" y="66208"/>
                  </a:lnTo>
                  <a:lnTo>
                    <a:pt x="17675" y="68587"/>
                  </a:lnTo>
                  <a:cubicBezTo>
                    <a:pt x="17675" y="68587"/>
                    <a:pt x="24969" y="69709"/>
                    <a:pt x="26932" y="70832"/>
                  </a:cubicBezTo>
                  <a:cubicBezTo>
                    <a:pt x="28896" y="71954"/>
                    <a:pt x="30445" y="72380"/>
                    <a:pt x="30860" y="74759"/>
                  </a:cubicBezTo>
                  <a:cubicBezTo>
                    <a:pt x="31141" y="77004"/>
                    <a:pt x="31567" y="78552"/>
                    <a:pt x="33946" y="80931"/>
                  </a:cubicBezTo>
                  <a:cubicBezTo>
                    <a:pt x="36190" y="83176"/>
                    <a:pt x="37032" y="83176"/>
                    <a:pt x="37032" y="89347"/>
                  </a:cubicBezTo>
                  <a:cubicBezTo>
                    <a:pt x="37032" y="95519"/>
                    <a:pt x="38861" y="136344"/>
                    <a:pt x="38861" y="136344"/>
                  </a:cubicBezTo>
                  <a:lnTo>
                    <a:pt x="48119" y="135917"/>
                  </a:lnTo>
                  <a:cubicBezTo>
                    <a:pt x="48119" y="135917"/>
                    <a:pt x="50083" y="134380"/>
                    <a:pt x="50083" y="132831"/>
                  </a:cubicBezTo>
                  <a:cubicBezTo>
                    <a:pt x="50083" y="131294"/>
                    <a:pt x="46570" y="81638"/>
                    <a:pt x="45448" y="74344"/>
                  </a:cubicBezTo>
                  <a:cubicBezTo>
                    <a:pt x="44326" y="67050"/>
                    <a:pt x="41947" y="47827"/>
                    <a:pt x="41947" y="47827"/>
                  </a:cubicBezTo>
                  <a:cubicBezTo>
                    <a:pt x="41947" y="47827"/>
                    <a:pt x="46997" y="46290"/>
                    <a:pt x="48961" y="38850"/>
                  </a:cubicBezTo>
                  <a:cubicBezTo>
                    <a:pt x="50779" y="31556"/>
                    <a:pt x="53865" y="17394"/>
                    <a:pt x="53865" y="17394"/>
                  </a:cubicBezTo>
                  <a:lnTo>
                    <a:pt x="51620" y="16552"/>
                  </a:lnTo>
                  <a:cubicBezTo>
                    <a:pt x="51620" y="16552"/>
                    <a:pt x="48534" y="28470"/>
                    <a:pt x="48119" y="33520"/>
                  </a:cubicBezTo>
                  <a:cubicBezTo>
                    <a:pt x="47693" y="38569"/>
                    <a:pt x="44607" y="41240"/>
                    <a:pt x="44607" y="41240"/>
                  </a:cubicBezTo>
                  <a:lnTo>
                    <a:pt x="41521" y="43484"/>
                  </a:lnTo>
                  <a:lnTo>
                    <a:pt x="35495" y="0"/>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3"/>
            <p:cNvSpPr/>
            <p:nvPr/>
          </p:nvSpPr>
          <p:spPr>
            <a:xfrm>
              <a:off x="2854025" y="-133350"/>
              <a:ext cx="1544164" cy="5410189"/>
            </a:xfrm>
            <a:custGeom>
              <a:avLst/>
              <a:gdLst/>
              <a:ahLst/>
              <a:cxnLst/>
              <a:rect l="l" t="t" r="r" b="b"/>
              <a:pathLst>
                <a:path w="33947" h="118951" extrusionOk="0">
                  <a:moveTo>
                    <a:pt x="31276" y="1"/>
                  </a:moveTo>
                  <a:cubicBezTo>
                    <a:pt x="31276" y="1"/>
                    <a:pt x="22444" y="21603"/>
                    <a:pt x="22018" y="26652"/>
                  </a:cubicBezTo>
                  <a:cubicBezTo>
                    <a:pt x="21603" y="31567"/>
                    <a:pt x="18090" y="35495"/>
                    <a:pt x="18090" y="35495"/>
                  </a:cubicBezTo>
                  <a:cubicBezTo>
                    <a:pt x="18090" y="35495"/>
                    <a:pt x="16968" y="1965"/>
                    <a:pt x="16968" y="427"/>
                  </a:cubicBezTo>
                  <a:cubicBezTo>
                    <a:pt x="16968" y="148"/>
                    <a:pt x="16803" y="33"/>
                    <a:pt x="16533" y="33"/>
                  </a:cubicBezTo>
                  <a:cubicBezTo>
                    <a:pt x="15309" y="33"/>
                    <a:pt x="11918" y="2391"/>
                    <a:pt x="11918" y="2391"/>
                  </a:cubicBezTo>
                  <a:cubicBezTo>
                    <a:pt x="11918" y="2391"/>
                    <a:pt x="14309" y="55829"/>
                    <a:pt x="13882" y="58915"/>
                  </a:cubicBezTo>
                  <a:cubicBezTo>
                    <a:pt x="13533" y="61509"/>
                    <a:pt x="13771" y="63810"/>
                    <a:pt x="12522" y="63810"/>
                  </a:cubicBezTo>
                  <a:cubicBezTo>
                    <a:pt x="12285" y="63810"/>
                    <a:pt x="11995" y="63728"/>
                    <a:pt x="11638" y="63549"/>
                  </a:cubicBezTo>
                  <a:cubicBezTo>
                    <a:pt x="9259" y="62427"/>
                    <a:pt x="842" y="42363"/>
                    <a:pt x="842" y="42363"/>
                  </a:cubicBezTo>
                  <a:lnTo>
                    <a:pt x="1" y="45033"/>
                  </a:lnTo>
                  <a:cubicBezTo>
                    <a:pt x="1" y="45033"/>
                    <a:pt x="13882" y="72381"/>
                    <a:pt x="13186" y="78979"/>
                  </a:cubicBezTo>
                  <a:cubicBezTo>
                    <a:pt x="12345" y="85566"/>
                    <a:pt x="13882" y="105204"/>
                    <a:pt x="14724" y="109412"/>
                  </a:cubicBezTo>
                  <a:lnTo>
                    <a:pt x="14724" y="118951"/>
                  </a:lnTo>
                  <a:lnTo>
                    <a:pt x="21603" y="117829"/>
                  </a:lnTo>
                  <a:cubicBezTo>
                    <a:pt x="21603" y="117829"/>
                    <a:pt x="18932" y="48535"/>
                    <a:pt x="19358" y="45033"/>
                  </a:cubicBezTo>
                  <a:cubicBezTo>
                    <a:pt x="19639" y="41667"/>
                    <a:pt x="20896" y="42789"/>
                    <a:pt x="22444" y="39277"/>
                  </a:cubicBezTo>
                  <a:cubicBezTo>
                    <a:pt x="23847" y="35910"/>
                    <a:pt x="23566" y="32824"/>
                    <a:pt x="25104" y="23566"/>
                  </a:cubicBezTo>
                  <a:cubicBezTo>
                    <a:pt x="26652" y="14308"/>
                    <a:pt x="33947" y="1269"/>
                    <a:pt x="33947" y="1269"/>
                  </a:cubicBezTo>
                  <a:lnTo>
                    <a:pt x="31276" y="1"/>
                  </a:lnTo>
                  <a:close/>
                </a:path>
              </a:pathLst>
            </a:custGeom>
            <a:solidFill>
              <a:srgbClr val="A07FBE">
                <a:alpha val="12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 name="Google Shape;1349;p23"/>
          <p:cNvSpPr/>
          <p:nvPr/>
        </p:nvSpPr>
        <p:spPr>
          <a:xfrm>
            <a:off x="104125" y="1760775"/>
            <a:ext cx="794546" cy="3154847"/>
          </a:xfrm>
          <a:custGeom>
            <a:avLst/>
            <a:gdLst/>
            <a:ahLst/>
            <a:cxnLst/>
            <a:rect l="l" t="t" r="r" b="b"/>
            <a:pathLst>
              <a:path w="26518" h="96508" extrusionOk="0">
                <a:moveTo>
                  <a:pt x="842" y="1"/>
                </a:moveTo>
                <a:lnTo>
                  <a:pt x="842" y="1"/>
                </a:lnTo>
                <a:cubicBezTo>
                  <a:pt x="0" y="1684"/>
                  <a:pt x="1684" y="3929"/>
                  <a:pt x="1122" y="5747"/>
                </a:cubicBezTo>
                <a:cubicBezTo>
                  <a:pt x="707" y="5892"/>
                  <a:pt x="561" y="6308"/>
                  <a:pt x="561" y="6734"/>
                </a:cubicBezTo>
                <a:cubicBezTo>
                  <a:pt x="561" y="7149"/>
                  <a:pt x="842" y="7576"/>
                  <a:pt x="1122" y="7856"/>
                </a:cubicBezTo>
                <a:cubicBezTo>
                  <a:pt x="1829" y="8832"/>
                  <a:pt x="2806" y="9674"/>
                  <a:pt x="3367" y="10662"/>
                </a:cubicBezTo>
                <a:cubicBezTo>
                  <a:pt x="3793" y="11357"/>
                  <a:pt x="4074" y="12199"/>
                  <a:pt x="4354" y="13041"/>
                </a:cubicBezTo>
                <a:cubicBezTo>
                  <a:pt x="5611" y="15846"/>
                  <a:pt x="8001" y="17810"/>
                  <a:pt x="8282" y="21176"/>
                </a:cubicBezTo>
                <a:cubicBezTo>
                  <a:pt x="8282" y="22298"/>
                  <a:pt x="8136" y="23286"/>
                  <a:pt x="8417" y="24262"/>
                </a:cubicBezTo>
                <a:cubicBezTo>
                  <a:pt x="8697" y="25104"/>
                  <a:pt x="9404" y="25665"/>
                  <a:pt x="9965" y="26372"/>
                </a:cubicBezTo>
                <a:cubicBezTo>
                  <a:pt x="11368" y="28470"/>
                  <a:pt x="11222" y="31276"/>
                  <a:pt x="10942" y="33947"/>
                </a:cubicBezTo>
                <a:cubicBezTo>
                  <a:pt x="10807" y="36752"/>
                  <a:pt x="10942" y="39412"/>
                  <a:pt x="11087" y="42217"/>
                </a:cubicBezTo>
                <a:lnTo>
                  <a:pt x="11087" y="42778"/>
                </a:lnTo>
                <a:cubicBezTo>
                  <a:pt x="10979" y="42886"/>
                  <a:pt x="10871" y="42933"/>
                  <a:pt x="10770" y="42933"/>
                </a:cubicBezTo>
                <a:cubicBezTo>
                  <a:pt x="10610" y="42933"/>
                  <a:pt x="10470" y="42816"/>
                  <a:pt x="10380" y="42643"/>
                </a:cubicBezTo>
                <a:cubicBezTo>
                  <a:pt x="10100" y="42498"/>
                  <a:pt x="9965" y="42217"/>
                  <a:pt x="9819" y="42082"/>
                </a:cubicBezTo>
                <a:lnTo>
                  <a:pt x="9819" y="42082"/>
                </a:lnTo>
                <a:cubicBezTo>
                  <a:pt x="9539" y="42498"/>
                  <a:pt x="9685" y="43059"/>
                  <a:pt x="9965" y="43485"/>
                </a:cubicBezTo>
                <a:cubicBezTo>
                  <a:pt x="10246" y="43900"/>
                  <a:pt x="10661" y="44327"/>
                  <a:pt x="10942" y="44742"/>
                </a:cubicBezTo>
                <a:cubicBezTo>
                  <a:pt x="11087" y="45168"/>
                  <a:pt x="11222" y="45729"/>
                  <a:pt x="11368" y="46145"/>
                </a:cubicBezTo>
                <a:cubicBezTo>
                  <a:pt x="11783" y="48669"/>
                  <a:pt x="12210" y="51194"/>
                  <a:pt x="12490" y="53865"/>
                </a:cubicBezTo>
                <a:cubicBezTo>
                  <a:pt x="12625" y="54280"/>
                  <a:pt x="12625" y="54841"/>
                  <a:pt x="12905" y="55268"/>
                </a:cubicBezTo>
                <a:cubicBezTo>
                  <a:pt x="12905" y="55402"/>
                  <a:pt x="13051" y="55548"/>
                  <a:pt x="13051" y="55829"/>
                </a:cubicBezTo>
                <a:cubicBezTo>
                  <a:pt x="13186" y="56109"/>
                  <a:pt x="13186" y="56525"/>
                  <a:pt x="13186" y="56951"/>
                </a:cubicBezTo>
                <a:cubicBezTo>
                  <a:pt x="13051" y="57232"/>
                  <a:pt x="13051" y="57512"/>
                  <a:pt x="12905" y="57793"/>
                </a:cubicBezTo>
                <a:cubicBezTo>
                  <a:pt x="12806" y="57999"/>
                  <a:pt x="12629" y="58126"/>
                  <a:pt x="12431" y="58126"/>
                </a:cubicBezTo>
                <a:cubicBezTo>
                  <a:pt x="12359" y="58126"/>
                  <a:pt x="12284" y="58109"/>
                  <a:pt x="12210" y="58073"/>
                </a:cubicBezTo>
                <a:cubicBezTo>
                  <a:pt x="12210" y="57647"/>
                  <a:pt x="11783" y="57366"/>
                  <a:pt x="11503" y="57086"/>
                </a:cubicBezTo>
                <a:cubicBezTo>
                  <a:pt x="10661" y="56244"/>
                  <a:pt x="10661" y="54987"/>
                  <a:pt x="9819" y="54280"/>
                </a:cubicBezTo>
                <a:cubicBezTo>
                  <a:pt x="9539" y="53865"/>
                  <a:pt x="9124" y="53585"/>
                  <a:pt x="8978" y="53158"/>
                </a:cubicBezTo>
                <a:cubicBezTo>
                  <a:pt x="8978" y="52878"/>
                  <a:pt x="8978" y="52597"/>
                  <a:pt x="8843" y="52317"/>
                </a:cubicBezTo>
                <a:cubicBezTo>
                  <a:pt x="8697" y="51194"/>
                  <a:pt x="8001" y="50218"/>
                  <a:pt x="7440" y="49376"/>
                </a:cubicBezTo>
                <a:cubicBezTo>
                  <a:pt x="6733" y="48108"/>
                  <a:pt x="6599" y="46706"/>
                  <a:pt x="5757" y="45449"/>
                </a:cubicBezTo>
                <a:lnTo>
                  <a:pt x="4489" y="44181"/>
                </a:lnTo>
                <a:cubicBezTo>
                  <a:pt x="4489" y="44046"/>
                  <a:pt x="4354" y="44046"/>
                  <a:pt x="4208" y="43900"/>
                </a:cubicBezTo>
                <a:lnTo>
                  <a:pt x="3793" y="43900"/>
                </a:lnTo>
                <a:cubicBezTo>
                  <a:pt x="3513" y="43766"/>
                  <a:pt x="3086" y="43766"/>
                  <a:pt x="2671" y="43766"/>
                </a:cubicBezTo>
                <a:cubicBezTo>
                  <a:pt x="2525" y="43900"/>
                  <a:pt x="2525" y="44181"/>
                  <a:pt x="2525" y="44327"/>
                </a:cubicBezTo>
                <a:cubicBezTo>
                  <a:pt x="2587" y="44311"/>
                  <a:pt x="2649" y="44303"/>
                  <a:pt x="2711" y="44303"/>
                </a:cubicBezTo>
                <a:cubicBezTo>
                  <a:pt x="3207" y="44303"/>
                  <a:pt x="3678" y="44789"/>
                  <a:pt x="3928" y="45168"/>
                </a:cubicBezTo>
                <a:cubicBezTo>
                  <a:pt x="4354" y="45449"/>
                  <a:pt x="4635" y="45864"/>
                  <a:pt x="5050" y="46290"/>
                </a:cubicBezTo>
                <a:cubicBezTo>
                  <a:pt x="5196" y="46425"/>
                  <a:pt x="5331" y="46571"/>
                  <a:pt x="5331" y="46706"/>
                </a:cubicBezTo>
                <a:cubicBezTo>
                  <a:pt x="5477" y="46986"/>
                  <a:pt x="5611" y="47267"/>
                  <a:pt x="5611" y="47547"/>
                </a:cubicBezTo>
                <a:cubicBezTo>
                  <a:pt x="5757" y="48108"/>
                  <a:pt x="6879" y="50499"/>
                  <a:pt x="6038" y="50914"/>
                </a:cubicBezTo>
                <a:lnTo>
                  <a:pt x="5611" y="50914"/>
                </a:lnTo>
                <a:cubicBezTo>
                  <a:pt x="5363" y="50957"/>
                  <a:pt x="5114" y="50975"/>
                  <a:pt x="4862" y="50975"/>
                </a:cubicBezTo>
                <a:cubicBezTo>
                  <a:pt x="4261" y="50975"/>
                  <a:pt x="3640" y="50874"/>
                  <a:pt x="2952" y="50779"/>
                </a:cubicBezTo>
                <a:lnTo>
                  <a:pt x="2525" y="50779"/>
                </a:lnTo>
                <a:cubicBezTo>
                  <a:pt x="2391" y="50779"/>
                  <a:pt x="2245" y="50914"/>
                  <a:pt x="2391" y="51060"/>
                </a:cubicBezTo>
                <a:cubicBezTo>
                  <a:pt x="2391" y="51194"/>
                  <a:pt x="2391" y="51340"/>
                  <a:pt x="2525" y="51475"/>
                </a:cubicBezTo>
                <a:cubicBezTo>
                  <a:pt x="3513" y="52036"/>
                  <a:pt x="4635" y="51901"/>
                  <a:pt x="5477" y="52462"/>
                </a:cubicBezTo>
                <a:cubicBezTo>
                  <a:pt x="6172" y="53023"/>
                  <a:pt x="7014" y="53304"/>
                  <a:pt x="7575" y="54000"/>
                </a:cubicBezTo>
                <a:cubicBezTo>
                  <a:pt x="9124" y="55964"/>
                  <a:pt x="10526" y="58073"/>
                  <a:pt x="11222" y="60452"/>
                </a:cubicBezTo>
                <a:cubicBezTo>
                  <a:pt x="11783" y="62281"/>
                  <a:pt x="11648" y="64099"/>
                  <a:pt x="11648" y="65928"/>
                </a:cubicBezTo>
                <a:cubicBezTo>
                  <a:pt x="11222" y="76163"/>
                  <a:pt x="10942" y="86408"/>
                  <a:pt x="10661" y="96508"/>
                </a:cubicBezTo>
                <a:cubicBezTo>
                  <a:pt x="12490" y="96081"/>
                  <a:pt x="14173" y="95520"/>
                  <a:pt x="15991" y="94959"/>
                </a:cubicBezTo>
                <a:cubicBezTo>
                  <a:pt x="16418" y="94824"/>
                  <a:pt x="16698" y="94824"/>
                  <a:pt x="16979" y="94398"/>
                </a:cubicBezTo>
                <a:cubicBezTo>
                  <a:pt x="17113" y="94117"/>
                  <a:pt x="17259" y="93702"/>
                  <a:pt x="17259" y="93422"/>
                </a:cubicBezTo>
                <a:cubicBezTo>
                  <a:pt x="17394" y="87945"/>
                  <a:pt x="17540" y="82615"/>
                  <a:pt x="16979" y="77285"/>
                </a:cubicBezTo>
                <a:cubicBezTo>
                  <a:pt x="16698" y="75040"/>
                  <a:pt x="16418" y="72796"/>
                  <a:pt x="16418" y="70552"/>
                </a:cubicBezTo>
                <a:cubicBezTo>
                  <a:pt x="16418" y="67331"/>
                  <a:pt x="17113" y="63965"/>
                  <a:pt x="17820" y="60879"/>
                </a:cubicBezTo>
                <a:cubicBezTo>
                  <a:pt x="18236" y="59476"/>
                  <a:pt x="18662" y="58073"/>
                  <a:pt x="18943" y="56805"/>
                </a:cubicBezTo>
                <a:cubicBezTo>
                  <a:pt x="19223" y="55829"/>
                  <a:pt x="19358" y="54841"/>
                  <a:pt x="19504" y="53865"/>
                </a:cubicBezTo>
                <a:cubicBezTo>
                  <a:pt x="19638" y="52597"/>
                  <a:pt x="19919" y="51621"/>
                  <a:pt x="20199" y="50499"/>
                </a:cubicBezTo>
                <a:cubicBezTo>
                  <a:pt x="20345" y="49792"/>
                  <a:pt x="20345" y="49096"/>
                  <a:pt x="20626" y="48389"/>
                </a:cubicBezTo>
                <a:cubicBezTo>
                  <a:pt x="20906" y="47547"/>
                  <a:pt x="21322" y="46852"/>
                  <a:pt x="22029" y="46290"/>
                </a:cubicBezTo>
                <a:cubicBezTo>
                  <a:pt x="22444" y="46010"/>
                  <a:pt x="23005" y="45864"/>
                  <a:pt x="23431" y="45449"/>
                </a:cubicBezTo>
                <a:cubicBezTo>
                  <a:pt x="23712" y="44888"/>
                  <a:pt x="23846" y="44181"/>
                  <a:pt x="23431" y="43766"/>
                </a:cubicBezTo>
                <a:cubicBezTo>
                  <a:pt x="22870" y="44181"/>
                  <a:pt x="22309" y="44461"/>
                  <a:pt x="21748" y="44888"/>
                </a:cubicBezTo>
                <a:cubicBezTo>
                  <a:pt x="22029" y="43766"/>
                  <a:pt x="22163" y="42778"/>
                  <a:pt x="22444" y="41656"/>
                </a:cubicBezTo>
                <a:cubicBezTo>
                  <a:pt x="22590" y="41095"/>
                  <a:pt x="22724" y="40680"/>
                  <a:pt x="22724" y="40119"/>
                </a:cubicBezTo>
                <a:cubicBezTo>
                  <a:pt x="22724" y="39557"/>
                  <a:pt x="22444" y="38850"/>
                  <a:pt x="22163" y="38435"/>
                </a:cubicBezTo>
                <a:lnTo>
                  <a:pt x="21748" y="38435"/>
                </a:lnTo>
                <a:cubicBezTo>
                  <a:pt x="22029" y="42363"/>
                  <a:pt x="19077" y="44888"/>
                  <a:pt x="18382" y="48389"/>
                </a:cubicBezTo>
                <a:cubicBezTo>
                  <a:pt x="18236" y="49231"/>
                  <a:pt x="18101" y="50072"/>
                  <a:pt x="17820" y="50779"/>
                </a:cubicBezTo>
                <a:cubicBezTo>
                  <a:pt x="17675" y="51194"/>
                  <a:pt x="17394" y="51475"/>
                  <a:pt x="17394" y="51901"/>
                </a:cubicBezTo>
                <a:cubicBezTo>
                  <a:pt x="17259" y="52462"/>
                  <a:pt x="17259" y="53158"/>
                  <a:pt x="17113" y="53719"/>
                </a:cubicBezTo>
                <a:cubicBezTo>
                  <a:pt x="16979" y="54280"/>
                  <a:pt x="16698" y="54841"/>
                  <a:pt x="16418" y="55268"/>
                </a:cubicBezTo>
                <a:cubicBezTo>
                  <a:pt x="16272" y="54426"/>
                  <a:pt x="16418" y="53439"/>
                  <a:pt x="16552" y="52597"/>
                </a:cubicBezTo>
                <a:cubicBezTo>
                  <a:pt x="16272" y="52182"/>
                  <a:pt x="16137" y="51621"/>
                  <a:pt x="16272" y="51194"/>
                </a:cubicBezTo>
                <a:cubicBezTo>
                  <a:pt x="16418" y="50779"/>
                  <a:pt x="16698" y="50499"/>
                  <a:pt x="16833" y="50072"/>
                </a:cubicBezTo>
                <a:cubicBezTo>
                  <a:pt x="17394" y="48950"/>
                  <a:pt x="17394" y="47693"/>
                  <a:pt x="17675" y="46571"/>
                </a:cubicBezTo>
                <a:cubicBezTo>
                  <a:pt x="17955" y="45303"/>
                  <a:pt x="18382" y="44181"/>
                  <a:pt x="18516" y="42924"/>
                </a:cubicBezTo>
                <a:cubicBezTo>
                  <a:pt x="18797" y="41375"/>
                  <a:pt x="18516" y="39838"/>
                  <a:pt x="18797" y="38289"/>
                </a:cubicBezTo>
                <a:cubicBezTo>
                  <a:pt x="18943" y="37448"/>
                  <a:pt x="19223" y="36606"/>
                  <a:pt x="19919" y="36045"/>
                </a:cubicBezTo>
                <a:lnTo>
                  <a:pt x="20626" y="35349"/>
                </a:lnTo>
                <a:cubicBezTo>
                  <a:pt x="20761" y="35069"/>
                  <a:pt x="20906" y="34788"/>
                  <a:pt x="20761" y="34362"/>
                </a:cubicBezTo>
                <a:cubicBezTo>
                  <a:pt x="20480" y="34362"/>
                  <a:pt x="20199" y="34642"/>
                  <a:pt x="19919" y="34923"/>
                </a:cubicBezTo>
                <a:cubicBezTo>
                  <a:pt x="19821" y="35128"/>
                  <a:pt x="19566" y="35261"/>
                  <a:pt x="19327" y="35261"/>
                </a:cubicBezTo>
                <a:cubicBezTo>
                  <a:pt x="19239" y="35261"/>
                  <a:pt x="19153" y="35243"/>
                  <a:pt x="19077" y="35203"/>
                </a:cubicBezTo>
                <a:cubicBezTo>
                  <a:pt x="19504" y="33947"/>
                  <a:pt x="20065" y="32679"/>
                  <a:pt x="20345" y="31276"/>
                </a:cubicBezTo>
                <a:cubicBezTo>
                  <a:pt x="20626" y="30154"/>
                  <a:pt x="21602" y="29458"/>
                  <a:pt x="22590" y="28897"/>
                </a:cubicBezTo>
                <a:cubicBezTo>
                  <a:pt x="22870" y="28751"/>
                  <a:pt x="23431" y="28470"/>
                  <a:pt x="23566" y="28055"/>
                </a:cubicBezTo>
                <a:cubicBezTo>
                  <a:pt x="23566" y="27909"/>
                  <a:pt x="23566" y="27775"/>
                  <a:pt x="23712" y="27629"/>
                </a:cubicBezTo>
                <a:cubicBezTo>
                  <a:pt x="23712" y="27561"/>
                  <a:pt x="23782" y="27561"/>
                  <a:pt x="23869" y="27561"/>
                </a:cubicBezTo>
                <a:cubicBezTo>
                  <a:pt x="23956" y="27561"/>
                  <a:pt x="24060" y="27561"/>
                  <a:pt x="24127" y="27494"/>
                </a:cubicBezTo>
                <a:lnTo>
                  <a:pt x="24553" y="27068"/>
                </a:lnTo>
                <a:cubicBezTo>
                  <a:pt x="24688" y="26933"/>
                  <a:pt x="24834" y="26933"/>
                  <a:pt x="24969" y="26933"/>
                </a:cubicBezTo>
                <a:cubicBezTo>
                  <a:pt x="25395" y="26787"/>
                  <a:pt x="25956" y="26507"/>
                  <a:pt x="26517" y="26226"/>
                </a:cubicBezTo>
                <a:cubicBezTo>
                  <a:pt x="26237" y="26226"/>
                  <a:pt x="26237" y="25946"/>
                  <a:pt x="26091" y="25946"/>
                </a:cubicBezTo>
                <a:cubicBezTo>
                  <a:pt x="26046" y="25901"/>
                  <a:pt x="26000" y="25886"/>
                  <a:pt x="25953" y="25886"/>
                </a:cubicBezTo>
                <a:cubicBezTo>
                  <a:pt x="25860" y="25886"/>
                  <a:pt x="25765" y="25946"/>
                  <a:pt x="25676" y="25946"/>
                </a:cubicBezTo>
                <a:cubicBezTo>
                  <a:pt x="24834" y="26091"/>
                  <a:pt x="23992" y="26372"/>
                  <a:pt x="23285" y="26933"/>
                </a:cubicBezTo>
                <a:cubicBezTo>
                  <a:pt x="23151" y="27068"/>
                  <a:pt x="22870" y="27348"/>
                  <a:pt x="22724" y="27348"/>
                </a:cubicBezTo>
                <a:cubicBezTo>
                  <a:pt x="22444" y="27494"/>
                  <a:pt x="22163" y="27494"/>
                  <a:pt x="22029" y="27629"/>
                </a:cubicBezTo>
                <a:cubicBezTo>
                  <a:pt x="21748" y="27629"/>
                  <a:pt x="21602" y="27909"/>
                  <a:pt x="21467" y="28055"/>
                </a:cubicBezTo>
                <a:cubicBezTo>
                  <a:pt x="21322" y="28190"/>
                  <a:pt x="21041" y="28190"/>
                  <a:pt x="20906" y="28190"/>
                </a:cubicBezTo>
                <a:cubicBezTo>
                  <a:pt x="20906" y="27629"/>
                  <a:pt x="20906" y="27068"/>
                  <a:pt x="21041" y="26507"/>
                </a:cubicBezTo>
                <a:cubicBezTo>
                  <a:pt x="21187" y="25946"/>
                  <a:pt x="21041" y="25250"/>
                  <a:pt x="21322" y="24689"/>
                </a:cubicBezTo>
                <a:lnTo>
                  <a:pt x="21748" y="24262"/>
                </a:lnTo>
                <a:cubicBezTo>
                  <a:pt x="21883" y="24128"/>
                  <a:pt x="22029" y="23847"/>
                  <a:pt x="21883" y="23701"/>
                </a:cubicBezTo>
                <a:cubicBezTo>
                  <a:pt x="21748" y="23567"/>
                  <a:pt x="21602" y="23567"/>
                  <a:pt x="21467" y="23421"/>
                </a:cubicBezTo>
                <a:lnTo>
                  <a:pt x="21467" y="23005"/>
                </a:lnTo>
                <a:cubicBezTo>
                  <a:pt x="21187" y="21176"/>
                  <a:pt x="21322" y="19078"/>
                  <a:pt x="21883" y="17249"/>
                </a:cubicBezTo>
                <a:cubicBezTo>
                  <a:pt x="22163" y="16407"/>
                  <a:pt x="22590" y="15431"/>
                  <a:pt x="22163" y="14589"/>
                </a:cubicBezTo>
                <a:lnTo>
                  <a:pt x="22163" y="14589"/>
                </a:lnTo>
                <a:cubicBezTo>
                  <a:pt x="21467" y="15711"/>
                  <a:pt x="20906" y="16968"/>
                  <a:pt x="20761" y="18371"/>
                </a:cubicBezTo>
                <a:cubicBezTo>
                  <a:pt x="20626" y="19078"/>
                  <a:pt x="20626" y="19639"/>
                  <a:pt x="20626" y="20335"/>
                </a:cubicBezTo>
                <a:cubicBezTo>
                  <a:pt x="20480" y="21457"/>
                  <a:pt x="20345" y="22444"/>
                  <a:pt x="20199" y="23567"/>
                </a:cubicBezTo>
                <a:cubicBezTo>
                  <a:pt x="20199" y="24262"/>
                  <a:pt x="20065" y="24969"/>
                  <a:pt x="19919" y="25665"/>
                </a:cubicBezTo>
                <a:cubicBezTo>
                  <a:pt x="19919" y="26226"/>
                  <a:pt x="19784" y="26787"/>
                  <a:pt x="19638" y="27348"/>
                </a:cubicBezTo>
                <a:cubicBezTo>
                  <a:pt x="19358" y="29032"/>
                  <a:pt x="18516" y="30434"/>
                  <a:pt x="17820" y="31983"/>
                </a:cubicBezTo>
                <a:cubicBezTo>
                  <a:pt x="17113" y="33520"/>
                  <a:pt x="16833" y="34923"/>
                  <a:pt x="16552" y="36606"/>
                </a:cubicBezTo>
                <a:cubicBezTo>
                  <a:pt x="16552" y="37728"/>
                  <a:pt x="16552" y="39277"/>
                  <a:pt x="15991" y="40253"/>
                </a:cubicBezTo>
                <a:cubicBezTo>
                  <a:pt x="15711" y="40534"/>
                  <a:pt x="15296" y="40960"/>
                  <a:pt x="15296" y="41375"/>
                </a:cubicBezTo>
                <a:lnTo>
                  <a:pt x="15296" y="42082"/>
                </a:lnTo>
                <a:cubicBezTo>
                  <a:pt x="15430" y="43059"/>
                  <a:pt x="15015" y="43900"/>
                  <a:pt x="15015" y="44888"/>
                </a:cubicBezTo>
                <a:cubicBezTo>
                  <a:pt x="14869" y="45168"/>
                  <a:pt x="15015" y="45449"/>
                  <a:pt x="15015" y="45864"/>
                </a:cubicBezTo>
                <a:cubicBezTo>
                  <a:pt x="15015" y="46145"/>
                  <a:pt x="14869" y="46425"/>
                  <a:pt x="14734" y="46706"/>
                </a:cubicBezTo>
                <a:cubicBezTo>
                  <a:pt x="14589" y="46706"/>
                  <a:pt x="14308" y="46571"/>
                  <a:pt x="14173" y="46290"/>
                </a:cubicBezTo>
                <a:lnTo>
                  <a:pt x="14173" y="45449"/>
                </a:lnTo>
                <a:cubicBezTo>
                  <a:pt x="14173" y="44888"/>
                  <a:pt x="13893" y="44327"/>
                  <a:pt x="13747" y="43766"/>
                </a:cubicBezTo>
                <a:cubicBezTo>
                  <a:pt x="13332" y="42363"/>
                  <a:pt x="13466" y="41095"/>
                  <a:pt x="13466" y="39838"/>
                </a:cubicBezTo>
                <a:cubicBezTo>
                  <a:pt x="13466" y="38289"/>
                  <a:pt x="13332" y="36752"/>
                  <a:pt x="13332" y="35349"/>
                </a:cubicBezTo>
                <a:cubicBezTo>
                  <a:pt x="13466" y="32398"/>
                  <a:pt x="13747" y="29312"/>
                  <a:pt x="13051" y="26507"/>
                </a:cubicBezTo>
                <a:cubicBezTo>
                  <a:pt x="12344" y="24128"/>
                  <a:pt x="10942" y="22444"/>
                  <a:pt x="10380" y="20054"/>
                </a:cubicBezTo>
                <a:cubicBezTo>
                  <a:pt x="10246" y="19078"/>
                  <a:pt x="10100" y="18236"/>
                  <a:pt x="9965" y="17249"/>
                </a:cubicBezTo>
                <a:cubicBezTo>
                  <a:pt x="9685" y="15150"/>
                  <a:pt x="9539" y="13041"/>
                  <a:pt x="9539" y="10942"/>
                </a:cubicBezTo>
                <a:cubicBezTo>
                  <a:pt x="9539" y="10381"/>
                  <a:pt x="9685" y="9820"/>
                  <a:pt x="9965" y="9259"/>
                </a:cubicBezTo>
                <a:cubicBezTo>
                  <a:pt x="10100" y="8978"/>
                  <a:pt x="10380" y="8698"/>
                  <a:pt x="10526" y="8417"/>
                </a:cubicBezTo>
                <a:cubicBezTo>
                  <a:pt x="10661" y="8137"/>
                  <a:pt x="10807" y="7710"/>
                  <a:pt x="10526" y="7430"/>
                </a:cubicBezTo>
                <a:cubicBezTo>
                  <a:pt x="10246" y="7576"/>
                  <a:pt x="9819" y="7856"/>
                  <a:pt x="9685" y="8271"/>
                </a:cubicBezTo>
                <a:cubicBezTo>
                  <a:pt x="8978" y="8137"/>
                  <a:pt x="8562" y="7430"/>
                  <a:pt x="8417" y="6734"/>
                </a:cubicBezTo>
                <a:cubicBezTo>
                  <a:pt x="8282" y="5892"/>
                  <a:pt x="8282" y="5185"/>
                  <a:pt x="8282" y="4490"/>
                </a:cubicBezTo>
                <a:cubicBezTo>
                  <a:pt x="8282" y="3087"/>
                  <a:pt x="8001" y="1684"/>
                  <a:pt x="7440" y="562"/>
                </a:cubicBezTo>
                <a:cubicBezTo>
                  <a:pt x="7294" y="2941"/>
                  <a:pt x="7160" y="5331"/>
                  <a:pt x="7160" y="7710"/>
                </a:cubicBezTo>
                <a:cubicBezTo>
                  <a:pt x="7160" y="8271"/>
                  <a:pt x="7160" y="8698"/>
                  <a:pt x="7294" y="9259"/>
                </a:cubicBezTo>
                <a:lnTo>
                  <a:pt x="7721" y="10101"/>
                </a:lnTo>
                <a:cubicBezTo>
                  <a:pt x="8282" y="11503"/>
                  <a:pt x="8136" y="12906"/>
                  <a:pt x="7856" y="14309"/>
                </a:cubicBezTo>
                <a:cubicBezTo>
                  <a:pt x="6599" y="12199"/>
                  <a:pt x="5050" y="10235"/>
                  <a:pt x="3928" y="7991"/>
                </a:cubicBezTo>
                <a:cubicBezTo>
                  <a:pt x="2671" y="5466"/>
                  <a:pt x="1549" y="2806"/>
                  <a:pt x="84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3"/>
          <p:cNvSpPr/>
          <p:nvPr/>
        </p:nvSpPr>
        <p:spPr>
          <a:xfrm>
            <a:off x="8613900" y="0"/>
            <a:ext cx="396021" cy="4915611"/>
          </a:xfrm>
          <a:custGeom>
            <a:avLst/>
            <a:gdLst/>
            <a:ahLst/>
            <a:cxnLst/>
            <a:rect l="l" t="t" r="r" b="b"/>
            <a:pathLst>
              <a:path w="5692" h="41247" extrusionOk="0">
                <a:moveTo>
                  <a:pt x="2217" y="1"/>
                </a:moveTo>
                <a:cubicBezTo>
                  <a:pt x="2217" y="1"/>
                  <a:pt x="2647" y="6375"/>
                  <a:pt x="2578" y="9022"/>
                </a:cubicBezTo>
                <a:cubicBezTo>
                  <a:pt x="2504" y="10024"/>
                  <a:pt x="2504" y="11101"/>
                  <a:pt x="2435" y="12246"/>
                </a:cubicBezTo>
                <a:lnTo>
                  <a:pt x="1003" y="11387"/>
                </a:lnTo>
                <a:lnTo>
                  <a:pt x="785" y="11530"/>
                </a:lnTo>
                <a:lnTo>
                  <a:pt x="2435" y="12458"/>
                </a:lnTo>
                <a:cubicBezTo>
                  <a:pt x="2435" y="14176"/>
                  <a:pt x="2361" y="16038"/>
                  <a:pt x="2435" y="17756"/>
                </a:cubicBezTo>
                <a:cubicBezTo>
                  <a:pt x="2504" y="20620"/>
                  <a:pt x="2361" y="22556"/>
                  <a:pt x="2149" y="24560"/>
                </a:cubicBezTo>
                <a:lnTo>
                  <a:pt x="1003" y="23913"/>
                </a:lnTo>
                <a:lnTo>
                  <a:pt x="785" y="24056"/>
                </a:lnTo>
                <a:lnTo>
                  <a:pt x="2149" y="24772"/>
                </a:lnTo>
                <a:lnTo>
                  <a:pt x="2149" y="24916"/>
                </a:lnTo>
                <a:cubicBezTo>
                  <a:pt x="1931" y="27138"/>
                  <a:pt x="2074" y="31434"/>
                  <a:pt x="2074" y="32722"/>
                </a:cubicBezTo>
                <a:cubicBezTo>
                  <a:pt x="2074" y="34011"/>
                  <a:pt x="2292" y="36016"/>
                  <a:pt x="2149" y="36944"/>
                </a:cubicBezTo>
                <a:cubicBezTo>
                  <a:pt x="2074" y="37946"/>
                  <a:pt x="1576" y="39595"/>
                  <a:pt x="1433" y="39882"/>
                </a:cubicBezTo>
                <a:cubicBezTo>
                  <a:pt x="1289" y="40168"/>
                  <a:pt x="1" y="40523"/>
                  <a:pt x="69" y="40598"/>
                </a:cubicBezTo>
                <a:cubicBezTo>
                  <a:pt x="183" y="40598"/>
                  <a:pt x="975" y="40688"/>
                  <a:pt x="1403" y="40688"/>
                </a:cubicBezTo>
                <a:cubicBezTo>
                  <a:pt x="1514" y="40688"/>
                  <a:pt x="1601" y="40682"/>
                  <a:pt x="1645" y="40666"/>
                </a:cubicBezTo>
                <a:cubicBezTo>
                  <a:pt x="1918" y="40601"/>
                  <a:pt x="2322" y="39877"/>
                  <a:pt x="2607" y="39877"/>
                </a:cubicBezTo>
                <a:cubicBezTo>
                  <a:pt x="2621" y="39877"/>
                  <a:pt x="2634" y="39878"/>
                  <a:pt x="2647" y="39882"/>
                </a:cubicBezTo>
                <a:cubicBezTo>
                  <a:pt x="2933" y="39950"/>
                  <a:pt x="2647" y="40380"/>
                  <a:pt x="2647" y="40598"/>
                </a:cubicBezTo>
                <a:cubicBezTo>
                  <a:pt x="2647" y="40795"/>
                  <a:pt x="2771" y="41247"/>
                  <a:pt x="2904" y="41247"/>
                </a:cubicBezTo>
                <a:cubicBezTo>
                  <a:pt x="2914" y="41247"/>
                  <a:pt x="2924" y="41244"/>
                  <a:pt x="2933" y="41239"/>
                </a:cubicBezTo>
                <a:cubicBezTo>
                  <a:pt x="3008" y="41170"/>
                  <a:pt x="3294" y="40455"/>
                  <a:pt x="3437" y="40380"/>
                </a:cubicBezTo>
                <a:cubicBezTo>
                  <a:pt x="3452" y="40373"/>
                  <a:pt x="3474" y="40370"/>
                  <a:pt x="3502" y="40370"/>
                </a:cubicBezTo>
                <a:cubicBezTo>
                  <a:pt x="3739" y="40370"/>
                  <a:pt x="4395" y="40613"/>
                  <a:pt x="4652" y="40741"/>
                </a:cubicBezTo>
                <a:cubicBezTo>
                  <a:pt x="4918" y="40792"/>
                  <a:pt x="5415" y="40961"/>
                  <a:pt x="5600" y="40961"/>
                </a:cubicBezTo>
                <a:cubicBezTo>
                  <a:pt x="5665" y="40961"/>
                  <a:pt x="5691" y="40940"/>
                  <a:pt x="5654" y="40884"/>
                </a:cubicBezTo>
                <a:cubicBezTo>
                  <a:pt x="5511" y="40666"/>
                  <a:pt x="4726" y="40025"/>
                  <a:pt x="4440" y="39595"/>
                </a:cubicBezTo>
                <a:cubicBezTo>
                  <a:pt x="4153" y="39091"/>
                  <a:pt x="4079" y="36371"/>
                  <a:pt x="4010" y="35013"/>
                </a:cubicBezTo>
                <a:cubicBezTo>
                  <a:pt x="3936" y="33650"/>
                  <a:pt x="3581" y="29211"/>
                  <a:pt x="3437" y="27493"/>
                </a:cubicBezTo>
                <a:lnTo>
                  <a:pt x="5299" y="26491"/>
                </a:lnTo>
                <a:lnTo>
                  <a:pt x="5081" y="26347"/>
                </a:lnTo>
                <a:lnTo>
                  <a:pt x="3437" y="27281"/>
                </a:lnTo>
                <a:cubicBezTo>
                  <a:pt x="3363" y="25488"/>
                  <a:pt x="3581" y="19692"/>
                  <a:pt x="3581" y="17115"/>
                </a:cubicBezTo>
                <a:lnTo>
                  <a:pt x="4938" y="16255"/>
                </a:lnTo>
                <a:lnTo>
                  <a:pt x="4795" y="16181"/>
                </a:lnTo>
                <a:lnTo>
                  <a:pt x="3581" y="16828"/>
                </a:lnTo>
                <a:cubicBezTo>
                  <a:pt x="3581" y="16685"/>
                  <a:pt x="3506" y="16467"/>
                  <a:pt x="3506" y="16324"/>
                </a:cubicBezTo>
                <a:cubicBezTo>
                  <a:pt x="3506" y="14251"/>
                  <a:pt x="3867" y="11456"/>
                  <a:pt x="3936" y="8953"/>
                </a:cubicBezTo>
                <a:cubicBezTo>
                  <a:pt x="4010" y="7521"/>
                  <a:pt x="4010" y="4726"/>
                  <a:pt x="4010" y="2652"/>
                </a:cubicBezTo>
                <a:lnTo>
                  <a:pt x="5299" y="1862"/>
                </a:lnTo>
                <a:lnTo>
                  <a:pt x="5081" y="1719"/>
                </a:lnTo>
                <a:lnTo>
                  <a:pt x="4010" y="2366"/>
                </a:lnTo>
                <a:cubicBezTo>
                  <a:pt x="3936" y="1003"/>
                  <a:pt x="3936" y="1"/>
                  <a:pt x="39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3"/>
          <p:cNvSpPr/>
          <p:nvPr/>
        </p:nvSpPr>
        <p:spPr>
          <a:xfrm rot="-1365735">
            <a:off x="7636596" y="3185461"/>
            <a:ext cx="1093459" cy="1666921"/>
          </a:xfrm>
          <a:custGeom>
            <a:avLst/>
            <a:gdLst/>
            <a:ahLst/>
            <a:cxnLst/>
            <a:rect l="l" t="t" r="r" b="b"/>
            <a:pathLst>
              <a:path w="37581" h="55931" extrusionOk="0">
                <a:moveTo>
                  <a:pt x="32128" y="13237"/>
                </a:moveTo>
                <a:cubicBezTo>
                  <a:pt x="32140" y="13341"/>
                  <a:pt x="32146" y="13445"/>
                  <a:pt x="32146" y="13551"/>
                </a:cubicBezTo>
                <a:lnTo>
                  <a:pt x="32146" y="13551"/>
                </a:lnTo>
                <a:cubicBezTo>
                  <a:pt x="32146" y="13447"/>
                  <a:pt x="32140" y="13343"/>
                  <a:pt x="32128" y="13237"/>
                </a:cubicBezTo>
                <a:close/>
                <a:moveTo>
                  <a:pt x="18564" y="1"/>
                </a:moveTo>
                <a:cubicBezTo>
                  <a:pt x="18902" y="446"/>
                  <a:pt x="18902" y="890"/>
                  <a:pt x="18902" y="1451"/>
                </a:cubicBezTo>
                <a:cubicBezTo>
                  <a:pt x="18786" y="1895"/>
                  <a:pt x="18564" y="2340"/>
                  <a:pt x="18457" y="2892"/>
                </a:cubicBezTo>
                <a:cubicBezTo>
                  <a:pt x="18341" y="3114"/>
                  <a:pt x="18341" y="3336"/>
                  <a:pt x="18234" y="3674"/>
                </a:cubicBezTo>
                <a:cubicBezTo>
                  <a:pt x="18234" y="3897"/>
                  <a:pt x="18234" y="4226"/>
                  <a:pt x="18341" y="4564"/>
                </a:cubicBezTo>
                <a:cubicBezTo>
                  <a:pt x="18341" y="4893"/>
                  <a:pt x="18457" y="5115"/>
                  <a:pt x="18679" y="5338"/>
                </a:cubicBezTo>
                <a:cubicBezTo>
                  <a:pt x="18902" y="5560"/>
                  <a:pt x="19008" y="5676"/>
                  <a:pt x="19231" y="5782"/>
                </a:cubicBezTo>
                <a:cubicBezTo>
                  <a:pt x="19008" y="6449"/>
                  <a:pt x="19008" y="7010"/>
                  <a:pt x="18902" y="7677"/>
                </a:cubicBezTo>
                <a:lnTo>
                  <a:pt x="18564" y="11342"/>
                </a:lnTo>
                <a:cubicBezTo>
                  <a:pt x="18564" y="12231"/>
                  <a:pt x="18457" y="13120"/>
                  <a:pt x="18341" y="14010"/>
                </a:cubicBezTo>
                <a:cubicBezTo>
                  <a:pt x="17896" y="13565"/>
                  <a:pt x="17567" y="13014"/>
                  <a:pt x="17229" y="12453"/>
                </a:cubicBezTo>
                <a:cubicBezTo>
                  <a:pt x="16678" y="11680"/>
                  <a:pt x="16233" y="10897"/>
                  <a:pt x="15895" y="10123"/>
                </a:cubicBezTo>
                <a:cubicBezTo>
                  <a:pt x="16678" y="8789"/>
                  <a:pt x="16785" y="7339"/>
                  <a:pt x="16233" y="6120"/>
                </a:cubicBezTo>
                <a:lnTo>
                  <a:pt x="16233" y="6120"/>
                </a:lnTo>
                <a:cubicBezTo>
                  <a:pt x="16456" y="7232"/>
                  <a:pt x="16118" y="8344"/>
                  <a:pt x="15566" y="9118"/>
                </a:cubicBezTo>
                <a:cubicBezTo>
                  <a:pt x="15566" y="9011"/>
                  <a:pt x="15450" y="9011"/>
                  <a:pt x="15450" y="9011"/>
                </a:cubicBezTo>
                <a:cubicBezTo>
                  <a:pt x="15121" y="8006"/>
                  <a:pt x="14899" y="7117"/>
                  <a:pt x="14783" y="6120"/>
                </a:cubicBezTo>
                <a:lnTo>
                  <a:pt x="14783" y="6005"/>
                </a:lnTo>
                <a:cubicBezTo>
                  <a:pt x="14677" y="5782"/>
                  <a:pt x="14677" y="5453"/>
                  <a:pt x="14677" y="5115"/>
                </a:cubicBezTo>
                <a:cubicBezTo>
                  <a:pt x="14677" y="4786"/>
                  <a:pt x="14561" y="4448"/>
                  <a:pt x="14561" y="4119"/>
                </a:cubicBezTo>
                <a:cubicBezTo>
                  <a:pt x="14561" y="3781"/>
                  <a:pt x="14677" y="3452"/>
                  <a:pt x="14677" y="3114"/>
                </a:cubicBezTo>
                <a:cubicBezTo>
                  <a:pt x="14783" y="2785"/>
                  <a:pt x="14899" y="2563"/>
                  <a:pt x="15006" y="2225"/>
                </a:cubicBezTo>
                <a:cubicBezTo>
                  <a:pt x="15228" y="2002"/>
                  <a:pt x="15450" y="1780"/>
                  <a:pt x="15788" y="1673"/>
                </a:cubicBezTo>
                <a:lnTo>
                  <a:pt x="15673" y="1451"/>
                </a:lnTo>
                <a:cubicBezTo>
                  <a:pt x="15344" y="1557"/>
                  <a:pt x="15006" y="1780"/>
                  <a:pt x="14783" y="2118"/>
                </a:cubicBezTo>
                <a:cubicBezTo>
                  <a:pt x="14561" y="2340"/>
                  <a:pt x="14339" y="2669"/>
                  <a:pt x="14232" y="3007"/>
                </a:cubicBezTo>
                <a:cubicBezTo>
                  <a:pt x="14116" y="3336"/>
                  <a:pt x="14009" y="3674"/>
                  <a:pt x="14009" y="4119"/>
                </a:cubicBezTo>
                <a:lnTo>
                  <a:pt x="14009" y="4893"/>
                </a:lnTo>
                <a:cubicBezTo>
                  <a:pt x="13565" y="4119"/>
                  <a:pt x="13342" y="3114"/>
                  <a:pt x="13449" y="2225"/>
                </a:cubicBezTo>
                <a:lnTo>
                  <a:pt x="13449" y="2225"/>
                </a:lnTo>
                <a:cubicBezTo>
                  <a:pt x="13004" y="3559"/>
                  <a:pt x="13227" y="5231"/>
                  <a:pt x="14009" y="6565"/>
                </a:cubicBezTo>
                <a:cubicBezTo>
                  <a:pt x="14009" y="7455"/>
                  <a:pt x="14116" y="8344"/>
                  <a:pt x="14339" y="9233"/>
                </a:cubicBezTo>
                <a:cubicBezTo>
                  <a:pt x="14561" y="10230"/>
                  <a:pt x="14899" y="11235"/>
                  <a:pt x="15228" y="12231"/>
                </a:cubicBezTo>
                <a:cubicBezTo>
                  <a:pt x="14899" y="12347"/>
                  <a:pt x="14454" y="12453"/>
                  <a:pt x="14116" y="12453"/>
                </a:cubicBezTo>
                <a:cubicBezTo>
                  <a:pt x="13342" y="12347"/>
                  <a:pt x="12675" y="12009"/>
                  <a:pt x="12231" y="11457"/>
                </a:cubicBezTo>
                <a:lnTo>
                  <a:pt x="12231" y="11457"/>
                </a:lnTo>
                <a:cubicBezTo>
                  <a:pt x="12560" y="12124"/>
                  <a:pt x="13227" y="12676"/>
                  <a:pt x="14009" y="12898"/>
                </a:cubicBezTo>
                <a:cubicBezTo>
                  <a:pt x="14232" y="12956"/>
                  <a:pt x="14481" y="12985"/>
                  <a:pt x="14744" y="12985"/>
                </a:cubicBezTo>
                <a:cubicBezTo>
                  <a:pt x="15008" y="12985"/>
                  <a:pt x="15286" y="12956"/>
                  <a:pt x="15566" y="12898"/>
                </a:cubicBezTo>
                <a:cubicBezTo>
                  <a:pt x="15673" y="13014"/>
                  <a:pt x="15673" y="13120"/>
                  <a:pt x="15788" y="13236"/>
                </a:cubicBezTo>
                <a:cubicBezTo>
                  <a:pt x="16340" y="14455"/>
                  <a:pt x="17123" y="15682"/>
                  <a:pt x="18012" y="16678"/>
                </a:cubicBezTo>
                <a:cubicBezTo>
                  <a:pt x="17567" y="19240"/>
                  <a:pt x="17007" y="21686"/>
                  <a:pt x="16233" y="24132"/>
                </a:cubicBezTo>
                <a:lnTo>
                  <a:pt x="15566" y="23465"/>
                </a:lnTo>
                <a:cubicBezTo>
                  <a:pt x="15228" y="23127"/>
                  <a:pt x="14899" y="22798"/>
                  <a:pt x="14561" y="22353"/>
                </a:cubicBezTo>
                <a:cubicBezTo>
                  <a:pt x="14454" y="22237"/>
                  <a:pt x="14454" y="22131"/>
                  <a:pt x="14339" y="22131"/>
                </a:cubicBezTo>
                <a:cubicBezTo>
                  <a:pt x="15228" y="20903"/>
                  <a:pt x="15788" y="19569"/>
                  <a:pt x="16233" y="18128"/>
                </a:cubicBezTo>
                <a:lnTo>
                  <a:pt x="16233" y="18128"/>
                </a:lnTo>
                <a:cubicBezTo>
                  <a:pt x="15673" y="19347"/>
                  <a:pt x="14899" y="20458"/>
                  <a:pt x="14009" y="21464"/>
                </a:cubicBezTo>
                <a:cubicBezTo>
                  <a:pt x="13671" y="21019"/>
                  <a:pt x="13449" y="20458"/>
                  <a:pt x="13342" y="19907"/>
                </a:cubicBezTo>
                <a:cubicBezTo>
                  <a:pt x="13787" y="19018"/>
                  <a:pt x="13894" y="18012"/>
                  <a:pt x="13787" y="17016"/>
                </a:cubicBezTo>
                <a:lnTo>
                  <a:pt x="13787" y="17016"/>
                </a:lnTo>
                <a:cubicBezTo>
                  <a:pt x="13787" y="17790"/>
                  <a:pt x="13449" y="18573"/>
                  <a:pt x="13120" y="19124"/>
                </a:cubicBezTo>
                <a:cubicBezTo>
                  <a:pt x="13004" y="18350"/>
                  <a:pt x="12898" y="17461"/>
                  <a:pt x="13004" y="16572"/>
                </a:cubicBezTo>
                <a:lnTo>
                  <a:pt x="12782" y="16572"/>
                </a:lnTo>
                <a:cubicBezTo>
                  <a:pt x="12560" y="17123"/>
                  <a:pt x="12453" y="17683"/>
                  <a:pt x="12337" y="18350"/>
                </a:cubicBezTo>
                <a:lnTo>
                  <a:pt x="11670" y="16572"/>
                </a:lnTo>
                <a:lnTo>
                  <a:pt x="12337" y="18680"/>
                </a:lnTo>
                <a:lnTo>
                  <a:pt x="12337" y="19791"/>
                </a:lnTo>
                <a:cubicBezTo>
                  <a:pt x="12453" y="20903"/>
                  <a:pt x="12675" y="22131"/>
                  <a:pt x="13227" y="23127"/>
                </a:cubicBezTo>
                <a:cubicBezTo>
                  <a:pt x="13449" y="23687"/>
                  <a:pt x="13787" y="24239"/>
                  <a:pt x="14116" y="24683"/>
                </a:cubicBezTo>
                <a:cubicBezTo>
                  <a:pt x="14454" y="25128"/>
                  <a:pt x="14677" y="25573"/>
                  <a:pt x="14899" y="25911"/>
                </a:cubicBezTo>
                <a:cubicBezTo>
                  <a:pt x="15006" y="26133"/>
                  <a:pt x="15121" y="26356"/>
                  <a:pt x="15228" y="26462"/>
                </a:cubicBezTo>
                <a:lnTo>
                  <a:pt x="15228" y="26907"/>
                </a:lnTo>
                <a:cubicBezTo>
                  <a:pt x="15121" y="27467"/>
                  <a:pt x="14899" y="27912"/>
                  <a:pt x="14677" y="28357"/>
                </a:cubicBezTo>
                <a:cubicBezTo>
                  <a:pt x="14232" y="29469"/>
                  <a:pt x="13787" y="30465"/>
                  <a:pt x="13227" y="31577"/>
                </a:cubicBezTo>
                <a:lnTo>
                  <a:pt x="11563" y="34583"/>
                </a:lnTo>
                <a:cubicBezTo>
                  <a:pt x="10452" y="36584"/>
                  <a:pt x="9117" y="38470"/>
                  <a:pt x="7668" y="40471"/>
                </a:cubicBezTo>
                <a:cubicBezTo>
                  <a:pt x="6333" y="42473"/>
                  <a:pt x="4999" y="44474"/>
                  <a:pt x="3665" y="46591"/>
                </a:cubicBezTo>
                <a:cubicBezTo>
                  <a:pt x="2331" y="48815"/>
                  <a:pt x="1112" y="51038"/>
                  <a:pt x="0" y="53591"/>
                </a:cubicBezTo>
                <a:lnTo>
                  <a:pt x="7000" y="55930"/>
                </a:lnTo>
                <a:cubicBezTo>
                  <a:pt x="7561" y="53813"/>
                  <a:pt x="8335" y="51812"/>
                  <a:pt x="9340" y="49704"/>
                </a:cubicBezTo>
                <a:cubicBezTo>
                  <a:pt x="10229" y="47587"/>
                  <a:pt x="11341" y="45479"/>
                  <a:pt x="12453" y="43362"/>
                </a:cubicBezTo>
                <a:cubicBezTo>
                  <a:pt x="13565" y="41254"/>
                  <a:pt x="14783" y="39030"/>
                  <a:pt x="15788" y="36691"/>
                </a:cubicBezTo>
                <a:lnTo>
                  <a:pt x="17123" y="33356"/>
                </a:lnTo>
                <a:cubicBezTo>
                  <a:pt x="17229" y="33249"/>
                  <a:pt x="17452" y="33133"/>
                  <a:pt x="17567" y="33133"/>
                </a:cubicBezTo>
                <a:cubicBezTo>
                  <a:pt x="18457" y="32804"/>
                  <a:pt x="19453" y="32466"/>
                  <a:pt x="20458" y="32359"/>
                </a:cubicBezTo>
                <a:cubicBezTo>
                  <a:pt x="22237" y="32021"/>
                  <a:pt x="24238" y="32021"/>
                  <a:pt x="26124" y="31915"/>
                </a:cubicBezTo>
                <a:cubicBezTo>
                  <a:pt x="26569" y="32804"/>
                  <a:pt x="27129" y="33578"/>
                  <a:pt x="27903" y="34138"/>
                </a:cubicBezTo>
                <a:cubicBezTo>
                  <a:pt x="28241" y="34468"/>
                  <a:pt x="28686" y="34805"/>
                  <a:pt x="29130" y="34912"/>
                </a:cubicBezTo>
                <a:cubicBezTo>
                  <a:pt x="29270" y="34941"/>
                  <a:pt x="29409" y="34956"/>
                  <a:pt x="29546" y="34956"/>
                </a:cubicBezTo>
                <a:cubicBezTo>
                  <a:pt x="29950" y="34956"/>
                  <a:pt x="30325" y="34829"/>
                  <a:pt x="30571" y="34583"/>
                </a:cubicBezTo>
                <a:lnTo>
                  <a:pt x="30571" y="34583"/>
                </a:lnTo>
                <a:cubicBezTo>
                  <a:pt x="30391" y="34764"/>
                  <a:pt x="30140" y="34845"/>
                  <a:pt x="29878" y="34845"/>
                </a:cubicBezTo>
                <a:cubicBezTo>
                  <a:pt x="29662" y="34845"/>
                  <a:pt x="29438" y="34790"/>
                  <a:pt x="29237" y="34690"/>
                </a:cubicBezTo>
                <a:cubicBezTo>
                  <a:pt x="28792" y="34583"/>
                  <a:pt x="28463" y="34245"/>
                  <a:pt x="28125" y="33916"/>
                </a:cubicBezTo>
                <a:cubicBezTo>
                  <a:pt x="27574" y="33249"/>
                  <a:pt x="27129" y="32582"/>
                  <a:pt x="26907" y="31799"/>
                </a:cubicBezTo>
                <a:cubicBezTo>
                  <a:pt x="27796" y="31799"/>
                  <a:pt x="28792" y="31577"/>
                  <a:pt x="29682" y="31470"/>
                </a:cubicBezTo>
                <a:cubicBezTo>
                  <a:pt x="29904" y="31354"/>
                  <a:pt x="30127" y="31354"/>
                  <a:pt x="30349" y="31248"/>
                </a:cubicBezTo>
                <a:lnTo>
                  <a:pt x="30349" y="31470"/>
                </a:lnTo>
                <a:cubicBezTo>
                  <a:pt x="31221" y="31746"/>
                  <a:pt x="32136" y="31882"/>
                  <a:pt x="33043" y="31882"/>
                </a:cubicBezTo>
                <a:cubicBezTo>
                  <a:pt x="34680" y="31882"/>
                  <a:pt x="36292" y="31439"/>
                  <a:pt x="37580" y="30581"/>
                </a:cubicBezTo>
                <a:lnTo>
                  <a:pt x="37580" y="30581"/>
                </a:lnTo>
                <a:cubicBezTo>
                  <a:pt x="36393" y="31171"/>
                  <a:pt x="35087" y="31490"/>
                  <a:pt x="33804" y="31490"/>
                </a:cubicBezTo>
                <a:cubicBezTo>
                  <a:pt x="32923" y="31490"/>
                  <a:pt x="32053" y="31340"/>
                  <a:pt x="31238" y="31025"/>
                </a:cubicBezTo>
                <a:cubicBezTo>
                  <a:pt x="31799" y="30803"/>
                  <a:pt x="32244" y="30581"/>
                  <a:pt x="32795" y="30358"/>
                </a:cubicBezTo>
                <a:cubicBezTo>
                  <a:pt x="33684" y="29913"/>
                  <a:pt x="34574" y="29246"/>
                  <a:pt x="35357" y="28464"/>
                </a:cubicBezTo>
                <a:cubicBezTo>
                  <a:pt x="36024" y="27574"/>
                  <a:pt x="36575" y="26685"/>
                  <a:pt x="36798" y="25573"/>
                </a:cubicBezTo>
                <a:lnTo>
                  <a:pt x="36575" y="25573"/>
                </a:lnTo>
                <a:cubicBezTo>
                  <a:pt x="36246" y="26578"/>
                  <a:pt x="35686" y="27352"/>
                  <a:pt x="35019" y="28135"/>
                </a:cubicBezTo>
                <a:cubicBezTo>
                  <a:pt x="34690" y="28464"/>
                  <a:pt x="34245" y="28686"/>
                  <a:pt x="33907" y="29024"/>
                </a:cubicBezTo>
                <a:cubicBezTo>
                  <a:pt x="33907" y="28241"/>
                  <a:pt x="34245" y="27467"/>
                  <a:pt x="34690" y="26907"/>
                </a:cubicBezTo>
                <a:lnTo>
                  <a:pt x="34690" y="26907"/>
                </a:lnTo>
                <a:cubicBezTo>
                  <a:pt x="33907" y="27467"/>
                  <a:pt x="33355" y="28357"/>
                  <a:pt x="33133" y="29353"/>
                </a:cubicBezTo>
                <a:lnTo>
                  <a:pt x="32466" y="29691"/>
                </a:lnTo>
                <a:cubicBezTo>
                  <a:pt x="31576" y="30136"/>
                  <a:pt x="30571" y="30358"/>
                  <a:pt x="29575" y="30465"/>
                </a:cubicBezTo>
                <a:cubicBezTo>
                  <a:pt x="29237" y="30465"/>
                  <a:pt x="28908" y="30581"/>
                  <a:pt x="28570" y="30581"/>
                </a:cubicBezTo>
                <a:cubicBezTo>
                  <a:pt x="29015" y="29691"/>
                  <a:pt x="29460" y="28908"/>
                  <a:pt x="30127" y="28241"/>
                </a:cubicBezTo>
                <a:lnTo>
                  <a:pt x="30127" y="28241"/>
                </a:lnTo>
                <a:cubicBezTo>
                  <a:pt x="29237" y="28908"/>
                  <a:pt x="28570" y="29691"/>
                  <a:pt x="27903" y="30581"/>
                </a:cubicBezTo>
                <a:lnTo>
                  <a:pt x="24345" y="30581"/>
                </a:lnTo>
                <a:lnTo>
                  <a:pt x="25235" y="29575"/>
                </a:lnTo>
                <a:cubicBezTo>
                  <a:pt x="25679" y="28908"/>
                  <a:pt x="26240" y="28135"/>
                  <a:pt x="26907" y="27574"/>
                </a:cubicBezTo>
                <a:cubicBezTo>
                  <a:pt x="27236" y="27245"/>
                  <a:pt x="27574" y="27023"/>
                  <a:pt x="27903" y="26800"/>
                </a:cubicBezTo>
                <a:cubicBezTo>
                  <a:pt x="28348" y="26578"/>
                  <a:pt x="28686" y="26356"/>
                  <a:pt x="29130" y="26133"/>
                </a:cubicBezTo>
                <a:cubicBezTo>
                  <a:pt x="29575" y="26018"/>
                  <a:pt x="29904" y="25795"/>
                  <a:pt x="30349" y="25573"/>
                </a:cubicBezTo>
                <a:cubicBezTo>
                  <a:pt x="30687" y="25351"/>
                  <a:pt x="31016" y="25022"/>
                  <a:pt x="31238" y="24684"/>
                </a:cubicBezTo>
                <a:lnTo>
                  <a:pt x="31238" y="24684"/>
                </a:lnTo>
                <a:cubicBezTo>
                  <a:pt x="31016" y="25022"/>
                  <a:pt x="30687" y="25244"/>
                  <a:pt x="30242" y="25466"/>
                </a:cubicBezTo>
                <a:cubicBezTo>
                  <a:pt x="29904" y="25689"/>
                  <a:pt x="29460" y="25795"/>
                  <a:pt x="29015" y="26018"/>
                </a:cubicBezTo>
                <a:cubicBezTo>
                  <a:pt x="28686" y="26133"/>
                  <a:pt x="28241" y="26356"/>
                  <a:pt x="27796" y="26578"/>
                </a:cubicBezTo>
                <a:cubicBezTo>
                  <a:pt x="27458" y="26800"/>
                  <a:pt x="27013" y="27023"/>
                  <a:pt x="26684" y="27352"/>
                </a:cubicBezTo>
                <a:cubicBezTo>
                  <a:pt x="26017" y="27912"/>
                  <a:pt x="25350" y="28579"/>
                  <a:pt x="24790" y="29246"/>
                </a:cubicBezTo>
                <a:lnTo>
                  <a:pt x="23571" y="30581"/>
                </a:lnTo>
                <a:lnTo>
                  <a:pt x="20236" y="30581"/>
                </a:lnTo>
                <a:cubicBezTo>
                  <a:pt x="19569" y="30687"/>
                  <a:pt x="19008" y="30803"/>
                  <a:pt x="18341" y="30910"/>
                </a:cubicBezTo>
                <a:lnTo>
                  <a:pt x="18679" y="30581"/>
                </a:lnTo>
                <a:cubicBezTo>
                  <a:pt x="20787" y="28908"/>
                  <a:pt x="23233" y="27467"/>
                  <a:pt x="25235" y="25573"/>
                </a:cubicBezTo>
                <a:cubicBezTo>
                  <a:pt x="25457" y="25466"/>
                  <a:pt x="25573" y="25244"/>
                  <a:pt x="25679" y="25128"/>
                </a:cubicBezTo>
                <a:cubicBezTo>
                  <a:pt x="27236" y="24799"/>
                  <a:pt x="28570" y="23910"/>
                  <a:pt x="29575" y="22905"/>
                </a:cubicBezTo>
                <a:cubicBezTo>
                  <a:pt x="30571" y="21793"/>
                  <a:pt x="31238" y="20352"/>
                  <a:pt x="31461" y="18902"/>
                </a:cubicBezTo>
                <a:lnTo>
                  <a:pt x="31461" y="18902"/>
                </a:lnTo>
                <a:cubicBezTo>
                  <a:pt x="31132" y="20352"/>
                  <a:pt x="30242" y="21570"/>
                  <a:pt x="29237" y="22575"/>
                </a:cubicBezTo>
                <a:cubicBezTo>
                  <a:pt x="28570" y="23127"/>
                  <a:pt x="27681" y="23572"/>
                  <a:pt x="26907" y="23910"/>
                </a:cubicBezTo>
                <a:cubicBezTo>
                  <a:pt x="28241" y="22353"/>
                  <a:pt x="29237" y="20681"/>
                  <a:pt x="30020" y="18795"/>
                </a:cubicBezTo>
                <a:cubicBezTo>
                  <a:pt x="30465" y="17906"/>
                  <a:pt x="30687" y="16901"/>
                  <a:pt x="31016" y="16011"/>
                </a:cubicBezTo>
                <a:cubicBezTo>
                  <a:pt x="31717" y="15414"/>
                  <a:pt x="32147" y="14459"/>
                  <a:pt x="32146" y="13551"/>
                </a:cubicBezTo>
                <a:lnTo>
                  <a:pt x="32146" y="13551"/>
                </a:lnTo>
                <a:cubicBezTo>
                  <a:pt x="32145" y="14418"/>
                  <a:pt x="31715" y="15181"/>
                  <a:pt x="31016" y="15682"/>
                </a:cubicBezTo>
                <a:cubicBezTo>
                  <a:pt x="31461" y="14010"/>
                  <a:pt x="31576" y="12453"/>
                  <a:pt x="31576" y="10790"/>
                </a:cubicBezTo>
                <a:lnTo>
                  <a:pt x="31576" y="10790"/>
                </a:lnTo>
                <a:cubicBezTo>
                  <a:pt x="31461" y="12569"/>
                  <a:pt x="31238" y="14232"/>
                  <a:pt x="30687" y="15904"/>
                </a:cubicBezTo>
                <a:lnTo>
                  <a:pt x="30571" y="15904"/>
                </a:lnTo>
                <a:lnTo>
                  <a:pt x="30687" y="16011"/>
                </a:lnTo>
                <a:cubicBezTo>
                  <a:pt x="30349" y="16901"/>
                  <a:pt x="30020" y="17790"/>
                  <a:pt x="29575" y="18573"/>
                </a:cubicBezTo>
                <a:cubicBezTo>
                  <a:pt x="29460" y="18902"/>
                  <a:pt x="29237" y="19124"/>
                  <a:pt x="29130" y="19347"/>
                </a:cubicBezTo>
                <a:cubicBezTo>
                  <a:pt x="28241" y="18350"/>
                  <a:pt x="27796" y="16794"/>
                  <a:pt x="28125" y="15344"/>
                </a:cubicBezTo>
                <a:lnTo>
                  <a:pt x="28125" y="15344"/>
                </a:lnTo>
                <a:cubicBezTo>
                  <a:pt x="27574" y="16901"/>
                  <a:pt x="27681" y="18680"/>
                  <a:pt x="28686" y="20129"/>
                </a:cubicBezTo>
                <a:cubicBezTo>
                  <a:pt x="27574" y="21908"/>
                  <a:pt x="26240" y="23572"/>
                  <a:pt x="24567" y="24799"/>
                </a:cubicBezTo>
                <a:cubicBezTo>
                  <a:pt x="24238" y="25128"/>
                  <a:pt x="23794" y="25466"/>
                  <a:pt x="23349" y="25689"/>
                </a:cubicBezTo>
                <a:cubicBezTo>
                  <a:pt x="22904" y="23794"/>
                  <a:pt x="23127" y="21686"/>
                  <a:pt x="24123" y="19907"/>
                </a:cubicBezTo>
                <a:lnTo>
                  <a:pt x="24123" y="19907"/>
                </a:lnTo>
                <a:cubicBezTo>
                  <a:pt x="22789" y="21686"/>
                  <a:pt x="22237" y="24016"/>
                  <a:pt x="22682" y="26240"/>
                </a:cubicBezTo>
                <a:cubicBezTo>
                  <a:pt x="21348" y="27129"/>
                  <a:pt x="19898" y="27912"/>
                  <a:pt x="18457" y="28908"/>
                </a:cubicBezTo>
                <a:cubicBezTo>
                  <a:pt x="19675" y="24354"/>
                  <a:pt x="20342" y="19569"/>
                  <a:pt x="20342" y="15015"/>
                </a:cubicBezTo>
                <a:lnTo>
                  <a:pt x="20342" y="14793"/>
                </a:lnTo>
                <a:cubicBezTo>
                  <a:pt x="20458" y="14677"/>
                  <a:pt x="20680" y="14570"/>
                  <a:pt x="21010" y="14455"/>
                </a:cubicBezTo>
                <a:cubicBezTo>
                  <a:pt x="21454" y="14232"/>
                  <a:pt x="22015" y="14010"/>
                  <a:pt x="22566" y="13788"/>
                </a:cubicBezTo>
                <a:cubicBezTo>
                  <a:pt x="23127" y="13565"/>
                  <a:pt x="23678" y="13236"/>
                  <a:pt x="24016" y="12791"/>
                </a:cubicBezTo>
                <a:cubicBezTo>
                  <a:pt x="24345" y="12231"/>
                  <a:pt x="24567" y="11680"/>
                  <a:pt x="24461" y="11119"/>
                </a:cubicBezTo>
                <a:lnTo>
                  <a:pt x="24461" y="11119"/>
                </a:lnTo>
                <a:cubicBezTo>
                  <a:pt x="24461" y="11680"/>
                  <a:pt x="24238" y="12231"/>
                  <a:pt x="23794" y="12569"/>
                </a:cubicBezTo>
                <a:cubicBezTo>
                  <a:pt x="23456" y="13014"/>
                  <a:pt x="22904" y="13120"/>
                  <a:pt x="22344" y="13343"/>
                </a:cubicBezTo>
                <a:cubicBezTo>
                  <a:pt x="21899" y="13458"/>
                  <a:pt x="21348" y="13565"/>
                  <a:pt x="20680" y="13788"/>
                </a:cubicBezTo>
                <a:cubicBezTo>
                  <a:pt x="20565" y="13788"/>
                  <a:pt x="20458" y="13903"/>
                  <a:pt x="20236" y="13903"/>
                </a:cubicBezTo>
                <a:cubicBezTo>
                  <a:pt x="20236" y="13014"/>
                  <a:pt x="20236" y="12124"/>
                  <a:pt x="20120" y="11342"/>
                </a:cubicBezTo>
                <a:lnTo>
                  <a:pt x="20120" y="9678"/>
                </a:lnTo>
                <a:cubicBezTo>
                  <a:pt x="20236" y="9563"/>
                  <a:pt x="20458" y="9456"/>
                  <a:pt x="20787" y="9340"/>
                </a:cubicBezTo>
                <a:cubicBezTo>
                  <a:pt x="20903" y="9233"/>
                  <a:pt x="21010" y="9118"/>
                  <a:pt x="21232" y="9118"/>
                </a:cubicBezTo>
                <a:cubicBezTo>
                  <a:pt x="21348" y="9011"/>
                  <a:pt x="21570" y="8895"/>
                  <a:pt x="21677" y="8789"/>
                </a:cubicBezTo>
                <a:cubicBezTo>
                  <a:pt x="22015" y="8673"/>
                  <a:pt x="22237" y="8344"/>
                  <a:pt x="22459" y="8122"/>
                </a:cubicBezTo>
                <a:cubicBezTo>
                  <a:pt x="23011" y="7561"/>
                  <a:pt x="23349" y="7010"/>
                  <a:pt x="23456" y="6343"/>
                </a:cubicBezTo>
                <a:cubicBezTo>
                  <a:pt x="23571" y="6005"/>
                  <a:pt x="23678" y="5676"/>
                  <a:pt x="23678" y="5338"/>
                </a:cubicBezTo>
                <a:cubicBezTo>
                  <a:pt x="23678" y="5009"/>
                  <a:pt x="23571" y="4671"/>
                  <a:pt x="23571" y="4341"/>
                </a:cubicBezTo>
                <a:lnTo>
                  <a:pt x="23571" y="5338"/>
                </a:lnTo>
                <a:cubicBezTo>
                  <a:pt x="23456" y="5560"/>
                  <a:pt x="23349" y="5898"/>
                  <a:pt x="23233" y="6227"/>
                </a:cubicBezTo>
                <a:cubicBezTo>
                  <a:pt x="23011" y="6787"/>
                  <a:pt x="22682" y="7339"/>
                  <a:pt x="22121" y="7784"/>
                </a:cubicBezTo>
                <a:cubicBezTo>
                  <a:pt x="21899" y="8006"/>
                  <a:pt x="21677" y="8122"/>
                  <a:pt x="21348" y="8344"/>
                </a:cubicBezTo>
                <a:cubicBezTo>
                  <a:pt x="21232" y="8344"/>
                  <a:pt x="21125" y="8451"/>
                  <a:pt x="21010" y="8451"/>
                </a:cubicBezTo>
                <a:cubicBezTo>
                  <a:pt x="20787" y="8566"/>
                  <a:pt x="20680" y="8566"/>
                  <a:pt x="20458" y="8566"/>
                </a:cubicBezTo>
                <a:cubicBezTo>
                  <a:pt x="20342" y="8673"/>
                  <a:pt x="20236" y="8673"/>
                  <a:pt x="20013" y="8789"/>
                </a:cubicBezTo>
                <a:lnTo>
                  <a:pt x="20013" y="7784"/>
                </a:lnTo>
                <a:cubicBezTo>
                  <a:pt x="20013" y="6565"/>
                  <a:pt x="20120" y="5338"/>
                  <a:pt x="20342" y="4226"/>
                </a:cubicBezTo>
                <a:cubicBezTo>
                  <a:pt x="20680" y="3114"/>
                  <a:pt x="21125" y="2002"/>
                  <a:pt x="21899" y="1113"/>
                </a:cubicBezTo>
                <a:lnTo>
                  <a:pt x="21677" y="1006"/>
                </a:lnTo>
                <a:cubicBezTo>
                  <a:pt x="20787" y="1780"/>
                  <a:pt x="20120" y="2892"/>
                  <a:pt x="19675" y="4003"/>
                </a:cubicBezTo>
                <a:cubicBezTo>
                  <a:pt x="19569" y="4341"/>
                  <a:pt x="19569" y="4564"/>
                  <a:pt x="19453" y="4893"/>
                </a:cubicBezTo>
                <a:cubicBezTo>
                  <a:pt x="19453" y="4893"/>
                  <a:pt x="19346" y="4893"/>
                  <a:pt x="19346" y="4786"/>
                </a:cubicBezTo>
                <a:cubicBezTo>
                  <a:pt x="19231" y="4671"/>
                  <a:pt x="19124" y="4564"/>
                  <a:pt x="19008" y="4341"/>
                </a:cubicBezTo>
                <a:cubicBezTo>
                  <a:pt x="18786" y="4003"/>
                  <a:pt x="18902" y="3452"/>
                  <a:pt x="18902" y="3007"/>
                </a:cubicBezTo>
                <a:cubicBezTo>
                  <a:pt x="19008" y="2447"/>
                  <a:pt x="19124" y="2002"/>
                  <a:pt x="19124" y="1451"/>
                </a:cubicBezTo>
                <a:cubicBezTo>
                  <a:pt x="19124" y="890"/>
                  <a:pt x="18902" y="339"/>
                  <a:pt x="185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3"/>
          <p:cNvSpPr/>
          <p:nvPr/>
        </p:nvSpPr>
        <p:spPr>
          <a:xfrm>
            <a:off x="1293345" y="4605750"/>
            <a:ext cx="7850761" cy="535999"/>
          </a:xfrm>
          <a:custGeom>
            <a:avLst/>
            <a:gdLst/>
            <a:ahLst/>
            <a:cxnLst/>
            <a:rect l="l" t="t" r="r" b="b"/>
            <a:pathLst>
              <a:path w="285742" h="49028" extrusionOk="0">
                <a:moveTo>
                  <a:pt x="285741" y="0"/>
                </a:moveTo>
                <a:cubicBezTo>
                  <a:pt x="271732" y="1779"/>
                  <a:pt x="253276" y="5559"/>
                  <a:pt x="229820" y="13004"/>
                </a:cubicBezTo>
                <a:cubicBezTo>
                  <a:pt x="174541" y="30372"/>
                  <a:pt x="125139" y="32997"/>
                  <a:pt x="88077" y="32997"/>
                </a:cubicBezTo>
                <a:cubicBezTo>
                  <a:pt x="81010" y="32997"/>
                  <a:pt x="74392" y="32902"/>
                  <a:pt x="68267" y="32795"/>
                </a:cubicBezTo>
                <a:cubicBezTo>
                  <a:pt x="67584" y="32781"/>
                  <a:pt x="66901" y="32774"/>
                  <a:pt x="66218" y="32774"/>
                </a:cubicBezTo>
                <a:cubicBezTo>
                  <a:pt x="39336" y="32774"/>
                  <a:pt x="12795" y="43172"/>
                  <a:pt x="0" y="49027"/>
                </a:cubicBezTo>
                <a:lnTo>
                  <a:pt x="285741" y="49027"/>
                </a:lnTo>
                <a:lnTo>
                  <a:pt x="28574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3"/>
          <p:cNvSpPr/>
          <p:nvPr/>
        </p:nvSpPr>
        <p:spPr>
          <a:xfrm>
            <a:off x="0" y="4604000"/>
            <a:ext cx="5472440" cy="539493"/>
          </a:xfrm>
          <a:custGeom>
            <a:avLst/>
            <a:gdLst/>
            <a:ahLst/>
            <a:cxnLst/>
            <a:rect l="l" t="t" r="r" b="b"/>
            <a:pathLst>
              <a:path w="71596" h="16017" extrusionOk="0">
                <a:moveTo>
                  <a:pt x="19034" y="0"/>
                </a:moveTo>
                <a:cubicBezTo>
                  <a:pt x="16196" y="0"/>
                  <a:pt x="12934" y="573"/>
                  <a:pt x="9738" y="1337"/>
                </a:cubicBezTo>
                <a:cubicBezTo>
                  <a:pt x="6370" y="2127"/>
                  <a:pt x="2218" y="2700"/>
                  <a:pt x="1" y="2986"/>
                </a:cubicBezTo>
                <a:lnTo>
                  <a:pt x="1" y="16017"/>
                </a:lnTo>
                <a:lnTo>
                  <a:pt x="71596" y="16017"/>
                </a:lnTo>
                <a:lnTo>
                  <a:pt x="71596" y="14012"/>
                </a:lnTo>
                <a:cubicBezTo>
                  <a:pt x="70737" y="14078"/>
                  <a:pt x="69679" y="14128"/>
                  <a:pt x="68535" y="14128"/>
                </a:cubicBezTo>
                <a:cubicBezTo>
                  <a:pt x="67200" y="14128"/>
                  <a:pt x="65750" y="14060"/>
                  <a:pt x="64362" y="13869"/>
                </a:cubicBezTo>
                <a:cubicBezTo>
                  <a:pt x="60141" y="13365"/>
                  <a:pt x="54413" y="9355"/>
                  <a:pt x="51904" y="8353"/>
                </a:cubicBezTo>
                <a:cubicBezTo>
                  <a:pt x="49470" y="7282"/>
                  <a:pt x="44459" y="6423"/>
                  <a:pt x="41956" y="4630"/>
                </a:cubicBezTo>
                <a:cubicBezTo>
                  <a:pt x="39447" y="2912"/>
                  <a:pt x="37156" y="2414"/>
                  <a:pt x="34006" y="2414"/>
                </a:cubicBezTo>
                <a:cubicBezTo>
                  <a:pt x="30930" y="2414"/>
                  <a:pt x="26348" y="1554"/>
                  <a:pt x="22911" y="478"/>
                </a:cubicBezTo>
                <a:cubicBezTo>
                  <a:pt x="21766" y="144"/>
                  <a:pt x="20453" y="0"/>
                  <a:pt x="1903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3"/>
          <p:cNvSpPr/>
          <p:nvPr/>
        </p:nvSpPr>
        <p:spPr>
          <a:xfrm rot="-700499">
            <a:off x="133165" y="298079"/>
            <a:ext cx="975827" cy="38672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3"/>
          <p:cNvSpPr/>
          <p:nvPr/>
        </p:nvSpPr>
        <p:spPr>
          <a:xfrm rot="-165714">
            <a:off x="8179401" y="215322"/>
            <a:ext cx="502752" cy="236671"/>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3"/>
          <p:cNvSpPr/>
          <p:nvPr/>
        </p:nvSpPr>
        <p:spPr>
          <a:xfrm rot="1077675">
            <a:off x="147025" y="801741"/>
            <a:ext cx="433837" cy="1719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360"/>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361"/>
        <p:cNvGrpSpPr/>
        <p:nvPr/>
      </p:nvGrpSpPr>
      <p:grpSpPr>
        <a:xfrm>
          <a:off x="0" y="0"/>
          <a:ext cx="0" cy="0"/>
          <a:chOff x="0" y="0"/>
          <a:chExt cx="0" cy="0"/>
        </a:xfrm>
      </p:grpSpPr>
      <p:sp>
        <p:nvSpPr>
          <p:cNvPr id="1362" name="Google Shape;1362;p2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lt1"/>
            </a:gs>
            <a:gs pos="17000">
              <a:schemeClr val="dk2"/>
            </a:gs>
            <a:gs pos="100000">
              <a:schemeClr val="l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a:effectLst>
            <a:outerShdw blurRad="57150" dist="28575" dir="5400000" algn="bl" rotWithShape="0">
              <a:schemeClr val="dk1">
                <a:alpha val="40000"/>
              </a:schemeClr>
            </a:outerShdw>
          </a:effectLst>
        </p:spPr>
        <p:txBody>
          <a:bodyPr spcFirstLastPara="1" wrap="square" lIns="91425" tIns="91425" rIns="91425" bIns="91425" anchor="t" anchorCtr="0">
            <a:noAutofit/>
          </a:bodyPr>
          <a:lstStyle>
            <a:lvl1pPr lvl="0"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1pPr>
            <a:lvl2pPr lvl="1"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2pPr>
            <a:lvl3pPr lvl="2"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3pPr>
            <a:lvl4pPr lvl="3"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4pPr>
            <a:lvl5pPr lvl="4"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5pPr>
            <a:lvl6pPr lvl="5"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6pPr>
            <a:lvl7pPr lvl="6"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7pPr>
            <a:lvl8pPr lvl="7"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8pPr>
            <a:lvl9pPr lvl="8" rtl="0">
              <a:spcBef>
                <a:spcPts val="0"/>
              </a:spcBef>
              <a:spcAft>
                <a:spcPts val="0"/>
              </a:spcAft>
              <a:buClr>
                <a:schemeClr val="dk1"/>
              </a:buClr>
              <a:buSzPts val="3500"/>
              <a:buFont typeface="Aclonica"/>
              <a:buNone/>
              <a:defRPr sz="3500">
                <a:solidFill>
                  <a:schemeClr val="dk1"/>
                </a:solidFill>
                <a:latin typeface="Aclonica"/>
                <a:ea typeface="Aclonica"/>
                <a:cs typeface="Aclonica"/>
                <a:sym typeface="Aclonica"/>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1pPr>
            <a:lvl2pPr marL="914400" lvl="1"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2pPr>
            <a:lvl3pPr marL="1371600" lvl="2"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3pPr>
            <a:lvl4pPr marL="1828800" lvl="3"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4pPr>
            <a:lvl5pPr marL="2286000" lvl="4"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5pPr>
            <a:lvl6pPr marL="2743200" lvl="5"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6pPr>
            <a:lvl7pPr marL="3200400" lvl="6"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7pPr>
            <a:lvl8pPr marL="3657600" lvl="7"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8pPr>
            <a:lvl9pPr marL="4114800" lvl="8" indent="-317500">
              <a:lnSpc>
                <a:spcPct val="100000"/>
              </a:lnSpc>
              <a:spcBef>
                <a:spcPts val="0"/>
              </a:spcBef>
              <a:spcAft>
                <a:spcPts val="0"/>
              </a:spcAft>
              <a:buClr>
                <a:schemeClr val="dk1"/>
              </a:buClr>
              <a:buSzPts val="1400"/>
              <a:buFont typeface="Darker Grotesque Medium"/>
              <a:buChar char="■"/>
              <a:defRPr>
                <a:solidFill>
                  <a:schemeClr val="dk1"/>
                </a:solidFill>
                <a:latin typeface="Darker Grotesque Medium"/>
                <a:ea typeface="Darker Grotesque Medium"/>
                <a:cs typeface="Darker Grotesque Medium"/>
                <a:sym typeface="Darker Grotesque Mediu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2" r:id="rId3"/>
    <p:sldLayoutId id="2147483653" r:id="rId4"/>
    <p:sldLayoutId id="2147483655" r:id="rId5"/>
    <p:sldLayoutId id="2147483658" r:id="rId6"/>
    <p:sldLayoutId id="2147483660" r:id="rId7"/>
    <p:sldLayoutId id="2147483662" r:id="rId8"/>
    <p:sldLayoutId id="2147483663" r:id="rId9"/>
    <p:sldLayoutId id="2147483667" r:id="rId10"/>
    <p:sldLayoutId id="2147483668" r:id="rId11"/>
    <p:sldLayoutId id="2147483669" r:id="rId1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357"/>
        <p:cNvGrpSpPr/>
        <p:nvPr/>
      </p:nvGrpSpPr>
      <p:grpSpPr>
        <a:xfrm>
          <a:off x="0" y="0"/>
          <a:ext cx="0" cy="0"/>
          <a:chOff x="0" y="0"/>
          <a:chExt cx="0" cy="0"/>
        </a:xfrm>
      </p:grpSpPr>
      <p:sp>
        <p:nvSpPr>
          <p:cNvPr id="1358" name="Google Shape;1358;p24"/>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359" name="Google Shape;1359;p24"/>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www.freepik.com/free-vector/halloween-elements-collection-flat-design_2888761.htm/?utm_source=slidesgo_template&amp;utm_medium=referral-link&amp;utm_campaign=sg_resources&amp;utm_content=freepik"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8" Type="http://schemas.openxmlformats.org/officeDocument/2006/relationships/hyperlink" Target="https://www.freepik.com/free-vector/hand-drawn-halloween-background_18038680.htm/?utm_source=slidesgo_template&amp;utm_medium=referral-link&amp;utm_campaign=sg_resources&amp;utm_content=freepik" TargetMode="External"/><Relationship Id="rId13" Type="http://schemas.openxmlformats.org/officeDocument/2006/relationships/hyperlink" Target="https://www.freepik.com/free-photo/halloween-paper-bats-window_2899972.htm/?utm_source=slidesgo_template&amp;utm_medium=referral-link&amp;utm_campaign=sg_resources&amp;utm_content=freepik" TargetMode="External"/><Relationship Id="rId3" Type="http://schemas.openxmlformats.org/officeDocument/2006/relationships/hyperlink" Target="https://www.freepik.com/free-vector/halloween-forest-background_1324826.htm/?utm_source=slidesgo_template&amp;utm_medium=referral-link&amp;utm_campaign=sg_resources&amp;utm_content=freepik" TargetMode="External"/><Relationship Id="rId7" Type="http://schemas.openxmlformats.org/officeDocument/2006/relationships/hyperlink" Target="https://www.freepik.com/free-vector/template-halloween-evil-pumpkins-witches_727399.htm/?utm_source=slidesgo_template&amp;utm_medium=referral-link&amp;utm_campaign=sg_resources&amp;utm_content=freepik" TargetMode="External"/><Relationship Id="rId12" Type="http://schemas.openxmlformats.org/officeDocument/2006/relationships/hyperlink" Target="https://www.flaticon.com/packs/halloween-44/?utm_source=slidesgo_template&amp;utm_medium=referral-link&amp;utm_campaign=sg_resources&amp;utm_content=flaticon" TargetMode="External"/><Relationship Id="rId2" Type="http://schemas.openxmlformats.org/officeDocument/2006/relationships/notesSlide" Target="../notesSlides/notesSlide15.xml"/><Relationship Id="rId1" Type="http://schemas.openxmlformats.org/officeDocument/2006/relationships/slideLayout" Target="../slideLayouts/slideLayout9.xml"/><Relationship Id="rId6" Type="http://schemas.openxmlformats.org/officeDocument/2006/relationships/hyperlink" Target="https://www.freepik.com/free-vector/flat-design-forest-landscape_20282269.htm/?utm_source=slidesgo_template&amp;utm_medium=referral-link&amp;utm_campaign=sg_resources&amp;utm_content=freepik" TargetMode="External"/><Relationship Id="rId11" Type="http://schemas.openxmlformats.org/officeDocument/2006/relationships/hyperlink" Target="https://www.freepik.com/free-vector/flat-design-usa-states-outline-map_25106229.htm/?utm_source=slidesgo_template&amp;utm_medium=referral-link&amp;utm_campaign=sg_resources&amp;utm_content=freepik" TargetMode="External"/><Relationship Id="rId5" Type="http://schemas.openxmlformats.org/officeDocument/2006/relationships/hyperlink" Target="https://www.freepik.com/free-vector/flat-design-forest-landscape_20282271.htm/?utm_source=slidesgo_template&amp;utm_medium=referral-link&amp;utm_campaign=sg_resources&amp;utm_content=freepik" TargetMode="External"/><Relationship Id="rId10" Type="http://schemas.openxmlformats.org/officeDocument/2006/relationships/hyperlink" Target="https://www.freepik.com/free-vector/set-halloween-borders_2958980.htm/?utm_source=slidesgo_template&amp;utm_medium=referral-link&amp;utm_campaign=sg_resources&amp;utm_content=freepik" TargetMode="External"/><Relationship Id="rId4" Type="http://schemas.openxmlformats.org/officeDocument/2006/relationships/hyperlink" Target="https://www.freepik.com/free-vector/flat-design-forest-landscape_20282260.htm/?utm_source=slidesgo_template&amp;utm_medium=referral-link&amp;utm_campaign=sg_resources&amp;utm_content=freepik" TargetMode="External"/><Relationship Id="rId9" Type="http://schemas.openxmlformats.org/officeDocument/2006/relationships/hyperlink" Target="https://www.freepik.com/free-vector/flat-halloween-elements-with-creepy-style_1315371.htm/?utm_source=slidesgo_template&amp;utm_medium=referral-link&amp;utm_campaign=sg_resources&amp;utm_content=freepik" TargetMode="External"/><Relationship Id="rId14" Type="http://schemas.openxmlformats.org/officeDocument/2006/relationships/hyperlink" Target="https://www.freepik.com/free-photo/nature-before-night-time_5481658.htm/?utm_source=slidesgo_template&amp;utm_medium=referral-link&amp;utm_campaign=sg_resources&amp;utm_content=freepik"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3.xml"/></Relationships>
</file>

<file path=ppt/slides/_rels/slide1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13.xml"/></Relationships>
</file>

<file path=ppt/slides/_rels/slide19.xml.rels><?xml version="1.0" encoding="UTF-8" standalone="yes"?>
<Relationships xmlns="http://schemas.openxmlformats.org/package/2006/relationships"><Relationship Id="rId3" Type="http://schemas.openxmlformats.org/officeDocument/2006/relationships/hyperlink" Target="https://fonts.google.com/specimen/Aclonica"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 Id="rId4" Type="http://schemas.openxmlformats.org/officeDocument/2006/relationships/hyperlink" Target="https://fonts.google.com/specimen/Darker+Grotesque"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4.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4.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3.png"/><Relationship Id="rId4" Type="http://schemas.openxmlformats.org/officeDocument/2006/relationships/image" Target="../media/image11.png"/><Relationship Id="rId9"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13.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6"/>
        <p:cNvGrpSpPr/>
        <p:nvPr/>
      </p:nvGrpSpPr>
      <p:grpSpPr>
        <a:xfrm>
          <a:off x="0" y="0"/>
          <a:ext cx="0" cy="0"/>
          <a:chOff x="0" y="0"/>
          <a:chExt cx="0" cy="0"/>
        </a:xfrm>
      </p:grpSpPr>
      <p:sp>
        <p:nvSpPr>
          <p:cNvPr id="1367" name="Google Shape;1367;p27"/>
          <p:cNvSpPr txBox="1">
            <a:spLocks noGrp="1"/>
          </p:cNvSpPr>
          <p:nvPr>
            <p:ph type="ctrTitle"/>
          </p:nvPr>
        </p:nvSpPr>
        <p:spPr>
          <a:xfrm>
            <a:off x="1610800" y="1209325"/>
            <a:ext cx="5922300" cy="1933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solidFill>
                  <a:schemeClr val="accent4"/>
                </a:solidFill>
              </a:rPr>
              <a:t>Canadian Bat Phenology</a:t>
            </a:r>
            <a:endParaRPr dirty="0">
              <a:solidFill>
                <a:schemeClr val="accent4"/>
              </a:solidFill>
            </a:endParaRPr>
          </a:p>
        </p:txBody>
      </p:sp>
      <p:sp>
        <p:nvSpPr>
          <p:cNvPr id="1368" name="Google Shape;1368;p27"/>
          <p:cNvSpPr txBox="1">
            <a:spLocks noGrp="1"/>
          </p:cNvSpPr>
          <p:nvPr>
            <p:ph type="subTitle" idx="1"/>
          </p:nvPr>
        </p:nvSpPr>
        <p:spPr>
          <a:xfrm>
            <a:off x="1610850" y="3049313"/>
            <a:ext cx="59223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BIS 15L Winter Group 7</a:t>
            </a:r>
          </a:p>
          <a:p>
            <a:pPr marL="0" lvl="0" indent="0" algn="ctr" rtl="0">
              <a:spcBef>
                <a:spcPts val="0"/>
              </a:spcBef>
              <a:spcAft>
                <a:spcPts val="0"/>
              </a:spcAft>
              <a:buNone/>
            </a:pPr>
            <a:r>
              <a:rPr lang="en-US" dirty="0"/>
              <a:t>By: Darius Arasteh, Wenliang Weng, and Zirui Zheng</a:t>
            </a:r>
            <a:endParaRPr dirty="0"/>
          </a:p>
        </p:txBody>
      </p:sp>
      <p:grpSp>
        <p:nvGrpSpPr>
          <p:cNvPr id="1369" name="Google Shape;1369;p27"/>
          <p:cNvGrpSpPr/>
          <p:nvPr/>
        </p:nvGrpSpPr>
        <p:grpSpPr>
          <a:xfrm rot="1800063">
            <a:off x="6598207" y="1188140"/>
            <a:ext cx="1790946" cy="578970"/>
            <a:chOff x="2759921" y="986271"/>
            <a:chExt cx="1597969" cy="516585"/>
          </a:xfrm>
        </p:grpSpPr>
        <p:grpSp>
          <p:nvGrpSpPr>
            <p:cNvPr id="1370" name="Google Shape;1370;p27"/>
            <p:cNvGrpSpPr/>
            <p:nvPr/>
          </p:nvGrpSpPr>
          <p:grpSpPr>
            <a:xfrm>
              <a:off x="2759921" y="986271"/>
              <a:ext cx="1597969" cy="516585"/>
              <a:chOff x="2706275" y="1417700"/>
              <a:chExt cx="1597969" cy="516585"/>
            </a:xfrm>
          </p:grpSpPr>
          <p:sp>
            <p:nvSpPr>
              <p:cNvPr id="1371" name="Google Shape;1371;p27"/>
              <p:cNvSpPr/>
              <p:nvPr/>
            </p:nvSpPr>
            <p:spPr>
              <a:xfrm>
                <a:off x="3396814" y="1599828"/>
                <a:ext cx="217747" cy="289461"/>
              </a:xfrm>
              <a:custGeom>
                <a:avLst/>
                <a:gdLst/>
                <a:ahLst/>
                <a:cxnLst/>
                <a:rect l="l" t="t" r="r" b="b"/>
                <a:pathLst>
                  <a:path w="6267" h="8331" extrusionOk="0">
                    <a:moveTo>
                      <a:pt x="6266" y="1"/>
                    </a:moveTo>
                    <a:cubicBezTo>
                      <a:pt x="5314" y="76"/>
                      <a:pt x="4863" y="953"/>
                      <a:pt x="4712" y="1429"/>
                    </a:cubicBezTo>
                    <a:cubicBezTo>
                      <a:pt x="4401" y="1340"/>
                      <a:pt x="4084" y="1316"/>
                      <a:pt x="3828" y="1316"/>
                    </a:cubicBezTo>
                    <a:cubicBezTo>
                      <a:pt x="3508" y="1316"/>
                      <a:pt x="3284" y="1354"/>
                      <a:pt x="3284" y="1354"/>
                    </a:cubicBezTo>
                    <a:cubicBezTo>
                      <a:pt x="3284" y="1354"/>
                      <a:pt x="2557" y="1480"/>
                      <a:pt x="1981" y="1906"/>
                    </a:cubicBezTo>
                    <a:cubicBezTo>
                      <a:pt x="1721" y="1581"/>
                      <a:pt x="1126" y="1034"/>
                      <a:pt x="373" y="1034"/>
                    </a:cubicBezTo>
                    <a:cubicBezTo>
                      <a:pt x="253" y="1034"/>
                      <a:pt x="128" y="1048"/>
                      <a:pt x="1" y="1079"/>
                    </a:cubicBezTo>
                    <a:cubicBezTo>
                      <a:pt x="26" y="1079"/>
                      <a:pt x="427" y="1279"/>
                      <a:pt x="527" y="1805"/>
                    </a:cubicBezTo>
                    <a:cubicBezTo>
                      <a:pt x="627" y="2131"/>
                      <a:pt x="953" y="2858"/>
                      <a:pt x="1304" y="3409"/>
                    </a:cubicBezTo>
                    <a:cubicBezTo>
                      <a:pt x="1329" y="3535"/>
                      <a:pt x="2206" y="6116"/>
                      <a:pt x="2256" y="6242"/>
                    </a:cubicBezTo>
                    <a:cubicBezTo>
                      <a:pt x="2638" y="7172"/>
                      <a:pt x="3725" y="8331"/>
                      <a:pt x="4412" y="8331"/>
                    </a:cubicBezTo>
                    <a:cubicBezTo>
                      <a:pt x="4446" y="8331"/>
                      <a:pt x="4480" y="8328"/>
                      <a:pt x="4512" y="8322"/>
                    </a:cubicBezTo>
                    <a:cubicBezTo>
                      <a:pt x="5164" y="8221"/>
                      <a:pt x="5865" y="6668"/>
                      <a:pt x="5890" y="5615"/>
                    </a:cubicBezTo>
                    <a:cubicBezTo>
                      <a:pt x="5890" y="5465"/>
                      <a:pt x="5865" y="2733"/>
                      <a:pt x="5840" y="2607"/>
                    </a:cubicBezTo>
                    <a:cubicBezTo>
                      <a:pt x="5966" y="1981"/>
                      <a:pt x="6066" y="1204"/>
                      <a:pt x="6016" y="853"/>
                    </a:cubicBezTo>
                    <a:cubicBezTo>
                      <a:pt x="5966" y="327"/>
                      <a:pt x="6266" y="1"/>
                      <a:pt x="626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2706275" y="1558031"/>
                <a:ext cx="793089" cy="376254"/>
              </a:xfrm>
              <a:custGeom>
                <a:avLst/>
                <a:gdLst/>
                <a:ahLst/>
                <a:cxnLst/>
                <a:rect l="l" t="t" r="r" b="b"/>
                <a:pathLst>
                  <a:path w="22826" h="10829" extrusionOk="0">
                    <a:moveTo>
                      <a:pt x="14663" y="1"/>
                    </a:moveTo>
                    <a:cubicBezTo>
                      <a:pt x="14663" y="1"/>
                      <a:pt x="14663" y="1"/>
                      <a:pt x="14663" y="1"/>
                    </a:cubicBezTo>
                    <a:lnTo>
                      <a:pt x="14663" y="1"/>
                    </a:lnTo>
                    <a:cubicBezTo>
                      <a:pt x="14663" y="1"/>
                      <a:pt x="14663" y="1"/>
                      <a:pt x="14663" y="1"/>
                    </a:cubicBezTo>
                    <a:close/>
                    <a:moveTo>
                      <a:pt x="142" y="5494"/>
                    </a:moveTo>
                    <a:lnTo>
                      <a:pt x="142" y="5494"/>
                    </a:lnTo>
                    <a:cubicBezTo>
                      <a:pt x="92" y="5532"/>
                      <a:pt x="45" y="5572"/>
                      <a:pt x="1" y="5615"/>
                    </a:cubicBezTo>
                    <a:cubicBezTo>
                      <a:pt x="18" y="5609"/>
                      <a:pt x="65" y="5566"/>
                      <a:pt x="142" y="5494"/>
                    </a:cubicBezTo>
                    <a:close/>
                    <a:moveTo>
                      <a:pt x="22762" y="10652"/>
                    </a:moveTo>
                    <a:lnTo>
                      <a:pt x="22762" y="10652"/>
                    </a:lnTo>
                    <a:cubicBezTo>
                      <a:pt x="22777" y="10685"/>
                      <a:pt x="22792" y="10719"/>
                      <a:pt x="22808" y="10753"/>
                    </a:cubicBezTo>
                    <a:cubicBezTo>
                      <a:pt x="22825" y="10747"/>
                      <a:pt x="22807" y="10710"/>
                      <a:pt x="22762" y="10652"/>
                    </a:cubicBezTo>
                    <a:close/>
                    <a:moveTo>
                      <a:pt x="14663" y="1"/>
                    </a:moveTo>
                    <a:lnTo>
                      <a:pt x="14663" y="1"/>
                    </a:lnTo>
                    <a:cubicBezTo>
                      <a:pt x="5587" y="231"/>
                      <a:pt x="998" y="4694"/>
                      <a:pt x="142" y="5494"/>
                    </a:cubicBezTo>
                    <a:lnTo>
                      <a:pt x="142" y="5494"/>
                    </a:lnTo>
                    <a:cubicBezTo>
                      <a:pt x="639" y="5117"/>
                      <a:pt x="1442" y="4960"/>
                      <a:pt x="2355" y="4960"/>
                    </a:cubicBezTo>
                    <a:cubicBezTo>
                      <a:pt x="3410" y="4960"/>
                      <a:pt x="4613" y="5169"/>
                      <a:pt x="5665" y="5490"/>
                    </a:cubicBezTo>
                    <a:cubicBezTo>
                      <a:pt x="7744" y="6084"/>
                      <a:pt x="9261" y="7069"/>
                      <a:pt x="9371" y="7069"/>
                    </a:cubicBezTo>
                    <a:cubicBezTo>
                      <a:pt x="9372" y="7069"/>
                      <a:pt x="9373" y="7069"/>
                      <a:pt x="9374" y="7069"/>
                    </a:cubicBezTo>
                    <a:cubicBezTo>
                      <a:pt x="8903" y="6126"/>
                      <a:pt x="9383" y="5751"/>
                      <a:pt x="10245" y="5751"/>
                    </a:cubicBezTo>
                    <a:cubicBezTo>
                      <a:pt x="11033" y="5751"/>
                      <a:pt x="12141" y="6064"/>
                      <a:pt x="13134" y="6542"/>
                    </a:cubicBezTo>
                    <a:cubicBezTo>
                      <a:pt x="15307" y="7506"/>
                      <a:pt x="16994" y="9175"/>
                      <a:pt x="17139" y="9175"/>
                    </a:cubicBezTo>
                    <a:cubicBezTo>
                      <a:pt x="17141" y="9175"/>
                      <a:pt x="17142" y="9175"/>
                      <a:pt x="17144" y="9174"/>
                    </a:cubicBezTo>
                    <a:cubicBezTo>
                      <a:pt x="16855" y="8334"/>
                      <a:pt x="17089" y="8010"/>
                      <a:pt x="17538" y="8010"/>
                    </a:cubicBezTo>
                    <a:cubicBezTo>
                      <a:pt x="17948" y="8010"/>
                      <a:pt x="18536" y="8278"/>
                      <a:pt x="19074" y="8673"/>
                    </a:cubicBezTo>
                    <a:cubicBezTo>
                      <a:pt x="20241" y="9492"/>
                      <a:pt x="21162" y="10828"/>
                      <a:pt x="21203" y="10828"/>
                    </a:cubicBezTo>
                    <a:cubicBezTo>
                      <a:pt x="21203" y="10828"/>
                      <a:pt x="21204" y="10828"/>
                      <a:pt x="21204" y="10828"/>
                    </a:cubicBezTo>
                    <a:cubicBezTo>
                      <a:pt x="20937" y="9950"/>
                      <a:pt x="21061" y="9660"/>
                      <a:pt x="21331" y="9660"/>
                    </a:cubicBezTo>
                    <a:cubicBezTo>
                      <a:pt x="21758" y="9660"/>
                      <a:pt x="22553" y="10381"/>
                      <a:pt x="22762" y="10652"/>
                    </a:cubicBezTo>
                    <a:lnTo>
                      <a:pt x="22762" y="10652"/>
                    </a:lnTo>
                    <a:cubicBezTo>
                      <a:pt x="22065" y="9078"/>
                      <a:pt x="22285" y="8005"/>
                      <a:pt x="22457" y="7269"/>
                    </a:cubicBezTo>
                    <a:cubicBezTo>
                      <a:pt x="22432" y="7194"/>
                      <a:pt x="22382" y="7119"/>
                      <a:pt x="22357" y="7043"/>
                    </a:cubicBezTo>
                    <a:cubicBezTo>
                      <a:pt x="21881" y="5840"/>
                      <a:pt x="21329" y="4612"/>
                      <a:pt x="20953" y="3635"/>
                    </a:cubicBezTo>
                    <a:cubicBezTo>
                      <a:pt x="17671" y="2758"/>
                      <a:pt x="14639" y="2"/>
                      <a:pt x="146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3589261" y="1417700"/>
                <a:ext cx="714983" cy="493066"/>
              </a:xfrm>
              <a:custGeom>
                <a:avLst/>
                <a:gdLst/>
                <a:ahLst/>
                <a:cxnLst/>
                <a:rect l="l" t="t" r="r" b="b"/>
                <a:pathLst>
                  <a:path w="20578" h="14191" extrusionOk="0">
                    <a:moveTo>
                      <a:pt x="20402" y="1544"/>
                    </a:moveTo>
                    <a:cubicBezTo>
                      <a:pt x="20500" y="1585"/>
                      <a:pt x="20558" y="1609"/>
                      <a:pt x="20577" y="1609"/>
                    </a:cubicBezTo>
                    <a:cubicBezTo>
                      <a:pt x="20521" y="1584"/>
                      <a:pt x="20463" y="1563"/>
                      <a:pt x="20402" y="1544"/>
                    </a:cubicBezTo>
                    <a:close/>
                    <a:moveTo>
                      <a:pt x="12648" y="1"/>
                    </a:moveTo>
                    <a:cubicBezTo>
                      <a:pt x="10436" y="1"/>
                      <a:pt x="7823" y="335"/>
                      <a:pt x="4888" y="1308"/>
                    </a:cubicBezTo>
                    <a:cubicBezTo>
                      <a:pt x="4888" y="1308"/>
                      <a:pt x="2958" y="4917"/>
                      <a:pt x="176" y="6847"/>
                    </a:cubicBezTo>
                    <a:cubicBezTo>
                      <a:pt x="151" y="7900"/>
                      <a:pt x="51" y="9253"/>
                      <a:pt x="1" y="10531"/>
                    </a:cubicBezTo>
                    <a:cubicBezTo>
                      <a:pt x="1" y="10631"/>
                      <a:pt x="1" y="10707"/>
                      <a:pt x="1" y="10807"/>
                    </a:cubicBezTo>
                    <a:cubicBezTo>
                      <a:pt x="418" y="11421"/>
                      <a:pt x="981" y="12373"/>
                      <a:pt x="837" y="14087"/>
                    </a:cubicBezTo>
                    <a:lnTo>
                      <a:pt x="837" y="14087"/>
                    </a:lnTo>
                    <a:cubicBezTo>
                      <a:pt x="952" y="13741"/>
                      <a:pt x="1548" y="12645"/>
                      <a:pt x="1967" y="12645"/>
                    </a:cubicBezTo>
                    <a:cubicBezTo>
                      <a:pt x="2178" y="12645"/>
                      <a:pt x="2344" y="12923"/>
                      <a:pt x="2382" y="13714"/>
                    </a:cubicBezTo>
                    <a:cubicBezTo>
                      <a:pt x="2432" y="13714"/>
                      <a:pt x="2833" y="12135"/>
                      <a:pt x="3660" y="10982"/>
                    </a:cubicBezTo>
                    <a:cubicBezTo>
                      <a:pt x="4108" y="10303"/>
                      <a:pt x="4689" y="9774"/>
                      <a:pt x="5105" y="9774"/>
                    </a:cubicBezTo>
                    <a:cubicBezTo>
                      <a:pt x="5412" y="9774"/>
                      <a:pt x="5629" y="10060"/>
                      <a:pt x="5640" y="10782"/>
                    </a:cubicBezTo>
                    <a:cubicBezTo>
                      <a:pt x="5640" y="10782"/>
                      <a:pt x="5641" y="10782"/>
                      <a:pt x="5641" y="10782"/>
                    </a:cubicBezTo>
                    <a:cubicBezTo>
                      <a:pt x="5752" y="10782"/>
                      <a:pt x="6777" y="8592"/>
                      <a:pt x="8522" y="6947"/>
                    </a:cubicBezTo>
                    <a:cubicBezTo>
                      <a:pt x="9520" y="5918"/>
                      <a:pt x="10809" y="5093"/>
                      <a:pt x="11580" y="5093"/>
                    </a:cubicBezTo>
                    <a:cubicBezTo>
                      <a:pt x="12048" y="5093"/>
                      <a:pt x="12326" y="5397"/>
                      <a:pt x="12231" y="6145"/>
                    </a:cubicBezTo>
                    <a:cubicBezTo>
                      <a:pt x="12232" y="6145"/>
                      <a:pt x="12233" y="6145"/>
                      <a:pt x="12234" y="6145"/>
                    </a:cubicBezTo>
                    <a:cubicBezTo>
                      <a:pt x="12350" y="6145"/>
                      <a:pt x="13424" y="4681"/>
                      <a:pt x="15189" y="3438"/>
                    </a:cubicBezTo>
                    <a:cubicBezTo>
                      <a:pt x="16600" y="2375"/>
                      <a:pt x="18462" y="1461"/>
                      <a:pt x="19781" y="1461"/>
                    </a:cubicBezTo>
                    <a:cubicBezTo>
                      <a:pt x="20005" y="1461"/>
                      <a:pt x="20214" y="1488"/>
                      <a:pt x="20402" y="1544"/>
                    </a:cubicBezTo>
                    <a:lnTo>
                      <a:pt x="20402" y="1544"/>
                    </a:lnTo>
                    <a:cubicBezTo>
                      <a:pt x="19691" y="1245"/>
                      <a:pt x="16916" y="1"/>
                      <a:pt x="12648" y="1"/>
                    </a:cubicBezTo>
                    <a:close/>
                    <a:moveTo>
                      <a:pt x="837" y="14087"/>
                    </a:moveTo>
                    <a:cubicBezTo>
                      <a:pt x="816" y="14152"/>
                      <a:pt x="811" y="14190"/>
                      <a:pt x="828" y="14190"/>
                    </a:cubicBezTo>
                    <a:cubicBezTo>
                      <a:pt x="831" y="14156"/>
                      <a:pt x="834" y="14121"/>
                      <a:pt x="837" y="14087"/>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a:off x="3518934" y="1237549"/>
              <a:ext cx="114969" cy="62784"/>
              <a:chOff x="3467344" y="1694749"/>
              <a:chExt cx="114969" cy="62784"/>
            </a:xfrm>
          </p:grpSpPr>
          <p:sp>
            <p:nvSpPr>
              <p:cNvPr id="1375" name="Google Shape;1375;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77" name="Google Shape;1377;p27"/>
          <p:cNvGrpSpPr/>
          <p:nvPr/>
        </p:nvGrpSpPr>
        <p:grpSpPr>
          <a:xfrm>
            <a:off x="1201717" y="1268983"/>
            <a:ext cx="1368847" cy="864923"/>
            <a:chOff x="1201717" y="1268983"/>
            <a:chExt cx="1368847" cy="864923"/>
          </a:xfrm>
        </p:grpSpPr>
        <p:sp>
          <p:nvSpPr>
            <p:cNvPr id="1378" name="Google Shape;1378;p27"/>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9" name="Google Shape;1379;p27"/>
            <p:cNvGrpSpPr/>
            <p:nvPr/>
          </p:nvGrpSpPr>
          <p:grpSpPr>
            <a:xfrm rot="-586787">
              <a:off x="1821950" y="1627359"/>
              <a:ext cx="93810" cy="51229"/>
              <a:chOff x="3467344" y="1694749"/>
              <a:chExt cx="114969" cy="62784"/>
            </a:xfrm>
          </p:grpSpPr>
          <p:sp>
            <p:nvSpPr>
              <p:cNvPr id="1380" name="Google Shape;1380;p27"/>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382" name="Google Shape;1382;p27"/>
          <p:cNvSpPr/>
          <p:nvPr/>
        </p:nvSpPr>
        <p:spPr>
          <a:xfrm rot="1449643">
            <a:off x="1114915" y="660757"/>
            <a:ext cx="442025" cy="17519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1919000">
            <a:off x="8172440" y="1233610"/>
            <a:ext cx="516674" cy="243225"/>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2"/>
        <p:cNvGrpSpPr/>
        <p:nvPr/>
      </p:nvGrpSpPr>
      <p:grpSpPr>
        <a:xfrm>
          <a:off x="0" y="0"/>
          <a:ext cx="0" cy="0"/>
          <a:chOff x="0" y="0"/>
          <a:chExt cx="0" cy="0"/>
        </a:xfrm>
      </p:grpSpPr>
      <p:sp>
        <p:nvSpPr>
          <p:cNvPr id="1454" name="Google Shape;1454;p32"/>
          <p:cNvSpPr txBox="1">
            <a:spLocks noGrp="1"/>
          </p:cNvSpPr>
          <p:nvPr>
            <p:ph type="title"/>
          </p:nvPr>
        </p:nvSpPr>
        <p:spPr>
          <a:xfrm>
            <a:off x="715382" y="1554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Dataset Intro and Analytical Methods</a:t>
            </a:r>
            <a:endParaRPr dirty="0"/>
          </a:p>
        </p:txBody>
      </p:sp>
      <p:grpSp>
        <p:nvGrpSpPr>
          <p:cNvPr id="1461" name="Google Shape;1461;p32"/>
          <p:cNvGrpSpPr/>
          <p:nvPr/>
        </p:nvGrpSpPr>
        <p:grpSpPr>
          <a:xfrm rot="-498502">
            <a:off x="744231" y="3412848"/>
            <a:ext cx="2376924" cy="1567148"/>
            <a:chOff x="201499" y="3290704"/>
            <a:chExt cx="2376935" cy="1567156"/>
          </a:xfrm>
        </p:grpSpPr>
        <p:sp>
          <p:nvSpPr>
            <p:cNvPr id="1462" name="Google Shape;1462;p32"/>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3" name="Google Shape;1463;p32"/>
            <p:cNvGrpSpPr/>
            <p:nvPr/>
          </p:nvGrpSpPr>
          <p:grpSpPr>
            <a:xfrm rot="769064">
              <a:off x="1679606" y="4257440"/>
              <a:ext cx="171378" cy="93552"/>
              <a:chOff x="3467344" y="1694749"/>
              <a:chExt cx="114969" cy="62784"/>
            </a:xfrm>
          </p:grpSpPr>
          <p:sp>
            <p:nvSpPr>
              <p:cNvPr id="1464" name="Google Shape;1464;p32"/>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2"/>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19;p30">
            <a:extLst>
              <a:ext uri="{FF2B5EF4-FFF2-40B4-BE49-F238E27FC236}">
                <a16:creationId xmlns:a16="http://schemas.microsoft.com/office/drawing/2014/main" id="{0902E198-04CF-DCA1-8746-A68600E8C481}"/>
              </a:ext>
            </a:extLst>
          </p:cNvPr>
          <p:cNvSpPr txBox="1">
            <a:spLocks/>
          </p:cNvSpPr>
          <p:nvPr/>
        </p:nvSpPr>
        <p:spPr>
          <a:xfrm>
            <a:off x="1082513" y="1436600"/>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dirty="0">
                <a:solidFill>
                  <a:schemeClr val="accent4"/>
                </a:solidFill>
              </a:rPr>
              <a:t>Myotis Acoustic Data:</a:t>
            </a:r>
          </a:p>
          <a:p>
            <a:pPr marL="0" indent="0">
              <a:buFont typeface="Darker Grotesque Medium"/>
              <a:buNone/>
            </a:pPr>
            <a:r>
              <a:rPr lang="en-US" b="1" dirty="0">
                <a:solidFill>
                  <a:schemeClr val="accent4"/>
                </a:solidFill>
              </a:rPr>
              <a:t>Ultrasonic Sensor data from 5 sites filtered to isolate Myotis calls. </a:t>
            </a:r>
          </a:p>
          <a:p>
            <a:pPr marL="0" indent="0">
              <a:buFont typeface="Darker Grotesque Medium"/>
              <a:buNone/>
            </a:pPr>
            <a:endParaRPr lang="en-US" b="1" dirty="0">
              <a:solidFill>
                <a:schemeClr val="accent4"/>
              </a:solidFill>
            </a:endParaRPr>
          </a:p>
          <a:p>
            <a:pPr marL="0" indent="0">
              <a:buFont typeface="Darker Grotesque Medium"/>
              <a:buNone/>
            </a:pPr>
            <a:r>
              <a:rPr lang="en-US" sz="1800" b="1" dirty="0">
                <a:solidFill>
                  <a:schemeClr val="accent4"/>
                </a:solidFill>
              </a:rPr>
              <a:t>Myotis Capture Data:</a:t>
            </a:r>
          </a:p>
          <a:p>
            <a:pPr marL="0" indent="0">
              <a:buFont typeface="Darker Grotesque Medium"/>
              <a:buNone/>
            </a:pPr>
            <a:r>
              <a:rPr lang="en-US" b="1" dirty="0">
                <a:solidFill>
                  <a:schemeClr val="accent4"/>
                </a:solidFill>
              </a:rPr>
              <a:t>Records of individual bats captured during emergence, analyzed for health, reproductive status, and dimensions and tagged for future ID.</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8F959509-C914-7DC7-272B-84602F82983C}"/>
              </a:ext>
            </a:extLst>
          </p:cNvPr>
          <p:cNvSpPr txBox="1">
            <a:spLocks/>
          </p:cNvSpPr>
          <p:nvPr/>
        </p:nvSpPr>
        <p:spPr>
          <a:xfrm>
            <a:off x="4689313" y="1371945"/>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800" b="1" u="sng" dirty="0">
                <a:solidFill>
                  <a:schemeClr val="accent4"/>
                </a:solidFill>
              </a:rPr>
              <a:t>Our Goals:</a:t>
            </a:r>
          </a:p>
          <a:p>
            <a:pPr marL="0" indent="0">
              <a:buFont typeface="Darker Grotesque Medium"/>
              <a:buNone/>
            </a:pPr>
            <a:endParaRPr lang="en-US" sz="1200" b="1" dirty="0">
              <a:solidFill>
                <a:schemeClr val="accent4"/>
              </a:solidFill>
            </a:endParaRPr>
          </a:p>
          <a:p>
            <a:pPr marL="0" indent="0">
              <a:buFont typeface="Darker Grotesque Medium"/>
              <a:buNone/>
            </a:pPr>
            <a:r>
              <a:rPr lang="en-US" b="1" dirty="0"/>
              <a:t>Analyze the acoustic and capture data to determine site activity and bat health across seasons and years.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DA1A-C577-6039-D354-B046300333CD}"/>
              </a:ext>
            </a:extLst>
          </p:cNvPr>
          <p:cNvSpPr>
            <a:spLocks noGrp="1"/>
          </p:cNvSpPr>
          <p:nvPr>
            <p:ph type="title"/>
          </p:nvPr>
        </p:nvSpPr>
        <p:spPr/>
        <p:txBody>
          <a:bodyPr/>
          <a:lstStyle/>
          <a:p>
            <a:r>
              <a:rPr lang="en-US" dirty="0"/>
              <a:t>Key Terms</a:t>
            </a:r>
          </a:p>
        </p:txBody>
      </p:sp>
      <p:sp>
        <p:nvSpPr>
          <p:cNvPr id="5" name="Google Shape;1419;p30">
            <a:extLst>
              <a:ext uri="{FF2B5EF4-FFF2-40B4-BE49-F238E27FC236}">
                <a16:creationId xmlns:a16="http://schemas.microsoft.com/office/drawing/2014/main" id="{592F890C-26C1-46DF-4D55-FAC985B85FD6}"/>
              </a:ext>
            </a:extLst>
          </p:cNvPr>
          <p:cNvSpPr txBox="1">
            <a:spLocks/>
          </p:cNvSpPr>
          <p:nvPr/>
        </p:nvSpPr>
        <p:spPr>
          <a:xfrm>
            <a:off x="442206"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Codes are a short code which relates to a location where an acoustic recorder was placed:</a:t>
            </a:r>
          </a:p>
          <a:p>
            <a:pPr marL="0" indent="0">
              <a:buFont typeface="Darker Grotesque Medium"/>
              <a:buNone/>
            </a:pPr>
            <a:r>
              <a:rPr lang="en-US" b="1" dirty="0">
                <a:solidFill>
                  <a:schemeClr val="accent4"/>
                </a:solidFill>
              </a:rPr>
              <a:t>NTBP-</a:t>
            </a:r>
          </a:p>
          <a:p>
            <a:pPr marL="0" indent="0">
              <a:buFont typeface="Darker Grotesque Medium"/>
              <a:buNone/>
            </a:pPr>
            <a:r>
              <a:rPr lang="en-US" b="1" dirty="0">
                <a:solidFill>
                  <a:schemeClr val="accent4"/>
                </a:solidFill>
              </a:rPr>
              <a:t>SSR-1</a:t>
            </a:r>
          </a:p>
          <a:p>
            <a:pPr marL="0" indent="0">
              <a:buFont typeface="Darker Grotesque Medium"/>
              <a:buNone/>
            </a:pPr>
            <a:r>
              <a:rPr lang="en-US" b="1" dirty="0" err="1">
                <a:solidFill>
                  <a:schemeClr val="accent4"/>
                </a:solidFill>
              </a:rPr>
              <a:t>Thebacha</a:t>
            </a:r>
            <a:r>
              <a:rPr lang="en-US" b="1" dirty="0">
                <a:solidFill>
                  <a:schemeClr val="accent4"/>
                </a:solidFill>
              </a:rPr>
              <a:t> Maternity Cave</a:t>
            </a:r>
          </a:p>
          <a:p>
            <a:pPr marL="0" indent="0">
              <a:buFont typeface="Darker Grotesque Medium"/>
              <a:buNone/>
            </a:pPr>
            <a:r>
              <a:rPr lang="en-US" b="1" dirty="0">
                <a:solidFill>
                  <a:schemeClr val="accent4"/>
                </a:solidFill>
              </a:rPr>
              <a:t>Walk-In Cave</a:t>
            </a:r>
          </a:p>
          <a:p>
            <a:pPr marL="0" indent="0">
              <a:buFont typeface="Darker Grotesque Medium"/>
              <a:buNone/>
            </a:pPr>
            <a:r>
              <a:rPr lang="en-US" b="1" dirty="0">
                <a:solidFill>
                  <a:schemeClr val="accent4"/>
                </a:solidFill>
              </a:rPr>
              <a:t>WBBP</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sp>
        <p:nvSpPr>
          <p:cNvPr id="6" name="Google Shape;1419;p30">
            <a:extLst>
              <a:ext uri="{FF2B5EF4-FFF2-40B4-BE49-F238E27FC236}">
                <a16:creationId xmlns:a16="http://schemas.microsoft.com/office/drawing/2014/main" id="{9B5DBBBB-B57A-29D8-3493-A53164910B09}"/>
              </a:ext>
            </a:extLst>
          </p:cNvPr>
          <p:cNvSpPr txBox="1">
            <a:spLocks/>
          </p:cNvSpPr>
          <p:nvPr/>
        </p:nvSpPr>
        <p:spPr>
          <a:xfrm>
            <a:off x="5382228" y="1262979"/>
            <a:ext cx="3405300" cy="20979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1pPr>
            <a:lvl2pPr marL="914400" marR="0" lvl="1"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2pPr>
            <a:lvl3pPr marL="1371600" marR="0" lvl="2"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3pPr>
            <a:lvl4pPr marL="1828800" marR="0" lvl="3"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4pPr>
            <a:lvl5pPr marL="2286000" marR="0" lvl="4"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5pPr>
            <a:lvl6pPr marL="2743200" marR="0" lvl="5"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6pPr>
            <a:lvl7pPr marL="3200400" marR="0" lvl="6"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7pPr>
            <a:lvl8pPr marL="3657600" marR="0" lvl="7"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8pPr>
            <a:lvl9pPr marL="4114800" marR="0" lvl="8" indent="-317500" algn="l" rtl="0">
              <a:lnSpc>
                <a:spcPct val="115000"/>
              </a:lnSpc>
              <a:spcBef>
                <a:spcPts val="0"/>
              </a:spcBef>
              <a:spcAft>
                <a:spcPts val="0"/>
              </a:spcAft>
              <a:buClr>
                <a:schemeClr val="dk1"/>
              </a:buClr>
              <a:buSzPts val="1400"/>
              <a:buFont typeface="Darker Grotesque Medium"/>
              <a:buChar char="■"/>
              <a:defRPr sz="1400" b="0" i="0" u="none" strike="noStrike" cap="none">
                <a:solidFill>
                  <a:schemeClr val="dk1"/>
                </a:solidFill>
                <a:latin typeface="Darker Grotesque Medium"/>
                <a:ea typeface="Darker Grotesque Medium"/>
                <a:cs typeface="Darker Grotesque Medium"/>
                <a:sym typeface="Darker Grotesque Medium"/>
              </a:defRPr>
            </a:lvl9pPr>
          </a:lstStyle>
          <a:p>
            <a:pPr marL="0" indent="0">
              <a:buFont typeface="Darker Grotesque Medium"/>
              <a:buNone/>
            </a:pPr>
            <a:r>
              <a:rPr lang="en-US" sz="1600" b="1" dirty="0">
                <a:solidFill>
                  <a:schemeClr val="accent4"/>
                </a:solidFill>
              </a:rPr>
              <a:t>Site Types:</a:t>
            </a:r>
          </a:p>
          <a:p>
            <a:pPr marL="0" indent="0">
              <a:buFont typeface="Darker Grotesque Medium"/>
              <a:buNone/>
            </a:pPr>
            <a:r>
              <a:rPr lang="en-US" sz="1600" b="1" dirty="0">
                <a:solidFill>
                  <a:schemeClr val="accent4"/>
                </a:solidFill>
              </a:rPr>
              <a:t>Foraging Sites: Spaces where bats hunt insects</a:t>
            </a:r>
          </a:p>
          <a:p>
            <a:pPr marL="0" indent="0">
              <a:buFont typeface="Darker Grotesque Medium"/>
              <a:buNone/>
            </a:pPr>
            <a:r>
              <a:rPr lang="en-US" sz="1600" b="1" dirty="0">
                <a:solidFill>
                  <a:schemeClr val="accent4"/>
                </a:solidFill>
              </a:rPr>
              <a:t>Hibernaculum: Winter Shelter where bats hibernate (usually low activity)</a:t>
            </a:r>
          </a:p>
          <a:p>
            <a:pPr marL="0" indent="0">
              <a:buFont typeface="Darker Grotesque Medium"/>
              <a:buNone/>
            </a:pPr>
            <a:r>
              <a:rPr lang="en-US" sz="1600" b="1" dirty="0">
                <a:solidFill>
                  <a:schemeClr val="accent4"/>
                </a:solidFill>
              </a:rPr>
              <a:t>Maternity colony: Summer Roost where females give birth &amp; raise pups</a:t>
            </a:r>
          </a:p>
          <a:p>
            <a:pPr marL="0" indent="0">
              <a:buFont typeface="Darker Grotesque Medium"/>
              <a:buNone/>
            </a:pPr>
            <a:endParaRPr lang="en-US" sz="1800" b="1" dirty="0">
              <a:solidFill>
                <a:schemeClr val="accent4"/>
              </a:solidFill>
            </a:endParaRPr>
          </a:p>
          <a:p>
            <a:pPr marL="0" indent="0">
              <a:buFont typeface="Darker Grotesque Medium"/>
              <a:buNone/>
            </a:pPr>
            <a:endParaRPr lang="en-US" b="1" dirty="0">
              <a:solidFill>
                <a:schemeClr val="accent4"/>
              </a:solidFill>
            </a:endParaRPr>
          </a:p>
          <a:p>
            <a:pPr marL="0" indent="0">
              <a:buFont typeface="Darker Grotesque Medium"/>
              <a:buNone/>
            </a:pPr>
            <a:endParaRPr lang="en-US" sz="1200" b="1" dirty="0"/>
          </a:p>
        </p:txBody>
      </p:sp>
      <p:pic>
        <p:nvPicPr>
          <p:cNvPr id="1026" name="Picture 2" descr="Myotis lucifugus - Bat Conservation ...">
            <a:extLst>
              <a:ext uri="{FF2B5EF4-FFF2-40B4-BE49-F238E27FC236}">
                <a16:creationId xmlns:a16="http://schemas.microsoft.com/office/drawing/2014/main" id="{7EF42DEE-3BFE-04B4-C30A-2D1C000B23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6978" y="2404929"/>
            <a:ext cx="2549518" cy="174985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42CE286-931C-B8F1-26C1-3E6FF95DC505}"/>
              </a:ext>
            </a:extLst>
          </p:cNvPr>
          <p:cNvSpPr txBox="1"/>
          <p:nvPr/>
        </p:nvSpPr>
        <p:spPr>
          <a:xfrm>
            <a:off x="3190481" y="4175255"/>
            <a:ext cx="1662512" cy="523220"/>
          </a:xfrm>
          <a:prstGeom prst="rect">
            <a:avLst/>
          </a:prstGeom>
          <a:noFill/>
        </p:spPr>
        <p:txBody>
          <a:bodyPr wrap="square" rtlCol="0">
            <a:spAutoFit/>
          </a:bodyPr>
          <a:lstStyle/>
          <a:p>
            <a:r>
              <a:rPr lang="en-US" dirty="0">
                <a:solidFill>
                  <a:schemeClr val="accent4"/>
                </a:solidFill>
              </a:rPr>
              <a:t>Myotis </a:t>
            </a:r>
            <a:r>
              <a:rPr lang="en-US" dirty="0" err="1">
                <a:solidFill>
                  <a:schemeClr val="accent4"/>
                </a:solidFill>
              </a:rPr>
              <a:t>Lucifugus</a:t>
            </a:r>
            <a:r>
              <a:rPr lang="en-US" dirty="0">
                <a:solidFill>
                  <a:schemeClr val="accent4"/>
                </a:solidFill>
              </a:rPr>
              <a:t> (Little Brown Bat)</a:t>
            </a:r>
          </a:p>
        </p:txBody>
      </p:sp>
    </p:spTree>
    <p:extLst>
      <p:ext uri="{BB962C8B-B14F-4D97-AF65-F5344CB8AC3E}">
        <p14:creationId xmlns:p14="http://schemas.microsoft.com/office/powerpoint/2010/main" val="1924997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58"/>
        <p:cNvGrpSpPr/>
        <p:nvPr/>
      </p:nvGrpSpPr>
      <p:grpSpPr>
        <a:xfrm>
          <a:off x="0" y="0"/>
          <a:ext cx="0" cy="0"/>
          <a:chOff x="0" y="0"/>
          <a:chExt cx="0" cy="0"/>
        </a:xfrm>
      </p:grpSpPr>
      <p:sp>
        <p:nvSpPr>
          <p:cNvPr id="1713" name="Google Shape;1713;p39"/>
          <p:cNvSpPr txBox="1">
            <a:spLocks noGrp="1"/>
          </p:cNvSpPr>
          <p:nvPr>
            <p:ph type="title"/>
          </p:nvPr>
        </p:nvSpPr>
        <p:spPr>
          <a:xfrm>
            <a:off x="719990" y="27158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Site Location</a:t>
            </a:r>
            <a:endParaRPr b="1" dirty="0"/>
          </a:p>
        </p:txBody>
      </p:sp>
      <p:sp>
        <p:nvSpPr>
          <p:cNvPr id="1715" name="Google Shape;1715;p39"/>
          <p:cNvSpPr txBox="1"/>
          <p:nvPr/>
        </p:nvSpPr>
        <p:spPr>
          <a:xfrm>
            <a:off x="6486050" y="1362325"/>
            <a:ext cx="17994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endParaRPr sz="2000" dirty="0">
              <a:solidFill>
                <a:schemeClr val="dk1"/>
              </a:solidFill>
              <a:latin typeface="Aclonica"/>
              <a:ea typeface="Aclonica"/>
              <a:cs typeface="Aclonica"/>
              <a:sym typeface="Aclonica"/>
            </a:endParaRPr>
          </a:p>
        </p:txBody>
      </p:sp>
      <p:sp>
        <p:nvSpPr>
          <p:cNvPr id="1761" name="Google Shape;1761;p39"/>
          <p:cNvSpPr/>
          <p:nvPr/>
        </p:nvSpPr>
        <p:spPr>
          <a:xfrm>
            <a:off x="2718563" y="3534388"/>
            <a:ext cx="420600" cy="4206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4" name="Google Shape;1774;p39"/>
          <p:cNvGrpSpPr/>
          <p:nvPr/>
        </p:nvGrpSpPr>
        <p:grpSpPr>
          <a:xfrm rot="1558694">
            <a:off x="754808" y="3891169"/>
            <a:ext cx="1601398" cy="717422"/>
            <a:chOff x="1824897" y="942802"/>
            <a:chExt cx="2119856" cy="949690"/>
          </a:xfrm>
        </p:grpSpPr>
        <p:sp>
          <p:nvSpPr>
            <p:cNvPr id="1775" name="Google Shape;1775;p39"/>
            <p:cNvSpPr/>
            <p:nvPr/>
          </p:nvSpPr>
          <p:spPr>
            <a:xfrm rot="-711411">
              <a:off x="1858417" y="1147940"/>
              <a:ext cx="2052817" cy="539414"/>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6" name="Google Shape;1776;p39"/>
            <p:cNvGrpSpPr/>
            <p:nvPr/>
          </p:nvGrpSpPr>
          <p:grpSpPr>
            <a:xfrm rot="-366842">
              <a:off x="2847196" y="1404846"/>
              <a:ext cx="110967" cy="60586"/>
              <a:chOff x="3467344" y="1694749"/>
              <a:chExt cx="114969" cy="62784"/>
            </a:xfrm>
          </p:grpSpPr>
          <p:sp>
            <p:nvSpPr>
              <p:cNvPr id="1777" name="Google Shape;1777;p3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779" name="Google Shape;1779;p39"/>
          <p:cNvSpPr/>
          <p:nvPr/>
        </p:nvSpPr>
        <p:spPr>
          <a:xfrm rot="-917449" flipH="1">
            <a:off x="4032976" y="1372082"/>
            <a:ext cx="1078029" cy="50748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0B79CB88-2B91-10BF-3AFF-4FE21C84288A}"/>
              </a:ext>
            </a:extLst>
          </p:cNvPr>
          <p:cNvPicPr>
            <a:picLocks noChangeAspect="1"/>
          </p:cNvPicPr>
          <p:nvPr/>
        </p:nvPicPr>
        <p:blipFill>
          <a:blip r:embed="rId3"/>
          <a:stretch>
            <a:fillRect/>
          </a:stretch>
        </p:blipFill>
        <p:spPr>
          <a:xfrm>
            <a:off x="1210197" y="1004442"/>
            <a:ext cx="6908800" cy="3632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30"/>
          <p:cNvSpPr txBox="1">
            <a:spLocks noGrp="1"/>
          </p:cNvSpPr>
          <p:nvPr>
            <p:ph type="subTitle" idx="1"/>
          </p:nvPr>
        </p:nvSpPr>
        <p:spPr>
          <a:xfrm>
            <a:off x="465056" y="630608"/>
            <a:ext cx="6755875"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Site Type and Activity (PERSON 1)</a:t>
            </a:r>
            <a:endParaRPr sz="2400" b="1" dirty="0"/>
          </a:p>
        </p:txBody>
      </p:sp>
      <p:sp>
        <p:nvSpPr>
          <p:cNvPr id="1420" name="Google Shape;1420;p30"/>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grpSp>
        <p:nvGrpSpPr>
          <p:cNvPr id="1424" name="Google Shape;1424;p30"/>
          <p:cNvGrpSpPr/>
          <p:nvPr/>
        </p:nvGrpSpPr>
        <p:grpSpPr>
          <a:xfrm rot="-188488">
            <a:off x="4215113" y="4054316"/>
            <a:ext cx="84756" cy="46284"/>
            <a:chOff x="3467344" y="1694749"/>
            <a:chExt cx="114969" cy="62784"/>
          </a:xfrm>
        </p:grpSpPr>
        <p:sp>
          <p:nvSpPr>
            <p:cNvPr id="1425" name="Google Shape;1425;p30"/>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0"/>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Picture 6">
            <a:extLst>
              <a:ext uri="{FF2B5EF4-FFF2-40B4-BE49-F238E27FC236}">
                <a16:creationId xmlns:a16="http://schemas.microsoft.com/office/drawing/2014/main" id="{0A492BAE-F640-5DE6-128E-B878D094F3FC}"/>
              </a:ext>
            </a:extLst>
          </p:cNvPr>
          <p:cNvPicPr>
            <a:picLocks noChangeAspect="1"/>
          </p:cNvPicPr>
          <p:nvPr/>
        </p:nvPicPr>
        <p:blipFill>
          <a:blip r:embed="rId3"/>
          <a:stretch>
            <a:fillRect/>
          </a:stretch>
        </p:blipFill>
        <p:spPr>
          <a:xfrm>
            <a:off x="182652" y="1398254"/>
            <a:ext cx="4879542" cy="2902595"/>
          </a:xfrm>
          <a:prstGeom prst="rect">
            <a:avLst/>
          </a:prstGeom>
        </p:spPr>
      </p:pic>
      <p:pic>
        <p:nvPicPr>
          <p:cNvPr id="9" name="Picture 8">
            <a:extLst>
              <a:ext uri="{FF2B5EF4-FFF2-40B4-BE49-F238E27FC236}">
                <a16:creationId xmlns:a16="http://schemas.microsoft.com/office/drawing/2014/main" id="{41F0A9B3-5397-6FC5-B554-7B24B34AABF0}"/>
              </a:ext>
            </a:extLst>
          </p:cNvPr>
          <p:cNvPicPr>
            <a:picLocks noChangeAspect="1"/>
          </p:cNvPicPr>
          <p:nvPr/>
        </p:nvPicPr>
        <p:blipFill>
          <a:blip r:embed="rId4"/>
          <a:srcRect r="27102"/>
          <a:stretch>
            <a:fillRect/>
          </a:stretch>
        </p:blipFill>
        <p:spPr>
          <a:xfrm>
            <a:off x="5222810" y="1398254"/>
            <a:ext cx="3470316" cy="2866105"/>
          </a:xfrm>
          <a:prstGeom prst="rect">
            <a:avLst/>
          </a:prstGeom>
        </p:spPr>
      </p:pic>
      <p:sp>
        <p:nvSpPr>
          <p:cNvPr id="1422" name="Google Shape;1422;p30"/>
          <p:cNvSpPr/>
          <p:nvPr/>
        </p:nvSpPr>
        <p:spPr>
          <a:xfrm rot="675023" flipH="1">
            <a:off x="4638066" y="4244827"/>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p:cNvSpPr/>
          <p:nvPr/>
        </p:nvSpPr>
        <p:spPr>
          <a:xfrm rot="-416317">
            <a:off x="3583641" y="3729708"/>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C37B8BA6-7534-D1BA-29C8-3065F47DFC5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79AEAFA2-B30D-A2D8-ADC2-F1B6B8A1AE9D}"/>
              </a:ext>
            </a:extLst>
          </p:cNvPr>
          <p:cNvSpPr txBox="1">
            <a:spLocks noGrp="1"/>
          </p:cNvSpPr>
          <p:nvPr>
            <p:ph type="subTitle" idx="1"/>
          </p:nvPr>
        </p:nvSpPr>
        <p:spPr>
          <a:xfrm>
            <a:off x="465056" y="630608"/>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Reproductive Status and Timing(PERSON 2)</a:t>
            </a:r>
            <a:endParaRPr sz="2400" b="1" dirty="0"/>
          </a:p>
        </p:txBody>
      </p:sp>
      <p:sp>
        <p:nvSpPr>
          <p:cNvPr id="1420" name="Google Shape;1420;p30">
            <a:extLst>
              <a:ext uri="{FF2B5EF4-FFF2-40B4-BE49-F238E27FC236}">
                <a16:creationId xmlns:a16="http://schemas.microsoft.com/office/drawing/2014/main" id="{2C2F6675-BDC8-13B9-0506-57F798FB71C9}"/>
              </a:ext>
            </a:extLst>
          </p:cNvPr>
          <p:cNvSpPr txBox="1">
            <a:spLocks noGrp="1"/>
          </p:cNvSpPr>
          <p:nvPr>
            <p:ph type="title"/>
          </p:nvPr>
        </p:nvSpPr>
        <p:spPr>
          <a:xfrm>
            <a:off x="-646982" y="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C092FAF5-17AE-EC4A-76B9-1E90899621C4}"/>
              </a:ext>
            </a:extLst>
          </p:cNvPr>
          <p:cNvSpPr/>
          <p:nvPr/>
        </p:nvSpPr>
        <p:spPr>
          <a:xfrm rot="675023" flipH="1">
            <a:off x="446821" y="420711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26D7AC1E-7CB9-9078-CEB4-44740D456DB2}"/>
              </a:ext>
            </a:extLst>
          </p:cNvPr>
          <p:cNvSpPr/>
          <p:nvPr/>
        </p:nvSpPr>
        <p:spPr>
          <a:xfrm rot="-416317">
            <a:off x="6491811" y="998763"/>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E3F75910-BFB1-2BB8-C31C-9CC7246E61C1}"/>
              </a:ext>
            </a:extLst>
          </p:cNvPr>
          <p:cNvSpPr txBox="1"/>
          <p:nvPr/>
        </p:nvSpPr>
        <p:spPr>
          <a:xfrm>
            <a:off x="423028" y="1890610"/>
            <a:ext cx="3639138" cy="523220"/>
          </a:xfrm>
          <a:prstGeom prst="rect">
            <a:avLst/>
          </a:prstGeom>
          <a:noFill/>
        </p:spPr>
        <p:txBody>
          <a:bodyPr wrap="none" rtlCol="0">
            <a:spAutoFit/>
          </a:bodyPr>
          <a:lstStyle/>
          <a:p>
            <a:r>
              <a:rPr lang="en-US" dirty="0"/>
              <a:t>INSERT REPRODUCTIVE STATUS OVER</a:t>
            </a:r>
          </a:p>
          <a:p>
            <a:r>
              <a:rPr lang="en-US" dirty="0"/>
              <a:t> A YEAR GRAPH </a:t>
            </a:r>
          </a:p>
        </p:txBody>
      </p:sp>
      <p:sp>
        <p:nvSpPr>
          <p:cNvPr id="3" name="TextBox 2">
            <a:extLst>
              <a:ext uri="{FF2B5EF4-FFF2-40B4-BE49-F238E27FC236}">
                <a16:creationId xmlns:a16="http://schemas.microsoft.com/office/drawing/2014/main" id="{58A8B10F-4B29-5027-DC60-C8B862557AAA}"/>
              </a:ext>
            </a:extLst>
          </p:cNvPr>
          <p:cNvSpPr txBox="1"/>
          <p:nvPr/>
        </p:nvSpPr>
        <p:spPr>
          <a:xfrm>
            <a:off x="5377717" y="1952165"/>
            <a:ext cx="3687228" cy="307777"/>
          </a:xfrm>
          <a:prstGeom prst="rect">
            <a:avLst/>
          </a:prstGeom>
          <a:noFill/>
        </p:spPr>
        <p:txBody>
          <a:bodyPr wrap="none" rtlCol="0">
            <a:spAutoFit/>
          </a:bodyPr>
          <a:lstStyle/>
          <a:p>
            <a:r>
              <a:rPr lang="en-US" dirty="0"/>
              <a:t>INSERT REPRODUCTIVE TIMING GRAPH</a:t>
            </a:r>
          </a:p>
        </p:txBody>
      </p:sp>
    </p:spTree>
    <p:extLst>
      <p:ext uri="{BB962C8B-B14F-4D97-AF65-F5344CB8AC3E}">
        <p14:creationId xmlns:p14="http://schemas.microsoft.com/office/powerpoint/2010/main" val="3256302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B68C8213-6933-739C-EBB5-E58CFE9120C9}"/>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2C1918C-5445-2A13-ED57-63BC6847BE36}"/>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9938A9B5-BFB0-5ED6-C1D5-B3E4F15EAC6E}"/>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20AA1CF1-0B94-D26C-1F82-26BD03C9333C}"/>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 name="Picture 3">
            <a:extLst>
              <a:ext uri="{FF2B5EF4-FFF2-40B4-BE49-F238E27FC236}">
                <a16:creationId xmlns:a16="http://schemas.microsoft.com/office/drawing/2014/main" id="{BBD59FDF-3088-CFCD-0D1F-ECDF5EFD9C40}"/>
              </a:ext>
            </a:extLst>
          </p:cNvPr>
          <p:cNvPicPr>
            <a:picLocks noChangeAspect="1"/>
          </p:cNvPicPr>
          <p:nvPr/>
        </p:nvPicPr>
        <p:blipFill>
          <a:blip r:embed="rId3"/>
          <a:stretch>
            <a:fillRect/>
          </a:stretch>
        </p:blipFill>
        <p:spPr>
          <a:xfrm>
            <a:off x="170777" y="790893"/>
            <a:ext cx="4144413" cy="3722992"/>
          </a:xfrm>
          <a:prstGeom prst="rect">
            <a:avLst/>
          </a:prstGeom>
        </p:spPr>
      </p:pic>
      <p:pic>
        <p:nvPicPr>
          <p:cNvPr id="5" name="Picture 4">
            <a:extLst>
              <a:ext uri="{FF2B5EF4-FFF2-40B4-BE49-F238E27FC236}">
                <a16:creationId xmlns:a16="http://schemas.microsoft.com/office/drawing/2014/main" id="{4DE0FF43-A6EE-F94C-E635-58C2E1467888}"/>
              </a:ext>
            </a:extLst>
          </p:cNvPr>
          <p:cNvPicPr>
            <a:picLocks noChangeAspect="1"/>
          </p:cNvPicPr>
          <p:nvPr/>
        </p:nvPicPr>
        <p:blipFill>
          <a:blip r:embed="rId4"/>
          <a:srcRect r="4706"/>
          <a:stretch>
            <a:fillRect/>
          </a:stretch>
        </p:blipFill>
        <p:spPr>
          <a:xfrm>
            <a:off x="4398281" y="783972"/>
            <a:ext cx="4709751" cy="3626663"/>
          </a:xfrm>
          <a:prstGeom prst="rect">
            <a:avLst/>
          </a:prstGeom>
        </p:spPr>
      </p:pic>
      <p:sp>
        <p:nvSpPr>
          <p:cNvPr id="1423" name="Google Shape;1423;p30">
            <a:extLst>
              <a:ext uri="{FF2B5EF4-FFF2-40B4-BE49-F238E27FC236}">
                <a16:creationId xmlns:a16="http://schemas.microsoft.com/office/drawing/2014/main" id="{58642354-6B17-6AF3-CD13-2648C28E1404}"/>
              </a:ext>
            </a:extLst>
          </p:cNvPr>
          <p:cNvSpPr/>
          <p:nvPr/>
        </p:nvSpPr>
        <p:spPr>
          <a:xfrm rot="-416317">
            <a:off x="3346355" y="1024591"/>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928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55C55CDC-86E5-C5C9-2334-D1DDD6580BF3}"/>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8C3A6DEF-6B4C-15DB-6552-A74DC35C8AB8}"/>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C181ED57-91B0-F159-C500-DF20F00F0167}"/>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DBA66E97-2CCC-8A37-3A82-64D629E2AD24}"/>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F95369E7-CD8A-1A00-990A-60E7768CA49E}"/>
              </a:ext>
            </a:extLst>
          </p:cNvPr>
          <p:cNvSpPr/>
          <p:nvPr/>
        </p:nvSpPr>
        <p:spPr>
          <a:xfrm rot="-416317">
            <a:off x="7349926" y="4245054"/>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 name="Picture 1">
            <a:extLst>
              <a:ext uri="{FF2B5EF4-FFF2-40B4-BE49-F238E27FC236}">
                <a16:creationId xmlns:a16="http://schemas.microsoft.com/office/drawing/2014/main" id="{14D46309-852B-8875-D6FA-06282D01401E}"/>
              </a:ext>
            </a:extLst>
          </p:cNvPr>
          <p:cNvPicPr>
            <a:picLocks noChangeAspect="1"/>
          </p:cNvPicPr>
          <p:nvPr/>
        </p:nvPicPr>
        <p:blipFill>
          <a:blip r:embed="rId3"/>
          <a:stretch>
            <a:fillRect/>
          </a:stretch>
        </p:blipFill>
        <p:spPr>
          <a:xfrm>
            <a:off x="4557733" y="883949"/>
            <a:ext cx="4586267" cy="3470387"/>
          </a:xfrm>
          <a:prstGeom prst="rect">
            <a:avLst/>
          </a:prstGeom>
        </p:spPr>
      </p:pic>
      <p:pic>
        <p:nvPicPr>
          <p:cNvPr id="3" name="Picture 2">
            <a:extLst>
              <a:ext uri="{FF2B5EF4-FFF2-40B4-BE49-F238E27FC236}">
                <a16:creationId xmlns:a16="http://schemas.microsoft.com/office/drawing/2014/main" id="{6785D46C-D51F-4070-B890-3967565068F8}"/>
              </a:ext>
            </a:extLst>
          </p:cNvPr>
          <p:cNvPicPr>
            <a:picLocks noChangeAspect="1"/>
          </p:cNvPicPr>
          <p:nvPr/>
        </p:nvPicPr>
        <p:blipFill>
          <a:blip r:embed="rId4"/>
          <a:stretch>
            <a:fillRect/>
          </a:stretch>
        </p:blipFill>
        <p:spPr>
          <a:xfrm>
            <a:off x="269714" y="938552"/>
            <a:ext cx="4035987" cy="3418834"/>
          </a:xfrm>
          <a:prstGeom prst="rect">
            <a:avLst/>
          </a:prstGeom>
        </p:spPr>
      </p:pic>
    </p:spTree>
    <p:extLst>
      <p:ext uri="{BB962C8B-B14F-4D97-AF65-F5344CB8AC3E}">
        <p14:creationId xmlns:p14="http://schemas.microsoft.com/office/powerpoint/2010/main" val="619446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8">
          <a:extLst>
            <a:ext uri="{FF2B5EF4-FFF2-40B4-BE49-F238E27FC236}">
              <a16:creationId xmlns:a16="http://schemas.microsoft.com/office/drawing/2014/main" id="{738E39DC-2175-2032-32CC-D6FF2DFCE2E2}"/>
            </a:ext>
          </a:extLst>
        </p:cNvPr>
        <p:cNvGrpSpPr/>
        <p:nvPr/>
      </p:nvGrpSpPr>
      <p:grpSpPr>
        <a:xfrm>
          <a:off x="0" y="0"/>
          <a:ext cx="0" cy="0"/>
          <a:chOff x="0" y="0"/>
          <a:chExt cx="0" cy="0"/>
        </a:xfrm>
      </p:grpSpPr>
      <p:sp>
        <p:nvSpPr>
          <p:cNvPr id="1419" name="Google Shape;1419;p30">
            <a:extLst>
              <a:ext uri="{FF2B5EF4-FFF2-40B4-BE49-F238E27FC236}">
                <a16:creationId xmlns:a16="http://schemas.microsoft.com/office/drawing/2014/main" id="{65880E65-A334-B5CC-3E7D-2683FC5CB5DF}"/>
              </a:ext>
            </a:extLst>
          </p:cNvPr>
          <p:cNvSpPr txBox="1">
            <a:spLocks noGrp="1"/>
          </p:cNvSpPr>
          <p:nvPr>
            <p:ph type="subTitle" idx="1"/>
          </p:nvPr>
        </p:nvSpPr>
        <p:spPr>
          <a:xfrm>
            <a:off x="451609" y="327305"/>
            <a:ext cx="7194221"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t>Key Variables- Morphology and Spatial Interpretation</a:t>
            </a:r>
            <a:endParaRPr sz="2400" b="1" dirty="0"/>
          </a:p>
        </p:txBody>
      </p:sp>
      <p:sp>
        <p:nvSpPr>
          <p:cNvPr id="1420" name="Google Shape;1420;p30">
            <a:extLst>
              <a:ext uri="{FF2B5EF4-FFF2-40B4-BE49-F238E27FC236}">
                <a16:creationId xmlns:a16="http://schemas.microsoft.com/office/drawing/2014/main" id="{9C6FA24F-E9CF-4ECE-CEBB-DAD1A5364E07}"/>
              </a:ext>
            </a:extLst>
          </p:cNvPr>
          <p:cNvSpPr txBox="1">
            <a:spLocks noGrp="1"/>
          </p:cNvSpPr>
          <p:nvPr>
            <p:ph type="title"/>
          </p:nvPr>
        </p:nvSpPr>
        <p:spPr>
          <a:xfrm>
            <a:off x="-646982" y="-11012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dirty="0"/>
              <a:t>Data Exploration</a:t>
            </a:r>
            <a:endParaRPr dirty="0"/>
          </a:p>
        </p:txBody>
      </p:sp>
      <p:sp>
        <p:nvSpPr>
          <p:cNvPr id="1422" name="Google Shape;1422;p30">
            <a:extLst>
              <a:ext uri="{FF2B5EF4-FFF2-40B4-BE49-F238E27FC236}">
                <a16:creationId xmlns:a16="http://schemas.microsoft.com/office/drawing/2014/main" id="{7096DF9A-95A2-4B8E-ECE4-89074247ABDD}"/>
              </a:ext>
            </a:extLst>
          </p:cNvPr>
          <p:cNvSpPr/>
          <p:nvPr/>
        </p:nvSpPr>
        <p:spPr>
          <a:xfrm rot="675023" flipH="1">
            <a:off x="3931204" y="3900389"/>
            <a:ext cx="602735" cy="303280"/>
          </a:xfrm>
          <a:custGeom>
            <a:avLst/>
            <a:gdLst/>
            <a:ahLst/>
            <a:cxnLst/>
            <a:rect l="l" t="t" r="r" b="b"/>
            <a:pathLst>
              <a:path w="24109" h="12131" extrusionOk="0">
                <a:moveTo>
                  <a:pt x="273" y="0"/>
                </a:moveTo>
                <a:cubicBezTo>
                  <a:pt x="273" y="1"/>
                  <a:pt x="2453" y="3412"/>
                  <a:pt x="1" y="4502"/>
                </a:cubicBezTo>
                <a:cubicBezTo>
                  <a:pt x="949" y="4502"/>
                  <a:pt x="2856" y="6136"/>
                  <a:pt x="2039" y="8044"/>
                </a:cubicBezTo>
                <a:cubicBezTo>
                  <a:pt x="2117" y="7925"/>
                  <a:pt x="2339" y="7863"/>
                  <a:pt x="2659" y="7863"/>
                </a:cubicBezTo>
                <a:cubicBezTo>
                  <a:pt x="3458" y="7863"/>
                  <a:pt x="4864" y="8254"/>
                  <a:pt x="6126" y="9134"/>
                </a:cubicBezTo>
                <a:cubicBezTo>
                  <a:pt x="7902" y="10223"/>
                  <a:pt x="7902" y="11989"/>
                  <a:pt x="7902" y="11989"/>
                </a:cubicBezTo>
                <a:cubicBezTo>
                  <a:pt x="7902" y="11989"/>
                  <a:pt x="8589" y="10735"/>
                  <a:pt x="9333" y="10735"/>
                </a:cubicBezTo>
                <a:cubicBezTo>
                  <a:pt x="9401" y="10735"/>
                  <a:pt x="9469" y="10746"/>
                  <a:pt x="9537" y="10768"/>
                </a:cubicBezTo>
                <a:cubicBezTo>
                  <a:pt x="10355" y="11041"/>
                  <a:pt x="10758" y="11989"/>
                  <a:pt x="10758" y="11989"/>
                </a:cubicBezTo>
                <a:cubicBezTo>
                  <a:pt x="10758" y="11989"/>
                  <a:pt x="11008" y="10619"/>
                  <a:pt x="11393" y="10619"/>
                </a:cubicBezTo>
                <a:cubicBezTo>
                  <a:pt x="11410" y="10619"/>
                  <a:pt x="11427" y="10621"/>
                  <a:pt x="11445" y="10627"/>
                </a:cubicBezTo>
                <a:cubicBezTo>
                  <a:pt x="11717" y="10768"/>
                  <a:pt x="12120" y="12131"/>
                  <a:pt x="12120" y="12131"/>
                </a:cubicBezTo>
                <a:cubicBezTo>
                  <a:pt x="12120" y="12131"/>
                  <a:pt x="12393" y="10627"/>
                  <a:pt x="13210" y="10627"/>
                </a:cubicBezTo>
                <a:cubicBezTo>
                  <a:pt x="14028" y="10627"/>
                  <a:pt x="14845" y="11989"/>
                  <a:pt x="14845" y="11989"/>
                </a:cubicBezTo>
                <a:cubicBezTo>
                  <a:pt x="14845" y="11989"/>
                  <a:pt x="14987" y="9951"/>
                  <a:pt x="16621" y="9134"/>
                </a:cubicBezTo>
                <a:cubicBezTo>
                  <a:pt x="17387" y="8685"/>
                  <a:pt x="18419" y="8565"/>
                  <a:pt x="19301" y="8565"/>
                </a:cubicBezTo>
                <a:cubicBezTo>
                  <a:pt x="20304" y="8565"/>
                  <a:pt x="21112" y="8719"/>
                  <a:pt x="21112" y="8719"/>
                </a:cubicBezTo>
                <a:cubicBezTo>
                  <a:pt x="21112" y="8719"/>
                  <a:pt x="20294" y="7226"/>
                  <a:pt x="20981" y="6136"/>
                </a:cubicBezTo>
                <a:cubicBezTo>
                  <a:pt x="21657" y="5177"/>
                  <a:pt x="23019" y="4774"/>
                  <a:pt x="23019" y="4774"/>
                </a:cubicBezTo>
                <a:cubicBezTo>
                  <a:pt x="23019" y="4774"/>
                  <a:pt x="21384" y="1635"/>
                  <a:pt x="24109" y="142"/>
                </a:cubicBezTo>
                <a:cubicBezTo>
                  <a:pt x="23996" y="78"/>
                  <a:pt x="23851" y="49"/>
                  <a:pt x="23681" y="49"/>
                </a:cubicBezTo>
                <a:cubicBezTo>
                  <a:pt x="22013" y="49"/>
                  <a:pt x="17895" y="2890"/>
                  <a:pt x="17025" y="4502"/>
                </a:cubicBezTo>
                <a:cubicBezTo>
                  <a:pt x="16238" y="6201"/>
                  <a:pt x="14069" y="7779"/>
                  <a:pt x="12809" y="7779"/>
                </a:cubicBezTo>
                <a:cubicBezTo>
                  <a:pt x="12760" y="7779"/>
                  <a:pt x="12712" y="7776"/>
                  <a:pt x="12665" y="7771"/>
                </a:cubicBezTo>
                <a:cubicBezTo>
                  <a:pt x="12807" y="7771"/>
                  <a:pt x="13079" y="6540"/>
                  <a:pt x="12665" y="5319"/>
                </a:cubicBezTo>
                <a:lnTo>
                  <a:pt x="11990" y="6409"/>
                </a:lnTo>
                <a:lnTo>
                  <a:pt x="11303" y="6540"/>
                </a:lnTo>
                <a:lnTo>
                  <a:pt x="10485" y="5177"/>
                </a:lnTo>
                <a:cubicBezTo>
                  <a:pt x="10485" y="5177"/>
                  <a:pt x="10485" y="7226"/>
                  <a:pt x="10213" y="7499"/>
                </a:cubicBezTo>
                <a:cubicBezTo>
                  <a:pt x="10181" y="7514"/>
                  <a:pt x="10133" y="7522"/>
                  <a:pt x="10070" y="7522"/>
                </a:cubicBezTo>
                <a:cubicBezTo>
                  <a:pt x="9598" y="7522"/>
                  <a:pt x="8335" y="7067"/>
                  <a:pt x="7488" y="5864"/>
                </a:cubicBezTo>
                <a:cubicBezTo>
                  <a:pt x="6813" y="4905"/>
                  <a:pt x="3543" y="818"/>
                  <a:pt x="2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0">
            <a:extLst>
              <a:ext uri="{FF2B5EF4-FFF2-40B4-BE49-F238E27FC236}">
                <a16:creationId xmlns:a16="http://schemas.microsoft.com/office/drawing/2014/main" id="{8B85F2AD-5865-3E28-4AAB-402B0DC26600}"/>
              </a:ext>
            </a:extLst>
          </p:cNvPr>
          <p:cNvSpPr/>
          <p:nvPr/>
        </p:nvSpPr>
        <p:spPr>
          <a:xfrm rot="-416317">
            <a:off x="7349926" y="4245054"/>
            <a:ext cx="1772431" cy="465786"/>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 name="Picture 4">
            <a:extLst>
              <a:ext uri="{FF2B5EF4-FFF2-40B4-BE49-F238E27FC236}">
                <a16:creationId xmlns:a16="http://schemas.microsoft.com/office/drawing/2014/main" id="{50183053-BDE6-1634-AFAF-736C9271F66B}"/>
              </a:ext>
            </a:extLst>
          </p:cNvPr>
          <p:cNvPicPr>
            <a:picLocks noChangeAspect="1"/>
          </p:cNvPicPr>
          <p:nvPr/>
        </p:nvPicPr>
        <p:blipFill>
          <a:blip r:embed="rId3"/>
          <a:stretch>
            <a:fillRect/>
          </a:stretch>
        </p:blipFill>
        <p:spPr>
          <a:xfrm>
            <a:off x="647561" y="764521"/>
            <a:ext cx="3259849" cy="4051674"/>
          </a:xfrm>
          <a:prstGeom prst="rect">
            <a:avLst/>
          </a:prstGeom>
        </p:spPr>
      </p:pic>
      <p:pic>
        <p:nvPicPr>
          <p:cNvPr id="7" name="Picture 6">
            <a:extLst>
              <a:ext uri="{FF2B5EF4-FFF2-40B4-BE49-F238E27FC236}">
                <a16:creationId xmlns:a16="http://schemas.microsoft.com/office/drawing/2014/main" id="{55BECA75-F476-31BB-6341-FDB45657466E}"/>
              </a:ext>
            </a:extLst>
          </p:cNvPr>
          <p:cNvPicPr>
            <a:picLocks noChangeAspect="1"/>
          </p:cNvPicPr>
          <p:nvPr/>
        </p:nvPicPr>
        <p:blipFill>
          <a:blip r:embed="rId4"/>
          <a:stretch>
            <a:fillRect/>
          </a:stretch>
        </p:blipFill>
        <p:spPr>
          <a:xfrm>
            <a:off x="4391694" y="883949"/>
            <a:ext cx="4572527" cy="3440282"/>
          </a:xfrm>
          <a:prstGeom prst="rect">
            <a:avLst/>
          </a:prstGeom>
        </p:spPr>
      </p:pic>
    </p:spTree>
    <p:extLst>
      <p:ext uri="{BB962C8B-B14F-4D97-AF65-F5344CB8AC3E}">
        <p14:creationId xmlns:p14="http://schemas.microsoft.com/office/powerpoint/2010/main" val="2469059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0"/>
        <p:cNvGrpSpPr/>
        <p:nvPr/>
      </p:nvGrpSpPr>
      <p:grpSpPr>
        <a:xfrm>
          <a:off x="0" y="0"/>
          <a:ext cx="0" cy="0"/>
          <a:chOff x="0" y="0"/>
          <a:chExt cx="0" cy="0"/>
        </a:xfrm>
      </p:grpSpPr>
      <p:sp>
        <p:nvSpPr>
          <p:cNvPr id="1432" name="Google Shape;1432;p31"/>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Seasonal Activity </a:t>
            </a:r>
            <a:r>
              <a:rPr lang="en-US" dirty="0" err="1"/>
              <a:t>ShinyApp</a:t>
            </a:r>
            <a:endParaRPr dirty="0"/>
          </a:p>
        </p:txBody>
      </p:sp>
      <p:grpSp>
        <p:nvGrpSpPr>
          <p:cNvPr id="1434" name="Google Shape;1434;p31"/>
          <p:cNvGrpSpPr/>
          <p:nvPr/>
        </p:nvGrpSpPr>
        <p:grpSpPr>
          <a:xfrm>
            <a:off x="1824897" y="479317"/>
            <a:ext cx="2119856" cy="1413175"/>
            <a:chOff x="1824897" y="479317"/>
            <a:chExt cx="2119856" cy="1413175"/>
          </a:xfrm>
        </p:grpSpPr>
        <p:grpSp>
          <p:nvGrpSpPr>
            <p:cNvPr id="1435" name="Google Shape;1435;p31"/>
            <p:cNvGrpSpPr/>
            <p:nvPr/>
          </p:nvGrpSpPr>
          <p:grpSpPr>
            <a:xfrm>
              <a:off x="1824897" y="479317"/>
              <a:ext cx="2119856" cy="1413175"/>
              <a:chOff x="1824975" y="806675"/>
              <a:chExt cx="1628904" cy="1085888"/>
            </a:xfrm>
          </p:grpSpPr>
          <p:sp>
            <p:nvSpPr>
              <p:cNvPr id="1436" name="Google Shape;1436;p31"/>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p:cNvGrpSpPr/>
            <p:nvPr/>
          </p:nvGrpSpPr>
          <p:grpSpPr>
            <a:xfrm rot="-366842">
              <a:off x="2847196" y="1404846"/>
              <a:ext cx="110967" cy="60586"/>
              <a:chOff x="3467344" y="1694749"/>
              <a:chExt cx="114969" cy="62784"/>
            </a:xfrm>
          </p:grpSpPr>
          <p:sp>
            <p:nvSpPr>
              <p:cNvPr id="1439" name="Google Shape;1439;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p:cNvGrpSpPr/>
          <p:nvPr/>
        </p:nvGrpSpPr>
        <p:grpSpPr>
          <a:xfrm rot="769105">
            <a:off x="2681387" y="956677"/>
            <a:ext cx="84622" cy="46193"/>
            <a:chOff x="3467344" y="1694749"/>
            <a:chExt cx="114969" cy="62784"/>
          </a:xfrm>
        </p:grpSpPr>
        <p:sp>
          <p:nvSpPr>
            <p:cNvPr id="1442" name="Google Shape;1442;p31"/>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p:cNvGrpSpPr/>
          <p:nvPr/>
        </p:nvGrpSpPr>
        <p:grpSpPr>
          <a:xfrm>
            <a:off x="6503187" y="3618708"/>
            <a:ext cx="1856837" cy="1134634"/>
            <a:chOff x="6503187" y="3618708"/>
            <a:chExt cx="1856837" cy="1134634"/>
          </a:xfrm>
        </p:grpSpPr>
        <p:sp>
          <p:nvSpPr>
            <p:cNvPr id="1445" name="Google Shape;1445;p31"/>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p:cNvGrpSpPr/>
            <p:nvPr/>
          </p:nvGrpSpPr>
          <p:grpSpPr>
            <a:xfrm rot="1537298">
              <a:off x="7032937" y="4182565"/>
              <a:ext cx="96403" cy="52624"/>
              <a:chOff x="3448279" y="1688340"/>
              <a:chExt cx="130968" cy="71523"/>
            </a:xfrm>
          </p:grpSpPr>
          <p:sp>
            <p:nvSpPr>
              <p:cNvPr id="1447" name="Google Shape;1447;p31"/>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D9734B47-8402-70E2-96D3-F7DEFE05799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EF876DF3-621C-69BB-4684-2BDF95028D67}"/>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Reproductive Timing </a:t>
            </a:r>
            <a:r>
              <a:rPr lang="en-US" dirty="0" err="1"/>
              <a:t>ShinyApp</a:t>
            </a:r>
            <a:endParaRPr dirty="0"/>
          </a:p>
        </p:txBody>
      </p:sp>
      <p:grpSp>
        <p:nvGrpSpPr>
          <p:cNvPr id="1434" name="Google Shape;1434;p31">
            <a:extLst>
              <a:ext uri="{FF2B5EF4-FFF2-40B4-BE49-F238E27FC236}">
                <a16:creationId xmlns:a16="http://schemas.microsoft.com/office/drawing/2014/main" id="{EBC0B930-25A6-9902-BD1B-2D1F9735117C}"/>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FBE8D74B-E68D-0DF9-522D-D00028B975A2}"/>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AA791EC9-C6B3-2711-13DE-77EA33F06371}"/>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21640F15-947E-BE6B-49C9-8D9107C011AF}"/>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EB3293D8-B760-B8A8-D218-415741571CC8}"/>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3CE6918F-487B-C0E9-D576-BAFA473A2D1A}"/>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09ED9102-212B-806D-0734-2C45FE5B0303}"/>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04746409-D91D-1731-3888-FFB7E2A795EA}"/>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A020FC04-340C-DEBE-04C0-B57A6D26A33E}"/>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D0A93F38-FBBA-66E5-CE22-01B3FC9101A9}"/>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315F2AB4-A202-1ADE-FFD8-F46404D8CCF7}"/>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333A8A59-FC3E-AC0D-E511-D473B064FEA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7C97E155-C169-11F0-5E1D-0A280398208C}"/>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D938263A-8C22-7F68-24BC-246E9C8B3E23}"/>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0FC5F08E-7DDB-A07F-C04C-CC324EDA15BF}"/>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76107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30">
          <a:extLst>
            <a:ext uri="{FF2B5EF4-FFF2-40B4-BE49-F238E27FC236}">
              <a16:creationId xmlns:a16="http://schemas.microsoft.com/office/drawing/2014/main" id="{90705EC6-0EF7-236B-BB2C-48FF989E06D3}"/>
            </a:ext>
          </a:extLst>
        </p:cNvPr>
        <p:cNvGrpSpPr/>
        <p:nvPr/>
      </p:nvGrpSpPr>
      <p:grpSpPr>
        <a:xfrm>
          <a:off x="0" y="0"/>
          <a:ext cx="0" cy="0"/>
          <a:chOff x="0" y="0"/>
          <a:chExt cx="0" cy="0"/>
        </a:xfrm>
      </p:grpSpPr>
      <p:sp>
        <p:nvSpPr>
          <p:cNvPr id="1432" name="Google Shape;1432;p31">
            <a:extLst>
              <a:ext uri="{FF2B5EF4-FFF2-40B4-BE49-F238E27FC236}">
                <a16:creationId xmlns:a16="http://schemas.microsoft.com/office/drawing/2014/main" id="{A3FD369F-F2BF-C024-5A4E-5F0107667DBB}"/>
              </a:ext>
            </a:extLst>
          </p:cNvPr>
          <p:cNvSpPr txBox="1">
            <a:spLocks noGrp="1"/>
          </p:cNvSpPr>
          <p:nvPr>
            <p:ph type="title"/>
          </p:nvPr>
        </p:nvSpPr>
        <p:spPr>
          <a:xfrm>
            <a:off x="1660500" y="2401089"/>
            <a:ext cx="58230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dirty="0"/>
              <a:t>Morphology/Spatial </a:t>
            </a:r>
            <a:r>
              <a:rPr lang="en-US" dirty="0" err="1"/>
              <a:t>ShinyApp</a:t>
            </a:r>
            <a:endParaRPr dirty="0"/>
          </a:p>
        </p:txBody>
      </p:sp>
      <p:grpSp>
        <p:nvGrpSpPr>
          <p:cNvPr id="1434" name="Google Shape;1434;p31">
            <a:extLst>
              <a:ext uri="{FF2B5EF4-FFF2-40B4-BE49-F238E27FC236}">
                <a16:creationId xmlns:a16="http://schemas.microsoft.com/office/drawing/2014/main" id="{3C1A7E4C-01AC-5454-5D71-0CE3D97C3679}"/>
              </a:ext>
            </a:extLst>
          </p:cNvPr>
          <p:cNvGrpSpPr/>
          <p:nvPr/>
        </p:nvGrpSpPr>
        <p:grpSpPr>
          <a:xfrm>
            <a:off x="1824897" y="479317"/>
            <a:ext cx="2119856" cy="1413175"/>
            <a:chOff x="1824897" y="479317"/>
            <a:chExt cx="2119856" cy="1413175"/>
          </a:xfrm>
        </p:grpSpPr>
        <p:grpSp>
          <p:nvGrpSpPr>
            <p:cNvPr id="1435" name="Google Shape;1435;p31">
              <a:extLst>
                <a:ext uri="{FF2B5EF4-FFF2-40B4-BE49-F238E27FC236}">
                  <a16:creationId xmlns:a16="http://schemas.microsoft.com/office/drawing/2014/main" id="{40BC2258-43DE-130F-6DAC-2BB683836491}"/>
                </a:ext>
              </a:extLst>
            </p:cNvPr>
            <p:cNvGrpSpPr/>
            <p:nvPr/>
          </p:nvGrpSpPr>
          <p:grpSpPr>
            <a:xfrm>
              <a:off x="1824897" y="479317"/>
              <a:ext cx="2119856" cy="1413175"/>
              <a:chOff x="1824975" y="806675"/>
              <a:chExt cx="1628904" cy="1085888"/>
            </a:xfrm>
          </p:grpSpPr>
          <p:sp>
            <p:nvSpPr>
              <p:cNvPr id="1436" name="Google Shape;1436;p31">
                <a:extLst>
                  <a:ext uri="{FF2B5EF4-FFF2-40B4-BE49-F238E27FC236}">
                    <a16:creationId xmlns:a16="http://schemas.microsoft.com/office/drawing/2014/main" id="{BEB68BD4-9C93-CF39-74F5-79079E73FBF0}"/>
                  </a:ext>
                </a:extLst>
              </p:cNvPr>
              <p:cNvSpPr/>
              <p:nvPr/>
            </p:nvSpPr>
            <p:spPr>
              <a:xfrm rot="-711411">
                <a:off x="1850731" y="1320448"/>
                <a:ext cx="1577391" cy="414487"/>
              </a:xfrm>
              <a:custGeom>
                <a:avLst/>
                <a:gdLst/>
                <a:ahLst/>
                <a:cxnLst/>
                <a:rect l="l" t="t" r="r" b="b"/>
                <a:pathLst>
                  <a:path w="35421" h="9308" extrusionOk="0">
                    <a:moveTo>
                      <a:pt x="28528" y="0"/>
                    </a:moveTo>
                    <a:cubicBezTo>
                      <a:pt x="26812" y="0"/>
                      <a:pt x="24725" y="270"/>
                      <a:pt x="22212" y="992"/>
                    </a:cubicBezTo>
                    <a:cubicBezTo>
                      <a:pt x="22212" y="992"/>
                      <a:pt x="21798" y="2899"/>
                      <a:pt x="19759" y="3989"/>
                    </a:cubicBezTo>
                    <a:lnTo>
                      <a:pt x="19759" y="3586"/>
                    </a:lnTo>
                    <a:cubicBezTo>
                      <a:pt x="19618" y="3313"/>
                      <a:pt x="19890" y="3172"/>
                      <a:pt x="19890" y="3172"/>
                    </a:cubicBezTo>
                    <a:cubicBezTo>
                      <a:pt x="19215" y="3172"/>
                      <a:pt x="18942" y="3717"/>
                      <a:pt x="18800" y="3989"/>
                    </a:cubicBezTo>
                    <a:cubicBezTo>
                      <a:pt x="18255" y="3858"/>
                      <a:pt x="17711" y="3858"/>
                      <a:pt x="17711" y="3858"/>
                    </a:cubicBezTo>
                    <a:cubicBezTo>
                      <a:pt x="17711" y="3858"/>
                      <a:pt x="17166" y="3858"/>
                      <a:pt x="16621" y="4131"/>
                    </a:cubicBezTo>
                    <a:cubicBezTo>
                      <a:pt x="16508" y="3896"/>
                      <a:pt x="16186" y="3557"/>
                      <a:pt x="15668" y="3557"/>
                    </a:cubicBezTo>
                    <a:cubicBezTo>
                      <a:pt x="15584" y="3557"/>
                      <a:pt x="15494" y="3566"/>
                      <a:pt x="15400" y="3586"/>
                    </a:cubicBezTo>
                    <a:cubicBezTo>
                      <a:pt x="15400" y="3586"/>
                      <a:pt x="15672" y="3717"/>
                      <a:pt x="15672" y="3989"/>
                    </a:cubicBezTo>
                    <a:lnTo>
                      <a:pt x="15672" y="4403"/>
                    </a:lnTo>
                    <a:cubicBezTo>
                      <a:pt x="13493" y="3717"/>
                      <a:pt x="12806" y="1809"/>
                      <a:pt x="12806" y="1809"/>
                    </a:cubicBezTo>
                    <a:cubicBezTo>
                      <a:pt x="11979" y="1745"/>
                      <a:pt x="11203" y="1715"/>
                      <a:pt x="10475" y="1715"/>
                    </a:cubicBezTo>
                    <a:cubicBezTo>
                      <a:pt x="1970" y="1715"/>
                      <a:pt x="0" y="5766"/>
                      <a:pt x="0" y="5766"/>
                    </a:cubicBezTo>
                    <a:cubicBezTo>
                      <a:pt x="1059" y="5253"/>
                      <a:pt x="1869" y="5057"/>
                      <a:pt x="2488" y="5057"/>
                    </a:cubicBezTo>
                    <a:cubicBezTo>
                      <a:pt x="4501" y="5057"/>
                      <a:pt x="4501" y="7128"/>
                      <a:pt x="4501" y="7128"/>
                    </a:cubicBezTo>
                    <a:cubicBezTo>
                      <a:pt x="5476" y="6188"/>
                      <a:pt x="6288" y="5843"/>
                      <a:pt x="6954" y="5843"/>
                    </a:cubicBezTo>
                    <a:cubicBezTo>
                      <a:pt x="8801" y="5843"/>
                      <a:pt x="9536" y="8490"/>
                      <a:pt x="9536" y="8490"/>
                    </a:cubicBezTo>
                    <a:cubicBezTo>
                      <a:pt x="10181" y="7733"/>
                      <a:pt x="10752" y="7460"/>
                      <a:pt x="11240" y="7460"/>
                    </a:cubicBezTo>
                    <a:cubicBezTo>
                      <a:pt x="12510" y="7460"/>
                      <a:pt x="13220" y="9308"/>
                      <a:pt x="13220" y="9308"/>
                    </a:cubicBezTo>
                    <a:cubicBezTo>
                      <a:pt x="13524" y="8648"/>
                      <a:pt x="13920" y="8441"/>
                      <a:pt x="14299" y="8441"/>
                    </a:cubicBezTo>
                    <a:cubicBezTo>
                      <a:pt x="14941" y="8441"/>
                      <a:pt x="15531" y="9035"/>
                      <a:pt x="15531" y="9035"/>
                    </a:cubicBezTo>
                    <a:cubicBezTo>
                      <a:pt x="15400" y="8218"/>
                      <a:pt x="15803" y="7673"/>
                      <a:pt x="16076" y="7128"/>
                    </a:cubicBezTo>
                    <a:cubicBezTo>
                      <a:pt x="16348" y="7673"/>
                      <a:pt x="17307" y="8218"/>
                      <a:pt x="18125" y="8218"/>
                    </a:cubicBezTo>
                    <a:cubicBezTo>
                      <a:pt x="18942" y="8076"/>
                      <a:pt x="19759" y="7400"/>
                      <a:pt x="19890" y="6855"/>
                    </a:cubicBezTo>
                    <a:cubicBezTo>
                      <a:pt x="20304" y="7259"/>
                      <a:pt x="20708" y="7804"/>
                      <a:pt x="20708" y="8621"/>
                    </a:cubicBezTo>
                    <a:cubicBezTo>
                      <a:pt x="20708" y="8621"/>
                      <a:pt x="21311" y="7686"/>
                      <a:pt x="22092" y="7686"/>
                    </a:cubicBezTo>
                    <a:cubicBezTo>
                      <a:pt x="22427" y="7686"/>
                      <a:pt x="22794" y="7858"/>
                      <a:pt x="23160" y="8349"/>
                    </a:cubicBezTo>
                    <a:cubicBezTo>
                      <a:pt x="23160" y="8349"/>
                      <a:pt x="23480" y="6106"/>
                      <a:pt x="24922" y="6106"/>
                    </a:cubicBezTo>
                    <a:cubicBezTo>
                      <a:pt x="25360" y="6106"/>
                      <a:pt x="25902" y="6314"/>
                      <a:pt x="26571" y="6855"/>
                    </a:cubicBezTo>
                    <a:cubicBezTo>
                      <a:pt x="26571" y="6855"/>
                      <a:pt x="26821" y="3727"/>
                      <a:pt x="28992" y="3727"/>
                    </a:cubicBezTo>
                    <a:cubicBezTo>
                      <a:pt x="29578" y="3727"/>
                      <a:pt x="30304" y="3955"/>
                      <a:pt x="31203" y="4534"/>
                    </a:cubicBezTo>
                    <a:cubicBezTo>
                      <a:pt x="31203" y="4534"/>
                      <a:pt x="30710" y="2090"/>
                      <a:pt x="33548" y="2090"/>
                    </a:cubicBezTo>
                    <a:cubicBezTo>
                      <a:pt x="34058" y="2090"/>
                      <a:pt x="34675" y="2169"/>
                      <a:pt x="35421" y="2354"/>
                    </a:cubicBezTo>
                    <a:cubicBezTo>
                      <a:pt x="35421" y="2354"/>
                      <a:pt x="33596" y="0"/>
                      <a:pt x="285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1">
                <a:extLst>
                  <a:ext uri="{FF2B5EF4-FFF2-40B4-BE49-F238E27FC236}">
                    <a16:creationId xmlns:a16="http://schemas.microsoft.com/office/drawing/2014/main" id="{C3C8CA81-FA3C-74DA-B88D-4A3A438185D4}"/>
                  </a:ext>
                </a:extLst>
              </p:cNvPr>
              <p:cNvSpPr/>
              <p:nvPr/>
            </p:nvSpPr>
            <p:spPr>
              <a:xfrm rot="917431">
                <a:off x="1959106" y="908996"/>
                <a:ext cx="828342" cy="389944"/>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 name="Google Shape;1438;p31">
              <a:extLst>
                <a:ext uri="{FF2B5EF4-FFF2-40B4-BE49-F238E27FC236}">
                  <a16:creationId xmlns:a16="http://schemas.microsoft.com/office/drawing/2014/main" id="{269CC7A9-64C4-832A-1B98-6F2D4BE343D1}"/>
                </a:ext>
              </a:extLst>
            </p:cNvPr>
            <p:cNvGrpSpPr/>
            <p:nvPr/>
          </p:nvGrpSpPr>
          <p:grpSpPr>
            <a:xfrm rot="-366842">
              <a:off x="2847196" y="1404846"/>
              <a:ext cx="110967" cy="60586"/>
              <a:chOff x="3467344" y="1694749"/>
              <a:chExt cx="114969" cy="62784"/>
            </a:xfrm>
          </p:grpSpPr>
          <p:sp>
            <p:nvSpPr>
              <p:cNvPr id="1439" name="Google Shape;1439;p31">
                <a:extLst>
                  <a:ext uri="{FF2B5EF4-FFF2-40B4-BE49-F238E27FC236}">
                    <a16:creationId xmlns:a16="http://schemas.microsoft.com/office/drawing/2014/main" id="{74402E98-0077-1B18-222B-1B30B04381C6}"/>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1">
                <a:extLst>
                  <a:ext uri="{FF2B5EF4-FFF2-40B4-BE49-F238E27FC236}">
                    <a16:creationId xmlns:a16="http://schemas.microsoft.com/office/drawing/2014/main" id="{309B0ACB-C70B-F19D-3A01-719286F1E164}"/>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1" name="Google Shape;1441;p31">
            <a:extLst>
              <a:ext uri="{FF2B5EF4-FFF2-40B4-BE49-F238E27FC236}">
                <a16:creationId xmlns:a16="http://schemas.microsoft.com/office/drawing/2014/main" id="{B6E479A6-2A71-C7FA-3CC2-497B61D9372D}"/>
              </a:ext>
            </a:extLst>
          </p:cNvPr>
          <p:cNvGrpSpPr/>
          <p:nvPr/>
        </p:nvGrpSpPr>
        <p:grpSpPr>
          <a:xfrm rot="769105">
            <a:off x="2681387" y="956677"/>
            <a:ext cx="84622" cy="46193"/>
            <a:chOff x="3467344" y="1694749"/>
            <a:chExt cx="114969" cy="62784"/>
          </a:xfrm>
        </p:grpSpPr>
        <p:sp>
          <p:nvSpPr>
            <p:cNvPr id="1442" name="Google Shape;1442;p31">
              <a:extLst>
                <a:ext uri="{FF2B5EF4-FFF2-40B4-BE49-F238E27FC236}">
                  <a16:creationId xmlns:a16="http://schemas.microsoft.com/office/drawing/2014/main" id="{67A2F515-A598-EC2F-A963-7867929B57C8}"/>
                </a:ext>
              </a:extLst>
            </p:cNvPr>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1">
              <a:extLst>
                <a:ext uri="{FF2B5EF4-FFF2-40B4-BE49-F238E27FC236}">
                  <a16:creationId xmlns:a16="http://schemas.microsoft.com/office/drawing/2014/main" id="{EBEADB43-7D35-501C-02F8-8F9D6E0C0266}"/>
                </a:ext>
              </a:extLst>
            </p:cNvPr>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 name="Google Shape;1444;p31">
            <a:extLst>
              <a:ext uri="{FF2B5EF4-FFF2-40B4-BE49-F238E27FC236}">
                <a16:creationId xmlns:a16="http://schemas.microsoft.com/office/drawing/2014/main" id="{DBF8AB60-42CC-769C-3653-7FEE0AFBD709}"/>
              </a:ext>
            </a:extLst>
          </p:cNvPr>
          <p:cNvGrpSpPr/>
          <p:nvPr/>
        </p:nvGrpSpPr>
        <p:grpSpPr>
          <a:xfrm>
            <a:off x="6503187" y="3618708"/>
            <a:ext cx="1856837" cy="1134634"/>
            <a:chOff x="6503187" y="3618708"/>
            <a:chExt cx="1856837" cy="1134634"/>
          </a:xfrm>
        </p:grpSpPr>
        <p:sp>
          <p:nvSpPr>
            <p:cNvPr id="1445" name="Google Shape;1445;p31">
              <a:extLst>
                <a:ext uri="{FF2B5EF4-FFF2-40B4-BE49-F238E27FC236}">
                  <a16:creationId xmlns:a16="http://schemas.microsoft.com/office/drawing/2014/main" id="{75774694-7B91-FCD8-F89A-08AD3E4B296C}"/>
                </a:ext>
              </a:extLst>
            </p:cNvPr>
            <p:cNvSpPr/>
            <p:nvPr/>
          </p:nvSpPr>
          <p:spPr>
            <a:xfrm rot="668618" flipH="1">
              <a:off x="6565647" y="3778385"/>
              <a:ext cx="1731918" cy="81528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6" name="Google Shape;1446;p31">
              <a:extLst>
                <a:ext uri="{FF2B5EF4-FFF2-40B4-BE49-F238E27FC236}">
                  <a16:creationId xmlns:a16="http://schemas.microsoft.com/office/drawing/2014/main" id="{FE0F00DC-FB75-73EC-FCC9-76320D7B3D57}"/>
                </a:ext>
              </a:extLst>
            </p:cNvPr>
            <p:cNvGrpSpPr/>
            <p:nvPr/>
          </p:nvGrpSpPr>
          <p:grpSpPr>
            <a:xfrm rot="1537298">
              <a:off x="7032937" y="4182565"/>
              <a:ext cx="96403" cy="52624"/>
              <a:chOff x="3448279" y="1688340"/>
              <a:chExt cx="130968" cy="71523"/>
            </a:xfrm>
          </p:grpSpPr>
          <p:sp>
            <p:nvSpPr>
              <p:cNvPr id="1447" name="Google Shape;1447;p31">
                <a:extLst>
                  <a:ext uri="{FF2B5EF4-FFF2-40B4-BE49-F238E27FC236}">
                    <a16:creationId xmlns:a16="http://schemas.microsoft.com/office/drawing/2014/main" id="{CB5C75BF-3B16-2E01-2A05-4C27E9908CD4}"/>
                  </a:ext>
                </a:extLst>
              </p:cNvPr>
              <p:cNvSpPr/>
              <p:nvPr/>
            </p:nvSpPr>
            <p:spPr>
              <a:xfrm rot="217">
                <a:off x="3537567" y="1688342"/>
                <a:ext cx="41678" cy="64519"/>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1">
                <a:extLst>
                  <a:ext uri="{FF2B5EF4-FFF2-40B4-BE49-F238E27FC236}">
                    <a16:creationId xmlns:a16="http://schemas.microsoft.com/office/drawing/2014/main" id="{AF0C161F-4801-5A66-33FD-8AE4681DD136}"/>
                  </a:ext>
                </a:extLst>
              </p:cNvPr>
              <p:cNvSpPr/>
              <p:nvPr/>
            </p:nvSpPr>
            <p:spPr>
              <a:xfrm rot="217">
                <a:off x="3448280" y="1710186"/>
                <a:ext cx="52641" cy="49676"/>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345344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46"/>
          <p:cNvSpPr txBox="1">
            <a:spLocks noGrp="1"/>
          </p:cNvSpPr>
          <p:nvPr>
            <p:ph type="title"/>
          </p:nvPr>
        </p:nvSpPr>
        <p:spPr>
          <a:xfrm>
            <a:off x="939900" y="540000"/>
            <a:ext cx="44481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Thanks!</a:t>
            </a:r>
            <a:endParaRPr dirty="0"/>
          </a:p>
        </p:txBody>
      </p:sp>
      <p:sp>
        <p:nvSpPr>
          <p:cNvPr id="1911" name="Google Shape;1911;p46"/>
          <p:cNvSpPr txBox="1"/>
          <p:nvPr/>
        </p:nvSpPr>
        <p:spPr>
          <a:xfrm>
            <a:off x="939900" y="4165515"/>
            <a:ext cx="4151700" cy="26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Darker Grotesque Medium"/>
                <a:ea typeface="Darker Grotesque Medium"/>
                <a:cs typeface="Darker Grotesque Medium"/>
                <a:sym typeface="Darker Grotesque Medium"/>
              </a:rPr>
              <a:t>Please keep this slide for attribution</a:t>
            </a:r>
            <a:endParaRPr sz="1200">
              <a:solidFill>
                <a:schemeClr val="dk1"/>
              </a:solidFill>
              <a:latin typeface="Darker Grotesque Medium"/>
              <a:ea typeface="Darker Grotesque Medium"/>
              <a:cs typeface="Darker Grotesque Medium"/>
              <a:sym typeface="Darker Grotesque Medium"/>
            </a:endParaRPr>
          </a:p>
        </p:txBody>
      </p:sp>
      <p:grpSp>
        <p:nvGrpSpPr>
          <p:cNvPr id="1923" name="Google Shape;1923;p46"/>
          <p:cNvGrpSpPr/>
          <p:nvPr/>
        </p:nvGrpSpPr>
        <p:grpSpPr>
          <a:xfrm>
            <a:off x="5661649" y="1177634"/>
            <a:ext cx="3226709" cy="3275787"/>
            <a:chOff x="5661649" y="1177634"/>
            <a:chExt cx="3226709" cy="3275787"/>
          </a:xfrm>
        </p:grpSpPr>
        <p:grpSp>
          <p:nvGrpSpPr>
            <p:cNvPr id="1924" name="Google Shape;1924;p46"/>
            <p:cNvGrpSpPr/>
            <p:nvPr/>
          </p:nvGrpSpPr>
          <p:grpSpPr>
            <a:xfrm rot="-277786">
              <a:off x="5735159" y="2386453"/>
              <a:ext cx="3079688" cy="1945853"/>
              <a:chOff x="1201717" y="1268983"/>
              <a:chExt cx="1368847" cy="864923"/>
            </a:xfrm>
          </p:grpSpPr>
          <p:sp>
            <p:nvSpPr>
              <p:cNvPr id="1925" name="Google Shape;1925;p46"/>
              <p:cNvSpPr/>
              <p:nvPr/>
            </p:nvSpPr>
            <p:spPr>
              <a:xfrm rot="-1046606">
                <a:off x="1248174" y="1448595"/>
                <a:ext cx="1275932" cy="505700"/>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26" name="Google Shape;1926;p46"/>
              <p:cNvGrpSpPr/>
              <p:nvPr/>
            </p:nvGrpSpPr>
            <p:grpSpPr>
              <a:xfrm rot="-586787">
                <a:off x="1821950" y="1627359"/>
                <a:ext cx="93810" cy="51229"/>
                <a:chOff x="3467344" y="1694749"/>
                <a:chExt cx="114969" cy="62784"/>
              </a:xfrm>
            </p:grpSpPr>
            <p:sp>
              <p:nvSpPr>
                <p:cNvPr id="1927" name="Google Shape;1927;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46"/>
            <p:cNvGrpSpPr/>
            <p:nvPr/>
          </p:nvGrpSpPr>
          <p:grpSpPr>
            <a:xfrm>
              <a:off x="6056730" y="1177634"/>
              <a:ext cx="2242883" cy="1514029"/>
              <a:chOff x="6056730" y="1177634"/>
              <a:chExt cx="2242883" cy="1514029"/>
            </a:xfrm>
          </p:grpSpPr>
          <p:sp>
            <p:nvSpPr>
              <p:cNvPr id="1930" name="Google Shape;1930;p46"/>
              <p:cNvSpPr/>
              <p:nvPr/>
            </p:nvSpPr>
            <p:spPr>
              <a:xfrm rot="821656">
                <a:off x="6152912" y="1405305"/>
                <a:ext cx="2050519" cy="1058688"/>
              </a:xfrm>
              <a:custGeom>
                <a:avLst/>
                <a:gdLst/>
                <a:ahLst/>
                <a:cxnLst/>
                <a:rect l="l" t="t" r="r" b="b"/>
                <a:pathLst>
                  <a:path w="21798" h="11254" extrusionOk="0">
                    <a:moveTo>
                      <a:pt x="3058" y="0"/>
                    </a:moveTo>
                    <a:cubicBezTo>
                      <a:pt x="1309" y="0"/>
                      <a:pt x="0" y="899"/>
                      <a:pt x="0" y="899"/>
                    </a:cubicBezTo>
                    <a:cubicBezTo>
                      <a:pt x="0" y="899"/>
                      <a:pt x="1635" y="899"/>
                      <a:pt x="2049" y="1858"/>
                    </a:cubicBezTo>
                    <a:cubicBezTo>
                      <a:pt x="2594" y="2807"/>
                      <a:pt x="1777" y="3896"/>
                      <a:pt x="1777" y="3896"/>
                    </a:cubicBezTo>
                    <a:cubicBezTo>
                      <a:pt x="1777" y="3896"/>
                      <a:pt x="1938" y="3777"/>
                      <a:pt x="2217" y="3777"/>
                    </a:cubicBezTo>
                    <a:cubicBezTo>
                      <a:pt x="2451" y="3777"/>
                      <a:pt x="2767" y="3861"/>
                      <a:pt x="3139" y="4169"/>
                    </a:cubicBezTo>
                    <a:cubicBezTo>
                      <a:pt x="4087" y="4855"/>
                      <a:pt x="3684" y="6218"/>
                      <a:pt x="3684" y="6218"/>
                    </a:cubicBezTo>
                    <a:cubicBezTo>
                      <a:pt x="3684" y="6218"/>
                      <a:pt x="4164" y="5948"/>
                      <a:pt x="4892" y="5948"/>
                    </a:cubicBezTo>
                    <a:cubicBezTo>
                      <a:pt x="5326" y="5948"/>
                      <a:pt x="5848" y="6044"/>
                      <a:pt x="6409" y="6349"/>
                    </a:cubicBezTo>
                    <a:cubicBezTo>
                      <a:pt x="7902" y="7035"/>
                      <a:pt x="8447" y="9215"/>
                      <a:pt x="8447" y="9215"/>
                    </a:cubicBezTo>
                    <a:cubicBezTo>
                      <a:pt x="8447" y="9215"/>
                      <a:pt x="8584" y="9125"/>
                      <a:pt x="8855" y="9125"/>
                    </a:cubicBezTo>
                    <a:cubicBezTo>
                      <a:pt x="9056" y="9125"/>
                      <a:pt x="9331" y="9174"/>
                      <a:pt x="9678" y="9346"/>
                    </a:cubicBezTo>
                    <a:cubicBezTo>
                      <a:pt x="10496" y="9760"/>
                      <a:pt x="10627" y="11253"/>
                      <a:pt x="10627" y="11253"/>
                    </a:cubicBezTo>
                    <a:cubicBezTo>
                      <a:pt x="10627" y="11253"/>
                      <a:pt x="11172" y="9487"/>
                      <a:pt x="11716" y="9346"/>
                    </a:cubicBezTo>
                    <a:cubicBezTo>
                      <a:pt x="11765" y="9334"/>
                      <a:pt x="11814" y="9329"/>
                      <a:pt x="11863" y="9329"/>
                    </a:cubicBezTo>
                    <a:cubicBezTo>
                      <a:pt x="12377" y="9329"/>
                      <a:pt x="12948" y="9891"/>
                      <a:pt x="12948" y="9891"/>
                    </a:cubicBezTo>
                    <a:cubicBezTo>
                      <a:pt x="12948" y="9891"/>
                      <a:pt x="13493" y="7853"/>
                      <a:pt x="14583" y="7166"/>
                    </a:cubicBezTo>
                    <a:cubicBezTo>
                      <a:pt x="15186" y="6792"/>
                      <a:pt x="16164" y="6708"/>
                      <a:pt x="16916" y="6708"/>
                    </a:cubicBezTo>
                    <a:cubicBezTo>
                      <a:pt x="17523" y="6708"/>
                      <a:pt x="17983" y="6763"/>
                      <a:pt x="17983" y="6763"/>
                    </a:cubicBezTo>
                    <a:cubicBezTo>
                      <a:pt x="17983" y="6763"/>
                      <a:pt x="17308" y="5804"/>
                      <a:pt x="17852" y="4986"/>
                    </a:cubicBezTo>
                    <a:cubicBezTo>
                      <a:pt x="18199" y="4384"/>
                      <a:pt x="19094" y="4274"/>
                      <a:pt x="19701" y="4274"/>
                    </a:cubicBezTo>
                    <a:cubicBezTo>
                      <a:pt x="20051" y="4274"/>
                      <a:pt x="20305" y="4311"/>
                      <a:pt x="20305" y="4311"/>
                    </a:cubicBezTo>
                    <a:cubicBezTo>
                      <a:pt x="20305" y="4311"/>
                      <a:pt x="19487" y="2948"/>
                      <a:pt x="19891" y="2262"/>
                    </a:cubicBezTo>
                    <a:cubicBezTo>
                      <a:pt x="20435" y="1717"/>
                      <a:pt x="21798" y="1586"/>
                      <a:pt x="21798" y="1586"/>
                    </a:cubicBezTo>
                    <a:cubicBezTo>
                      <a:pt x="21798" y="1586"/>
                      <a:pt x="20313" y="721"/>
                      <a:pt x="18701" y="721"/>
                    </a:cubicBezTo>
                    <a:cubicBezTo>
                      <a:pt x="18188" y="721"/>
                      <a:pt x="17661" y="809"/>
                      <a:pt x="17166" y="1041"/>
                    </a:cubicBezTo>
                    <a:cubicBezTo>
                      <a:pt x="14986" y="1858"/>
                      <a:pt x="13221" y="5259"/>
                      <a:pt x="12261" y="5531"/>
                    </a:cubicBezTo>
                    <a:lnTo>
                      <a:pt x="12261" y="4038"/>
                    </a:lnTo>
                    <a:lnTo>
                      <a:pt x="10768" y="5804"/>
                    </a:lnTo>
                    <a:lnTo>
                      <a:pt x="9406" y="3766"/>
                    </a:lnTo>
                    <a:lnTo>
                      <a:pt x="9406" y="5128"/>
                    </a:lnTo>
                    <a:cubicBezTo>
                      <a:pt x="9406" y="5128"/>
                      <a:pt x="8719" y="5128"/>
                      <a:pt x="8044" y="3624"/>
                    </a:cubicBezTo>
                    <a:cubicBezTo>
                      <a:pt x="7499" y="2262"/>
                      <a:pt x="5995" y="496"/>
                      <a:pt x="3957" y="82"/>
                    </a:cubicBezTo>
                    <a:cubicBezTo>
                      <a:pt x="3648" y="25"/>
                      <a:pt x="3347" y="0"/>
                      <a:pt x="305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1" name="Google Shape;1931;p46"/>
              <p:cNvGrpSpPr/>
              <p:nvPr/>
            </p:nvGrpSpPr>
            <p:grpSpPr>
              <a:xfrm rot="1433704">
                <a:off x="7038764" y="1970559"/>
                <a:ext cx="231123" cy="126200"/>
                <a:chOff x="3467344" y="1694749"/>
                <a:chExt cx="114969" cy="62784"/>
              </a:xfrm>
            </p:grpSpPr>
            <p:sp>
              <p:nvSpPr>
                <p:cNvPr id="1932" name="Google Shape;1932;p46"/>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46"/>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34" name="Google Shape;1934;p46"/>
            <p:cNvSpPr/>
            <p:nvPr/>
          </p:nvSpPr>
          <p:spPr>
            <a:xfrm rot="-1324100">
              <a:off x="6258548" y="2536731"/>
              <a:ext cx="611449" cy="242354"/>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8"/>
        <p:cNvGrpSpPr/>
        <p:nvPr/>
      </p:nvGrpSpPr>
      <p:grpSpPr>
        <a:xfrm>
          <a:off x="0" y="0"/>
          <a:ext cx="0" cy="0"/>
          <a:chOff x="0" y="0"/>
          <a:chExt cx="0" cy="0"/>
        </a:xfrm>
      </p:grpSpPr>
      <p:sp>
        <p:nvSpPr>
          <p:cNvPr id="1939" name="Google Shape;1939;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grpSp>
        <p:nvGrpSpPr>
          <p:cNvPr id="1940" name="Google Shape;1940;p47"/>
          <p:cNvGrpSpPr/>
          <p:nvPr/>
        </p:nvGrpSpPr>
        <p:grpSpPr>
          <a:xfrm>
            <a:off x="7493935" y="1415118"/>
            <a:ext cx="430099" cy="420255"/>
            <a:chOff x="7681000" y="1321675"/>
            <a:chExt cx="457650" cy="447175"/>
          </a:xfrm>
        </p:grpSpPr>
        <p:sp>
          <p:nvSpPr>
            <p:cNvPr id="1941" name="Google Shape;1941;p47"/>
            <p:cNvSpPr/>
            <p:nvPr/>
          </p:nvSpPr>
          <p:spPr>
            <a:xfrm>
              <a:off x="7681000" y="1321675"/>
              <a:ext cx="457650" cy="447175"/>
            </a:xfrm>
            <a:custGeom>
              <a:avLst/>
              <a:gdLst/>
              <a:ahLst/>
              <a:cxnLst/>
              <a:rect l="l" t="t" r="r" b="b"/>
              <a:pathLst>
                <a:path w="18306" h="17887" extrusionOk="0">
                  <a:moveTo>
                    <a:pt x="4796" y="0"/>
                  </a:moveTo>
                  <a:cubicBezTo>
                    <a:pt x="4256" y="0"/>
                    <a:pt x="3708" y="209"/>
                    <a:pt x="3290" y="627"/>
                  </a:cubicBezTo>
                  <a:cubicBezTo>
                    <a:pt x="2775" y="1143"/>
                    <a:pt x="2579" y="1854"/>
                    <a:pt x="2775" y="2499"/>
                  </a:cubicBezTo>
                  <a:cubicBezTo>
                    <a:pt x="2631" y="2473"/>
                    <a:pt x="2488" y="2460"/>
                    <a:pt x="2347" y="2460"/>
                  </a:cubicBezTo>
                  <a:cubicBezTo>
                    <a:pt x="1786" y="2460"/>
                    <a:pt x="1253" y="2664"/>
                    <a:pt x="841" y="3076"/>
                  </a:cubicBezTo>
                  <a:cubicBezTo>
                    <a:pt x="0" y="3917"/>
                    <a:pt x="0" y="5268"/>
                    <a:pt x="841" y="6041"/>
                  </a:cubicBezTo>
                  <a:cubicBezTo>
                    <a:pt x="1259" y="6461"/>
                    <a:pt x="1790" y="6671"/>
                    <a:pt x="2321" y="6671"/>
                  </a:cubicBezTo>
                  <a:cubicBezTo>
                    <a:pt x="2853" y="6671"/>
                    <a:pt x="3386" y="6461"/>
                    <a:pt x="3806" y="6041"/>
                  </a:cubicBezTo>
                  <a:cubicBezTo>
                    <a:pt x="3868" y="5979"/>
                    <a:pt x="3868" y="5912"/>
                    <a:pt x="3935" y="5850"/>
                  </a:cubicBezTo>
                  <a:lnTo>
                    <a:pt x="12247" y="14162"/>
                  </a:lnTo>
                  <a:cubicBezTo>
                    <a:pt x="12185" y="14229"/>
                    <a:pt x="12118" y="14229"/>
                    <a:pt x="12056" y="14291"/>
                  </a:cubicBezTo>
                  <a:cubicBezTo>
                    <a:pt x="11215" y="15131"/>
                    <a:pt x="11215" y="16421"/>
                    <a:pt x="12056" y="17256"/>
                  </a:cubicBezTo>
                  <a:cubicBezTo>
                    <a:pt x="12443" y="17676"/>
                    <a:pt x="12974" y="17886"/>
                    <a:pt x="13513" y="17886"/>
                  </a:cubicBezTo>
                  <a:cubicBezTo>
                    <a:pt x="14053" y="17886"/>
                    <a:pt x="14600" y="17676"/>
                    <a:pt x="15021" y="17256"/>
                  </a:cubicBezTo>
                  <a:cubicBezTo>
                    <a:pt x="15536" y="16740"/>
                    <a:pt x="15727" y="16034"/>
                    <a:pt x="15598" y="15389"/>
                  </a:cubicBezTo>
                  <a:lnTo>
                    <a:pt x="15598" y="15389"/>
                  </a:lnTo>
                  <a:cubicBezTo>
                    <a:pt x="15726" y="15415"/>
                    <a:pt x="15857" y="15428"/>
                    <a:pt x="15988" y="15428"/>
                  </a:cubicBezTo>
                  <a:cubicBezTo>
                    <a:pt x="16518" y="15428"/>
                    <a:pt x="17057" y="15220"/>
                    <a:pt x="17470" y="14807"/>
                  </a:cubicBezTo>
                  <a:cubicBezTo>
                    <a:pt x="18305" y="13971"/>
                    <a:pt x="18305" y="12615"/>
                    <a:pt x="17470" y="11842"/>
                  </a:cubicBezTo>
                  <a:cubicBezTo>
                    <a:pt x="17050" y="11424"/>
                    <a:pt x="16517" y="11215"/>
                    <a:pt x="15986" y="11215"/>
                  </a:cubicBezTo>
                  <a:cubicBezTo>
                    <a:pt x="15454" y="11215"/>
                    <a:pt x="14923" y="11424"/>
                    <a:pt x="14505" y="11842"/>
                  </a:cubicBezTo>
                  <a:cubicBezTo>
                    <a:pt x="14438" y="11909"/>
                    <a:pt x="14438" y="11971"/>
                    <a:pt x="14376" y="12038"/>
                  </a:cubicBezTo>
                  <a:lnTo>
                    <a:pt x="6059" y="3721"/>
                  </a:lnTo>
                  <a:cubicBezTo>
                    <a:pt x="6126" y="3659"/>
                    <a:pt x="6188" y="3659"/>
                    <a:pt x="6255" y="3592"/>
                  </a:cubicBezTo>
                  <a:cubicBezTo>
                    <a:pt x="7090" y="2756"/>
                    <a:pt x="7090" y="1467"/>
                    <a:pt x="6255" y="627"/>
                  </a:cubicBezTo>
                  <a:cubicBezTo>
                    <a:pt x="5868" y="209"/>
                    <a:pt x="5336" y="0"/>
                    <a:pt x="479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47"/>
            <p:cNvSpPr/>
            <p:nvPr/>
          </p:nvSpPr>
          <p:spPr>
            <a:xfrm>
              <a:off x="7681000" y="1321675"/>
              <a:ext cx="457650" cy="447175"/>
            </a:xfrm>
            <a:custGeom>
              <a:avLst/>
              <a:gdLst/>
              <a:ahLst/>
              <a:cxnLst/>
              <a:rect l="l" t="t" r="r" b="b"/>
              <a:pathLst>
                <a:path w="18306" h="17887" extrusionOk="0">
                  <a:moveTo>
                    <a:pt x="13513" y="0"/>
                  </a:moveTo>
                  <a:cubicBezTo>
                    <a:pt x="12974" y="0"/>
                    <a:pt x="12443" y="209"/>
                    <a:pt x="12056" y="627"/>
                  </a:cubicBezTo>
                  <a:cubicBezTo>
                    <a:pt x="11215" y="1467"/>
                    <a:pt x="11215" y="2756"/>
                    <a:pt x="12056" y="3592"/>
                  </a:cubicBezTo>
                  <a:cubicBezTo>
                    <a:pt x="12118" y="3659"/>
                    <a:pt x="12185" y="3659"/>
                    <a:pt x="12247" y="3721"/>
                  </a:cubicBezTo>
                  <a:lnTo>
                    <a:pt x="3935" y="12038"/>
                  </a:lnTo>
                  <a:cubicBezTo>
                    <a:pt x="3868" y="11971"/>
                    <a:pt x="3868" y="11909"/>
                    <a:pt x="3806" y="11842"/>
                  </a:cubicBezTo>
                  <a:cubicBezTo>
                    <a:pt x="3386" y="11424"/>
                    <a:pt x="2853" y="11215"/>
                    <a:pt x="2321" y="11215"/>
                  </a:cubicBezTo>
                  <a:cubicBezTo>
                    <a:pt x="1790" y="11215"/>
                    <a:pt x="1259" y="11424"/>
                    <a:pt x="841" y="11842"/>
                  </a:cubicBezTo>
                  <a:cubicBezTo>
                    <a:pt x="0" y="12615"/>
                    <a:pt x="0" y="13971"/>
                    <a:pt x="841" y="14807"/>
                  </a:cubicBezTo>
                  <a:cubicBezTo>
                    <a:pt x="1254" y="15220"/>
                    <a:pt x="1790" y="15428"/>
                    <a:pt x="2352" y="15428"/>
                  </a:cubicBezTo>
                  <a:cubicBezTo>
                    <a:pt x="2492" y="15428"/>
                    <a:pt x="2633" y="15415"/>
                    <a:pt x="2775" y="15389"/>
                  </a:cubicBezTo>
                  <a:lnTo>
                    <a:pt x="2775" y="15389"/>
                  </a:lnTo>
                  <a:cubicBezTo>
                    <a:pt x="2579" y="16034"/>
                    <a:pt x="2775" y="16740"/>
                    <a:pt x="3290" y="17256"/>
                  </a:cubicBezTo>
                  <a:cubicBezTo>
                    <a:pt x="3708" y="17676"/>
                    <a:pt x="4256" y="17886"/>
                    <a:pt x="4796" y="17886"/>
                  </a:cubicBezTo>
                  <a:cubicBezTo>
                    <a:pt x="5336" y="17886"/>
                    <a:pt x="5868" y="17676"/>
                    <a:pt x="6255" y="17256"/>
                  </a:cubicBezTo>
                  <a:cubicBezTo>
                    <a:pt x="7090" y="16421"/>
                    <a:pt x="7090" y="15131"/>
                    <a:pt x="6255" y="14291"/>
                  </a:cubicBezTo>
                  <a:cubicBezTo>
                    <a:pt x="6188" y="14229"/>
                    <a:pt x="6126" y="14229"/>
                    <a:pt x="6059" y="14162"/>
                  </a:cubicBezTo>
                  <a:lnTo>
                    <a:pt x="14376" y="5850"/>
                  </a:lnTo>
                  <a:cubicBezTo>
                    <a:pt x="14438" y="5912"/>
                    <a:pt x="14438" y="5979"/>
                    <a:pt x="14505" y="6041"/>
                  </a:cubicBezTo>
                  <a:cubicBezTo>
                    <a:pt x="14923" y="6461"/>
                    <a:pt x="15454" y="6671"/>
                    <a:pt x="15986" y="6671"/>
                  </a:cubicBezTo>
                  <a:cubicBezTo>
                    <a:pt x="16517" y="6671"/>
                    <a:pt x="17050" y="6461"/>
                    <a:pt x="17470" y="6041"/>
                  </a:cubicBezTo>
                  <a:cubicBezTo>
                    <a:pt x="18305" y="5268"/>
                    <a:pt x="18305" y="3917"/>
                    <a:pt x="17470" y="3076"/>
                  </a:cubicBezTo>
                  <a:cubicBezTo>
                    <a:pt x="17058" y="2664"/>
                    <a:pt x="16521" y="2460"/>
                    <a:pt x="15993" y="2460"/>
                  </a:cubicBezTo>
                  <a:cubicBezTo>
                    <a:pt x="15860" y="2460"/>
                    <a:pt x="15728" y="2473"/>
                    <a:pt x="15598" y="2499"/>
                  </a:cubicBezTo>
                  <a:cubicBezTo>
                    <a:pt x="15727" y="1854"/>
                    <a:pt x="15536" y="1143"/>
                    <a:pt x="15021" y="627"/>
                  </a:cubicBezTo>
                  <a:cubicBezTo>
                    <a:pt x="14600" y="209"/>
                    <a:pt x="14053" y="0"/>
                    <a:pt x="135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43" name="Google Shape;1943;p47"/>
          <p:cNvSpPr/>
          <p:nvPr/>
        </p:nvSpPr>
        <p:spPr>
          <a:xfrm>
            <a:off x="7684563" y="2029752"/>
            <a:ext cx="115102" cy="116394"/>
          </a:xfrm>
          <a:custGeom>
            <a:avLst/>
            <a:gdLst/>
            <a:ahLst/>
            <a:cxnLst/>
            <a:rect l="l" t="t" r="r" b="b"/>
            <a:pathLst>
              <a:path w="4899" h="4954" extrusionOk="0">
                <a:moveTo>
                  <a:pt x="2950" y="0"/>
                </a:moveTo>
                <a:cubicBezTo>
                  <a:pt x="2587" y="0"/>
                  <a:pt x="2212" y="101"/>
                  <a:pt x="1872" y="313"/>
                </a:cubicBezTo>
                <a:cubicBezTo>
                  <a:pt x="1161" y="762"/>
                  <a:pt x="712" y="1602"/>
                  <a:pt x="454" y="2438"/>
                </a:cubicBezTo>
                <a:cubicBezTo>
                  <a:pt x="197" y="3211"/>
                  <a:pt x="1" y="4052"/>
                  <a:pt x="1" y="4887"/>
                </a:cubicBezTo>
                <a:cubicBezTo>
                  <a:pt x="325" y="4825"/>
                  <a:pt x="712" y="4825"/>
                  <a:pt x="1161" y="4825"/>
                </a:cubicBezTo>
                <a:cubicBezTo>
                  <a:pt x="1676" y="4825"/>
                  <a:pt x="2130" y="4887"/>
                  <a:pt x="2450" y="4954"/>
                </a:cubicBezTo>
                <a:cubicBezTo>
                  <a:pt x="2130" y="4052"/>
                  <a:pt x="1872" y="3082"/>
                  <a:pt x="2130" y="2180"/>
                </a:cubicBezTo>
                <a:cubicBezTo>
                  <a:pt x="2259" y="1860"/>
                  <a:pt x="2450" y="1473"/>
                  <a:pt x="2837" y="1277"/>
                </a:cubicBezTo>
                <a:cubicBezTo>
                  <a:pt x="2949" y="1202"/>
                  <a:pt x="3083" y="1166"/>
                  <a:pt x="3214" y="1166"/>
                </a:cubicBezTo>
                <a:cubicBezTo>
                  <a:pt x="3533" y="1166"/>
                  <a:pt x="3830" y="1384"/>
                  <a:pt x="3739" y="1793"/>
                </a:cubicBezTo>
                <a:cubicBezTo>
                  <a:pt x="3677" y="1922"/>
                  <a:pt x="3610" y="1922"/>
                  <a:pt x="3548" y="2051"/>
                </a:cubicBezTo>
                <a:cubicBezTo>
                  <a:pt x="3329" y="2379"/>
                  <a:pt x="3526" y="2662"/>
                  <a:pt x="3827" y="2662"/>
                </a:cubicBezTo>
                <a:cubicBezTo>
                  <a:pt x="3881" y="2662"/>
                  <a:pt x="3938" y="2653"/>
                  <a:pt x="3997" y="2634"/>
                </a:cubicBezTo>
                <a:cubicBezTo>
                  <a:pt x="4708" y="2438"/>
                  <a:pt x="4899" y="1793"/>
                  <a:pt x="4641" y="1149"/>
                </a:cubicBezTo>
                <a:cubicBezTo>
                  <a:pt x="4382" y="416"/>
                  <a:pt x="3689" y="0"/>
                  <a:pt x="295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47"/>
          <p:cNvSpPr/>
          <p:nvPr/>
        </p:nvSpPr>
        <p:spPr>
          <a:xfrm>
            <a:off x="7505888" y="2143089"/>
            <a:ext cx="425612" cy="305928"/>
          </a:xfrm>
          <a:custGeom>
            <a:avLst/>
            <a:gdLst/>
            <a:ahLst/>
            <a:cxnLst/>
            <a:rect l="l" t="t" r="r" b="b"/>
            <a:pathLst>
              <a:path w="18115" h="13021" extrusionOk="0">
                <a:moveTo>
                  <a:pt x="8766" y="1"/>
                </a:moveTo>
                <a:cubicBezTo>
                  <a:pt x="6832" y="1"/>
                  <a:pt x="6255" y="707"/>
                  <a:pt x="6255" y="707"/>
                </a:cubicBezTo>
                <a:cubicBezTo>
                  <a:pt x="5745" y="514"/>
                  <a:pt x="5252" y="425"/>
                  <a:pt x="4783" y="425"/>
                </a:cubicBezTo>
                <a:cubicBezTo>
                  <a:pt x="2289" y="425"/>
                  <a:pt x="454" y="2929"/>
                  <a:pt x="129" y="5477"/>
                </a:cubicBezTo>
                <a:cubicBezTo>
                  <a:pt x="0" y="6508"/>
                  <a:pt x="67" y="7478"/>
                  <a:pt x="325" y="8442"/>
                </a:cubicBezTo>
                <a:cubicBezTo>
                  <a:pt x="645" y="9411"/>
                  <a:pt x="1160" y="10246"/>
                  <a:pt x="1805" y="11020"/>
                </a:cubicBezTo>
                <a:cubicBezTo>
                  <a:pt x="3125" y="12472"/>
                  <a:pt x="4294" y="12827"/>
                  <a:pt x="5120" y="12827"/>
                </a:cubicBezTo>
                <a:cubicBezTo>
                  <a:pt x="5907" y="12827"/>
                  <a:pt x="6384" y="12505"/>
                  <a:pt x="6384" y="12505"/>
                </a:cubicBezTo>
                <a:cubicBezTo>
                  <a:pt x="6832" y="12954"/>
                  <a:pt x="8637" y="13021"/>
                  <a:pt x="8766" y="13021"/>
                </a:cubicBezTo>
                <a:cubicBezTo>
                  <a:pt x="8895" y="13021"/>
                  <a:pt x="10766" y="12954"/>
                  <a:pt x="11153" y="12505"/>
                </a:cubicBezTo>
                <a:cubicBezTo>
                  <a:pt x="11153" y="12505"/>
                  <a:pt x="11644" y="12827"/>
                  <a:pt x="12446" y="12827"/>
                </a:cubicBezTo>
                <a:cubicBezTo>
                  <a:pt x="13288" y="12827"/>
                  <a:pt x="14473" y="12472"/>
                  <a:pt x="15794" y="11020"/>
                </a:cubicBezTo>
                <a:cubicBezTo>
                  <a:pt x="17856" y="8896"/>
                  <a:pt x="18114" y="4899"/>
                  <a:pt x="16371" y="2450"/>
                </a:cubicBezTo>
                <a:cubicBezTo>
                  <a:pt x="16242" y="2192"/>
                  <a:pt x="16052" y="1996"/>
                  <a:pt x="15856" y="1806"/>
                </a:cubicBezTo>
                <a:cubicBezTo>
                  <a:pt x="15536" y="1481"/>
                  <a:pt x="15149" y="1223"/>
                  <a:pt x="14824" y="965"/>
                </a:cubicBezTo>
                <a:cubicBezTo>
                  <a:pt x="14176" y="623"/>
                  <a:pt x="13480" y="438"/>
                  <a:pt x="12780" y="438"/>
                </a:cubicBezTo>
                <a:cubicBezTo>
                  <a:pt x="12299" y="438"/>
                  <a:pt x="11816" y="525"/>
                  <a:pt x="11344" y="707"/>
                </a:cubicBezTo>
                <a:cubicBezTo>
                  <a:pt x="11344" y="707"/>
                  <a:pt x="10766" y="1"/>
                  <a:pt x="87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7"/>
          <p:cNvSpPr/>
          <p:nvPr/>
        </p:nvSpPr>
        <p:spPr>
          <a:xfrm>
            <a:off x="7683107" y="2297565"/>
            <a:ext cx="57563" cy="37803"/>
          </a:xfrm>
          <a:custGeom>
            <a:avLst/>
            <a:gdLst/>
            <a:ahLst/>
            <a:cxnLst/>
            <a:rect l="l" t="t" r="r" b="b"/>
            <a:pathLst>
              <a:path w="2450" h="1609" extrusionOk="0">
                <a:moveTo>
                  <a:pt x="1094" y="0"/>
                </a:moveTo>
                <a:cubicBezTo>
                  <a:pt x="836" y="320"/>
                  <a:pt x="1" y="1093"/>
                  <a:pt x="449" y="1480"/>
                </a:cubicBezTo>
                <a:cubicBezTo>
                  <a:pt x="516" y="1609"/>
                  <a:pt x="707" y="1609"/>
                  <a:pt x="836" y="1609"/>
                </a:cubicBezTo>
                <a:lnTo>
                  <a:pt x="1676" y="1609"/>
                </a:lnTo>
                <a:cubicBezTo>
                  <a:pt x="1805" y="1609"/>
                  <a:pt x="1934" y="1609"/>
                  <a:pt x="2063" y="1480"/>
                </a:cubicBezTo>
                <a:cubicBezTo>
                  <a:pt x="2450" y="1093"/>
                  <a:pt x="1676" y="320"/>
                  <a:pt x="13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7"/>
          <p:cNvSpPr/>
          <p:nvPr/>
        </p:nvSpPr>
        <p:spPr>
          <a:xfrm>
            <a:off x="7589223" y="2227270"/>
            <a:ext cx="75748" cy="65692"/>
          </a:xfrm>
          <a:custGeom>
            <a:avLst/>
            <a:gdLst/>
            <a:ahLst/>
            <a:cxnLst/>
            <a:rect l="l" t="t" r="r" b="b"/>
            <a:pathLst>
              <a:path w="3224" h="2796" extrusionOk="0">
                <a:moveTo>
                  <a:pt x="286" y="1"/>
                </a:moveTo>
                <a:cubicBezTo>
                  <a:pt x="198" y="1"/>
                  <a:pt x="130" y="62"/>
                  <a:pt x="130" y="156"/>
                </a:cubicBezTo>
                <a:cubicBezTo>
                  <a:pt x="62" y="734"/>
                  <a:pt x="1" y="2090"/>
                  <a:pt x="1352" y="2667"/>
                </a:cubicBezTo>
                <a:cubicBezTo>
                  <a:pt x="1352" y="2667"/>
                  <a:pt x="1606" y="2795"/>
                  <a:pt x="1935" y="2795"/>
                </a:cubicBezTo>
                <a:cubicBezTo>
                  <a:pt x="2381" y="2795"/>
                  <a:pt x="2962" y="2559"/>
                  <a:pt x="3223" y="1445"/>
                </a:cubicBezTo>
                <a:cubicBezTo>
                  <a:pt x="3223" y="1316"/>
                  <a:pt x="3223" y="1249"/>
                  <a:pt x="3094" y="1249"/>
                </a:cubicBezTo>
                <a:lnTo>
                  <a:pt x="387" y="27"/>
                </a:lnTo>
                <a:cubicBezTo>
                  <a:pt x="353" y="9"/>
                  <a:pt x="318" y="1"/>
                  <a:pt x="28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7"/>
          <p:cNvSpPr/>
          <p:nvPr/>
        </p:nvSpPr>
        <p:spPr>
          <a:xfrm>
            <a:off x="7760286" y="2227270"/>
            <a:ext cx="75724" cy="65692"/>
          </a:xfrm>
          <a:custGeom>
            <a:avLst/>
            <a:gdLst/>
            <a:ahLst/>
            <a:cxnLst/>
            <a:rect l="l" t="t" r="r" b="b"/>
            <a:pathLst>
              <a:path w="3223" h="2796" extrusionOk="0">
                <a:moveTo>
                  <a:pt x="2938" y="1"/>
                </a:moveTo>
                <a:cubicBezTo>
                  <a:pt x="2906" y="1"/>
                  <a:pt x="2871" y="9"/>
                  <a:pt x="2836" y="27"/>
                </a:cubicBezTo>
                <a:lnTo>
                  <a:pt x="67" y="1249"/>
                </a:lnTo>
                <a:cubicBezTo>
                  <a:pt x="0" y="1249"/>
                  <a:pt x="0" y="1316"/>
                  <a:pt x="0" y="1445"/>
                </a:cubicBezTo>
                <a:cubicBezTo>
                  <a:pt x="262" y="2559"/>
                  <a:pt x="843" y="2795"/>
                  <a:pt x="1289" y="2795"/>
                </a:cubicBezTo>
                <a:cubicBezTo>
                  <a:pt x="1617" y="2795"/>
                  <a:pt x="1872" y="2667"/>
                  <a:pt x="1872" y="2667"/>
                </a:cubicBezTo>
                <a:cubicBezTo>
                  <a:pt x="3223" y="2090"/>
                  <a:pt x="3161" y="734"/>
                  <a:pt x="3094" y="156"/>
                </a:cubicBezTo>
                <a:cubicBezTo>
                  <a:pt x="3094" y="62"/>
                  <a:pt x="3025" y="1"/>
                  <a:pt x="293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7"/>
          <p:cNvSpPr/>
          <p:nvPr/>
        </p:nvSpPr>
        <p:spPr>
          <a:xfrm>
            <a:off x="7610697" y="2359191"/>
            <a:ext cx="202668" cy="52605"/>
          </a:xfrm>
          <a:custGeom>
            <a:avLst/>
            <a:gdLst/>
            <a:ahLst/>
            <a:cxnLst/>
            <a:rect l="l" t="t" r="r" b="b"/>
            <a:pathLst>
              <a:path w="8626" h="2239" extrusionOk="0">
                <a:moveTo>
                  <a:pt x="140" y="1"/>
                </a:moveTo>
                <a:cubicBezTo>
                  <a:pt x="77" y="1"/>
                  <a:pt x="0" y="96"/>
                  <a:pt x="51" y="146"/>
                </a:cubicBezTo>
                <a:lnTo>
                  <a:pt x="1149" y="1889"/>
                </a:lnTo>
                <a:cubicBezTo>
                  <a:pt x="1149" y="1889"/>
                  <a:pt x="1177" y="1916"/>
                  <a:pt x="1215" y="1916"/>
                </a:cubicBezTo>
                <a:cubicBezTo>
                  <a:pt x="1234" y="1916"/>
                  <a:pt x="1256" y="1910"/>
                  <a:pt x="1278" y="1889"/>
                </a:cubicBezTo>
                <a:lnTo>
                  <a:pt x="2242" y="1564"/>
                </a:lnTo>
                <a:cubicBezTo>
                  <a:pt x="2242" y="1564"/>
                  <a:pt x="2309" y="1564"/>
                  <a:pt x="2309" y="1631"/>
                </a:cubicBezTo>
                <a:lnTo>
                  <a:pt x="3083" y="2209"/>
                </a:lnTo>
                <a:cubicBezTo>
                  <a:pt x="3083" y="2209"/>
                  <a:pt x="3110" y="2238"/>
                  <a:pt x="3129" y="2238"/>
                </a:cubicBezTo>
                <a:cubicBezTo>
                  <a:pt x="3138" y="2238"/>
                  <a:pt x="3145" y="2231"/>
                  <a:pt x="3145" y="2209"/>
                </a:cubicBezTo>
                <a:lnTo>
                  <a:pt x="4305" y="2018"/>
                </a:lnTo>
                <a:lnTo>
                  <a:pt x="4372" y="2018"/>
                </a:lnTo>
                <a:lnTo>
                  <a:pt x="5465" y="2209"/>
                </a:lnTo>
                <a:cubicBezTo>
                  <a:pt x="5487" y="2231"/>
                  <a:pt x="5502" y="2238"/>
                  <a:pt x="5514" y="2238"/>
                </a:cubicBezTo>
                <a:cubicBezTo>
                  <a:pt x="5539" y="2238"/>
                  <a:pt x="5553" y="2209"/>
                  <a:pt x="5594" y="2209"/>
                </a:cubicBezTo>
                <a:lnTo>
                  <a:pt x="6305" y="1631"/>
                </a:lnTo>
                <a:cubicBezTo>
                  <a:pt x="6367" y="1564"/>
                  <a:pt x="6367" y="1564"/>
                  <a:pt x="6434" y="1564"/>
                </a:cubicBezTo>
                <a:lnTo>
                  <a:pt x="7398" y="1889"/>
                </a:lnTo>
                <a:cubicBezTo>
                  <a:pt x="7421" y="1910"/>
                  <a:pt x="7436" y="1916"/>
                  <a:pt x="7448" y="1916"/>
                </a:cubicBezTo>
                <a:cubicBezTo>
                  <a:pt x="7472" y="1916"/>
                  <a:pt x="7486" y="1889"/>
                  <a:pt x="7527" y="1889"/>
                </a:cubicBezTo>
                <a:lnTo>
                  <a:pt x="8626" y="146"/>
                </a:lnTo>
                <a:cubicBezTo>
                  <a:pt x="8626" y="96"/>
                  <a:pt x="8581" y="1"/>
                  <a:pt x="8495" y="1"/>
                </a:cubicBezTo>
                <a:cubicBezTo>
                  <a:pt x="8475" y="1"/>
                  <a:pt x="8454" y="6"/>
                  <a:pt x="8430" y="17"/>
                </a:cubicBezTo>
                <a:lnTo>
                  <a:pt x="7527" y="471"/>
                </a:lnTo>
                <a:cubicBezTo>
                  <a:pt x="7527" y="533"/>
                  <a:pt x="7466" y="533"/>
                  <a:pt x="7466" y="533"/>
                </a:cubicBezTo>
                <a:lnTo>
                  <a:pt x="6305" y="146"/>
                </a:lnTo>
                <a:cubicBezTo>
                  <a:pt x="6238" y="146"/>
                  <a:pt x="6238" y="146"/>
                  <a:pt x="6238" y="213"/>
                </a:cubicBezTo>
                <a:lnTo>
                  <a:pt x="5594" y="533"/>
                </a:lnTo>
                <a:lnTo>
                  <a:pt x="5465" y="533"/>
                </a:lnTo>
                <a:lnTo>
                  <a:pt x="4372" y="146"/>
                </a:lnTo>
                <a:lnTo>
                  <a:pt x="4305" y="146"/>
                </a:lnTo>
                <a:lnTo>
                  <a:pt x="3145" y="533"/>
                </a:lnTo>
                <a:lnTo>
                  <a:pt x="3083" y="533"/>
                </a:lnTo>
                <a:lnTo>
                  <a:pt x="2438" y="213"/>
                </a:lnTo>
                <a:cubicBezTo>
                  <a:pt x="2438" y="146"/>
                  <a:pt x="2371" y="146"/>
                  <a:pt x="2371" y="146"/>
                </a:cubicBezTo>
                <a:lnTo>
                  <a:pt x="1211" y="533"/>
                </a:lnTo>
                <a:cubicBezTo>
                  <a:pt x="1149" y="533"/>
                  <a:pt x="1149" y="533"/>
                  <a:pt x="1149" y="471"/>
                </a:cubicBezTo>
                <a:lnTo>
                  <a:pt x="180" y="17"/>
                </a:lnTo>
                <a:cubicBezTo>
                  <a:pt x="168" y="6"/>
                  <a:pt x="154" y="1"/>
                  <a:pt x="14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49" name="Google Shape;1949;p47"/>
          <p:cNvGrpSpPr/>
          <p:nvPr/>
        </p:nvGrpSpPr>
        <p:grpSpPr>
          <a:xfrm>
            <a:off x="6764016" y="1415635"/>
            <a:ext cx="483175" cy="420067"/>
            <a:chOff x="6904325" y="1322225"/>
            <a:chExt cx="514125" cy="446975"/>
          </a:xfrm>
        </p:grpSpPr>
        <p:sp>
          <p:nvSpPr>
            <p:cNvPr id="1950" name="Google Shape;1950;p47"/>
            <p:cNvSpPr/>
            <p:nvPr/>
          </p:nvSpPr>
          <p:spPr>
            <a:xfrm>
              <a:off x="7013900" y="1508125"/>
              <a:ext cx="294975" cy="261075"/>
            </a:xfrm>
            <a:custGeom>
              <a:avLst/>
              <a:gdLst/>
              <a:ahLst/>
              <a:cxnLst/>
              <a:rect l="l" t="t" r="r" b="b"/>
              <a:pathLst>
                <a:path w="11799" h="10443" extrusionOk="0">
                  <a:moveTo>
                    <a:pt x="130" y="1"/>
                  </a:moveTo>
                  <a:lnTo>
                    <a:pt x="130" y="388"/>
                  </a:lnTo>
                  <a:lnTo>
                    <a:pt x="130" y="2646"/>
                  </a:lnTo>
                  <a:cubicBezTo>
                    <a:pt x="130" y="3677"/>
                    <a:pt x="1" y="4642"/>
                    <a:pt x="197" y="5673"/>
                  </a:cubicBezTo>
                  <a:cubicBezTo>
                    <a:pt x="387" y="6575"/>
                    <a:pt x="774" y="7416"/>
                    <a:pt x="1290" y="8122"/>
                  </a:cubicBezTo>
                  <a:cubicBezTo>
                    <a:pt x="2388" y="9540"/>
                    <a:pt x="4126" y="10442"/>
                    <a:pt x="5930" y="10442"/>
                  </a:cubicBezTo>
                  <a:cubicBezTo>
                    <a:pt x="7673" y="10442"/>
                    <a:pt x="9349" y="9607"/>
                    <a:pt x="10442" y="8251"/>
                  </a:cubicBezTo>
                  <a:cubicBezTo>
                    <a:pt x="11798" y="6642"/>
                    <a:pt x="11731" y="4838"/>
                    <a:pt x="11731" y="2837"/>
                  </a:cubicBezTo>
                  <a:lnTo>
                    <a:pt x="11731" y="584"/>
                  </a:lnTo>
                  <a:lnTo>
                    <a:pt x="117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47"/>
            <p:cNvSpPr/>
            <p:nvPr/>
          </p:nvSpPr>
          <p:spPr>
            <a:xfrm>
              <a:off x="6904325" y="1508125"/>
              <a:ext cx="219175" cy="244575"/>
            </a:xfrm>
            <a:custGeom>
              <a:avLst/>
              <a:gdLst/>
              <a:ahLst/>
              <a:cxnLst/>
              <a:rect l="l" t="t" r="r" b="b"/>
              <a:pathLst>
                <a:path w="8767" h="9783" extrusionOk="0">
                  <a:moveTo>
                    <a:pt x="4580" y="1"/>
                  </a:moveTo>
                  <a:cubicBezTo>
                    <a:pt x="1" y="4384"/>
                    <a:pt x="3868" y="8895"/>
                    <a:pt x="4709" y="9736"/>
                  </a:cubicBezTo>
                  <a:cubicBezTo>
                    <a:pt x="4740" y="9767"/>
                    <a:pt x="4787" y="9782"/>
                    <a:pt x="4836" y="9782"/>
                  </a:cubicBezTo>
                  <a:cubicBezTo>
                    <a:pt x="4884" y="9782"/>
                    <a:pt x="4933" y="9767"/>
                    <a:pt x="4966" y="9736"/>
                  </a:cubicBezTo>
                  <a:lnTo>
                    <a:pt x="6060" y="8509"/>
                  </a:lnTo>
                  <a:cubicBezTo>
                    <a:pt x="8767" y="5286"/>
                    <a:pt x="8189" y="1"/>
                    <a:pt x="818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47"/>
            <p:cNvSpPr/>
            <p:nvPr/>
          </p:nvSpPr>
          <p:spPr>
            <a:xfrm>
              <a:off x="7199275" y="1508125"/>
              <a:ext cx="219175" cy="244575"/>
            </a:xfrm>
            <a:custGeom>
              <a:avLst/>
              <a:gdLst/>
              <a:ahLst/>
              <a:cxnLst/>
              <a:rect l="l" t="t" r="r" b="b"/>
              <a:pathLst>
                <a:path w="8767" h="9783" extrusionOk="0">
                  <a:moveTo>
                    <a:pt x="645" y="1"/>
                  </a:moveTo>
                  <a:cubicBezTo>
                    <a:pt x="645" y="1"/>
                    <a:pt x="0" y="5286"/>
                    <a:pt x="2769" y="8509"/>
                  </a:cubicBezTo>
                  <a:lnTo>
                    <a:pt x="3868" y="9736"/>
                  </a:lnTo>
                  <a:cubicBezTo>
                    <a:pt x="3899" y="9767"/>
                    <a:pt x="3946" y="9782"/>
                    <a:pt x="3995" y="9782"/>
                  </a:cubicBezTo>
                  <a:cubicBezTo>
                    <a:pt x="4043" y="9782"/>
                    <a:pt x="4092" y="9767"/>
                    <a:pt x="4125" y="9736"/>
                  </a:cubicBezTo>
                  <a:cubicBezTo>
                    <a:pt x="4899" y="8895"/>
                    <a:pt x="8766" y="4384"/>
                    <a:pt x="42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47"/>
            <p:cNvSpPr/>
            <p:nvPr/>
          </p:nvSpPr>
          <p:spPr>
            <a:xfrm>
              <a:off x="7015575" y="1322225"/>
              <a:ext cx="291625" cy="320925"/>
            </a:xfrm>
            <a:custGeom>
              <a:avLst/>
              <a:gdLst/>
              <a:ahLst/>
              <a:cxnLst/>
              <a:rect l="l" t="t" r="r" b="b"/>
              <a:pathLst>
                <a:path w="11665" h="12837" extrusionOk="0">
                  <a:moveTo>
                    <a:pt x="208" y="1"/>
                  </a:moveTo>
                  <a:cubicBezTo>
                    <a:pt x="103" y="1"/>
                    <a:pt x="1" y="62"/>
                    <a:pt x="1" y="156"/>
                  </a:cubicBezTo>
                  <a:lnTo>
                    <a:pt x="1" y="7308"/>
                  </a:lnTo>
                  <a:cubicBezTo>
                    <a:pt x="1" y="8210"/>
                    <a:pt x="130" y="8984"/>
                    <a:pt x="516" y="9757"/>
                  </a:cubicBezTo>
                  <a:cubicBezTo>
                    <a:pt x="1223" y="11175"/>
                    <a:pt x="2579" y="12206"/>
                    <a:pt x="4126" y="12593"/>
                  </a:cubicBezTo>
                  <a:cubicBezTo>
                    <a:pt x="4672" y="12756"/>
                    <a:pt x="5268" y="12837"/>
                    <a:pt x="5864" y="12837"/>
                  </a:cubicBezTo>
                  <a:cubicBezTo>
                    <a:pt x="6460" y="12837"/>
                    <a:pt x="7057" y="12756"/>
                    <a:pt x="7606" y="12593"/>
                  </a:cubicBezTo>
                  <a:cubicBezTo>
                    <a:pt x="9086" y="12206"/>
                    <a:pt x="10442" y="11175"/>
                    <a:pt x="11149" y="9757"/>
                  </a:cubicBezTo>
                  <a:cubicBezTo>
                    <a:pt x="11535" y="8984"/>
                    <a:pt x="11664" y="8210"/>
                    <a:pt x="11664" y="7308"/>
                  </a:cubicBezTo>
                  <a:lnTo>
                    <a:pt x="11664" y="156"/>
                  </a:lnTo>
                  <a:cubicBezTo>
                    <a:pt x="11664" y="62"/>
                    <a:pt x="11595" y="1"/>
                    <a:pt x="11508" y="1"/>
                  </a:cubicBezTo>
                  <a:cubicBezTo>
                    <a:pt x="11476" y="1"/>
                    <a:pt x="11441" y="9"/>
                    <a:pt x="11406" y="27"/>
                  </a:cubicBezTo>
                  <a:lnTo>
                    <a:pt x="7220" y="2734"/>
                  </a:lnTo>
                  <a:cubicBezTo>
                    <a:pt x="6766" y="2606"/>
                    <a:pt x="5863" y="2606"/>
                    <a:pt x="5863" y="2606"/>
                  </a:cubicBezTo>
                  <a:cubicBezTo>
                    <a:pt x="5863" y="2606"/>
                    <a:pt x="4899" y="2606"/>
                    <a:pt x="4445" y="2734"/>
                  </a:cubicBezTo>
                  <a:lnTo>
                    <a:pt x="320" y="27"/>
                  </a:lnTo>
                  <a:cubicBezTo>
                    <a:pt x="286" y="9"/>
                    <a:pt x="246" y="1"/>
                    <a:pt x="2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47"/>
            <p:cNvSpPr/>
            <p:nvPr/>
          </p:nvSpPr>
          <p:spPr>
            <a:xfrm>
              <a:off x="7057475" y="1457925"/>
              <a:ext cx="207825" cy="82450"/>
            </a:xfrm>
            <a:custGeom>
              <a:avLst/>
              <a:gdLst/>
              <a:ahLst/>
              <a:cxnLst/>
              <a:rect l="l" t="t" r="r" b="b"/>
              <a:pathLst>
                <a:path w="8313" h="3298" extrusionOk="0">
                  <a:moveTo>
                    <a:pt x="1857" y="0"/>
                  </a:moveTo>
                  <a:cubicBezTo>
                    <a:pt x="1797" y="0"/>
                    <a:pt x="1737" y="4"/>
                    <a:pt x="1676" y="13"/>
                  </a:cubicBezTo>
                  <a:cubicBezTo>
                    <a:pt x="836" y="13"/>
                    <a:pt x="129" y="658"/>
                    <a:pt x="62" y="1493"/>
                  </a:cubicBezTo>
                  <a:cubicBezTo>
                    <a:pt x="1" y="2463"/>
                    <a:pt x="774" y="3298"/>
                    <a:pt x="1738" y="3298"/>
                  </a:cubicBezTo>
                  <a:cubicBezTo>
                    <a:pt x="2192" y="3298"/>
                    <a:pt x="2579" y="3107"/>
                    <a:pt x="2837" y="2849"/>
                  </a:cubicBezTo>
                  <a:cubicBezTo>
                    <a:pt x="3223" y="2525"/>
                    <a:pt x="3672" y="2396"/>
                    <a:pt x="4126" y="2396"/>
                  </a:cubicBezTo>
                  <a:lnTo>
                    <a:pt x="4255" y="2396"/>
                  </a:lnTo>
                  <a:cubicBezTo>
                    <a:pt x="4703" y="2396"/>
                    <a:pt x="5157" y="2525"/>
                    <a:pt x="5477" y="2849"/>
                  </a:cubicBezTo>
                  <a:cubicBezTo>
                    <a:pt x="5801" y="3107"/>
                    <a:pt x="6188" y="3298"/>
                    <a:pt x="6575" y="3298"/>
                  </a:cubicBezTo>
                  <a:cubicBezTo>
                    <a:pt x="7539" y="3298"/>
                    <a:pt x="8312" y="2463"/>
                    <a:pt x="8251" y="1493"/>
                  </a:cubicBezTo>
                  <a:cubicBezTo>
                    <a:pt x="8184" y="658"/>
                    <a:pt x="7477" y="13"/>
                    <a:pt x="6637" y="13"/>
                  </a:cubicBezTo>
                  <a:cubicBezTo>
                    <a:pt x="6576" y="4"/>
                    <a:pt x="6517" y="0"/>
                    <a:pt x="6459" y="0"/>
                  </a:cubicBezTo>
                  <a:cubicBezTo>
                    <a:pt x="6085" y="0"/>
                    <a:pt x="5758" y="177"/>
                    <a:pt x="5477" y="400"/>
                  </a:cubicBezTo>
                  <a:cubicBezTo>
                    <a:pt x="5157" y="720"/>
                    <a:pt x="4703" y="916"/>
                    <a:pt x="4255" y="916"/>
                  </a:cubicBezTo>
                  <a:lnTo>
                    <a:pt x="4126" y="916"/>
                  </a:lnTo>
                  <a:cubicBezTo>
                    <a:pt x="3672" y="916"/>
                    <a:pt x="3223" y="720"/>
                    <a:pt x="2837" y="400"/>
                  </a:cubicBezTo>
                  <a:cubicBezTo>
                    <a:pt x="2613" y="177"/>
                    <a:pt x="2243" y="0"/>
                    <a:pt x="185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47"/>
            <p:cNvSpPr/>
            <p:nvPr/>
          </p:nvSpPr>
          <p:spPr>
            <a:xfrm>
              <a:off x="7129925" y="1511713"/>
              <a:ext cx="64475" cy="54425"/>
            </a:xfrm>
            <a:custGeom>
              <a:avLst/>
              <a:gdLst/>
              <a:ahLst/>
              <a:cxnLst/>
              <a:rect l="l" t="t" r="r" b="b"/>
              <a:pathLst>
                <a:path w="2579" h="2177" extrusionOk="0">
                  <a:moveTo>
                    <a:pt x="1289" y="1"/>
                  </a:moveTo>
                  <a:cubicBezTo>
                    <a:pt x="970" y="1"/>
                    <a:pt x="645" y="68"/>
                    <a:pt x="325" y="258"/>
                  </a:cubicBezTo>
                  <a:lnTo>
                    <a:pt x="0" y="454"/>
                  </a:lnTo>
                  <a:cubicBezTo>
                    <a:pt x="0" y="454"/>
                    <a:pt x="970" y="1805"/>
                    <a:pt x="1228" y="2130"/>
                  </a:cubicBezTo>
                  <a:cubicBezTo>
                    <a:pt x="1228" y="2161"/>
                    <a:pt x="1243" y="2177"/>
                    <a:pt x="1267" y="2177"/>
                  </a:cubicBezTo>
                  <a:cubicBezTo>
                    <a:pt x="1291" y="2177"/>
                    <a:pt x="1323" y="2161"/>
                    <a:pt x="1357" y="2130"/>
                  </a:cubicBezTo>
                  <a:lnTo>
                    <a:pt x="2517" y="454"/>
                  </a:lnTo>
                  <a:cubicBezTo>
                    <a:pt x="2579" y="387"/>
                    <a:pt x="2001" y="130"/>
                    <a:pt x="1934" y="130"/>
                  </a:cubicBezTo>
                  <a:cubicBezTo>
                    <a:pt x="1743" y="1"/>
                    <a:pt x="1485" y="1"/>
                    <a:pt x="128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47"/>
            <p:cNvSpPr/>
            <p:nvPr/>
          </p:nvSpPr>
          <p:spPr>
            <a:xfrm>
              <a:off x="7092925" y="1488800"/>
              <a:ext cx="19350" cy="19350"/>
            </a:xfrm>
            <a:custGeom>
              <a:avLst/>
              <a:gdLst/>
              <a:ahLst/>
              <a:cxnLst/>
              <a:rect l="l" t="t" r="r" b="b"/>
              <a:pathLst>
                <a:path w="774" h="774" extrusionOk="0">
                  <a:moveTo>
                    <a:pt x="387" y="0"/>
                  </a:moveTo>
                  <a:cubicBezTo>
                    <a:pt x="129" y="0"/>
                    <a:pt x="1" y="196"/>
                    <a:pt x="1" y="387"/>
                  </a:cubicBezTo>
                  <a:cubicBezTo>
                    <a:pt x="1"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47"/>
            <p:cNvSpPr/>
            <p:nvPr/>
          </p:nvSpPr>
          <p:spPr>
            <a:xfrm>
              <a:off x="7212175" y="1488800"/>
              <a:ext cx="19350" cy="19350"/>
            </a:xfrm>
            <a:custGeom>
              <a:avLst/>
              <a:gdLst/>
              <a:ahLst/>
              <a:cxnLst/>
              <a:rect l="l" t="t" r="r" b="b"/>
              <a:pathLst>
                <a:path w="774" h="774" extrusionOk="0">
                  <a:moveTo>
                    <a:pt x="387" y="0"/>
                  </a:moveTo>
                  <a:cubicBezTo>
                    <a:pt x="129" y="0"/>
                    <a:pt x="0" y="196"/>
                    <a:pt x="0" y="387"/>
                  </a:cubicBezTo>
                  <a:cubicBezTo>
                    <a:pt x="0" y="645"/>
                    <a:pt x="129" y="774"/>
                    <a:pt x="387" y="774"/>
                  </a:cubicBezTo>
                  <a:cubicBezTo>
                    <a:pt x="578" y="774"/>
                    <a:pt x="774" y="645"/>
                    <a:pt x="774" y="387"/>
                  </a:cubicBezTo>
                  <a:cubicBezTo>
                    <a:pt x="774" y="196"/>
                    <a:pt x="578" y="0"/>
                    <a:pt x="38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8" name="Google Shape;1958;p47"/>
          <p:cNvGrpSpPr/>
          <p:nvPr/>
        </p:nvGrpSpPr>
        <p:grpSpPr>
          <a:xfrm>
            <a:off x="6860933" y="2050705"/>
            <a:ext cx="284736" cy="419597"/>
            <a:chOff x="7007450" y="1997975"/>
            <a:chExt cx="302975" cy="446475"/>
          </a:xfrm>
        </p:grpSpPr>
        <p:sp>
          <p:nvSpPr>
            <p:cNvPr id="1959" name="Google Shape;1959;p47"/>
            <p:cNvSpPr/>
            <p:nvPr/>
          </p:nvSpPr>
          <p:spPr>
            <a:xfrm>
              <a:off x="7007450" y="2183350"/>
              <a:ext cx="302975" cy="261100"/>
            </a:xfrm>
            <a:custGeom>
              <a:avLst/>
              <a:gdLst/>
              <a:ahLst/>
              <a:cxnLst/>
              <a:rect l="l" t="t" r="r" b="b"/>
              <a:pathLst>
                <a:path w="12119" h="10444" extrusionOk="0">
                  <a:moveTo>
                    <a:pt x="4580" y="0"/>
                  </a:moveTo>
                  <a:cubicBezTo>
                    <a:pt x="3291" y="0"/>
                    <a:pt x="2388" y="258"/>
                    <a:pt x="1548" y="1290"/>
                  </a:cubicBezTo>
                  <a:cubicBezTo>
                    <a:pt x="1228" y="1676"/>
                    <a:pt x="970" y="2125"/>
                    <a:pt x="713" y="2579"/>
                  </a:cubicBezTo>
                  <a:cubicBezTo>
                    <a:pt x="259" y="3672"/>
                    <a:pt x="1" y="4832"/>
                    <a:pt x="130" y="5992"/>
                  </a:cubicBezTo>
                  <a:cubicBezTo>
                    <a:pt x="509" y="8963"/>
                    <a:pt x="3180" y="10444"/>
                    <a:pt x="5893" y="10444"/>
                  </a:cubicBezTo>
                  <a:cubicBezTo>
                    <a:pt x="5948" y="10444"/>
                    <a:pt x="6004" y="10443"/>
                    <a:pt x="6060" y="10442"/>
                  </a:cubicBezTo>
                  <a:cubicBezTo>
                    <a:pt x="6115" y="10443"/>
                    <a:pt x="6171" y="10444"/>
                    <a:pt x="6227" y="10444"/>
                  </a:cubicBezTo>
                  <a:cubicBezTo>
                    <a:pt x="8944" y="10444"/>
                    <a:pt x="11610" y="8963"/>
                    <a:pt x="11989" y="5992"/>
                  </a:cubicBezTo>
                  <a:cubicBezTo>
                    <a:pt x="12118" y="4832"/>
                    <a:pt x="11927" y="3672"/>
                    <a:pt x="11412" y="2579"/>
                  </a:cubicBezTo>
                  <a:cubicBezTo>
                    <a:pt x="11216" y="2125"/>
                    <a:pt x="10958" y="1676"/>
                    <a:pt x="10571" y="1290"/>
                  </a:cubicBezTo>
                  <a:cubicBezTo>
                    <a:pt x="9798" y="258"/>
                    <a:pt x="8834" y="0"/>
                    <a:pt x="754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47"/>
            <p:cNvSpPr/>
            <p:nvPr/>
          </p:nvSpPr>
          <p:spPr>
            <a:xfrm>
              <a:off x="7041375" y="2009800"/>
              <a:ext cx="122475" cy="141350"/>
            </a:xfrm>
            <a:custGeom>
              <a:avLst/>
              <a:gdLst/>
              <a:ahLst/>
              <a:cxnLst/>
              <a:rect l="l" t="t" r="r" b="b"/>
              <a:pathLst>
                <a:path w="4899" h="5654" extrusionOk="0">
                  <a:moveTo>
                    <a:pt x="964" y="0"/>
                  </a:moveTo>
                  <a:cubicBezTo>
                    <a:pt x="815" y="0"/>
                    <a:pt x="661" y="37"/>
                    <a:pt x="516" y="110"/>
                  </a:cubicBezTo>
                  <a:cubicBezTo>
                    <a:pt x="191" y="301"/>
                    <a:pt x="0" y="626"/>
                    <a:pt x="62" y="946"/>
                  </a:cubicBezTo>
                  <a:cubicBezTo>
                    <a:pt x="191" y="3591"/>
                    <a:pt x="2965" y="5653"/>
                    <a:pt x="2965" y="5653"/>
                  </a:cubicBezTo>
                  <a:lnTo>
                    <a:pt x="4899" y="5653"/>
                  </a:lnTo>
                  <a:cubicBezTo>
                    <a:pt x="4899" y="5653"/>
                    <a:pt x="1738" y="3333"/>
                    <a:pt x="1676" y="368"/>
                  </a:cubicBezTo>
                  <a:lnTo>
                    <a:pt x="1609" y="301"/>
                  </a:lnTo>
                  <a:cubicBezTo>
                    <a:pt x="1448" y="101"/>
                    <a:pt x="1212" y="0"/>
                    <a:pt x="964" y="0"/>
                  </a:cubicBezTo>
                  <a:close/>
                </a:path>
              </a:pathLst>
            </a:custGeom>
            <a:solidFill>
              <a:srgbClr val="F494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47"/>
            <p:cNvSpPr/>
            <p:nvPr/>
          </p:nvSpPr>
          <p:spPr>
            <a:xfrm>
              <a:off x="7041375" y="1997975"/>
              <a:ext cx="235275" cy="153175"/>
            </a:xfrm>
            <a:custGeom>
              <a:avLst/>
              <a:gdLst/>
              <a:ahLst/>
              <a:cxnLst/>
              <a:rect l="l" t="t" r="r" b="b"/>
              <a:pathLst>
                <a:path w="9411" h="6127" extrusionOk="0">
                  <a:moveTo>
                    <a:pt x="2898" y="1"/>
                  </a:moveTo>
                  <a:cubicBezTo>
                    <a:pt x="2382" y="1"/>
                    <a:pt x="1934" y="455"/>
                    <a:pt x="1996" y="1032"/>
                  </a:cubicBezTo>
                  <a:lnTo>
                    <a:pt x="2063" y="1161"/>
                  </a:lnTo>
                  <a:lnTo>
                    <a:pt x="2063" y="1161"/>
                  </a:lnTo>
                  <a:lnTo>
                    <a:pt x="1609" y="774"/>
                  </a:lnTo>
                  <a:cubicBezTo>
                    <a:pt x="1448" y="574"/>
                    <a:pt x="1212" y="473"/>
                    <a:pt x="964" y="473"/>
                  </a:cubicBezTo>
                  <a:cubicBezTo>
                    <a:pt x="815" y="473"/>
                    <a:pt x="661" y="510"/>
                    <a:pt x="516" y="583"/>
                  </a:cubicBezTo>
                  <a:cubicBezTo>
                    <a:pt x="191" y="774"/>
                    <a:pt x="0" y="1099"/>
                    <a:pt x="62" y="1419"/>
                  </a:cubicBezTo>
                  <a:cubicBezTo>
                    <a:pt x="191" y="4064"/>
                    <a:pt x="2965" y="6126"/>
                    <a:pt x="2965" y="6126"/>
                  </a:cubicBezTo>
                  <a:lnTo>
                    <a:pt x="6507" y="6126"/>
                  </a:lnTo>
                  <a:cubicBezTo>
                    <a:pt x="6507" y="6126"/>
                    <a:pt x="9281" y="4064"/>
                    <a:pt x="9410" y="1419"/>
                  </a:cubicBezTo>
                  <a:cubicBezTo>
                    <a:pt x="9410" y="1099"/>
                    <a:pt x="9214" y="774"/>
                    <a:pt x="8895" y="583"/>
                  </a:cubicBezTo>
                  <a:cubicBezTo>
                    <a:pt x="8773" y="510"/>
                    <a:pt x="8633" y="473"/>
                    <a:pt x="8490" y="473"/>
                  </a:cubicBezTo>
                  <a:cubicBezTo>
                    <a:pt x="8250" y="473"/>
                    <a:pt x="7999" y="574"/>
                    <a:pt x="7796" y="774"/>
                  </a:cubicBezTo>
                  <a:lnTo>
                    <a:pt x="7410" y="1161"/>
                  </a:lnTo>
                  <a:lnTo>
                    <a:pt x="7410" y="1032"/>
                  </a:lnTo>
                  <a:cubicBezTo>
                    <a:pt x="7477" y="455"/>
                    <a:pt x="7023" y="1"/>
                    <a:pt x="650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47"/>
            <p:cNvSpPr/>
            <p:nvPr/>
          </p:nvSpPr>
          <p:spPr>
            <a:xfrm>
              <a:off x="7096150" y="2151125"/>
              <a:ext cx="125700" cy="32250"/>
            </a:xfrm>
            <a:custGeom>
              <a:avLst/>
              <a:gdLst/>
              <a:ahLst/>
              <a:cxnLst/>
              <a:rect l="l" t="t" r="r" b="b"/>
              <a:pathLst>
                <a:path w="5028" h="1290" extrusionOk="0">
                  <a:moveTo>
                    <a:pt x="191" y="0"/>
                  </a:moveTo>
                  <a:cubicBezTo>
                    <a:pt x="62" y="0"/>
                    <a:pt x="0" y="62"/>
                    <a:pt x="0" y="191"/>
                  </a:cubicBezTo>
                  <a:lnTo>
                    <a:pt x="0" y="1161"/>
                  </a:lnTo>
                  <a:cubicBezTo>
                    <a:pt x="0" y="1222"/>
                    <a:pt x="62" y="1289"/>
                    <a:pt x="191" y="1289"/>
                  </a:cubicBezTo>
                  <a:lnTo>
                    <a:pt x="4832" y="1289"/>
                  </a:lnTo>
                  <a:cubicBezTo>
                    <a:pt x="4961" y="1289"/>
                    <a:pt x="5028" y="1222"/>
                    <a:pt x="5028" y="1161"/>
                  </a:cubicBezTo>
                  <a:lnTo>
                    <a:pt x="5028" y="191"/>
                  </a:lnTo>
                  <a:cubicBezTo>
                    <a:pt x="5028" y="62"/>
                    <a:pt x="4961" y="0"/>
                    <a:pt x="483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3" name="Google Shape;1963;p47"/>
          <p:cNvGrpSpPr/>
          <p:nvPr/>
        </p:nvGrpSpPr>
        <p:grpSpPr>
          <a:xfrm>
            <a:off x="6202274" y="1435888"/>
            <a:ext cx="227173" cy="380196"/>
            <a:chOff x="6306600" y="1343775"/>
            <a:chExt cx="241725" cy="404550"/>
          </a:xfrm>
        </p:grpSpPr>
        <p:sp>
          <p:nvSpPr>
            <p:cNvPr id="1964" name="Google Shape;1964;p47"/>
            <p:cNvSpPr/>
            <p:nvPr/>
          </p:nvSpPr>
          <p:spPr>
            <a:xfrm>
              <a:off x="6306600" y="1343775"/>
              <a:ext cx="241725" cy="72600"/>
            </a:xfrm>
            <a:custGeom>
              <a:avLst/>
              <a:gdLst/>
              <a:ahLst/>
              <a:cxnLst/>
              <a:rect l="l" t="t" r="r" b="b"/>
              <a:pathLst>
                <a:path w="9669" h="2904" extrusionOk="0">
                  <a:moveTo>
                    <a:pt x="4832" y="1"/>
                  </a:moveTo>
                  <a:cubicBezTo>
                    <a:pt x="2192" y="1"/>
                    <a:pt x="0" y="645"/>
                    <a:pt x="0" y="1486"/>
                  </a:cubicBezTo>
                  <a:cubicBezTo>
                    <a:pt x="0" y="2259"/>
                    <a:pt x="2192" y="2904"/>
                    <a:pt x="4832" y="2904"/>
                  </a:cubicBezTo>
                  <a:cubicBezTo>
                    <a:pt x="7477" y="2904"/>
                    <a:pt x="9668" y="2259"/>
                    <a:pt x="9668" y="1486"/>
                  </a:cubicBezTo>
                  <a:cubicBezTo>
                    <a:pt x="9668" y="645"/>
                    <a:pt x="7477" y="1"/>
                    <a:pt x="48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47"/>
            <p:cNvSpPr/>
            <p:nvPr/>
          </p:nvSpPr>
          <p:spPr>
            <a:xfrm>
              <a:off x="6306600" y="1361575"/>
              <a:ext cx="241725" cy="386750"/>
            </a:xfrm>
            <a:custGeom>
              <a:avLst/>
              <a:gdLst/>
              <a:ahLst/>
              <a:cxnLst/>
              <a:rect l="l" t="t" r="r" b="b"/>
              <a:pathLst>
                <a:path w="9669" h="15470" extrusionOk="0">
                  <a:moveTo>
                    <a:pt x="0" y="0"/>
                  </a:moveTo>
                  <a:cubicBezTo>
                    <a:pt x="2" y="7"/>
                    <a:pt x="4" y="14"/>
                    <a:pt x="6" y="20"/>
                  </a:cubicBezTo>
                  <a:lnTo>
                    <a:pt x="6" y="20"/>
                  </a:lnTo>
                  <a:cubicBezTo>
                    <a:pt x="4" y="14"/>
                    <a:pt x="2" y="7"/>
                    <a:pt x="0" y="0"/>
                  </a:cubicBezTo>
                  <a:close/>
                  <a:moveTo>
                    <a:pt x="9668" y="0"/>
                  </a:moveTo>
                  <a:cubicBezTo>
                    <a:pt x="9472" y="707"/>
                    <a:pt x="7410" y="1351"/>
                    <a:pt x="4832" y="1351"/>
                  </a:cubicBezTo>
                  <a:cubicBezTo>
                    <a:pt x="2278" y="1351"/>
                    <a:pt x="230" y="719"/>
                    <a:pt x="6" y="20"/>
                  </a:cubicBezTo>
                  <a:lnTo>
                    <a:pt x="6" y="20"/>
                  </a:lnTo>
                  <a:cubicBezTo>
                    <a:pt x="58" y="213"/>
                    <a:pt x="0" y="525"/>
                    <a:pt x="0" y="774"/>
                  </a:cubicBezTo>
                  <a:cubicBezTo>
                    <a:pt x="0" y="1222"/>
                    <a:pt x="0" y="1676"/>
                    <a:pt x="62" y="2192"/>
                  </a:cubicBezTo>
                  <a:cubicBezTo>
                    <a:pt x="129" y="3414"/>
                    <a:pt x="387" y="4574"/>
                    <a:pt x="836" y="5734"/>
                  </a:cubicBezTo>
                  <a:cubicBezTo>
                    <a:pt x="1289" y="6894"/>
                    <a:pt x="1996" y="7992"/>
                    <a:pt x="3094" y="8637"/>
                  </a:cubicBezTo>
                  <a:cubicBezTo>
                    <a:pt x="3414" y="8828"/>
                    <a:pt x="3800" y="8957"/>
                    <a:pt x="4125" y="9024"/>
                  </a:cubicBezTo>
                  <a:lnTo>
                    <a:pt x="4125" y="13020"/>
                  </a:lnTo>
                  <a:cubicBezTo>
                    <a:pt x="2192" y="13149"/>
                    <a:pt x="707" y="13597"/>
                    <a:pt x="707" y="14242"/>
                  </a:cubicBezTo>
                  <a:cubicBezTo>
                    <a:pt x="707" y="14886"/>
                    <a:pt x="2578" y="15469"/>
                    <a:pt x="4832" y="15469"/>
                  </a:cubicBezTo>
                  <a:cubicBezTo>
                    <a:pt x="7090" y="15469"/>
                    <a:pt x="8957" y="14886"/>
                    <a:pt x="8957" y="14242"/>
                  </a:cubicBezTo>
                  <a:cubicBezTo>
                    <a:pt x="8957" y="13597"/>
                    <a:pt x="7477" y="13149"/>
                    <a:pt x="5543" y="13020"/>
                  </a:cubicBezTo>
                  <a:lnTo>
                    <a:pt x="5543" y="9024"/>
                  </a:lnTo>
                  <a:cubicBezTo>
                    <a:pt x="5672" y="8957"/>
                    <a:pt x="5734" y="8957"/>
                    <a:pt x="5863" y="8957"/>
                  </a:cubicBezTo>
                  <a:cubicBezTo>
                    <a:pt x="6446" y="8699"/>
                    <a:pt x="7023" y="8379"/>
                    <a:pt x="7477" y="7925"/>
                  </a:cubicBezTo>
                  <a:cubicBezTo>
                    <a:pt x="8379" y="7023"/>
                    <a:pt x="8895" y="5801"/>
                    <a:pt x="9215" y="4574"/>
                  </a:cubicBezTo>
                  <a:cubicBezTo>
                    <a:pt x="9472" y="3481"/>
                    <a:pt x="9601" y="2321"/>
                    <a:pt x="9668" y="1222"/>
                  </a:cubicBezTo>
                  <a:lnTo>
                    <a:pt x="9668" y="449"/>
                  </a:lnTo>
                  <a:lnTo>
                    <a:pt x="96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6" name="Google Shape;1966;p47"/>
          <p:cNvGrpSpPr/>
          <p:nvPr/>
        </p:nvGrpSpPr>
        <p:grpSpPr>
          <a:xfrm>
            <a:off x="4724274" y="2034118"/>
            <a:ext cx="390722" cy="419433"/>
            <a:chOff x="4733925" y="1980325"/>
            <a:chExt cx="415750" cy="446300"/>
          </a:xfrm>
        </p:grpSpPr>
        <p:sp>
          <p:nvSpPr>
            <p:cNvPr id="1967" name="Google Shape;1967;p47"/>
            <p:cNvSpPr/>
            <p:nvPr/>
          </p:nvSpPr>
          <p:spPr>
            <a:xfrm>
              <a:off x="4751600" y="2292650"/>
              <a:ext cx="88700" cy="43725"/>
            </a:xfrm>
            <a:custGeom>
              <a:avLst/>
              <a:gdLst/>
              <a:ahLst/>
              <a:cxnLst/>
              <a:rect l="l" t="t" r="r" b="b"/>
              <a:pathLst>
                <a:path w="3548" h="1749" extrusionOk="0">
                  <a:moveTo>
                    <a:pt x="2473" y="0"/>
                  </a:moveTo>
                  <a:cubicBezTo>
                    <a:pt x="2404" y="0"/>
                    <a:pt x="2333" y="4"/>
                    <a:pt x="2259" y="11"/>
                  </a:cubicBezTo>
                  <a:cubicBezTo>
                    <a:pt x="1676" y="11"/>
                    <a:pt x="841" y="269"/>
                    <a:pt x="67" y="1362"/>
                  </a:cubicBezTo>
                  <a:cubicBezTo>
                    <a:pt x="0" y="1491"/>
                    <a:pt x="0" y="1620"/>
                    <a:pt x="129" y="1749"/>
                  </a:cubicBezTo>
                  <a:lnTo>
                    <a:pt x="258" y="1749"/>
                  </a:lnTo>
                  <a:cubicBezTo>
                    <a:pt x="325" y="1749"/>
                    <a:pt x="454" y="1749"/>
                    <a:pt x="516" y="1687"/>
                  </a:cubicBezTo>
                  <a:cubicBezTo>
                    <a:pt x="1140" y="749"/>
                    <a:pt x="1822" y="522"/>
                    <a:pt x="2327" y="522"/>
                  </a:cubicBezTo>
                  <a:cubicBezTo>
                    <a:pt x="2761" y="522"/>
                    <a:pt x="3065" y="689"/>
                    <a:pt x="3094" y="718"/>
                  </a:cubicBezTo>
                  <a:cubicBezTo>
                    <a:pt x="3129" y="736"/>
                    <a:pt x="3164" y="744"/>
                    <a:pt x="3197" y="744"/>
                  </a:cubicBezTo>
                  <a:cubicBezTo>
                    <a:pt x="3288" y="744"/>
                    <a:pt x="3370" y="683"/>
                    <a:pt x="3419" y="589"/>
                  </a:cubicBezTo>
                  <a:cubicBezTo>
                    <a:pt x="3548" y="460"/>
                    <a:pt x="3481" y="331"/>
                    <a:pt x="3352" y="202"/>
                  </a:cubicBezTo>
                  <a:cubicBezTo>
                    <a:pt x="3352" y="202"/>
                    <a:pt x="3001" y="0"/>
                    <a:pt x="247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47"/>
            <p:cNvSpPr/>
            <p:nvPr/>
          </p:nvSpPr>
          <p:spPr>
            <a:xfrm>
              <a:off x="4733925" y="2217125"/>
              <a:ext cx="88600" cy="45150"/>
            </a:xfrm>
            <a:custGeom>
              <a:avLst/>
              <a:gdLst/>
              <a:ahLst/>
              <a:cxnLst/>
              <a:rect l="l" t="t" r="r" b="b"/>
              <a:pathLst>
                <a:path w="3544" h="1806" extrusionOk="0">
                  <a:moveTo>
                    <a:pt x="2321" y="0"/>
                  </a:moveTo>
                  <a:cubicBezTo>
                    <a:pt x="1739" y="0"/>
                    <a:pt x="903" y="258"/>
                    <a:pt x="130" y="1357"/>
                  </a:cubicBezTo>
                  <a:cubicBezTo>
                    <a:pt x="1" y="1485"/>
                    <a:pt x="63" y="1676"/>
                    <a:pt x="192" y="1743"/>
                  </a:cubicBezTo>
                  <a:cubicBezTo>
                    <a:pt x="192" y="1743"/>
                    <a:pt x="259" y="1805"/>
                    <a:pt x="321" y="1805"/>
                  </a:cubicBezTo>
                  <a:cubicBezTo>
                    <a:pt x="388" y="1805"/>
                    <a:pt x="516" y="1743"/>
                    <a:pt x="516" y="1676"/>
                  </a:cubicBezTo>
                  <a:cubicBezTo>
                    <a:pt x="1174" y="741"/>
                    <a:pt x="1871" y="514"/>
                    <a:pt x="2383" y="514"/>
                  </a:cubicBezTo>
                  <a:cubicBezTo>
                    <a:pt x="2823" y="514"/>
                    <a:pt x="3128" y="681"/>
                    <a:pt x="3157" y="712"/>
                  </a:cubicBezTo>
                  <a:cubicBezTo>
                    <a:pt x="3191" y="728"/>
                    <a:pt x="3225" y="736"/>
                    <a:pt x="3258" y="736"/>
                  </a:cubicBezTo>
                  <a:cubicBezTo>
                    <a:pt x="3350" y="736"/>
                    <a:pt x="3432" y="678"/>
                    <a:pt x="3481" y="583"/>
                  </a:cubicBezTo>
                  <a:cubicBezTo>
                    <a:pt x="3543" y="454"/>
                    <a:pt x="3543" y="325"/>
                    <a:pt x="3414" y="258"/>
                  </a:cubicBezTo>
                  <a:cubicBezTo>
                    <a:pt x="3352" y="258"/>
                    <a:pt x="2899" y="0"/>
                    <a:pt x="232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47"/>
            <p:cNvSpPr/>
            <p:nvPr/>
          </p:nvSpPr>
          <p:spPr>
            <a:xfrm>
              <a:off x="4758050" y="2137600"/>
              <a:ext cx="91925" cy="32875"/>
            </a:xfrm>
            <a:custGeom>
              <a:avLst/>
              <a:gdLst/>
              <a:ahLst/>
              <a:cxnLst/>
              <a:rect l="l" t="t" r="r" b="b"/>
              <a:pathLst>
                <a:path w="3677" h="1315" extrusionOk="0">
                  <a:moveTo>
                    <a:pt x="2165" y="0"/>
                  </a:moveTo>
                  <a:cubicBezTo>
                    <a:pt x="1611" y="0"/>
                    <a:pt x="891" y="152"/>
                    <a:pt x="129" y="861"/>
                  </a:cubicBezTo>
                  <a:cubicBezTo>
                    <a:pt x="0" y="990"/>
                    <a:pt x="0" y="1119"/>
                    <a:pt x="67" y="1248"/>
                  </a:cubicBezTo>
                  <a:cubicBezTo>
                    <a:pt x="129" y="1315"/>
                    <a:pt x="196" y="1315"/>
                    <a:pt x="258" y="1315"/>
                  </a:cubicBezTo>
                  <a:cubicBezTo>
                    <a:pt x="325" y="1315"/>
                    <a:pt x="387" y="1315"/>
                    <a:pt x="454" y="1248"/>
                  </a:cubicBezTo>
                  <a:cubicBezTo>
                    <a:pt x="1082" y="699"/>
                    <a:pt x="1647" y="532"/>
                    <a:pt x="2100" y="532"/>
                  </a:cubicBezTo>
                  <a:cubicBezTo>
                    <a:pt x="2762" y="532"/>
                    <a:pt x="3186" y="888"/>
                    <a:pt x="3223" y="928"/>
                  </a:cubicBezTo>
                  <a:cubicBezTo>
                    <a:pt x="3256" y="959"/>
                    <a:pt x="3321" y="975"/>
                    <a:pt x="3385" y="975"/>
                  </a:cubicBezTo>
                  <a:cubicBezTo>
                    <a:pt x="3450" y="975"/>
                    <a:pt x="3514" y="959"/>
                    <a:pt x="3548" y="928"/>
                  </a:cubicBezTo>
                  <a:cubicBezTo>
                    <a:pt x="3677" y="799"/>
                    <a:pt x="3677" y="603"/>
                    <a:pt x="3548" y="541"/>
                  </a:cubicBezTo>
                  <a:cubicBezTo>
                    <a:pt x="3548" y="541"/>
                    <a:pt x="3161" y="155"/>
                    <a:pt x="2578" y="26"/>
                  </a:cubicBezTo>
                  <a:cubicBezTo>
                    <a:pt x="2455" y="11"/>
                    <a:pt x="2316" y="0"/>
                    <a:pt x="216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7"/>
            <p:cNvSpPr/>
            <p:nvPr/>
          </p:nvSpPr>
          <p:spPr>
            <a:xfrm>
              <a:off x="5043300" y="2292650"/>
              <a:ext cx="88600" cy="43725"/>
            </a:xfrm>
            <a:custGeom>
              <a:avLst/>
              <a:gdLst/>
              <a:ahLst/>
              <a:cxnLst/>
              <a:rect l="l" t="t" r="r" b="b"/>
              <a:pathLst>
                <a:path w="3544" h="1749" extrusionOk="0">
                  <a:moveTo>
                    <a:pt x="1076" y="0"/>
                  </a:moveTo>
                  <a:cubicBezTo>
                    <a:pt x="547" y="0"/>
                    <a:pt x="192" y="202"/>
                    <a:pt x="192" y="202"/>
                  </a:cubicBezTo>
                  <a:cubicBezTo>
                    <a:pt x="63" y="331"/>
                    <a:pt x="1" y="460"/>
                    <a:pt x="63" y="589"/>
                  </a:cubicBezTo>
                  <a:cubicBezTo>
                    <a:pt x="157" y="683"/>
                    <a:pt x="251" y="744"/>
                    <a:pt x="345" y="744"/>
                  </a:cubicBezTo>
                  <a:cubicBezTo>
                    <a:pt x="380" y="744"/>
                    <a:pt x="415" y="736"/>
                    <a:pt x="450" y="718"/>
                  </a:cubicBezTo>
                  <a:cubicBezTo>
                    <a:pt x="450" y="656"/>
                    <a:pt x="774" y="527"/>
                    <a:pt x="1290" y="527"/>
                  </a:cubicBezTo>
                  <a:cubicBezTo>
                    <a:pt x="1935" y="527"/>
                    <a:pt x="2512" y="914"/>
                    <a:pt x="3028" y="1687"/>
                  </a:cubicBezTo>
                  <a:cubicBezTo>
                    <a:pt x="3095" y="1749"/>
                    <a:pt x="3157" y="1749"/>
                    <a:pt x="3285" y="1749"/>
                  </a:cubicBezTo>
                  <a:lnTo>
                    <a:pt x="3414" y="1749"/>
                  </a:lnTo>
                  <a:cubicBezTo>
                    <a:pt x="3543" y="1620"/>
                    <a:pt x="3543" y="1491"/>
                    <a:pt x="3481" y="1362"/>
                  </a:cubicBezTo>
                  <a:cubicBezTo>
                    <a:pt x="2708" y="269"/>
                    <a:pt x="1867" y="11"/>
                    <a:pt x="1290" y="11"/>
                  </a:cubicBezTo>
                  <a:cubicBezTo>
                    <a:pt x="1216" y="4"/>
                    <a:pt x="1144" y="0"/>
                    <a:pt x="1076"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7"/>
            <p:cNvSpPr/>
            <p:nvPr/>
          </p:nvSpPr>
          <p:spPr>
            <a:xfrm>
              <a:off x="5060975" y="2217125"/>
              <a:ext cx="88700" cy="45150"/>
            </a:xfrm>
            <a:custGeom>
              <a:avLst/>
              <a:gdLst/>
              <a:ahLst/>
              <a:cxnLst/>
              <a:rect l="l" t="t" r="r" b="b"/>
              <a:pathLst>
                <a:path w="3548" h="1806" extrusionOk="0">
                  <a:moveTo>
                    <a:pt x="1228" y="0"/>
                  </a:moveTo>
                  <a:cubicBezTo>
                    <a:pt x="583" y="0"/>
                    <a:pt x="196" y="258"/>
                    <a:pt x="129" y="258"/>
                  </a:cubicBezTo>
                  <a:cubicBezTo>
                    <a:pt x="0" y="325"/>
                    <a:pt x="0" y="454"/>
                    <a:pt x="67" y="583"/>
                  </a:cubicBezTo>
                  <a:cubicBezTo>
                    <a:pt x="113" y="678"/>
                    <a:pt x="194" y="736"/>
                    <a:pt x="285" y="736"/>
                  </a:cubicBezTo>
                  <a:cubicBezTo>
                    <a:pt x="318" y="736"/>
                    <a:pt x="353" y="728"/>
                    <a:pt x="387" y="712"/>
                  </a:cubicBezTo>
                  <a:cubicBezTo>
                    <a:pt x="387" y="712"/>
                    <a:pt x="774" y="516"/>
                    <a:pt x="1228" y="516"/>
                  </a:cubicBezTo>
                  <a:cubicBezTo>
                    <a:pt x="1872" y="583"/>
                    <a:pt x="2517" y="970"/>
                    <a:pt x="3032" y="1676"/>
                  </a:cubicBezTo>
                  <a:cubicBezTo>
                    <a:pt x="3032" y="1743"/>
                    <a:pt x="3161" y="1805"/>
                    <a:pt x="3223" y="1805"/>
                  </a:cubicBezTo>
                  <a:cubicBezTo>
                    <a:pt x="3290" y="1805"/>
                    <a:pt x="3352" y="1743"/>
                    <a:pt x="3352" y="1743"/>
                  </a:cubicBezTo>
                  <a:cubicBezTo>
                    <a:pt x="3481" y="1676"/>
                    <a:pt x="3548" y="1485"/>
                    <a:pt x="3419" y="1357"/>
                  </a:cubicBezTo>
                  <a:cubicBezTo>
                    <a:pt x="2645" y="258"/>
                    <a:pt x="1805" y="0"/>
                    <a:pt x="122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7"/>
            <p:cNvSpPr/>
            <p:nvPr/>
          </p:nvSpPr>
          <p:spPr>
            <a:xfrm>
              <a:off x="5033650" y="2137600"/>
              <a:ext cx="91800" cy="32875"/>
            </a:xfrm>
            <a:custGeom>
              <a:avLst/>
              <a:gdLst/>
              <a:ahLst/>
              <a:cxnLst/>
              <a:rect l="l" t="t" r="r" b="b"/>
              <a:pathLst>
                <a:path w="3672" h="1315" extrusionOk="0">
                  <a:moveTo>
                    <a:pt x="1509" y="0"/>
                  </a:moveTo>
                  <a:cubicBezTo>
                    <a:pt x="1358" y="0"/>
                    <a:pt x="1218" y="11"/>
                    <a:pt x="1093" y="26"/>
                  </a:cubicBezTo>
                  <a:cubicBezTo>
                    <a:pt x="516" y="155"/>
                    <a:pt x="129" y="541"/>
                    <a:pt x="129" y="541"/>
                  </a:cubicBezTo>
                  <a:cubicBezTo>
                    <a:pt x="0" y="603"/>
                    <a:pt x="0" y="799"/>
                    <a:pt x="62" y="928"/>
                  </a:cubicBezTo>
                  <a:cubicBezTo>
                    <a:pt x="127" y="959"/>
                    <a:pt x="208" y="975"/>
                    <a:pt x="281" y="975"/>
                  </a:cubicBezTo>
                  <a:cubicBezTo>
                    <a:pt x="353" y="975"/>
                    <a:pt x="418" y="959"/>
                    <a:pt x="449" y="928"/>
                  </a:cubicBezTo>
                  <a:cubicBezTo>
                    <a:pt x="449" y="928"/>
                    <a:pt x="774" y="670"/>
                    <a:pt x="1222" y="541"/>
                  </a:cubicBezTo>
                  <a:cubicBezTo>
                    <a:pt x="1331" y="520"/>
                    <a:pt x="1442" y="509"/>
                    <a:pt x="1554" y="509"/>
                  </a:cubicBezTo>
                  <a:cubicBezTo>
                    <a:pt x="2106" y="509"/>
                    <a:pt x="2687" y="768"/>
                    <a:pt x="3223" y="1248"/>
                  </a:cubicBezTo>
                  <a:cubicBezTo>
                    <a:pt x="3285" y="1315"/>
                    <a:pt x="3352" y="1315"/>
                    <a:pt x="3414" y="1315"/>
                  </a:cubicBezTo>
                  <a:cubicBezTo>
                    <a:pt x="3481" y="1315"/>
                    <a:pt x="3543" y="1315"/>
                    <a:pt x="3610" y="1248"/>
                  </a:cubicBezTo>
                  <a:cubicBezTo>
                    <a:pt x="3671" y="1119"/>
                    <a:pt x="3671" y="990"/>
                    <a:pt x="3543" y="861"/>
                  </a:cubicBezTo>
                  <a:cubicBezTo>
                    <a:pt x="2785" y="152"/>
                    <a:pt x="2065" y="0"/>
                    <a:pt x="150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7"/>
            <p:cNvSpPr/>
            <p:nvPr/>
          </p:nvSpPr>
          <p:spPr>
            <a:xfrm>
              <a:off x="4935275" y="1980325"/>
              <a:ext cx="12925" cy="130475"/>
            </a:xfrm>
            <a:custGeom>
              <a:avLst/>
              <a:gdLst/>
              <a:ahLst/>
              <a:cxnLst/>
              <a:rect l="l" t="t" r="r" b="b"/>
              <a:pathLst>
                <a:path w="517" h="5219" extrusionOk="0">
                  <a:moveTo>
                    <a:pt x="259" y="0"/>
                  </a:moveTo>
                  <a:cubicBezTo>
                    <a:pt x="130" y="0"/>
                    <a:pt x="1" y="129"/>
                    <a:pt x="1" y="258"/>
                  </a:cubicBezTo>
                  <a:lnTo>
                    <a:pt x="1" y="4961"/>
                  </a:lnTo>
                  <a:cubicBezTo>
                    <a:pt x="1" y="5157"/>
                    <a:pt x="130" y="5218"/>
                    <a:pt x="259" y="5218"/>
                  </a:cubicBezTo>
                  <a:cubicBezTo>
                    <a:pt x="388" y="5218"/>
                    <a:pt x="517" y="5157"/>
                    <a:pt x="517" y="4961"/>
                  </a:cubicBezTo>
                  <a:lnTo>
                    <a:pt x="517" y="258"/>
                  </a:lnTo>
                  <a:cubicBezTo>
                    <a:pt x="517" y="129"/>
                    <a:pt x="388" y="0"/>
                    <a:pt x="2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7"/>
            <p:cNvSpPr/>
            <p:nvPr/>
          </p:nvSpPr>
          <p:spPr>
            <a:xfrm>
              <a:off x="4808050" y="2104325"/>
              <a:ext cx="267500" cy="269175"/>
            </a:xfrm>
            <a:custGeom>
              <a:avLst/>
              <a:gdLst/>
              <a:ahLst/>
              <a:cxnLst/>
              <a:rect l="l" t="t" r="r" b="b"/>
              <a:pathLst>
                <a:path w="10700" h="10767" extrusionOk="0">
                  <a:moveTo>
                    <a:pt x="5348" y="1"/>
                  </a:moveTo>
                  <a:cubicBezTo>
                    <a:pt x="2383" y="1"/>
                    <a:pt x="1" y="2388"/>
                    <a:pt x="1" y="5353"/>
                  </a:cubicBezTo>
                  <a:cubicBezTo>
                    <a:pt x="1" y="8380"/>
                    <a:pt x="2383" y="10767"/>
                    <a:pt x="5348" y="10767"/>
                  </a:cubicBezTo>
                  <a:cubicBezTo>
                    <a:pt x="8313" y="10767"/>
                    <a:pt x="10700" y="8380"/>
                    <a:pt x="10700" y="5353"/>
                  </a:cubicBezTo>
                  <a:cubicBezTo>
                    <a:pt x="10700" y="2388"/>
                    <a:pt x="8313" y="1"/>
                    <a:pt x="5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7"/>
            <p:cNvSpPr/>
            <p:nvPr/>
          </p:nvSpPr>
          <p:spPr>
            <a:xfrm>
              <a:off x="4880500" y="2304125"/>
              <a:ext cx="122475" cy="122500"/>
            </a:xfrm>
            <a:custGeom>
              <a:avLst/>
              <a:gdLst/>
              <a:ahLst/>
              <a:cxnLst/>
              <a:rect l="l" t="t" r="r" b="b"/>
              <a:pathLst>
                <a:path w="4899" h="4900" extrusionOk="0">
                  <a:moveTo>
                    <a:pt x="2450" y="1"/>
                  </a:moveTo>
                  <a:cubicBezTo>
                    <a:pt x="1099" y="1"/>
                    <a:pt x="1" y="1099"/>
                    <a:pt x="1" y="2450"/>
                  </a:cubicBezTo>
                  <a:cubicBezTo>
                    <a:pt x="1" y="3806"/>
                    <a:pt x="1099" y="4899"/>
                    <a:pt x="2450" y="4899"/>
                  </a:cubicBezTo>
                  <a:cubicBezTo>
                    <a:pt x="3806" y="4899"/>
                    <a:pt x="4899" y="3806"/>
                    <a:pt x="4899" y="2450"/>
                  </a:cubicBezTo>
                  <a:cubicBezTo>
                    <a:pt x="4899" y="1099"/>
                    <a:pt x="3806" y="1"/>
                    <a:pt x="245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7"/>
            <p:cNvSpPr/>
            <p:nvPr/>
          </p:nvSpPr>
          <p:spPr>
            <a:xfrm>
              <a:off x="4898300" y="2349250"/>
              <a:ext cx="35475" cy="30700"/>
            </a:xfrm>
            <a:custGeom>
              <a:avLst/>
              <a:gdLst/>
              <a:ahLst/>
              <a:cxnLst/>
              <a:rect l="l" t="t" r="r" b="b"/>
              <a:pathLst>
                <a:path w="1419" h="1228" extrusionOk="0">
                  <a:moveTo>
                    <a:pt x="258" y="1"/>
                  </a:moveTo>
                  <a:cubicBezTo>
                    <a:pt x="129" y="1"/>
                    <a:pt x="0" y="129"/>
                    <a:pt x="0" y="258"/>
                  </a:cubicBezTo>
                  <a:lnTo>
                    <a:pt x="0" y="454"/>
                  </a:lnTo>
                  <a:cubicBezTo>
                    <a:pt x="0" y="903"/>
                    <a:pt x="320" y="1228"/>
                    <a:pt x="707" y="1228"/>
                  </a:cubicBezTo>
                  <a:cubicBezTo>
                    <a:pt x="1093" y="1228"/>
                    <a:pt x="1418" y="903"/>
                    <a:pt x="1418" y="454"/>
                  </a:cubicBezTo>
                  <a:lnTo>
                    <a:pt x="1418" y="258"/>
                  </a:lnTo>
                  <a:cubicBezTo>
                    <a:pt x="1418" y="129"/>
                    <a:pt x="1289" y="1"/>
                    <a:pt x="1093" y="1"/>
                  </a:cubicBezTo>
                  <a:cubicBezTo>
                    <a:pt x="964" y="1"/>
                    <a:pt x="835" y="129"/>
                    <a:pt x="835" y="258"/>
                  </a:cubicBezTo>
                  <a:lnTo>
                    <a:pt x="835" y="454"/>
                  </a:lnTo>
                  <a:cubicBezTo>
                    <a:pt x="835" y="645"/>
                    <a:pt x="774" y="712"/>
                    <a:pt x="707" y="712"/>
                  </a:cubicBezTo>
                  <a:cubicBezTo>
                    <a:pt x="578" y="712"/>
                    <a:pt x="516" y="645"/>
                    <a:pt x="516" y="454"/>
                  </a:cubicBezTo>
                  <a:lnTo>
                    <a:pt x="516" y="258"/>
                  </a:lnTo>
                  <a:cubicBezTo>
                    <a:pt x="516" y="129"/>
                    <a:pt x="387" y="1"/>
                    <a:pt x="25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7"/>
            <p:cNvSpPr/>
            <p:nvPr/>
          </p:nvSpPr>
          <p:spPr>
            <a:xfrm>
              <a:off x="4949850" y="2349250"/>
              <a:ext cx="35475" cy="30700"/>
            </a:xfrm>
            <a:custGeom>
              <a:avLst/>
              <a:gdLst/>
              <a:ahLst/>
              <a:cxnLst/>
              <a:rect l="l" t="t" r="r" b="b"/>
              <a:pathLst>
                <a:path w="1419" h="1228" extrusionOk="0">
                  <a:moveTo>
                    <a:pt x="320" y="1"/>
                  </a:moveTo>
                  <a:cubicBezTo>
                    <a:pt x="130" y="1"/>
                    <a:pt x="1" y="129"/>
                    <a:pt x="1" y="258"/>
                  </a:cubicBezTo>
                  <a:lnTo>
                    <a:pt x="1" y="454"/>
                  </a:lnTo>
                  <a:cubicBezTo>
                    <a:pt x="1" y="903"/>
                    <a:pt x="320" y="1228"/>
                    <a:pt x="707" y="1228"/>
                  </a:cubicBezTo>
                  <a:cubicBezTo>
                    <a:pt x="1094" y="1228"/>
                    <a:pt x="1419" y="903"/>
                    <a:pt x="1419" y="454"/>
                  </a:cubicBezTo>
                  <a:lnTo>
                    <a:pt x="1419" y="258"/>
                  </a:lnTo>
                  <a:cubicBezTo>
                    <a:pt x="1419" y="129"/>
                    <a:pt x="1290" y="1"/>
                    <a:pt x="1161" y="1"/>
                  </a:cubicBezTo>
                  <a:cubicBezTo>
                    <a:pt x="1032" y="1"/>
                    <a:pt x="903" y="129"/>
                    <a:pt x="903" y="258"/>
                  </a:cubicBezTo>
                  <a:lnTo>
                    <a:pt x="903" y="454"/>
                  </a:lnTo>
                  <a:cubicBezTo>
                    <a:pt x="903" y="645"/>
                    <a:pt x="774" y="712"/>
                    <a:pt x="707" y="712"/>
                  </a:cubicBezTo>
                  <a:cubicBezTo>
                    <a:pt x="645" y="712"/>
                    <a:pt x="578" y="645"/>
                    <a:pt x="578" y="454"/>
                  </a:cubicBezTo>
                  <a:lnTo>
                    <a:pt x="578" y="258"/>
                  </a:lnTo>
                  <a:cubicBezTo>
                    <a:pt x="578" y="129"/>
                    <a:pt x="449" y="1"/>
                    <a:pt x="32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8" name="Google Shape;1978;p47"/>
          <p:cNvGrpSpPr/>
          <p:nvPr/>
        </p:nvGrpSpPr>
        <p:grpSpPr>
          <a:xfrm>
            <a:off x="5404149" y="1414696"/>
            <a:ext cx="410481" cy="419550"/>
            <a:chOff x="5457350" y="1321225"/>
            <a:chExt cx="436775" cy="446425"/>
          </a:xfrm>
        </p:grpSpPr>
        <p:sp>
          <p:nvSpPr>
            <p:cNvPr id="1979" name="Google Shape;1979;p47"/>
            <p:cNvSpPr/>
            <p:nvPr/>
          </p:nvSpPr>
          <p:spPr>
            <a:xfrm>
              <a:off x="5652400" y="1580700"/>
              <a:ext cx="46675" cy="95050"/>
            </a:xfrm>
            <a:custGeom>
              <a:avLst/>
              <a:gdLst/>
              <a:ahLst/>
              <a:cxnLst/>
              <a:rect l="l" t="t" r="r" b="b"/>
              <a:pathLst>
                <a:path w="1867" h="3802" extrusionOk="0">
                  <a:moveTo>
                    <a:pt x="0" y="1"/>
                  </a:moveTo>
                  <a:lnTo>
                    <a:pt x="0" y="3801"/>
                  </a:lnTo>
                  <a:lnTo>
                    <a:pt x="1867" y="3801"/>
                  </a:lnTo>
                  <a:lnTo>
                    <a:pt x="186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7"/>
            <p:cNvSpPr/>
            <p:nvPr/>
          </p:nvSpPr>
          <p:spPr>
            <a:xfrm>
              <a:off x="5591175" y="1321225"/>
              <a:ext cx="183700" cy="259500"/>
            </a:xfrm>
            <a:custGeom>
              <a:avLst/>
              <a:gdLst/>
              <a:ahLst/>
              <a:cxnLst/>
              <a:rect l="l" t="t" r="r" b="b"/>
              <a:pathLst>
                <a:path w="7348" h="10380" extrusionOk="0">
                  <a:moveTo>
                    <a:pt x="2124" y="0"/>
                  </a:moveTo>
                  <a:cubicBezTo>
                    <a:pt x="1738" y="0"/>
                    <a:pt x="1418" y="325"/>
                    <a:pt x="1418" y="712"/>
                  </a:cubicBezTo>
                  <a:lnTo>
                    <a:pt x="1418" y="3352"/>
                  </a:lnTo>
                  <a:lnTo>
                    <a:pt x="773" y="3352"/>
                  </a:lnTo>
                  <a:cubicBezTo>
                    <a:pt x="387" y="3352"/>
                    <a:pt x="0" y="3677"/>
                    <a:pt x="0" y="4063"/>
                  </a:cubicBezTo>
                  <a:lnTo>
                    <a:pt x="0" y="6255"/>
                  </a:lnTo>
                  <a:cubicBezTo>
                    <a:pt x="0" y="7415"/>
                    <a:pt x="964" y="8317"/>
                    <a:pt x="2063" y="8317"/>
                  </a:cubicBezTo>
                  <a:lnTo>
                    <a:pt x="2063" y="10184"/>
                  </a:lnTo>
                  <a:cubicBezTo>
                    <a:pt x="2063" y="10313"/>
                    <a:pt x="2124" y="10380"/>
                    <a:pt x="2253" y="10380"/>
                  </a:cubicBezTo>
                  <a:lnTo>
                    <a:pt x="4445" y="10380"/>
                  </a:lnTo>
                  <a:cubicBezTo>
                    <a:pt x="4574" y="10380"/>
                    <a:pt x="4641" y="10313"/>
                    <a:pt x="4641" y="10184"/>
                  </a:cubicBezTo>
                  <a:lnTo>
                    <a:pt x="4641" y="8250"/>
                  </a:lnTo>
                  <a:cubicBezTo>
                    <a:pt x="5347" y="8250"/>
                    <a:pt x="5992" y="7606"/>
                    <a:pt x="5992" y="6899"/>
                  </a:cubicBezTo>
                  <a:lnTo>
                    <a:pt x="6059" y="5481"/>
                  </a:lnTo>
                  <a:lnTo>
                    <a:pt x="6703" y="5801"/>
                  </a:lnTo>
                  <a:cubicBezTo>
                    <a:pt x="6734" y="5835"/>
                    <a:pt x="6766" y="5851"/>
                    <a:pt x="6799" y="5851"/>
                  </a:cubicBezTo>
                  <a:cubicBezTo>
                    <a:pt x="6831" y="5851"/>
                    <a:pt x="6863" y="5835"/>
                    <a:pt x="6894" y="5801"/>
                  </a:cubicBezTo>
                  <a:lnTo>
                    <a:pt x="7219" y="5610"/>
                  </a:lnTo>
                  <a:cubicBezTo>
                    <a:pt x="7348" y="5543"/>
                    <a:pt x="7348" y="5414"/>
                    <a:pt x="7219" y="5353"/>
                  </a:cubicBezTo>
                  <a:lnTo>
                    <a:pt x="6121" y="4383"/>
                  </a:lnTo>
                  <a:cubicBezTo>
                    <a:pt x="6121" y="4352"/>
                    <a:pt x="6088" y="4337"/>
                    <a:pt x="6048" y="4337"/>
                  </a:cubicBezTo>
                  <a:cubicBezTo>
                    <a:pt x="6008" y="4337"/>
                    <a:pt x="5961" y="4352"/>
                    <a:pt x="5930" y="4383"/>
                  </a:cubicBezTo>
                  <a:lnTo>
                    <a:pt x="4770" y="5095"/>
                  </a:lnTo>
                  <a:lnTo>
                    <a:pt x="4770" y="4450"/>
                  </a:lnTo>
                  <a:lnTo>
                    <a:pt x="5476" y="3290"/>
                  </a:lnTo>
                  <a:lnTo>
                    <a:pt x="6249" y="3610"/>
                  </a:lnTo>
                  <a:cubicBezTo>
                    <a:pt x="6378" y="3610"/>
                    <a:pt x="6507" y="3548"/>
                    <a:pt x="6507" y="3481"/>
                  </a:cubicBezTo>
                  <a:lnTo>
                    <a:pt x="6703" y="2965"/>
                  </a:lnTo>
                  <a:cubicBezTo>
                    <a:pt x="6703" y="2903"/>
                    <a:pt x="6703" y="2774"/>
                    <a:pt x="6574" y="2707"/>
                  </a:cubicBezTo>
                  <a:lnTo>
                    <a:pt x="5476" y="2192"/>
                  </a:lnTo>
                  <a:lnTo>
                    <a:pt x="5605" y="1614"/>
                  </a:lnTo>
                  <a:cubicBezTo>
                    <a:pt x="5605" y="1547"/>
                    <a:pt x="5543" y="1418"/>
                    <a:pt x="5476" y="1418"/>
                  </a:cubicBezTo>
                  <a:lnTo>
                    <a:pt x="3929" y="1161"/>
                  </a:lnTo>
                  <a:cubicBezTo>
                    <a:pt x="3867" y="1161"/>
                    <a:pt x="3738" y="1161"/>
                    <a:pt x="3738" y="1228"/>
                  </a:cubicBezTo>
                  <a:lnTo>
                    <a:pt x="2769" y="3032"/>
                  </a:lnTo>
                  <a:lnTo>
                    <a:pt x="2769" y="712"/>
                  </a:lnTo>
                  <a:cubicBezTo>
                    <a:pt x="2769" y="325"/>
                    <a:pt x="2449" y="0"/>
                    <a:pt x="2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7"/>
            <p:cNvSpPr/>
            <p:nvPr/>
          </p:nvSpPr>
          <p:spPr>
            <a:xfrm>
              <a:off x="5457350" y="1630600"/>
              <a:ext cx="436775" cy="137050"/>
            </a:xfrm>
            <a:custGeom>
              <a:avLst/>
              <a:gdLst/>
              <a:ahLst/>
              <a:cxnLst/>
              <a:rect l="l" t="t" r="r" b="b"/>
              <a:pathLst>
                <a:path w="17471" h="5482" extrusionOk="0">
                  <a:moveTo>
                    <a:pt x="6704" y="0"/>
                  </a:moveTo>
                  <a:cubicBezTo>
                    <a:pt x="5673" y="0"/>
                    <a:pt x="4837" y="712"/>
                    <a:pt x="4709" y="1676"/>
                  </a:cubicBezTo>
                  <a:cubicBezTo>
                    <a:pt x="4407" y="1139"/>
                    <a:pt x="3886" y="767"/>
                    <a:pt x="3243" y="767"/>
                  </a:cubicBezTo>
                  <a:cubicBezTo>
                    <a:pt x="3194" y="767"/>
                    <a:pt x="3145" y="769"/>
                    <a:pt x="3095" y="774"/>
                  </a:cubicBezTo>
                  <a:cubicBezTo>
                    <a:pt x="2321" y="841"/>
                    <a:pt x="1677" y="1485"/>
                    <a:pt x="1548" y="2259"/>
                  </a:cubicBezTo>
                  <a:cubicBezTo>
                    <a:pt x="1548" y="2450"/>
                    <a:pt x="1548" y="2707"/>
                    <a:pt x="1615" y="2903"/>
                  </a:cubicBezTo>
                  <a:cubicBezTo>
                    <a:pt x="1486" y="2836"/>
                    <a:pt x="1357" y="2836"/>
                    <a:pt x="1228" y="2836"/>
                  </a:cubicBezTo>
                  <a:cubicBezTo>
                    <a:pt x="584" y="2836"/>
                    <a:pt x="1" y="3290"/>
                    <a:pt x="1" y="3935"/>
                  </a:cubicBezTo>
                  <a:lnTo>
                    <a:pt x="1" y="5353"/>
                  </a:lnTo>
                  <a:cubicBezTo>
                    <a:pt x="1" y="5414"/>
                    <a:pt x="68" y="5482"/>
                    <a:pt x="197" y="5482"/>
                  </a:cubicBezTo>
                  <a:lnTo>
                    <a:pt x="17274" y="5482"/>
                  </a:lnTo>
                  <a:cubicBezTo>
                    <a:pt x="17403" y="5482"/>
                    <a:pt x="17470" y="5414"/>
                    <a:pt x="17470" y="5353"/>
                  </a:cubicBezTo>
                  <a:lnTo>
                    <a:pt x="17470" y="4579"/>
                  </a:lnTo>
                  <a:lnTo>
                    <a:pt x="17470" y="4064"/>
                  </a:lnTo>
                  <a:lnTo>
                    <a:pt x="17470" y="3935"/>
                  </a:lnTo>
                  <a:cubicBezTo>
                    <a:pt x="17470" y="3739"/>
                    <a:pt x="17341" y="3481"/>
                    <a:pt x="17212" y="3352"/>
                  </a:cubicBezTo>
                  <a:cubicBezTo>
                    <a:pt x="17145" y="3223"/>
                    <a:pt x="17084" y="3161"/>
                    <a:pt x="16955" y="3032"/>
                  </a:cubicBezTo>
                  <a:lnTo>
                    <a:pt x="16630" y="2903"/>
                  </a:lnTo>
                  <a:cubicBezTo>
                    <a:pt x="16697" y="2774"/>
                    <a:pt x="16697" y="2579"/>
                    <a:pt x="16697" y="2450"/>
                  </a:cubicBezTo>
                  <a:cubicBezTo>
                    <a:pt x="16697" y="1547"/>
                    <a:pt x="15985" y="774"/>
                    <a:pt x="15083" y="774"/>
                  </a:cubicBezTo>
                  <a:cubicBezTo>
                    <a:pt x="14634" y="774"/>
                    <a:pt x="14248" y="903"/>
                    <a:pt x="13990" y="1161"/>
                  </a:cubicBezTo>
                  <a:cubicBezTo>
                    <a:pt x="13665" y="454"/>
                    <a:pt x="12959" y="0"/>
                    <a:pt x="12118" y="0"/>
                  </a:cubicBezTo>
                  <a:cubicBezTo>
                    <a:pt x="11283" y="0"/>
                    <a:pt x="10571" y="516"/>
                    <a:pt x="10252" y="1228"/>
                  </a:cubicBezTo>
                  <a:cubicBezTo>
                    <a:pt x="10056" y="1032"/>
                    <a:pt x="9736" y="970"/>
                    <a:pt x="9478" y="970"/>
                  </a:cubicBezTo>
                  <a:cubicBezTo>
                    <a:pt x="9153" y="970"/>
                    <a:pt x="8834" y="1099"/>
                    <a:pt x="8638" y="1289"/>
                  </a:cubicBezTo>
                  <a:cubicBezTo>
                    <a:pt x="8318" y="516"/>
                    <a:pt x="7544"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2" name="Google Shape;1982;p47"/>
          <p:cNvSpPr/>
          <p:nvPr/>
        </p:nvSpPr>
        <p:spPr>
          <a:xfrm>
            <a:off x="5500943" y="2075425"/>
            <a:ext cx="237840" cy="420490"/>
          </a:xfrm>
          <a:custGeom>
            <a:avLst/>
            <a:gdLst/>
            <a:ahLst/>
            <a:cxnLst/>
            <a:rect l="l" t="t" r="r" b="b"/>
            <a:pathLst>
              <a:path w="10123" h="17897" extrusionOk="0">
                <a:moveTo>
                  <a:pt x="1888" y="1"/>
                </a:moveTo>
                <a:cubicBezTo>
                  <a:pt x="1861" y="1"/>
                  <a:pt x="1834" y="17"/>
                  <a:pt x="1806" y="45"/>
                </a:cubicBezTo>
                <a:lnTo>
                  <a:pt x="455" y="1009"/>
                </a:lnTo>
                <a:cubicBezTo>
                  <a:pt x="326" y="1076"/>
                  <a:pt x="326" y="1205"/>
                  <a:pt x="455" y="1267"/>
                </a:cubicBezTo>
                <a:lnTo>
                  <a:pt x="841" y="1334"/>
                </a:lnTo>
                <a:cubicBezTo>
                  <a:pt x="584" y="2108"/>
                  <a:pt x="455" y="2943"/>
                  <a:pt x="326" y="3716"/>
                </a:cubicBezTo>
                <a:cubicBezTo>
                  <a:pt x="130" y="4876"/>
                  <a:pt x="1" y="6361"/>
                  <a:pt x="841" y="7326"/>
                </a:cubicBezTo>
                <a:cubicBezTo>
                  <a:pt x="1677" y="8295"/>
                  <a:pt x="3033" y="8615"/>
                  <a:pt x="4255" y="8682"/>
                </a:cubicBezTo>
                <a:lnTo>
                  <a:pt x="4255" y="17190"/>
                </a:lnTo>
                <a:cubicBezTo>
                  <a:pt x="4255" y="17576"/>
                  <a:pt x="4580" y="17896"/>
                  <a:pt x="4966" y="17896"/>
                </a:cubicBezTo>
                <a:lnTo>
                  <a:pt x="5157" y="17896"/>
                </a:lnTo>
                <a:cubicBezTo>
                  <a:pt x="5544" y="17896"/>
                  <a:pt x="5802" y="17576"/>
                  <a:pt x="5802" y="17190"/>
                </a:cubicBezTo>
                <a:lnTo>
                  <a:pt x="5802" y="8682"/>
                </a:lnTo>
                <a:cubicBezTo>
                  <a:pt x="6900" y="8615"/>
                  <a:pt x="8060" y="8357"/>
                  <a:pt x="8895" y="7712"/>
                </a:cubicBezTo>
                <a:lnTo>
                  <a:pt x="9282" y="7326"/>
                </a:lnTo>
                <a:cubicBezTo>
                  <a:pt x="10123" y="6361"/>
                  <a:pt x="9994" y="4876"/>
                  <a:pt x="9798" y="3716"/>
                </a:cubicBezTo>
                <a:cubicBezTo>
                  <a:pt x="9669" y="2943"/>
                  <a:pt x="9540" y="2108"/>
                  <a:pt x="9282" y="1334"/>
                </a:cubicBezTo>
                <a:lnTo>
                  <a:pt x="9669" y="1267"/>
                </a:lnTo>
                <a:cubicBezTo>
                  <a:pt x="9736" y="1205"/>
                  <a:pt x="9798" y="1076"/>
                  <a:pt x="9669" y="1009"/>
                </a:cubicBezTo>
                <a:lnTo>
                  <a:pt x="8318" y="45"/>
                </a:lnTo>
                <a:cubicBezTo>
                  <a:pt x="8290" y="17"/>
                  <a:pt x="8263" y="1"/>
                  <a:pt x="8236" y="1"/>
                </a:cubicBezTo>
                <a:cubicBezTo>
                  <a:pt x="8198" y="1"/>
                  <a:pt x="8161" y="32"/>
                  <a:pt x="8122" y="107"/>
                </a:cubicBezTo>
                <a:lnTo>
                  <a:pt x="7416" y="1592"/>
                </a:lnTo>
                <a:cubicBezTo>
                  <a:pt x="7416" y="1696"/>
                  <a:pt x="7456" y="1801"/>
                  <a:pt x="7540" y="1801"/>
                </a:cubicBezTo>
                <a:cubicBezTo>
                  <a:pt x="7560" y="1801"/>
                  <a:pt x="7582" y="1795"/>
                  <a:pt x="7606" y="1783"/>
                </a:cubicBezTo>
                <a:lnTo>
                  <a:pt x="8060" y="1721"/>
                </a:lnTo>
                <a:lnTo>
                  <a:pt x="8060" y="1721"/>
                </a:lnTo>
                <a:cubicBezTo>
                  <a:pt x="9282" y="5588"/>
                  <a:pt x="7931" y="6423"/>
                  <a:pt x="6900" y="6490"/>
                </a:cubicBezTo>
                <a:cubicBezTo>
                  <a:pt x="6864" y="6494"/>
                  <a:pt x="6828" y="6496"/>
                  <a:pt x="6793" y="6496"/>
                </a:cubicBezTo>
                <a:cubicBezTo>
                  <a:pt x="6263" y="6496"/>
                  <a:pt x="5869" y="6068"/>
                  <a:pt x="5869" y="5521"/>
                </a:cubicBezTo>
                <a:lnTo>
                  <a:pt x="5869" y="1721"/>
                </a:lnTo>
                <a:lnTo>
                  <a:pt x="6127" y="1721"/>
                </a:lnTo>
                <a:cubicBezTo>
                  <a:pt x="6255" y="1721"/>
                  <a:pt x="6317" y="1592"/>
                  <a:pt x="6255" y="1525"/>
                </a:cubicBezTo>
                <a:lnTo>
                  <a:pt x="5157" y="236"/>
                </a:lnTo>
                <a:cubicBezTo>
                  <a:pt x="5126" y="205"/>
                  <a:pt x="5094" y="189"/>
                  <a:pt x="5062" y="189"/>
                </a:cubicBezTo>
                <a:cubicBezTo>
                  <a:pt x="5030" y="189"/>
                  <a:pt x="4997" y="205"/>
                  <a:pt x="4966" y="236"/>
                </a:cubicBezTo>
                <a:lnTo>
                  <a:pt x="3868" y="1525"/>
                </a:lnTo>
                <a:cubicBezTo>
                  <a:pt x="3806" y="1592"/>
                  <a:pt x="3868" y="1721"/>
                  <a:pt x="3997" y="1721"/>
                </a:cubicBezTo>
                <a:lnTo>
                  <a:pt x="4255" y="1721"/>
                </a:lnTo>
                <a:lnTo>
                  <a:pt x="4255" y="5521"/>
                </a:lnTo>
                <a:cubicBezTo>
                  <a:pt x="4255" y="6068"/>
                  <a:pt x="3860" y="6496"/>
                  <a:pt x="3330" y="6496"/>
                </a:cubicBezTo>
                <a:cubicBezTo>
                  <a:pt x="3295" y="6496"/>
                  <a:pt x="3260" y="6494"/>
                  <a:pt x="3224" y="6490"/>
                </a:cubicBezTo>
                <a:cubicBezTo>
                  <a:pt x="2192" y="6423"/>
                  <a:pt x="841" y="5588"/>
                  <a:pt x="2063" y="1721"/>
                </a:cubicBezTo>
                <a:lnTo>
                  <a:pt x="2063" y="1721"/>
                </a:lnTo>
                <a:lnTo>
                  <a:pt x="2517" y="1783"/>
                </a:lnTo>
                <a:cubicBezTo>
                  <a:pt x="2541" y="1795"/>
                  <a:pt x="2563" y="1801"/>
                  <a:pt x="2583" y="1801"/>
                </a:cubicBezTo>
                <a:cubicBezTo>
                  <a:pt x="2665" y="1801"/>
                  <a:pt x="2696" y="1696"/>
                  <a:pt x="2646" y="1592"/>
                </a:cubicBezTo>
                <a:lnTo>
                  <a:pt x="2001" y="107"/>
                </a:lnTo>
                <a:cubicBezTo>
                  <a:pt x="1963" y="32"/>
                  <a:pt x="1925" y="1"/>
                  <a:pt x="18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83" name="Google Shape;1983;p47"/>
          <p:cNvGrpSpPr/>
          <p:nvPr/>
        </p:nvGrpSpPr>
        <p:grpSpPr>
          <a:xfrm>
            <a:off x="4059436" y="1420757"/>
            <a:ext cx="307479" cy="419550"/>
            <a:chOff x="4026500" y="1327675"/>
            <a:chExt cx="327175" cy="446425"/>
          </a:xfrm>
        </p:grpSpPr>
        <p:sp>
          <p:nvSpPr>
            <p:cNvPr id="1984" name="Google Shape;1984;p47"/>
            <p:cNvSpPr/>
            <p:nvPr/>
          </p:nvSpPr>
          <p:spPr>
            <a:xfrm>
              <a:off x="4026500" y="1327675"/>
              <a:ext cx="327175" cy="446425"/>
            </a:xfrm>
            <a:custGeom>
              <a:avLst/>
              <a:gdLst/>
              <a:ahLst/>
              <a:cxnLst/>
              <a:rect l="l" t="t" r="r" b="b"/>
              <a:pathLst>
                <a:path w="13087" h="17857" extrusionOk="0">
                  <a:moveTo>
                    <a:pt x="6317" y="0"/>
                  </a:moveTo>
                  <a:cubicBezTo>
                    <a:pt x="5481" y="0"/>
                    <a:pt x="4641" y="196"/>
                    <a:pt x="3867" y="645"/>
                  </a:cubicBezTo>
                  <a:cubicBezTo>
                    <a:pt x="2836" y="1160"/>
                    <a:pt x="2130" y="2063"/>
                    <a:pt x="1614" y="3094"/>
                  </a:cubicBezTo>
                  <a:cubicBezTo>
                    <a:pt x="0" y="6445"/>
                    <a:pt x="970" y="9926"/>
                    <a:pt x="1032" y="13473"/>
                  </a:cubicBezTo>
                  <a:cubicBezTo>
                    <a:pt x="1032" y="13860"/>
                    <a:pt x="1032" y="14247"/>
                    <a:pt x="970" y="14634"/>
                  </a:cubicBezTo>
                  <a:cubicBezTo>
                    <a:pt x="970" y="14891"/>
                    <a:pt x="970" y="15149"/>
                    <a:pt x="841" y="15340"/>
                  </a:cubicBezTo>
                  <a:cubicBezTo>
                    <a:pt x="774" y="15665"/>
                    <a:pt x="712" y="15985"/>
                    <a:pt x="712" y="16242"/>
                  </a:cubicBezTo>
                  <a:cubicBezTo>
                    <a:pt x="712" y="17145"/>
                    <a:pt x="1418" y="17856"/>
                    <a:pt x="2321" y="17856"/>
                  </a:cubicBezTo>
                  <a:cubicBezTo>
                    <a:pt x="2965" y="17856"/>
                    <a:pt x="3481" y="17531"/>
                    <a:pt x="3739" y="16954"/>
                  </a:cubicBezTo>
                  <a:cubicBezTo>
                    <a:pt x="3996" y="17531"/>
                    <a:pt x="4579" y="17856"/>
                    <a:pt x="5157" y="17856"/>
                  </a:cubicBezTo>
                  <a:cubicBezTo>
                    <a:pt x="5739" y="17856"/>
                    <a:pt x="6255" y="17531"/>
                    <a:pt x="6575" y="17145"/>
                  </a:cubicBezTo>
                  <a:cubicBezTo>
                    <a:pt x="6832" y="17531"/>
                    <a:pt x="7348" y="17856"/>
                    <a:pt x="7931" y="17856"/>
                  </a:cubicBezTo>
                  <a:cubicBezTo>
                    <a:pt x="8508" y="17856"/>
                    <a:pt x="9091" y="17531"/>
                    <a:pt x="9349" y="16954"/>
                  </a:cubicBezTo>
                  <a:cubicBezTo>
                    <a:pt x="9606" y="17531"/>
                    <a:pt x="10184" y="17856"/>
                    <a:pt x="10767" y="17856"/>
                  </a:cubicBezTo>
                  <a:cubicBezTo>
                    <a:pt x="11669" y="17856"/>
                    <a:pt x="12375" y="17145"/>
                    <a:pt x="12375" y="16242"/>
                  </a:cubicBezTo>
                  <a:cubicBezTo>
                    <a:pt x="12375" y="16052"/>
                    <a:pt x="12375" y="15923"/>
                    <a:pt x="12313" y="15727"/>
                  </a:cubicBezTo>
                  <a:lnTo>
                    <a:pt x="12375" y="15727"/>
                  </a:lnTo>
                  <a:cubicBezTo>
                    <a:pt x="12056" y="15020"/>
                    <a:pt x="12056" y="14247"/>
                    <a:pt x="12056" y="13473"/>
                  </a:cubicBezTo>
                  <a:cubicBezTo>
                    <a:pt x="12118" y="9926"/>
                    <a:pt x="13087" y="6445"/>
                    <a:pt x="11473" y="3094"/>
                  </a:cubicBezTo>
                  <a:cubicBezTo>
                    <a:pt x="11024" y="2063"/>
                    <a:pt x="10251" y="1160"/>
                    <a:pt x="9220" y="645"/>
                  </a:cubicBezTo>
                  <a:cubicBezTo>
                    <a:pt x="8508" y="196"/>
                    <a:pt x="7673" y="0"/>
                    <a:pt x="67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7"/>
            <p:cNvSpPr/>
            <p:nvPr/>
          </p:nvSpPr>
          <p:spPr>
            <a:xfrm>
              <a:off x="4163525" y="1522700"/>
              <a:ext cx="43475" cy="54825"/>
            </a:xfrm>
            <a:custGeom>
              <a:avLst/>
              <a:gdLst/>
              <a:ahLst/>
              <a:cxnLst/>
              <a:rect l="l" t="t" r="r" b="b"/>
              <a:pathLst>
                <a:path w="1739" h="2193" extrusionOk="0">
                  <a:moveTo>
                    <a:pt x="903" y="516"/>
                  </a:moveTo>
                  <a:cubicBezTo>
                    <a:pt x="1032" y="516"/>
                    <a:pt x="1222" y="707"/>
                    <a:pt x="1222" y="836"/>
                  </a:cubicBezTo>
                  <a:lnTo>
                    <a:pt x="1222" y="1290"/>
                  </a:lnTo>
                  <a:cubicBezTo>
                    <a:pt x="1222" y="1480"/>
                    <a:pt x="1032" y="1609"/>
                    <a:pt x="903" y="1609"/>
                  </a:cubicBezTo>
                  <a:cubicBezTo>
                    <a:pt x="707" y="1609"/>
                    <a:pt x="578" y="1480"/>
                    <a:pt x="578" y="1290"/>
                  </a:cubicBezTo>
                  <a:lnTo>
                    <a:pt x="578" y="836"/>
                  </a:lnTo>
                  <a:cubicBezTo>
                    <a:pt x="578" y="707"/>
                    <a:pt x="707" y="516"/>
                    <a:pt x="903" y="516"/>
                  </a:cubicBezTo>
                  <a:close/>
                  <a:moveTo>
                    <a:pt x="903" y="1"/>
                  </a:moveTo>
                  <a:cubicBezTo>
                    <a:pt x="387" y="1"/>
                    <a:pt x="0" y="387"/>
                    <a:pt x="0" y="836"/>
                  </a:cubicBezTo>
                  <a:lnTo>
                    <a:pt x="0" y="1290"/>
                  </a:lnTo>
                  <a:cubicBezTo>
                    <a:pt x="0" y="1805"/>
                    <a:pt x="387" y="2192"/>
                    <a:pt x="903" y="2192"/>
                  </a:cubicBezTo>
                  <a:cubicBezTo>
                    <a:pt x="1351" y="2192"/>
                    <a:pt x="1738" y="1805"/>
                    <a:pt x="1738" y="1290"/>
                  </a:cubicBezTo>
                  <a:lnTo>
                    <a:pt x="1738" y="836"/>
                  </a:lnTo>
                  <a:cubicBezTo>
                    <a:pt x="1738" y="387"/>
                    <a:pt x="1351" y="1"/>
                    <a:pt x="9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7"/>
            <p:cNvSpPr/>
            <p:nvPr/>
          </p:nvSpPr>
          <p:spPr>
            <a:xfrm>
              <a:off x="4119950" y="1475900"/>
              <a:ext cx="46825" cy="41925"/>
            </a:xfrm>
            <a:custGeom>
              <a:avLst/>
              <a:gdLst/>
              <a:ahLst/>
              <a:cxnLst/>
              <a:rect l="l" t="t" r="r" b="b"/>
              <a:pathLst>
                <a:path w="1873" h="1677" extrusionOk="0">
                  <a:moveTo>
                    <a:pt x="325" y="1"/>
                  </a:moveTo>
                  <a:cubicBezTo>
                    <a:pt x="129" y="1"/>
                    <a:pt x="1" y="130"/>
                    <a:pt x="1" y="326"/>
                  </a:cubicBezTo>
                  <a:lnTo>
                    <a:pt x="1" y="584"/>
                  </a:lnTo>
                  <a:cubicBezTo>
                    <a:pt x="1" y="1161"/>
                    <a:pt x="454" y="1677"/>
                    <a:pt x="970" y="1677"/>
                  </a:cubicBezTo>
                  <a:cubicBezTo>
                    <a:pt x="1486" y="1677"/>
                    <a:pt x="1872" y="1161"/>
                    <a:pt x="1872" y="584"/>
                  </a:cubicBezTo>
                  <a:lnTo>
                    <a:pt x="1872" y="326"/>
                  </a:lnTo>
                  <a:cubicBezTo>
                    <a:pt x="1872" y="130"/>
                    <a:pt x="1743" y="1"/>
                    <a:pt x="1614" y="1"/>
                  </a:cubicBezTo>
                  <a:cubicBezTo>
                    <a:pt x="1486" y="1"/>
                    <a:pt x="1357" y="130"/>
                    <a:pt x="1357" y="326"/>
                  </a:cubicBezTo>
                  <a:lnTo>
                    <a:pt x="1357" y="584"/>
                  </a:lnTo>
                  <a:cubicBezTo>
                    <a:pt x="1357" y="903"/>
                    <a:pt x="1161" y="1099"/>
                    <a:pt x="970" y="1099"/>
                  </a:cubicBezTo>
                  <a:cubicBezTo>
                    <a:pt x="712" y="1099"/>
                    <a:pt x="583" y="903"/>
                    <a:pt x="583" y="584"/>
                  </a:cubicBezTo>
                  <a:lnTo>
                    <a:pt x="583" y="326"/>
                  </a:lnTo>
                  <a:cubicBezTo>
                    <a:pt x="583" y="130"/>
                    <a:pt x="454" y="1"/>
                    <a:pt x="32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7"/>
            <p:cNvSpPr/>
            <p:nvPr/>
          </p:nvSpPr>
          <p:spPr>
            <a:xfrm>
              <a:off x="4200525" y="1475900"/>
              <a:ext cx="45125" cy="41925"/>
            </a:xfrm>
            <a:custGeom>
              <a:avLst/>
              <a:gdLst/>
              <a:ahLst/>
              <a:cxnLst/>
              <a:rect l="l" t="t" r="r" b="b"/>
              <a:pathLst>
                <a:path w="1805" h="1677" extrusionOk="0">
                  <a:moveTo>
                    <a:pt x="258" y="1"/>
                  </a:moveTo>
                  <a:cubicBezTo>
                    <a:pt x="67" y="1"/>
                    <a:pt x="0" y="130"/>
                    <a:pt x="0" y="326"/>
                  </a:cubicBezTo>
                  <a:lnTo>
                    <a:pt x="0" y="584"/>
                  </a:lnTo>
                  <a:cubicBezTo>
                    <a:pt x="0" y="1161"/>
                    <a:pt x="387" y="1677"/>
                    <a:pt x="903" y="1677"/>
                  </a:cubicBezTo>
                  <a:cubicBezTo>
                    <a:pt x="1418" y="1677"/>
                    <a:pt x="1805" y="1161"/>
                    <a:pt x="1805" y="584"/>
                  </a:cubicBezTo>
                  <a:lnTo>
                    <a:pt x="1805" y="326"/>
                  </a:lnTo>
                  <a:cubicBezTo>
                    <a:pt x="1805" y="130"/>
                    <a:pt x="1676" y="1"/>
                    <a:pt x="1547" y="1"/>
                  </a:cubicBezTo>
                  <a:cubicBezTo>
                    <a:pt x="1418" y="1"/>
                    <a:pt x="1289" y="130"/>
                    <a:pt x="1289" y="326"/>
                  </a:cubicBezTo>
                  <a:lnTo>
                    <a:pt x="1289" y="584"/>
                  </a:lnTo>
                  <a:cubicBezTo>
                    <a:pt x="1289" y="903"/>
                    <a:pt x="1099" y="1099"/>
                    <a:pt x="903" y="1099"/>
                  </a:cubicBezTo>
                  <a:cubicBezTo>
                    <a:pt x="712" y="1099"/>
                    <a:pt x="516" y="903"/>
                    <a:pt x="516" y="584"/>
                  </a:cubicBezTo>
                  <a:lnTo>
                    <a:pt x="516" y="326"/>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7"/>
          <p:cNvGrpSpPr/>
          <p:nvPr/>
        </p:nvGrpSpPr>
        <p:grpSpPr>
          <a:xfrm>
            <a:off x="4129099" y="2038605"/>
            <a:ext cx="196888" cy="421007"/>
            <a:chOff x="4100625" y="1985100"/>
            <a:chExt cx="209500" cy="447975"/>
          </a:xfrm>
        </p:grpSpPr>
        <p:sp>
          <p:nvSpPr>
            <p:cNvPr id="1989" name="Google Shape;1989;p47"/>
            <p:cNvSpPr/>
            <p:nvPr/>
          </p:nvSpPr>
          <p:spPr>
            <a:xfrm>
              <a:off x="4100625" y="2033425"/>
              <a:ext cx="209500" cy="399650"/>
            </a:xfrm>
            <a:custGeom>
              <a:avLst/>
              <a:gdLst/>
              <a:ahLst/>
              <a:cxnLst/>
              <a:rect l="l" t="t" r="r" b="b"/>
              <a:pathLst>
                <a:path w="8380" h="15986" extrusionOk="0">
                  <a:moveTo>
                    <a:pt x="2387" y="1"/>
                  </a:moveTo>
                  <a:cubicBezTo>
                    <a:pt x="2130" y="1"/>
                    <a:pt x="1934" y="197"/>
                    <a:pt x="2001" y="454"/>
                  </a:cubicBezTo>
                  <a:lnTo>
                    <a:pt x="2130" y="1290"/>
                  </a:lnTo>
                  <a:cubicBezTo>
                    <a:pt x="2192" y="1486"/>
                    <a:pt x="2320" y="1615"/>
                    <a:pt x="2516" y="1615"/>
                  </a:cubicBezTo>
                  <a:lnTo>
                    <a:pt x="2836" y="1615"/>
                  </a:lnTo>
                  <a:cubicBezTo>
                    <a:pt x="2836" y="1615"/>
                    <a:pt x="3290" y="3419"/>
                    <a:pt x="2903" y="5028"/>
                  </a:cubicBezTo>
                  <a:cubicBezTo>
                    <a:pt x="2903" y="5028"/>
                    <a:pt x="2707" y="5802"/>
                    <a:pt x="1872" y="6059"/>
                  </a:cubicBezTo>
                  <a:cubicBezTo>
                    <a:pt x="1676" y="6059"/>
                    <a:pt x="1485" y="6188"/>
                    <a:pt x="1289" y="6317"/>
                  </a:cubicBezTo>
                  <a:cubicBezTo>
                    <a:pt x="774" y="6771"/>
                    <a:pt x="0" y="7931"/>
                    <a:pt x="516" y="10509"/>
                  </a:cubicBezTo>
                  <a:lnTo>
                    <a:pt x="1227" y="14119"/>
                  </a:lnTo>
                  <a:lnTo>
                    <a:pt x="1485" y="15470"/>
                  </a:lnTo>
                  <a:cubicBezTo>
                    <a:pt x="1547" y="15794"/>
                    <a:pt x="1805" y="15985"/>
                    <a:pt x="2130" y="15985"/>
                  </a:cubicBezTo>
                  <a:lnTo>
                    <a:pt x="6317" y="15985"/>
                  </a:lnTo>
                  <a:cubicBezTo>
                    <a:pt x="6641" y="15985"/>
                    <a:pt x="6899" y="15794"/>
                    <a:pt x="6961" y="15470"/>
                  </a:cubicBezTo>
                  <a:lnTo>
                    <a:pt x="7219" y="14119"/>
                  </a:lnTo>
                  <a:lnTo>
                    <a:pt x="7930" y="10509"/>
                  </a:lnTo>
                  <a:cubicBezTo>
                    <a:pt x="8379" y="8122"/>
                    <a:pt x="7735" y="6962"/>
                    <a:pt x="7219" y="6446"/>
                  </a:cubicBezTo>
                  <a:cubicBezTo>
                    <a:pt x="7028" y="6255"/>
                    <a:pt x="6832" y="6126"/>
                    <a:pt x="6512" y="5997"/>
                  </a:cubicBezTo>
                  <a:cubicBezTo>
                    <a:pt x="5672" y="5802"/>
                    <a:pt x="5543" y="5028"/>
                    <a:pt x="5543" y="5028"/>
                  </a:cubicBezTo>
                  <a:cubicBezTo>
                    <a:pt x="5095" y="3419"/>
                    <a:pt x="5543" y="1615"/>
                    <a:pt x="5543" y="1615"/>
                  </a:cubicBezTo>
                  <a:lnTo>
                    <a:pt x="5868" y="1615"/>
                  </a:lnTo>
                  <a:cubicBezTo>
                    <a:pt x="6126" y="1615"/>
                    <a:pt x="6255" y="1486"/>
                    <a:pt x="6317" y="1290"/>
                  </a:cubicBezTo>
                  <a:lnTo>
                    <a:pt x="6445" y="454"/>
                  </a:lnTo>
                  <a:cubicBezTo>
                    <a:pt x="6512" y="197"/>
                    <a:pt x="6317" y="1"/>
                    <a:pt x="60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7"/>
            <p:cNvSpPr/>
            <p:nvPr/>
          </p:nvSpPr>
          <p:spPr>
            <a:xfrm>
              <a:off x="4160300" y="2219700"/>
              <a:ext cx="93475" cy="98450"/>
            </a:xfrm>
            <a:custGeom>
              <a:avLst/>
              <a:gdLst/>
              <a:ahLst/>
              <a:cxnLst/>
              <a:rect l="l" t="t" r="r" b="b"/>
              <a:pathLst>
                <a:path w="3739" h="3938" extrusionOk="0">
                  <a:moveTo>
                    <a:pt x="2609" y="1"/>
                  </a:moveTo>
                  <a:cubicBezTo>
                    <a:pt x="2540" y="1"/>
                    <a:pt x="2494" y="46"/>
                    <a:pt x="2450" y="93"/>
                  </a:cubicBezTo>
                  <a:lnTo>
                    <a:pt x="1676" y="1186"/>
                  </a:lnTo>
                  <a:cubicBezTo>
                    <a:pt x="1643" y="1220"/>
                    <a:pt x="1594" y="1237"/>
                    <a:pt x="1545" y="1237"/>
                  </a:cubicBezTo>
                  <a:cubicBezTo>
                    <a:pt x="1497" y="1237"/>
                    <a:pt x="1449" y="1220"/>
                    <a:pt x="1418" y="1186"/>
                  </a:cubicBezTo>
                  <a:lnTo>
                    <a:pt x="903" y="671"/>
                  </a:lnTo>
                  <a:cubicBezTo>
                    <a:pt x="869" y="640"/>
                    <a:pt x="837" y="624"/>
                    <a:pt x="805" y="624"/>
                  </a:cubicBezTo>
                  <a:cubicBezTo>
                    <a:pt x="773" y="624"/>
                    <a:pt x="740" y="640"/>
                    <a:pt x="707" y="671"/>
                  </a:cubicBezTo>
                  <a:lnTo>
                    <a:pt x="191" y="1058"/>
                  </a:lnTo>
                  <a:cubicBezTo>
                    <a:pt x="129" y="1125"/>
                    <a:pt x="129" y="1254"/>
                    <a:pt x="191" y="1315"/>
                  </a:cubicBezTo>
                  <a:lnTo>
                    <a:pt x="903" y="2027"/>
                  </a:lnTo>
                  <a:cubicBezTo>
                    <a:pt x="965" y="2089"/>
                    <a:pt x="965" y="2218"/>
                    <a:pt x="903" y="2285"/>
                  </a:cubicBezTo>
                  <a:lnTo>
                    <a:pt x="62" y="3120"/>
                  </a:lnTo>
                  <a:cubicBezTo>
                    <a:pt x="0" y="3187"/>
                    <a:pt x="0" y="3378"/>
                    <a:pt x="129" y="3378"/>
                  </a:cubicBezTo>
                  <a:lnTo>
                    <a:pt x="645" y="3636"/>
                  </a:lnTo>
                  <a:cubicBezTo>
                    <a:pt x="774" y="3636"/>
                    <a:pt x="836" y="3636"/>
                    <a:pt x="836" y="3574"/>
                  </a:cubicBezTo>
                  <a:lnTo>
                    <a:pt x="1676" y="2800"/>
                  </a:lnTo>
                  <a:cubicBezTo>
                    <a:pt x="1702" y="2772"/>
                    <a:pt x="1740" y="2756"/>
                    <a:pt x="1780" y="2756"/>
                  </a:cubicBezTo>
                  <a:cubicBezTo>
                    <a:pt x="1835" y="2756"/>
                    <a:pt x="1895" y="2787"/>
                    <a:pt x="1934" y="2862"/>
                  </a:cubicBezTo>
                  <a:lnTo>
                    <a:pt x="2769" y="3832"/>
                  </a:lnTo>
                  <a:cubicBezTo>
                    <a:pt x="2808" y="3907"/>
                    <a:pt x="2868" y="3938"/>
                    <a:pt x="2924" y="3938"/>
                  </a:cubicBezTo>
                  <a:cubicBezTo>
                    <a:pt x="2964" y="3938"/>
                    <a:pt x="3001" y="3922"/>
                    <a:pt x="3027" y="3894"/>
                  </a:cubicBezTo>
                  <a:lnTo>
                    <a:pt x="3610" y="3445"/>
                  </a:lnTo>
                  <a:cubicBezTo>
                    <a:pt x="3672" y="3378"/>
                    <a:pt x="3739" y="3249"/>
                    <a:pt x="3672" y="3187"/>
                  </a:cubicBezTo>
                  <a:lnTo>
                    <a:pt x="2769" y="2027"/>
                  </a:lnTo>
                  <a:cubicBezTo>
                    <a:pt x="2708" y="1960"/>
                    <a:pt x="2708" y="1898"/>
                    <a:pt x="2769" y="1831"/>
                  </a:cubicBezTo>
                  <a:lnTo>
                    <a:pt x="3610" y="738"/>
                  </a:lnTo>
                  <a:cubicBezTo>
                    <a:pt x="3672" y="671"/>
                    <a:pt x="3672" y="542"/>
                    <a:pt x="3543" y="480"/>
                  </a:cubicBezTo>
                  <a:lnTo>
                    <a:pt x="2708" y="26"/>
                  </a:lnTo>
                  <a:cubicBezTo>
                    <a:pt x="2670" y="8"/>
                    <a:pt x="2638" y="1"/>
                    <a:pt x="26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47"/>
            <p:cNvSpPr/>
            <p:nvPr/>
          </p:nvSpPr>
          <p:spPr>
            <a:xfrm>
              <a:off x="4177950" y="1985100"/>
              <a:ext cx="56500" cy="46800"/>
            </a:xfrm>
            <a:custGeom>
              <a:avLst/>
              <a:gdLst/>
              <a:ahLst/>
              <a:cxnLst/>
              <a:rect l="l" t="t" r="r" b="b"/>
              <a:pathLst>
                <a:path w="2260" h="1872" extrusionOk="0">
                  <a:moveTo>
                    <a:pt x="388" y="0"/>
                  </a:moveTo>
                  <a:cubicBezTo>
                    <a:pt x="197" y="0"/>
                    <a:pt x="1" y="196"/>
                    <a:pt x="1" y="454"/>
                  </a:cubicBezTo>
                  <a:lnTo>
                    <a:pt x="1" y="1872"/>
                  </a:lnTo>
                  <a:lnTo>
                    <a:pt x="2259" y="1872"/>
                  </a:lnTo>
                  <a:lnTo>
                    <a:pt x="2259" y="454"/>
                  </a:lnTo>
                  <a:cubicBezTo>
                    <a:pt x="2259" y="196"/>
                    <a:pt x="2063" y="0"/>
                    <a:pt x="18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2" name="Google Shape;1992;p47"/>
          <p:cNvGrpSpPr/>
          <p:nvPr/>
        </p:nvGrpSpPr>
        <p:grpSpPr>
          <a:xfrm>
            <a:off x="3370469" y="1415612"/>
            <a:ext cx="302898" cy="420091"/>
            <a:chOff x="3293400" y="1322200"/>
            <a:chExt cx="322300" cy="447000"/>
          </a:xfrm>
        </p:grpSpPr>
        <p:sp>
          <p:nvSpPr>
            <p:cNvPr id="1993" name="Google Shape;1993;p47"/>
            <p:cNvSpPr/>
            <p:nvPr/>
          </p:nvSpPr>
          <p:spPr>
            <a:xfrm>
              <a:off x="3293400" y="1601600"/>
              <a:ext cx="125700" cy="133825"/>
            </a:xfrm>
            <a:custGeom>
              <a:avLst/>
              <a:gdLst/>
              <a:ahLst/>
              <a:cxnLst/>
              <a:rect l="l" t="t" r="r" b="b"/>
              <a:pathLst>
                <a:path w="5028" h="5353" extrusionOk="0">
                  <a:moveTo>
                    <a:pt x="1480" y="0"/>
                  </a:moveTo>
                  <a:cubicBezTo>
                    <a:pt x="1032" y="0"/>
                    <a:pt x="578" y="196"/>
                    <a:pt x="320" y="516"/>
                  </a:cubicBezTo>
                  <a:cubicBezTo>
                    <a:pt x="62" y="774"/>
                    <a:pt x="1" y="1160"/>
                    <a:pt x="62" y="1485"/>
                  </a:cubicBezTo>
                  <a:cubicBezTo>
                    <a:pt x="62" y="1805"/>
                    <a:pt x="320" y="2130"/>
                    <a:pt x="578" y="2321"/>
                  </a:cubicBezTo>
                  <a:cubicBezTo>
                    <a:pt x="628" y="2370"/>
                    <a:pt x="688" y="2392"/>
                    <a:pt x="746" y="2392"/>
                  </a:cubicBezTo>
                  <a:cubicBezTo>
                    <a:pt x="838" y="2392"/>
                    <a:pt x="927" y="2338"/>
                    <a:pt x="965" y="2259"/>
                  </a:cubicBezTo>
                  <a:cubicBezTo>
                    <a:pt x="1032" y="2130"/>
                    <a:pt x="1032" y="2001"/>
                    <a:pt x="903" y="1872"/>
                  </a:cubicBezTo>
                  <a:cubicBezTo>
                    <a:pt x="707" y="1743"/>
                    <a:pt x="578" y="1614"/>
                    <a:pt x="578" y="1418"/>
                  </a:cubicBezTo>
                  <a:cubicBezTo>
                    <a:pt x="516" y="1227"/>
                    <a:pt x="578" y="1031"/>
                    <a:pt x="707" y="841"/>
                  </a:cubicBezTo>
                  <a:cubicBezTo>
                    <a:pt x="903" y="645"/>
                    <a:pt x="1161" y="583"/>
                    <a:pt x="1480" y="583"/>
                  </a:cubicBezTo>
                  <a:cubicBezTo>
                    <a:pt x="1805" y="583"/>
                    <a:pt x="2063" y="774"/>
                    <a:pt x="2192" y="970"/>
                  </a:cubicBezTo>
                  <a:cubicBezTo>
                    <a:pt x="2512" y="1418"/>
                    <a:pt x="2383" y="2001"/>
                    <a:pt x="2321" y="2578"/>
                  </a:cubicBezTo>
                  <a:cubicBezTo>
                    <a:pt x="2192" y="3223"/>
                    <a:pt x="2125" y="3867"/>
                    <a:pt x="2450" y="4579"/>
                  </a:cubicBezTo>
                  <a:cubicBezTo>
                    <a:pt x="2708" y="4966"/>
                    <a:pt x="3223" y="5285"/>
                    <a:pt x="3801" y="5352"/>
                  </a:cubicBezTo>
                  <a:lnTo>
                    <a:pt x="3868" y="5352"/>
                  </a:lnTo>
                  <a:cubicBezTo>
                    <a:pt x="4316" y="5352"/>
                    <a:pt x="4770" y="5156"/>
                    <a:pt x="4961" y="4770"/>
                  </a:cubicBezTo>
                  <a:cubicBezTo>
                    <a:pt x="5028" y="4641"/>
                    <a:pt x="5028" y="4512"/>
                    <a:pt x="4899" y="4383"/>
                  </a:cubicBezTo>
                  <a:cubicBezTo>
                    <a:pt x="4865" y="4367"/>
                    <a:pt x="4826" y="4359"/>
                    <a:pt x="4786" y="4359"/>
                  </a:cubicBezTo>
                  <a:cubicBezTo>
                    <a:pt x="4675" y="4359"/>
                    <a:pt x="4558" y="4417"/>
                    <a:pt x="4512" y="4512"/>
                  </a:cubicBezTo>
                  <a:cubicBezTo>
                    <a:pt x="4316" y="4770"/>
                    <a:pt x="3997" y="4770"/>
                    <a:pt x="3801" y="4770"/>
                  </a:cubicBezTo>
                  <a:cubicBezTo>
                    <a:pt x="3414" y="4770"/>
                    <a:pt x="3094" y="4579"/>
                    <a:pt x="2965" y="4321"/>
                  </a:cubicBezTo>
                  <a:cubicBezTo>
                    <a:pt x="2708" y="3806"/>
                    <a:pt x="2770" y="3223"/>
                    <a:pt x="2837" y="2645"/>
                  </a:cubicBezTo>
                  <a:cubicBezTo>
                    <a:pt x="2965" y="2001"/>
                    <a:pt x="3027" y="1356"/>
                    <a:pt x="2641" y="712"/>
                  </a:cubicBezTo>
                  <a:cubicBezTo>
                    <a:pt x="2450" y="325"/>
                    <a:pt x="1996" y="67"/>
                    <a:pt x="1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7"/>
            <p:cNvSpPr/>
            <p:nvPr/>
          </p:nvSpPr>
          <p:spPr>
            <a:xfrm>
              <a:off x="3396525" y="1322200"/>
              <a:ext cx="51600" cy="73175"/>
            </a:xfrm>
            <a:custGeom>
              <a:avLst/>
              <a:gdLst/>
              <a:ahLst/>
              <a:cxnLst/>
              <a:rect l="l" t="t" r="r" b="b"/>
              <a:pathLst>
                <a:path w="2064" h="2927" extrusionOk="0">
                  <a:moveTo>
                    <a:pt x="73" y="0"/>
                  </a:moveTo>
                  <a:cubicBezTo>
                    <a:pt x="31" y="0"/>
                    <a:pt x="1" y="47"/>
                    <a:pt x="1" y="90"/>
                  </a:cubicBezTo>
                  <a:lnTo>
                    <a:pt x="258" y="2926"/>
                  </a:lnTo>
                  <a:lnTo>
                    <a:pt x="2063" y="1250"/>
                  </a:lnTo>
                  <a:lnTo>
                    <a:pt x="130" y="28"/>
                  </a:lnTo>
                  <a:cubicBezTo>
                    <a:pt x="110" y="9"/>
                    <a:pt x="90" y="0"/>
                    <a:pt x="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47"/>
            <p:cNvSpPr/>
            <p:nvPr/>
          </p:nvSpPr>
          <p:spPr>
            <a:xfrm>
              <a:off x="3548000" y="1322200"/>
              <a:ext cx="51575" cy="73175"/>
            </a:xfrm>
            <a:custGeom>
              <a:avLst/>
              <a:gdLst/>
              <a:ahLst/>
              <a:cxnLst/>
              <a:rect l="l" t="t" r="r" b="b"/>
              <a:pathLst>
                <a:path w="2063" h="2927" extrusionOk="0">
                  <a:moveTo>
                    <a:pt x="1937" y="0"/>
                  </a:moveTo>
                  <a:cubicBezTo>
                    <a:pt x="1912" y="0"/>
                    <a:pt x="1887" y="9"/>
                    <a:pt x="1867" y="28"/>
                  </a:cubicBezTo>
                  <a:lnTo>
                    <a:pt x="0" y="1250"/>
                  </a:lnTo>
                  <a:lnTo>
                    <a:pt x="1738" y="2926"/>
                  </a:lnTo>
                  <a:lnTo>
                    <a:pt x="2063" y="90"/>
                  </a:lnTo>
                  <a:cubicBezTo>
                    <a:pt x="2063" y="47"/>
                    <a:pt x="1999" y="0"/>
                    <a:pt x="19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47"/>
            <p:cNvSpPr/>
            <p:nvPr/>
          </p:nvSpPr>
          <p:spPr>
            <a:xfrm>
              <a:off x="3390075" y="1542050"/>
              <a:ext cx="219175" cy="227150"/>
            </a:xfrm>
            <a:custGeom>
              <a:avLst/>
              <a:gdLst/>
              <a:ahLst/>
              <a:cxnLst/>
              <a:rect l="l" t="t" r="r" b="b"/>
              <a:pathLst>
                <a:path w="8767" h="9086" extrusionOk="0">
                  <a:moveTo>
                    <a:pt x="2321" y="0"/>
                  </a:moveTo>
                  <a:lnTo>
                    <a:pt x="2254" y="129"/>
                  </a:lnTo>
                  <a:lnTo>
                    <a:pt x="259" y="4770"/>
                  </a:lnTo>
                  <a:lnTo>
                    <a:pt x="192" y="4831"/>
                  </a:lnTo>
                  <a:lnTo>
                    <a:pt x="192" y="4960"/>
                  </a:lnTo>
                  <a:cubicBezTo>
                    <a:pt x="130" y="5027"/>
                    <a:pt x="130" y="5027"/>
                    <a:pt x="130" y="5089"/>
                  </a:cubicBezTo>
                  <a:cubicBezTo>
                    <a:pt x="130" y="5156"/>
                    <a:pt x="130" y="5218"/>
                    <a:pt x="63" y="5285"/>
                  </a:cubicBezTo>
                  <a:lnTo>
                    <a:pt x="63" y="5347"/>
                  </a:lnTo>
                  <a:cubicBezTo>
                    <a:pt x="1" y="6059"/>
                    <a:pt x="259" y="6765"/>
                    <a:pt x="836" y="7219"/>
                  </a:cubicBezTo>
                  <a:lnTo>
                    <a:pt x="2450" y="8441"/>
                  </a:lnTo>
                  <a:cubicBezTo>
                    <a:pt x="2899" y="8828"/>
                    <a:pt x="3543" y="9085"/>
                    <a:pt x="4188" y="9085"/>
                  </a:cubicBezTo>
                  <a:lnTo>
                    <a:pt x="4445" y="9085"/>
                  </a:lnTo>
                  <a:cubicBezTo>
                    <a:pt x="4513" y="9085"/>
                    <a:pt x="4574" y="9085"/>
                    <a:pt x="4703" y="9024"/>
                  </a:cubicBezTo>
                  <a:cubicBezTo>
                    <a:pt x="4899" y="9024"/>
                    <a:pt x="5157" y="8956"/>
                    <a:pt x="5348" y="8895"/>
                  </a:cubicBezTo>
                  <a:cubicBezTo>
                    <a:pt x="5673" y="8828"/>
                    <a:pt x="5930" y="8637"/>
                    <a:pt x="6188" y="8441"/>
                  </a:cubicBezTo>
                  <a:lnTo>
                    <a:pt x="7735" y="7219"/>
                  </a:lnTo>
                  <a:cubicBezTo>
                    <a:pt x="8509" y="6636"/>
                    <a:pt x="8766" y="5605"/>
                    <a:pt x="8380" y="4770"/>
                  </a:cubicBezTo>
                  <a:lnTo>
                    <a:pt x="6317" y="129"/>
                  </a:lnTo>
                  <a:lnTo>
                    <a:pt x="6317" y="0"/>
                  </a:lnTo>
                  <a:lnTo>
                    <a:pt x="4317" y="191"/>
                  </a:lnTo>
                  <a:lnTo>
                    <a:pt x="3801" y="129"/>
                  </a:lnTo>
                  <a:lnTo>
                    <a:pt x="3739" y="129"/>
                  </a:lnTo>
                  <a:lnTo>
                    <a:pt x="23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7"/>
            <p:cNvSpPr/>
            <p:nvPr/>
          </p:nvSpPr>
          <p:spPr>
            <a:xfrm>
              <a:off x="3380425" y="1339000"/>
              <a:ext cx="235275" cy="217500"/>
            </a:xfrm>
            <a:custGeom>
              <a:avLst/>
              <a:gdLst/>
              <a:ahLst/>
              <a:cxnLst/>
              <a:rect l="l" t="t" r="r" b="b"/>
              <a:pathLst>
                <a:path w="9411" h="8700" extrusionOk="0">
                  <a:moveTo>
                    <a:pt x="4703" y="1"/>
                  </a:moveTo>
                  <a:cubicBezTo>
                    <a:pt x="2124" y="1"/>
                    <a:pt x="0" y="1935"/>
                    <a:pt x="0" y="4317"/>
                  </a:cubicBezTo>
                  <a:cubicBezTo>
                    <a:pt x="0" y="6704"/>
                    <a:pt x="2124" y="8700"/>
                    <a:pt x="4703" y="8700"/>
                  </a:cubicBezTo>
                  <a:cubicBezTo>
                    <a:pt x="7281" y="8700"/>
                    <a:pt x="9410" y="6704"/>
                    <a:pt x="9410" y="4317"/>
                  </a:cubicBezTo>
                  <a:cubicBezTo>
                    <a:pt x="9410" y="1935"/>
                    <a:pt x="7281" y="1"/>
                    <a:pt x="47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7"/>
            <p:cNvSpPr/>
            <p:nvPr/>
          </p:nvSpPr>
          <p:spPr>
            <a:xfrm>
              <a:off x="3414200" y="1411450"/>
              <a:ext cx="67700" cy="48375"/>
            </a:xfrm>
            <a:custGeom>
              <a:avLst/>
              <a:gdLst/>
              <a:ahLst/>
              <a:cxnLst/>
              <a:rect l="l" t="t" r="r" b="b"/>
              <a:pathLst>
                <a:path w="2708" h="1935" extrusionOk="0">
                  <a:moveTo>
                    <a:pt x="1356" y="1"/>
                  </a:moveTo>
                  <a:cubicBezTo>
                    <a:pt x="645" y="1"/>
                    <a:pt x="0" y="454"/>
                    <a:pt x="0" y="970"/>
                  </a:cubicBezTo>
                  <a:cubicBezTo>
                    <a:pt x="0" y="1548"/>
                    <a:pt x="645" y="1934"/>
                    <a:pt x="1356" y="1934"/>
                  </a:cubicBezTo>
                  <a:cubicBezTo>
                    <a:pt x="2130" y="1934"/>
                    <a:pt x="2707" y="1548"/>
                    <a:pt x="2707" y="970"/>
                  </a:cubicBezTo>
                  <a:cubicBezTo>
                    <a:pt x="2707" y="454"/>
                    <a:pt x="2130" y="1"/>
                    <a:pt x="13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7"/>
            <p:cNvSpPr/>
            <p:nvPr/>
          </p:nvSpPr>
          <p:spPr>
            <a:xfrm>
              <a:off x="3444875" y="1419575"/>
              <a:ext cx="8000" cy="32250"/>
            </a:xfrm>
            <a:custGeom>
              <a:avLst/>
              <a:gdLst/>
              <a:ahLst/>
              <a:cxnLst/>
              <a:rect l="l" t="t" r="r" b="b"/>
              <a:pathLst>
                <a:path w="320" h="1290" extrusionOk="0">
                  <a:moveTo>
                    <a:pt x="129" y="1"/>
                  </a:moveTo>
                  <a:cubicBezTo>
                    <a:pt x="62" y="1"/>
                    <a:pt x="0" y="320"/>
                    <a:pt x="0" y="645"/>
                  </a:cubicBezTo>
                  <a:cubicBezTo>
                    <a:pt x="0" y="965"/>
                    <a:pt x="62" y="1290"/>
                    <a:pt x="129" y="1290"/>
                  </a:cubicBezTo>
                  <a:cubicBezTo>
                    <a:pt x="258" y="1290"/>
                    <a:pt x="320" y="965"/>
                    <a:pt x="320" y="645"/>
                  </a:cubicBezTo>
                  <a:cubicBezTo>
                    <a:pt x="320" y="320"/>
                    <a:pt x="258"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7"/>
            <p:cNvSpPr/>
            <p:nvPr/>
          </p:nvSpPr>
          <p:spPr>
            <a:xfrm>
              <a:off x="3512550" y="1411450"/>
              <a:ext cx="67700" cy="48375"/>
            </a:xfrm>
            <a:custGeom>
              <a:avLst/>
              <a:gdLst/>
              <a:ahLst/>
              <a:cxnLst/>
              <a:rect l="l" t="t" r="r" b="b"/>
              <a:pathLst>
                <a:path w="2708" h="1935" extrusionOk="0">
                  <a:moveTo>
                    <a:pt x="1351" y="1"/>
                  </a:moveTo>
                  <a:cubicBezTo>
                    <a:pt x="645" y="1"/>
                    <a:pt x="0" y="454"/>
                    <a:pt x="0" y="970"/>
                  </a:cubicBezTo>
                  <a:cubicBezTo>
                    <a:pt x="0" y="1548"/>
                    <a:pt x="645" y="1934"/>
                    <a:pt x="1351" y="1934"/>
                  </a:cubicBezTo>
                  <a:cubicBezTo>
                    <a:pt x="2125" y="1934"/>
                    <a:pt x="2707" y="1548"/>
                    <a:pt x="2707" y="970"/>
                  </a:cubicBezTo>
                  <a:cubicBezTo>
                    <a:pt x="2707" y="454"/>
                    <a:pt x="2125" y="1"/>
                    <a:pt x="135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7"/>
            <p:cNvSpPr/>
            <p:nvPr/>
          </p:nvSpPr>
          <p:spPr>
            <a:xfrm>
              <a:off x="3543100" y="1419575"/>
              <a:ext cx="6475" cy="32250"/>
            </a:xfrm>
            <a:custGeom>
              <a:avLst/>
              <a:gdLst/>
              <a:ahLst/>
              <a:cxnLst/>
              <a:rect l="l" t="t" r="r" b="b"/>
              <a:pathLst>
                <a:path w="259" h="1290" extrusionOk="0">
                  <a:moveTo>
                    <a:pt x="129" y="1"/>
                  </a:moveTo>
                  <a:cubicBezTo>
                    <a:pt x="67" y="1"/>
                    <a:pt x="0" y="320"/>
                    <a:pt x="0" y="645"/>
                  </a:cubicBezTo>
                  <a:cubicBezTo>
                    <a:pt x="0" y="965"/>
                    <a:pt x="67" y="1290"/>
                    <a:pt x="129" y="1290"/>
                  </a:cubicBezTo>
                  <a:cubicBezTo>
                    <a:pt x="196" y="1290"/>
                    <a:pt x="258" y="965"/>
                    <a:pt x="258" y="645"/>
                  </a:cubicBezTo>
                  <a:cubicBezTo>
                    <a:pt x="258" y="320"/>
                    <a:pt x="196" y="1"/>
                    <a:pt x="1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7"/>
            <p:cNvSpPr/>
            <p:nvPr/>
          </p:nvSpPr>
          <p:spPr>
            <a:xfrm>
              <a:off x="3478650" y="1461850"/>
              <a:ext cx="37150" cy="25425"/>
            </a:xfrm>
            <a:custGeom>
              <a:avLst/>
              <a:gdLst/>
              <a:ahLst/>
              <a:cxnLst/>
              <a:rect l="l" t="t" r="r" b="b"/>
              <a:pathLst>
                <a:path w="1486" h="1017" extrusionOk="0">
                  <a:moveTo>
                    <a:pt x="776" y="1"/>
                  </a:moveTo>
                  <a:cubicBezTo>
                    <a:pt x="727" y="1"/>
                    <a:pt x="678" y="16"/>
                    <a:pt x="645" y="47"/>
                  </a:cubicBezTo>
                  <a:cubicBezTo>
                    <a:pt x="454" y="243"/>
                    <a:pt x="0" y="692"/>
                    <a:pt x="258" y="950"/>
                  </a:cubicBezTo>
                  <a:cubicBezTo>
                    <a:pt x="325" y="1017"/>
                    <a:pt x="387" y="1017"/>
                    <a:pt x="516" y="1017"/>
                  </a:cubicBezTo>
                  <a:lnTo>
                    <a:pt x="1031" y="1017"/>
                  </a:lnTo>
                  <a:cubicBezTo>
                    <a:pt x="1098" y="1017"/>
                    <a:pt x="1227" y="1017"/>
                    <a:pt x="1289" y="950"/>
                  </a:cubicBezTo>
                  <a:cubicBezTo>
                    <a:pt x="1485" y="692"/>
                    <a:pt x="1098" y="243"/>
                    <a:pt x="902" y="47"/>
                  </a:cubicBezTo>
                  <a:cubicBezTo>
                    <a:pt x="872" y="16"/>
                    <a:pt x="824" y="1"/>
                    <a:pt x="7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47"/>
          <p:cNvGrpSpPr/>
          <p:nvPr/>
        </p:nvGrpSpPr>
        <p:grpSpPr>
          <a:xfrm>
            <a:off x="2601195" y="1393503"/>
            <a:ext cx="419433" cy="419550"/>
            <a:chOff x="2474850" y="1298675"/>
            <a:chExt cx="446300" cy="446425"/>
          </a:xfrm>
        </p:grpSpPr>
        <p:sp>
          <p:nvSpPr>
            <p:cNvPr id="2004" name="Google Shape;2004;p47"/>
            <p:cNvSpPr/>
            <p:nvPr/>
          </p:nvSpPr>
          <p:spPr>
            <a:xfrm>
              <a:off x="2474850" y="1298675"/>
              <a:ext cx="446300" cy="446425"/>
            </a:xfrm>
            <a:custGeom>
              <a:avLst/>
              <a:gdLst/>
              <a:ahLst/>
              <a:cxnLst/>
              <a:rect l="l" t="t" r="r" b="b"/>
              <a:pathLst>
                <a:path w="17852" h="17857" extrusionOk="0">
                  <a:moveTo>
                    <a:pt x="8957" y="0"/>
                  </a:moveTo>
                  <a:cubicBezTo>
                    <a:pt x="3996" y="0"/>
                    <a:pt x="0" y="3996"/>
                    <a:pt x="0" y="8895"/>
                  </a:cubicBezTo>
                  <a:cubicBezTo>
                    <a:pt x="0" y="13860"/>
                    <a:pt x="3996" y="17856"/>
                    <a:pt x="8957" y="17856"/>
                  </a:cubicBezTo>
                  <a:cubicBezTo>
                    <a:pt x="13855" y="17856"/>
                    <a:pt x="17851" y="13860"/>
                    <a:pt x="17851" y="8895"/>
                  </a:cubicBezTo>
                  <a:cubicBezTo>
                    <a:pt x="17851" y="3996"/>
                    <a:pt x="13855" y="0"/>
                    <a:pt x="89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47"/>
            <p:cNvSpPr/>
            <p:nvPr/>
          </p:nvSpPr>
          <p:spPr>
            <a:xfrm>
              <a:off x="2585950" y="1446900"/>
              <a:ext cx="224075" cy="224075"/>
            </a:xfrm>
            <a:custGeom>
              <a:avLst/>
              <a:gdLst/>
              <a:ahLst/>
              <a:cxnLst/>
              <a:rect l="l" t="t" r="r" b="b"/>
              <a:pathLst>
                <a:path w="8963" h="8963" extrusionOk="0">
                  <a:moveTo>
                    <a:pt x="4513" y="1"/>
                  </a:moveTo>
                  <a:cubicBezTo>
                    <a:pt x="2002" y="1"/>
                    <a:pt x="1" y="2001"/>
                    <a:pt x="1" y="4512"/>
                  </a:cubicBezTo>
                  <a:cubicBezTo>
                    <a:pt x="1" y="6962"/>
                    <a:pt x="2002" y="8962"/>
                    <a:pt x="4513" y="8962"/>
                  </a:cubicBezTo>
                  <a:cubicBezTo>
                    <a:pt x="6962" y="8962"/>
                    <a:pt x="8963" y="6962"/>
                    <a:pt x="8963" y="4512"/>
                  </a:cubicBezTo>
                  <a:cubicBezTo>
                    <a:pt x="8963" y="2001"/>
                    <a:pt x="6962" y="1"/>
                    <a:pt x="45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7"/>
            <p:cNvSpPr/>
            <p:nvPr/>
          </p:nvSpPr>
          <p:spPr>
            <a:xfrm>
              <a:off x="2700425" y="1357900"/>
              <a:ext cx="87050" cy="100375"/>
            </a:xfrm>
            <a:custGeom>
              <a:avLst/>
              <a:gdLst/>
              <a:ahLst/>
              <a:cxnLst/>
              <a:rect l="l" t="t" r="r" b="b"/>
              <a:pathLst>
                <a:path w="3482" h="4015" extrusionOk="0">
                  <a:moveTo>
                    <a:pt x="1960" y="0"/>
                  </a:moveTo>
                  <a:cubicBezTo>
                    <a:pt x="1823" y="0"/>
                    <a:pt x="1738" y="105"/>
                    <a:pt x="1738" y="209"/>
                  </a:cubicBezTo>
                  <a:lnTo>
                    <a:pt x="1352" y="1498"/>
                  </a:lnTo>
                  <a:lnTo>
                    <a:pt x="63" y="3628"/>
                  </a:lnTo>
                  <a:cubicBezTo>
                    <a:pt x="1" y="3757"/>
                    <a:pt x="63" y="3886"/>
                    <a:pt x="192" y="3947"/>
                  </a:cubicBezTo>
                  <a:cubicBezTo>
                    <a:pt x="192" y="4014"/>
                    <a:pt x="259" y="4014"/>
                    <a:pt x="320" y="4014"/>
                  </a:cubicBezTo>
                  <a:cubicBezTo>
                    <a:pt x="387" y="4014"/>
                    <a:pt x="449" y="3947"/>
                    <a:pt x="516" y="3886"/>
                  </a:cubicBezTo>
                  <a:lnTo>
                    <a:pt x="1223" y="2725"/>
                  </a:lnTo>
                  <a:lnTo>
                    <a:pt x="1934" y="2596"/>
                  </a:lnTo>
                  <a:lnTo>
                    <a:pt x="3095" y="2983"/>
                  </a:lnTo>
                  <a:lnTo>
                    <a:pt x="3156" y="2983"/>
                  </a:lnTo>
                  <a:cubicBezTo>
                    <a:pt x="3285" y="2983"/>
                    <a:pt x="3414" y="2916"/>
                    <a:pt x="3414" y="2854"/>
                  </a:cubicBezTo>
                  <a:cubicBezTo>
                    <a:pt x="3481" y="2725"/>
                    <a:pt x="3414" y="2529"/>
                    <a:pt x="3285" y="2529"/>
                  </a:cubicBezTo>
                  <a:lnTo>
                    <a:pt x="2063" y="2081"/>
                  </a:lnTo>
                  <a:lnTo>
                    <a:pt x="1934" y="2081"/>
                  </a:lnTo>
                  <a:lnTo>
                    <a:pt x="1548" y="2143"/>
                  </a:lnTo>
                  <a:lnTo>
                    <a:pt x="1805" y="1756"/>
                  </a:lnTo>
                  <a:lnTo>
                    <a:pt x="1805" y="1694"/>
                  </a:lnTo>
                  <a:lnTo>
                    <a:pt x="2192" y="338"/>
                  </a:lnTo>
                  <a:cubicBezTo>
                    <a:pt x="2254" y="209"/>
                    <a:pt x="2192" y="80"/>
                    <a:pt x="2063" y="18"/>
                  </a:cubicBezTo>
                  <a:cubicBezTo>
                    <a:pt x="2026" y="6"/>
                    <a:pt x="1992" y="0"/>
                    <a:pt x="19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7"/>
            <p:cNvSpPr/>
            <p:nvPr/>
          </p:nvSpPr>
          <p:spPr>
            <a:xfrm>
              <a:off x="2502175" y="1498475"/>
              <a:ext cx="96700" cy="30700"/>
            </a:xfrm>
            <a:custGeom>
              <a:avLst/>
              <a:gdLst/>
              <a:ahLst/>
              <a:cxnLst/>
              <a:rect l="l" t="t" r="r" b="b"/>
              <a:pathLst>
                <a:path w="3868" h="1228" extrusionOk="0">
                  <a:moveTo>
                    <a:pt x="1228" y="0"/>
                  </a:moveTo>
                  <a:cubicBezTo>
                    <a:pt x="1161" y="0"/>
                    <a:pt x="1032" y="0"/>
                    <a:pt x="970" y="67"/>
                  </a:cubicBezTo>
                  <a:lnTo>
                    <a:pt x="129" y="712"/>
                  </a:lnTo>
                  <a:cubicBezTo>
                    <a:pt x="0" y="841"/>
                    <a:pt x="0" y="970"/>
                    <a:pt x="67" y="1098"/>
                  </a:cubicBezTo>
                  <a:cubicBezTo>
                    <a:pt x="129" y="1160"/>
                    <a:pt x="196" y="1227"/>
                    <a:pt x="325" y="1227"/>
                  </a:cubicBezTo>
                  <a:cubicBezTo>
                    <a:pt x="325" y="1227"/>
                    <a:pt x="387" y="1160"/>
                    <a:pt x="454" y="1160"/>
                  </a:cubicBezTo>
                  <a:lnTo>
                    <a:pt x="1228" y="583"/>
                  </a:lnTo>
                  <a:lnTo>
                    <a:pt x="3548" y="970"/>
                  </a:lnTo>
                  <a:cubicBezTo>
                    <a:pt x="3677" y="970"/>
                    <a:pt x="3806" y="903"/>
                    <a:pt x="3868" y="774"/>
                  </a:cubicBezTo>
                  <a:cubicBezTo>
                    <a:pt x="3868" y="645"/>
                    <a:pt x="3806" y="454"/>
                    <a:pt x="3677" y="454"/>
                  </a:cubicBezTo>
                  <a:lnTo>
                    <a:pt x="12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7"/>
            <p:cNvSpPr/>
            <p:nvPr/>
          </p:nvSpPr>
          <p:spPr>
            <a:xfrm>
              <a:off x="2613425" y="1687050"/>
              <a:ext cx="38700" cy="45150"/>
            </a:xfrm>
            <a:custGeom>
              <a:avLst/>
              <a:gdLst/>
              <a:ahLst/>
              <a:cxnLst/>
              <a:rect l="l" t="t" r="r" b="b"/>
              <a:pathLst>
                <a:path w="1548" h="1806" extrusionOk="0">
                  <a:moveTo>
                    <a:pt x="1289" y="1"/>
                  </a:moveTo>
                  <a:cubicBezTo>
                    <a:pt x="1160" y="1"/>
                    <a:pt x="1032" y="63"/>
                    <a:pt x="965" y="192"/>
                  </a:cubicBezTo>
                  <a:lnTo>
                    <a:pt x="836" y="1032"/>
                  </a:lnTo>
                  <a:lnTo>
                    <a:pt x="191" y="1352"/>
                  </a:lnTo>
                  <a:cubicBezTo>
                    <a:pt x="62" y="1419"/>
                    <a:pt x="0" y="1548"/>
                    <a:pt x="62" y="1677"/>
                  </a:cubicBezTo>
                  <a:cubicBezTo>
                    <a:pt x="129" y="1806"/>
                    <a:pt x="191" y="1806"/>
                    <a:pt x="320" y="1806"/>
                  </a:cubicBezTo>
                  <a:lnTo>
                    <a:pt x="449" y="1806"/>
                  </a:lnTo>
                  <a:lnTo>
                    <a:pt x="1160" y="1419"/>
                  </a:lnTo>
                  <a:cubicBezTo>
                    <a:pt x="1222" y="1419"/>
                    <a:pt x="1289" y="1290"/>
                    <a:pt x="1289" y="1223"/>
                  </a:cubicBezTo>
                  <a:lnTo>
                    <a:pt x="1480" y="321"/>
                  </a:lnTo>
                  <a:cubicBezTo>
                    <a:pt x="1547" y="192"/>
                    <a:pt x="1418" y="1"/>
                    <a:pt x="12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47"/>
            <p:cNvSpPr/>
            <p:nvPr/>
          </p:nvSpPr>
          <p:spPr>
            <a:xfrm>
              <a:off x="2800325" y="1580075"/>
              <a:ext cx="104700" cy="68325"/>
            </a:xfrm>
            <a:custGeom>
              <a:avLst/>
              <a:gdLst/>
              <a:ahLst/>
              <a:cxnLst/>
              <a:rect l="l" t="t" r="r" b="b"/>
              <a:pathLst>
                <a:path w="4188" h="2733" extrusionOk="0">
                  <a:moveTo>
                    <a:pt x="224" y="1"/>
                  </a:moveTo>
                  <a:cubicBezTo>
                    <a:pt x="131" y="1"/>
                    <a:pt x="47" y="74"/>
                    <a:pt x="1" y="217"/>
                  </a:cubicBezTo>
                  <a:cubicBezTo>
                    <a:pt x="1" y="346"/>
                    <a:pt x="63" y="475"/>
                    <a:pt x="192" y="542"/>
                  </a:cubicBezTo>
                  <a:lnTo>
                    <a:pt x="1290" y="799"/>
                  </a:lnTo>
                  <a:lnTo>
                    <a:pt x="1290" y="1248"/>
                  </a:lnTo>
                  <a:lnTo>
                    <a:pt x="1290" y="1315"/>
                  </a:lnTo>
                  <a:lnTo>
                    <a:pt x="1481" y="2537"/>
                  </a:lnTo>
                  <a:cubicBezTo>
                    <a:pt x="1481" y="2666"/>
                    <a:pt x="1610" y="2733"/>
                    <a:pt x="1739" y="2733"/>
                  </a:cubicBezTo>
                  <a:lnTo>
                    <a:pt x="1806" y="2733"/>
                  </a:lnTo>
                  <a:cubicBezTo>
                    <a:pt x="1934" y="2733"/>
                    <a:pt x="1996" y="2604"/>
                    <a:pt x="1996" y="2475"/>
                  </a:cubicBezTo>
                  <a:lnTo>
                    <a:pt x="1867" y="1444"/>
                  </a:lnTo>
                  <a:lnTo>
                    <a:pt x="2770" y="928"/>
                  </a:lnTo>
                  <a:lnTo>
                    <a:pt x="3739" y="1506"/>
                  </a:lnTo>
                  <a:cubicBezTo>
                    <a:pt x="3774" y="1524"/>
                    <a:pt x="3813" y="1532"/>
                    <a:pt x="3853" y="1532"/>
                  </a:cubicBezTo>
                  <a:cubicBezTo>
                    <a:pt x="3962" y="1532"/>
                    <a:pt x="4077" y="1471"/>
                    <a:pt x="4126" y="1377"/>
                  </a:cubicBezTo>
                  <a:cubicBezTo>
                    <a:pt x="4188" y="1248"/>
                    <a:pt x="4126" y="1119"/>
                    <a:pt x="3997" y="990"/>
                  </a:cubicBezTo>
                  <a:lnTo>
                    <a:pt x="2899" y="413"/>
                  </a:lnTo>
                  <a:lnTo>
                    <a:pt x="2641" y="413"/>
                  </a:lnTo>
                  <a:lnTo>
                    <a:pt x="1806" y="861"/>
                  </a:lnTo>
                  <a:lnTo>
                    <a:pt x="1806" y="603"/>
                  </a:lnTo>
                  <a:cubicBezTo>
                    <a:pt x="1806" y="475"/>
                    <a:pt x="1739" y="346"/>
                    <a:pt x="1610" y="346"/>
                  </a:cubicBezTo>
                  <a:lnTo>
                    <a:pt x="321" y="26"/>
                  </a:lnTo>
                  <a:cubicBezTo>
                    <a:pt x="288" y="9"/>
                    <a:pt x="255" y="1"/>
                    <a:pt x="2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47"/>
            <p:cNvSpPr/>
            <p:nvPr/>
          </p:nvSpPr>
          <p:spPr>
            <a:xfrm>
              <a:off x="2653650" y="1525925"/>
              <a:ext cx="85475" cy="85350"/>
            </a:xfrm>
            <a:custGeom>
              <a:avLst/>
              <a:gdLst/>
              <a:ahLst/>
              <a:cxnLst/>
              <a:rect l="l" t="t" r="r" b="b"/>
              <a:pathLst>
                <a:path w="3419" h="3414" extrusionOk="0">
                  <a:moveTo>
                    <a:pt x="1743" y="0"/>
                  </a:moveTo>
                  <a:cubicBezTo>
                    <a:pt x="773" y="0"/>
                    <a:pt x="0" y="774"/>
                    <a:pt x="0" y="1738"/>
                  </a:cubicBezTo>
                  <a:cubicBezTo>
                    <a:pt x="0" y="2641"/>
                    <a:pt x="773" y="3414"/>
                    <a:pt x="1743" y="3414"/>
                  </a:cubicBezTo>
                  <a:cubicBezTo>
                    <a:pt x="2645" y="3414"/>
                    <a:pt x="3419" y="2641"/>
                    <a:pt x="3419" y="1738"/>
                  </a:cubicBezTo>
                  <a:cubicBezTo>
                    <a:pt x="3419" y="774"/>
                    <a:pt x="2645" y="0"/>
                    <a:pt x="17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47"/>
          <p:cNvGrpSpPr/>
          <p:nvPr/>
        </p:nvGrpSpPr>
        <p:grpSpPr>
          <a:xfrm>
            <a:off x="4690747" y="1544928"/>
            <a:ext cx="426740" cy="169634"/>
            <a:chOff x="4698250" y="1459800"/>
            <a:chExt cx="454075" cy="180500"/>
          </a:xfrm>
        </p:grpSpPr>
        <p:sp>
          <p:nvSpPr>
            <p:cNvPr id="2012" name="Google Shape;2012;p47"/>
            <p:cNvSpPr/>
            <p:nvPr/>
          </p:nvSpPr>
          <p:spPr>
            <a:xfrm>
              <a:off x="4698250" y="1483075"/>
              <a:ext cx="143600" cy="85125"/>
            </a:xfrm>
            <a:custGeom>
              <a:avLst/>
              <a:gdLst/>
              <a:ahLst/>
              <a:cxnLst/>
              <a:rect l="l" t="t" r="r" b="b"/>
              <a:pathLst>
                <a:path w="5744" h="3405" extrusionOk="0">
                  <a:moveTo>
                    <a:pt x="3078" y="1"/>
                  </a:moveTo>
                  <a:cubicBezTo>
                    <a:pt x="2379" y="1"/>
                    <a:pt x="1657" y="254"/>
                    <a:pt x="1041" y="683"/>
                  </a:cubicBezTo>
                  <a:cubicBezTo>
                    <a:pt x="783" y="874"/>
                    <a:pt x="526" y="1070"/>
                    <a:pt x="268" y="1390"/>
                  </a:cubicBezTo>
                  <a:cubicBezTo>
                    <a:pt x="1" y="1790"/>
                    <a:pt x="183" y="1914"/>
                    <a:pt x="475" y="1914"/>
                  </a:cubicBezTo>
                  <a:cubicBezTo>
                    <a:pt x="746" y="1914"/>
                    <a:pt x="1112" y="1807"/>
                    <a:pt x="1299" y="1714"/>
                  </a:cubicBezTo>
                  <a:cubicBezTo>
                    <a:pt x="1299" y="2034"/>
                    <a:pt x="1299" y="2421"/>
                    <a:pt x="1619" y="2550"/>
                  </a:cubicBezTo>
                  <a:cubicBezTo>
                    <a:pt x="1674" y="2605"/>
                    <a:pt x="1752" y="2625"/>
                    <a:pt x="1834" y="2625"/>
                  </a:cubicBezTo>
                  <a:cubicBezTo>
                    <a:pt x="1944" y="2625"/>
                    <a:pt x="2060" y="2588"/>
                    <a:pt x="2134" y="2550"/>
                  </a:cubicBezTo>
                  <a:cubicBezTo>
                    <a:pt x="2330" y="2421"/>
                    <a:pt x="2459" y="2292"/>
                    <a:pt x="2588" y="2101"/>
                  </a:cubicBezTo>
                  <a:cubicBezTo>
                    <a:pt x="2650" y="2617"/>
                    <a:pt x="2779" y="3132"/>
                    <a:pt x="3233" y="3323"/>
                  </a:cubicBezTo>
                  <a:cubicBezTo>
                    <a:pt x="3346" y="3381"/>
                    <a:pt x="3460" y="3405"/>
                    <a:pt x="3573" y="3405"/>
                  </a:cubicBezTo>
                  <a:cubicBezTo>
                    <a:pt x="3846" y="3405"/>
                    <a:pt x="4120" y="3267"/>
                    <a:pt x="4393" y="3132"/>
                  </a:cubicBezTo>
                  <a:cubicBezTo>
                    <a:pt x="5166" y="2746"/>
                    <a:pt x="5744" y="2488"/>
                    <a:pt x="5357" y="1519"/>
                  </a:cubicBezTo>
                  <a:cubicBezTo>
                    <a:pt x="5099" y="874"/>
                    <a:pt x="4522" y="297"/>
                    <a:pt x="3810" y="101"/>
                  </a:cubicBezTo>
                  <a:cubicBezTo>
                    <a:pt x="3573" y="33"/>
                    <a:pt x="3327" y="1"/>
                    <a:pt x="30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7"/>
            <p:cNvSpPr/>
            <p:nvPr/>
          </p:nvSpPr>
          <p:spPr>
            <a:xfrm>
              <a:off x="5009400" y="1483075"/>
              <a:ext cx="142925" cy="85125"/>
            </a:xfrm>
            <a:custGeom>
              <a:avLst/>
              <a:gdLst/>
              <a:ahLst/>
              <a:cxnLst/>
              <a:rect l="l" t="t" r="r" b="b"/>
              <a:pathLst>
                <a:path w="5717" h="3405" extrusionOk="0">
                  <a:moveTo>
                    <a:pt x="2641" y="1"/>
                  </a:moveTo>
                  <a:cubicBezTo>
                    <a:pt x="2384" y="1"/>
                    <a:pt x="2126" y="33"/>
                    <a:pt x="1873" y="101"/>
                  </a:cubicBezTo>
                  <a:cubicBezTo>
                    <a:pt x="1161" y="297"/>
                    <a:pt x="583" y="874"/>
                    <a:pt x="326" y="1519"/>
                  </a:cubicBezTo>
                  <a:cubicBezTo>
                    <a:pt x="1" y="2488"/>
                    <a:pt x="516" y="2746"/>
                    <a:pt x="1357" y="3132"/>
                  </a:cubicBezTo>
                  <a:cubicBezTo>
                    <a:pt x="1583" y="3267"/>
                    <a:pt x="1875" y="3405"/>
                    <a:pt x="2164" y="3405"/>
                  </a:cubicBezTo>
                  <a:cubicBezTo>
                    <a:pt x="2284" y="3405"/>
                    <a:pt x="2403" y="3381"/>
                    <a:pt x="2517" y="3323"/>
                  </a:cubicBezTo>
                  <a:cubicBezTo>
                    <a:pt x="2904" y="3132"/>
                    <a:pt x="3033" y="2617"/>
                    <a:pt x="3095" y="2101"/>
                  </a:cubicBezTo>
                  <a:cubicBezTo>
                    <a:pt x="3223" y="2292"/>
                    <a:pt x="3352" y="2421"/>
                    <a:pt x="3548" y="2550"/>
                  </a:cubicBezTo>
                  <a:cubicBezTo>
                    <a:pt x="3658" y="2588"/>
                    <a:pt x="3769" y="2625"/>
                    <a:pt x="3880" y="2625"/>
                  </a:cubicBezTo>
                  <a:cubicBezTo>
                    <a:pt x="3962" y="2625"/>
                    <a:pt x="4045" y="2605"/>
                    <a:pt x="4126" y="2550"/>
                  </a:cubicBezTo>
                  <a:cubicBezTo>
                    <a:pt x="4384" y="2421"/>
                    <a:pt x="4384" y="2034"/>
                    <a:pt x="4384" y="1714"/>
                  </a:cubicBezTo>
                  <a:cubicBezTo>
                    <a:pt x="4602" y="1807"/>
                    <a:pt x="4986" y="1914"/>
                    <a:pt x="5258" y="1914"/>
                  </a:cubicBezTo>
                  <a:cubicBezTo>
                    <a:pt x="5551" y="1914"/>
                    <a:pt x="5717" y="1790"/>
                    <a:pt x="5415" y="1390"/>
                  </a:cubicBezTo>
                  <a:cubicBezTo>
                    <a:pt x="5224" y="1070"/>
                    <a:pt x="4966" y="874"/>
                    <a:pt x="4641" y="683"/>
                  </a:cubicBezTo>
                  <a:cubicBezTo>
                    <a:pt x="4071" y="254"/>
                    <a:pt x="3361" y="1"/>
                    <a:pt x="264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7"/>
            <p:cNvSpPr/>
            <p:nvPr/>
          </p:nvSpPr>
          <p:spPr>
            <a:xfrm>
              <a:off x="4817725" y="1459800"/>
              <a:ext cx="215950" cy="180500"/>
            </a:xfrm>
            <a:custGeom>
              <a:avLst/>
              <a:gdLst/>
              <a:ahLst/>
              <a:cxnLst/>
              <a:rect l="l" t="t" r="r" b="b"/>
              <a:pathLst>
                <a:path w="8638" h="7220" extrusionOk="0">
                  <a:moveTo>
                    <a:pt x="4316" y="0"/>
                  </a:moveTo>
                  <a:cubicBezTo>
                    <a:pt x="1934" y="0"/>
                    <a:pt x="0" y="1614"/>
                    <a:pt x="0" y="3610"/>
                  </a:cubicBezTo>
                  <a:cubicBezTo>
                    <a:pt x="0" y="5610"/>
                    <a:pt x="1934" y="7219"/>
                    <a:pt x="4316" y="7219"/>
                  </a:cubicBezTo>
                  <a:cubicBezTo>
                    <a:pt x="6704" y="7219"/>
                    <a:pt x="8637" y="5610"/>
                    <a:pt x="8637" y="3610"/>
                  </a:cubicBezTo>
                  <a:cubicBezTo>
                    <a:pt x="8637" y="1614"/>
                    <a:pt x="6704" y="0"/>
                    <a:pt x="43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15" name="Google Shape;2015;p47"/>
            <p:cNvSpPr/>
            <p:nvPr/>
          </p:nvSpPr>
          <p:spPr>
            <a:xfrm>
              <a:off x="4862850" y="1525925"/>
              <a:ext cx="45125" cy="41925"/>
            </a:xfrm>
            <a:custGeom>
              <a:avLst/>
              <a:gdLst/>
              <a:ahLst/>
              <a:cxnLst/>
              <a:rect l="l" t="t" r="r" b="b"/>
              <a:pathLst>
                <a:path w="1805" h="1677" extrusionOk="0">
                  <a:moveTo>
                    <a:pt x="258" y="0"/>
                  </a:moveTo>
                  <a:cubicBezTo>
                    <a:pt x="129" y="0"/>
                    <a:pt x="0" y="129"/>
                    <a:pt x="0" y="258"/>
                  </a:cubicBezTo>
                  <a:lnTo>
                    <a:pt x="0" y="578"/>
                  </a:lnTo>
                  <a:cubicBezTo>
                    <a:pt x="0" y="1161"/>
                    <a:pt x="387" y="1676"/>
                    <a:pt x="902" y="1676"/>
                  </a:cubicBezTo>
                  <a:cubicBezTo>
                    <a:pt x="1418" y="1676"/>
                    <a:pt x="1805" y="1161"/>
                    <a:pt x="1805" y="578"/>
                  </a:cubicBezTo>
                  <a:lnTo>
                    <a:pt x="1805" y="258"/>
                  </a:lnTo>
                  <a:cubicBezTo>
                    <a:pt x="1805" y="129"/>
                    <a:pt x="1738" y="0"/>
                    <a:pt x="1547" y="0"/>
                  </a:cubicBezTo>
                  <a:cubicBezTo>
                    <a:pt x="1418" y="0"/>
                    <a:pt x="1289" y="129"/>
                    <a:pt x="1289" y="258"/>
                  </a:cubicBezTo>
                  <a:lnTo>
                    <a:pt x="1289" y="578"/>
                  </a:lnTo>
                  <a:cubicBezTo>
                    <a:pt x="1289" y="903"/>
                    <a:pt x="1093" y="1094"/>
                    <a:pt x="902" y="1094"/>
                  </a:cubicBezTo>
                  <a:cubicBezTo>
                    <a:pt x="707" y="1094"/>
                    <a:pt x="516" y="903"/>
                    <a:pt x="516" y="578"/>
                  </a:cubicBezTo>
                  <a:lnTo>
                    <a:pt x="516" y="258"/>
                  </a:lnTo>
                  <a:cubicBezTo>
                    <a:pt x="516" y="129"/>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47"/>
            <p:cNvSpPr/>
            <p:nvPr/>
          </p:nvSpPr>
          <p:spPr>
            <a:xfrm>
              <a:off x="4941725" y="1525925"/>
              <a:ext cx="46825" cy="41925"/>
            </a:xfrm>
            <a:custGeom>
              <a:avLst/>
              <a:gdLst/>
              <a:ahLst/>
              <a:cxnLst/>
              <a:rect l="l" t="t" r="r" b="b"/>
              <a:pathLst>
                <a:path w="1873" h="1677" extrusionOk="0">
                  <a:moveTo>
                    <a:pt x="259" y="0"/>
                  </a:moveTo>
                  <a:cubicBezTo>
                    <a:pt x="130" y="0"/>
                    <a:pt x="1" y="129"/>
                    <a:pt x="1" y="258"/>
                  </a:cubicBezTo>
                  <a:lnTo>
                    <a:pt x="1" y="578"/>
                  </a:lnTo>
                  <a:cubicBezTo>
                    <a:pt x="1" y="1161"/>
                    <a:pt x="387" y="1676"/>
                    <a:pt x="903" y="1676"/>
                  </a:cubicBezTo>
                  <a:cubicBezTo>
                    <a:pt x="1419" y="1676"/>
                    <a:pt x="1873" y="1161"/>
                    <a:pt x="1873" y="578"/>
                  </a:cubicBezTo>
                  <a:lnTo>
                    <a:pt x="1873" y="258"/>
                  </a:lnTo>
                  <a:cubicBezTo>
                    <a:pt x="1873" y="129"/>
                    <a:pt x="1744" y="0"/>
                    <a:pt x="1548" y="0"/>
                  </a:cubicBezTo>
                  <a:cubicBezTo>
                    <a:pt x="1419" y="0"/>
                    <a:pt x="1290" y="129"/>
                    <a:pt x="1290" y="258"/>
                  </a:cubicBezTo>
                  <a:lnTo>
                    <a:pt x="1290" y="578"/>
                  </a:lnTo>
                  <a:cubicBezTo>
                    <a:pt x="1290" y="903"/>
                    <a:pt x="1161" y="1094"/>
                    <a:pt x="903" y="1094"/>
                  </a:cubicBezTo>
                  <a:cubicBezTo>
                    <a:pt x="712" y="1094"/>
                    <a:pt x="516" y="903"/>
                    <a:pt x="516" y="578"/>
                  </a:cubicBezTo>
                  <a:lnTo>
                    <a:pt x="516" y="258"/>
                  </a:lnTo>
                  <a:cubicBezTo>
                    <a:pt x="516" y="129"/>
                    <a:pt x="387" y="0"/>
                    <a:pt x="2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7" name="Google Shape;2017;p47"/>
          <p:cNvGrpSpPr/>
          <p:nvPr/>
        </p:nvGrpSpPr>
        <p:grpSpPr>
          <a:xfrm>
            <a:off x="3385623" y="2041636"/>
            <a:ext cx="266527" cy="419550"/>
            <a:chOff x="3309525" y="1988325"/>
            <a:chExt cx="283600" cy="446425"/>
          </a:xfrm>
        </p:grpSpPr>
        <p:sp>
          <p:nvSpPr>
            <p:cNvPr id="2018" name="Google Shape;2018;p47"/>
            <p:cNvSpPr/>
            <p:nvPr/>
          </p:nvSpPr>
          <p:spPr>
            <a:xfrm>
              <a:off x="3309525" y="2246125"/>
              <a:ext cx="283600" cy="188625"/>
            </a:xfrm>
            <a:custGeom>
              <a:avLst/>
              <a:gdLst/>
              <a:ahLst/>
              <a:cxnLst/>
              <a:rect l="l" t="t" r="r" b="b"/>
              <a:pathLst>
                <a:path w="11344" h="7545" extrusionOk="0">
                  <a:moveTo>
                    <a:pt x="3610" y="1"/>
                  </a:moveTo>
                  <a:lnTo>
                    <a:pt x="3610" y="258"/>
                  </a:lnTo>
                  <a:lnTo>
                    <a:pt x="3542" y="258"/>
                  </a:lnTo>
                  <a:cubicBezTo>
                    <a:pt x="3542" y="258"/>
                    <a:pt x="0" y="2904"/>
                    <a:pt x="129" y="6188"/>
                  </a:cubicBezTo>
                  <a:cubicBezTo>
                    <a:pt x="129" y="6384"/>
                    <a:pt x="258" y="6575"/>
                    <a:pt x="449" y="6704"/>
                  </a:cubicBezTo>
                  <a:lnTo>
                    <a:pt x="1031" y="7029"/>
                  </a:lnTo>
                  <a:cubicBezTo>
                    <a:pt x="1122" y="7074"/>
                    <a:pt x="1213" y="7095"/>
                    <a:pt x="1301" y="7095"/>
                  </a:cubicBezTo>
                  <a:cubicBezTo>
                    <a:pt x="1462" y="7095"/>
                    <a:pt x="1614" y="7023"/>
                    <a:pt x="1738" y="6900"/>
                  </a:cubicBezTo>
                  <a:lnTo>
                    <a:pt x="2511" y="6126"/>
                  </a:lnTo>
                  <a:lnTo>
                    <a:pt x="2382" y="6900"/>
                  </a:lnTo>
                  <a:cubicBezTo>
                    <a:pt x="2382" y="7286"/>
                    <a:pt x="2640" y="7544"/>
                    <a:pt x="2965" y="7544"/>
                  </a:cubicBezTo>
                  <a:lnTo>
                    <a:pt x="3867" y="7544"/>
                  </a:lnTo>
                  <a:cubicBezTo>
                    <a:pt x="4058" y="7544"/>
                    <a:pt x="4187" y="7477"/>
                    <a:pt x="4316" y="7348"/>
                  </a:cubicBezTo>
                  <a:lnTo>
                    <a:pt x="4641" y="6900"/>
                  </a:lnTo>
                  <a:lnTo>
                    <a:pt x="4899" y="7286"/>
                  </a:lnTo>
                  <a:cubicBezTo>
                    <a:pt x="4960" y="7477"/>
                    <a:pt x="5156" y="7544"/>
                    <a:pt x="5414" y="7544"/>
                  </a:cubicBezTo>
                  <a:lnTo>
                    <a:pt x="5992" y="7544"/>
                  </a:lnTo>
                  <a:cubicBezTo>
                    <a:pt x="6188" y="7544"/>
                    <a:pt x="6378" y="7477"/>
                    <a:pt x="6445" y="7286"/>
                  </a:cubicBezTo>
                  <a:lnTo>
                    <a:pt x="6703" y="6900"/>
                  </a:lnTo>
                  <a:lnTo>
                    <a:pt x="7023" y="7348"/>
                  </a:lnTo>
                  <a:cubicBezTo>
                    <a:pt x="7152" y="7477"/>
                    <a:pt x="7348" y="7544"/>
                    <a:pt x="7477" y="7544"/>
                  </a:cubicBezTo>
                  <a:lnTo>
                    <a:pt x="8379" y="7544"/>
                  </a:lnTo>
                  <a:cubicBezTo>
                    <a:pt x="8699" y="7544"/>
                    <a:pt x="8957" y="7286"/>
                    <a:pt x="8957" y="6900"/>
                  </a:cubicBezTo>
                  <a:lnTo>
                    <a:pt x="8828" y="6126"/>
                  </a:lnTo>
                  <a:lnTo>
                    <a:pt x="9601" y="6900"/>
                  </a:lnTo>
                  <a:cubicBezTo>
                    <a:pt x="9728" y="7023"/>
                    <a:pt x="9907" y="7095"/>
                    <a:pt x="10071" y="7095"/>
                  </a:cubicBezTo>
                  <a:cubicBezTo>
                    <a:pt x="10160" y="7095"/>
                    <a:pt x="10244" y="7074"/>
                    <a:pt x="10313" y="7029"/>
                  </a:cubicBezTo>
                  <a:lnTo>
                    <a:pt x="10957" y="6704"/>
                  </a:lnTo>
                  <a:cubicBezTo>
                    <a:pt x="11086" y="6575"/>
                    <a:pt x="11215" y="6384"/>
                    <a:pt x="11215" y="6188"/>
                  </a:cubicBezTo>
                  <a:cubicBezTo>
                    <a:pt x="11344" y="2904"/>
                    <a:pt x="7796" y="258"/>
                    <a:pt x="7796" y="258"/>
                  </a:cubicBezTo>
                  <a:lnTo>
                    <a:pt x="779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47"/>
            <p:cNvSpPr/>
            <p:nvPr/>
          </p:nvSpPr>
          <p:spPr>
            <a:xfrm>
              <a:off x="3399750" y="2220350"/>
              <a:ext cx="104700" cy="32250"/>
            </a:xfrm>
            <a:custGeom>
              <a:avLst/>
              <a:gdLst/>
              <a:ahLst/>
              <a:cxnLst/>
              <a:rect l="l" t="t" r="r" b="b"/>
              <a:pathLst>
                <a:path w="4188" h="1290" extrusionOk="0">
                  <a:moveTo>
                    <a:pt x="129" y="0"/>
                  </a:moveTo>
                  <a:cubicBezTo>
                    <a:pt x="62" y="0"/>
                    <a:pt x="1" y="67"/>
                    <a:pt x="1" y="129"/>
                  </a:cubicBezTo>
                  <a:lnTo>
                    <a:pt x="1" y="1160"/>
                  </a:lnTo>
                  <a:cubicBezTo>
                    <a:pt x="1" y="1228"/>
                    <a:pt x="62" y="1289"/>
                    <a:pt x="129" y="1289"/>
                  </a:cubicBezTo>
                  <a:lnTo>
                    <a:pt x="3997" y="1289"/>
                  </a:lnTo>
                  <a:cubicBezTo>
                    <a:pt x="4058" y="1289"/>
                    <a:pt x="4187" y="1228"/>
                    <a:pt x="4187" y="1160"/>
                  </a:cubicBezTo>
                  <a:lnTo>
                    <a:pt x="4187" y="129"/>
                  </a:lnTo>
                  <a:cubicBezTo>
                    <a:pt x="4187" y="67"/>
                    <a:pt x="4058" y="0"/>
                    <a:pt x="399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7"/>
            <p:cNvSpPr/>
            <p:nvPr/>
          </p:nvSpPr>
          <p:spPr>
            <a:xfrm>
              <a:off x="3431975" y="1988325"/>
              <a:ext cx="38700" cy="232050"/>
            </a:xfrm>
            <a:custGeom>
              <a:avLst/>
              <a:gdLst/>
              <a:ahLst/>
              <a:cxnLst/>
              <a:rect l="l" t="t" r="r" b="b"/>
              <a:pathLst>
                <a:path w="1548" h="9282" extrusionOk="0">
                  <a:moveTo>
                    <a:pt x="774" y="0"/>
                  </a:moveTo>
                  <a:cubicBezTo>
                    <a:pt x="320" y="0"/>
                    <a:pt x="1" y="325"/>
                    <a:pt x="1" y="773"/>
                  </a:cubicBezTo>
                  <a:lnTo>
                    <a:pt x="1" y="9281"/>
                  </a:lnTo>
                  <a:lnTo>
                    <a:pt x="1547" y="9281"/>
                  </a:lnTo>
                  <a:lnTo>
                    <a:pt x="1547" y="773"/>
                  </a:lnTo>
                  <a:cubicBezTo>
                    <a:pt x="1547" y="325"/>
                    <a:pt x="1223" y="0"/>
                    <a:pt x="7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1" name="Google Shape;2021;p47"/>
          <p:cNvGrpSpPr/>
          <p:nvPr/>
        </p:nvGrpSpPr>
        <p:grpSpPr>
          <a:xfrm>
            <a:off x="2625419" y="2040179"/>
            <a:ext cx="411914" cy="419433"/>
            <a:chOff x="2500625" y="1986775"/>
            <a:chExt cx="438300" cy="446300"/>
          </a:xfrm>
        </p:grpSpPr>
        <p:sp>
          <p:nvSpPr>
            <p:cNvPr id="2022" name="Google Shape;2022;p47"/>
            <p:cNvSpPr/>
            <p:nvPr/>
          </p:nvSpPr>
          <p:spPr>
            <a:xfrm>
              <a:off x="2581200" y="2067325"/>
              <a:ext cx="277175" cy="69250"/>
            </a:xfrm>
            <a:custGeom>
              <a:avLst/>
              <a:gdLst/>
              <a:ahLst/>
              <a:cxnLst/>
              <a:rect l="l" t="t" r="r" b="b"/>
              <a:pathLst>
                <a:path w="11087" h="2770" extrusionOk="0">
                  <a:moveTo>
                    <a:pt x="191" y="1"/>
                  </a:moveTo>
                  <a:cubicBezTo>
                    <a:pt x="62" y="1"/>
                    <a:pt x="0" y="63"/>
                    <a:pt x="0" y="192"/>
                  </a:cubicBezTo>
                  <a:lnTo>
                    <a:pt x="0" y="2641"/>
                  </a:lnTo>
                  <a:cubicBezTo>
                    <a:pt x="0" y="2708"/>
                    <a:pt x="62" y="2770"/>
                    <a:pt x="191" y="2770"/>
                  </a:cubicBezTo>
                  <a:lnTo>
                    <a:pt x="10890" y="2770"/>
                  </a:lnTo>
                  <a:cubicBezTo>
                    <a:pt x="10957" y="2770"/>
                    <a:pt x="11086" y="2708"/>
                    <a:pt x="11086" y="2641"/>
                  </a:cubicBezTo>
                  <a:lnTo>
                    <a:pt x="11086" y="192"/>
                  </a:lnTo>
                  <a:cubicBezTo>
                    <a:pt x="11086" y="63"/>
                    <a:pt x="10957" y="1"/>
                    <a:pt x="108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47"/>
            <p:cNvSpPr/>
            <p:nvPr/>
          </p:nvSpPr>
          <p:spPr>
            <a:xfrm>
              <a:off x="2684325" y="1986775"/>
              <a:ext cx="70925" cy="380300"/>
            </a:xfrm>
            <a:custGeom>
              <a:avLst/>
              <a:gdLst/>
              <a:ahLst/>
              <a:cxnLst/>
              <a:rect l="l" t="t" r="r" b="b"/>
              <a:pathLst>
                <a:path w="2837" h="15212" extrusionOk="0">
                  <a:moveTo>
                    <a:pt x="191" y="0"/>
                  </a:moveTo>
                  <a:cubicBezTo>
                    <a:pt x="62" y="0"/>
                    <a:pt x="0" y="62"/>
                    <a:pt x="0" y="129"/>
                  </a:cubicBezTo>
                  <a:lnTo>
                    <a:pt x="0" y="15015"/>
                  </a:lnTo>
                  <a:cubicBezTo>
                    <a:pt x="0" y="15082"/>
                    <a:pt x="62" y="15211"/>
                    <a:pt x="191" y="15211"/>
                  </a:cubicBezTo>
                  <a:lnTo>
                    <a:pt x="2640" y="15211"/>
                  </a:lnTo>
                  <a:cubicBezTo>
                    <a:pt x="2707" y="15211"/>
                    <a:pt x="2836" y="15082"/>
                    <a:pt x="2836" y="15015"/>
                  </a:cubicBezTo>
                  <a:lnTo>
                    <a:pt x="2836" y="129"/>
                  </a:lnTo>
                  <a:cubicBezTo>
                    <a:pt x="2836" y="62"/>
                    <a:pt x="2707" y="0"/>
                    <a:pt x="264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47"/>
            <p:cNvSpPr/>
            <p:nvPr/>
          </p:nvSpPr>
          <p:spPr>
            <a:xfrm>
              <a:off x="2500625" y="2294475"/>
              <a:ext cx="438300" cy="138600"/>
            </a:xfrm>
            <a:custGeom>
              <a:avLst/>
              <a:gdLst/>
              <a:ahLst/>
              <a:cxnLst/>
              <a:rect l="l" t="t" r="r" b="b"/>
              <a:pathLst>
                <a:path w="17532" h="5544" extrusionOk="0">
                  <a:moveTo>
                    <a:pt x="6704" y="0"/>
                  </a:moveTo>
                  <a:cubicBezTo>
                    <a:pt x="5734" y="0"/>
                    <a:pt x="4899" y="712"/>
                    <a:pt x="4703" y="1676"/>
                  </a:cubicBezTo>
                  <a:cubicBezTo>
                    <a:pt x="4445" y="1098"/>
                    <a:pt x="3801" y="774"/>
                    <a:pt x="3156" y="774"/>
                  </a:cubicBezTo>
                  <a:cubicBezTo>
                    <a:pt x="2321" y="841"/>
                    <a:pt x="1676" y="1485"/>
                    <a:pt x="1609" y="2259"/>
                  </a:cubicBezTo>
                  <a:cubicBezTo>
                    <a:pt x="1547" y="2449"/>
                    <a:pt x="1609" y="2707"/>
                    <a:pt x="1676" y="2903"/>
                  </a:cubicBezTo>
                  <a:cubicBezTo>
                    <a:pt x="1547" y="2836"/>
                    <a:pt x="1419" y="2836"/>
                    <a:pt x="1290" y="2836"/>
                  </a:cubicBezTo>
                  <a:cubicBezTo>
                    <a:pt x="578" y="2836"/>
                    <a:pt x="1" y="3352"/>
                    <a:pt x="1" y="3934"/>
                  </a:cubicBezTo>
                  <a:lnTo>
                    <a:pt x="1" y="5352"/>
                  </a:lnTo>
                  <a:cubicBezTo>
                    <a:pt x="1" y="5481"/>
                    <a:pt x="62" y="5543"/>
                    <a:pt x="191" y="5543"/>
                  </a:cubicBezTo>
                  <a:lnTo>
                    <a:pt x="17336" y="5543"/>
                  </a:lnTo>
                  <a:cubicBezTo>
                    <a:pt x="17465" y="5543"/>
                    <a:pt x="17532" y="5481"/>
                    <a:pt x="17532" y="5352"/>
                  </a:cubicBezTo>
                  <a:lnTo>
                    <a:pt x="17532" y="4641"/>
                  </a:lnTo>
                  <a:lnTo>
                    <a:pt x="17532" y="4063"/>
                  </a:lnTo>
                  <a:lnTo>
                    <a:pt x="17532" y="3934"/>
                  </a:lnTo>
                  <a:cubicBezTo>
                    <a:pt x="17532" y="3738"/>
                    <a:pt x="17403" y="3548"/>
                    <a:pt x="17274" y="3352"/>
                  </a:cubicBezTo>
                  <a:cubicBezTo>
                    <a:pt x="17207" y="3223"/>
                    <a:pt x="17078" y="3161"/>
                    <a:pt x="17016" y="3094"/>
                  </a:cubicBezTo>
                  <a:cubicBezTo>
                    <a:pt x="16949" y="3032"/>
                    <a:pt x="16691" y="2903"/>
                    <a:pt x="16691" y="2903"/>
                  </a:cubicBezTo>
                  <a:cubicBezTo>
                    <a:pt x="16758" y="2774"/>
                    <a:pt x="16758" y="2578"/>
                    <a:pt x="16758" y="2449"/>
                  </a:cubicBezTo>
                  <a:cubicBezTo>
                    <a:pt x="16758" y="1547"/>
                    <a:pt x="16047" y="774"/>
                    <a:pt x="15083" y="774"/>
                  </a:cubicBezTo>
                  <a:cubicBezTo>
                    <a:pt x="14696" y="774"/>
                    <a:pt x="14309" y="970"/>
                    <a:pt x="14051" y="1160"/>
                  </a:cubicBezTo>
                  <a:cubicBezTo>
                    <a:pt x="13727" y="516"/>
                    <a:pt x="12953" y="0"/>
                    <a:pt x="12180" y="0"/>
                  </a:cubicBezTo>
                  <a:cubicBezTo>
                    <a:pt x="11344" y="0"/>
                    <a:pt x="10571" y="516"/>
                    <a:pt x="10246" y="1227"/>
                  </a:cubicBezTo>
                  <a:cubicBezTo>
                    <a:pt x="10055" y="1031"/>
                    <a:pt x="9797" y="970"/>
                    <a:pt x="9473" y="970"/>
                  </a:cubicBezTo>
                  <a:cubicBezTo>
                    <a:pt x="9153" y="970"/>
                    <a:pt x="8828" y="1098"/>
                    <a:pt x="8637" y="1289"/>
                  </a:cubicBezTo>
                  <a:cubicBezTo>
                    <a:pt x="8312" y="516"/>
                    <a:pt x="7606" y="0"/>
                    <a:pt x="670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5" name="Google Shape;2025;p47"/>
          <p:cNvGrpSpPr/>
          <p:nvPr/>
        </p:nvGrpSpPr>
        <p:grpSpPr>
          <a:xfrm>
            <a:off x="1956093" y="1408634"/>
            <a:ext cx="370963" cy="419550"/>
            <a:chOff x="1788425" y="1314775"/>
            <a:chExt cx="394725" cy="446425"/>
          </a:xfrm>
        </p:grpSpPr>
        <p:sp>
          <p:nvSpPr>
            <p:cNvPr id="2026" name="Google Shape;2026;p47"/>
            <p:cNvSpPr/>
            <p:nvPr/>
          </p:nvSpPr>
          <p:spPr>
            <a:xfrm>
              <a:off x="1788425" y="1314775"/>
              <a:ext cx="394725" cy="446425"/>
            </a:xfrm>
            <a:custGeom>
              <a:avLst/>
              <a:gdLst/>
              <a:ahLst/>
              <a:cxnLst/>
              <a:rect l="l" t="t" r="r" b="b"/>
              <a:pathLst>
                <a:path w="15789" h="17857" extrusionOk="0">
                  <a:moveTo>
                    <a:pt x="7925" y="1"/>
                  </a:moveTo>
                  <a:cubicBezTo>
                    <a:pt x="3543" y="1"/>
                    <a:pt x="0" y="3548"/>
                    <a:pt x="0" y="7931"/>
                  </a:cubicBezTo>
                  <a:cubicBezTo>
                    <a:pt x="0" y="10638"/>
                    <a:pt x="1418" y="13087"/>
                    <a:pt x="3481" y="14505"/>
                  </a:cubicBezTo>
                  <a:lnTo>
                    <a:pt x="3481" y="16439"/>
                  </a:lnTo>
                  <a:cubicBezTo>
                    <a:pt x="3481" y="17212"/>
                    <a:pt x="4187" y="17857"/>
                    <a:pt x="4960" y="17857"/>
                  </a:cubicBezTo>
                  <a:cubicBezTo>
                    <a:pt x="5801" y="17857"/>
                    <a:pt x="6446" y="17212"/>
                    <a:pt x="6446" y="16439"/>
                  </a:cubicBezTo>
                  <a:cubicBezTo>
                    <a:pt x="6446" y="17212"/>
                    <a:pt x="7090" y="17857"/>
                    <a:pt x="7925" y="17857"/>
                  </a:cubicBezTo>
                  <a:cubicBezTo>
                    <a:pt x="8699" y="17857"/>
                    <a:pt x="9343" y="17212"/>
                    <a:pt x="9343" y="16439"/>
                  </a:cubicBezTo>
                  <a:lnTo>
                    <a:pt x="9410" y="16439"/>
                  </a:lnTo>
                  <a:cubicBezTo>
                    <a:pt x="9410" y="17212"/>
                    <a:pt x="10055" y="17857"/>
                    <a:pt x="10828" y="17857"/>
                  </a:cubicBezTo>
                  <a:cubicBezTo>
                    <a:pt x="11664" y="17857"/>
                    <a:pt x="12308" y="17212"/>
                    <a:pt x="12308" y="16439"/>
                  </a:cubicBezTo>
                  <a:lnTo>
                    <a:pt x="12308" y="14505"/>
                  </a:lnTo>
                  <a:cubicBezTo>
                    <a:pt x="14438" y="13087"/>
                    <a:pt x="15789" y="10638"/>
                    <a:pt x="15789" y="7931"/>
                  </a:cubicBezTo>
                  <a:cubicBezTo>
                    <a:pt x="15789" y="3548"/>
                    <a:pt x="12246" y="1"/>
                    <a:pt x="79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47"/>
            <p:cNvSpPr/>
            <p:nvPr/>
          </p:nvSpPr>
          <p:spPr>
            <a:xfrm>
              <a:off x="1862550" y="1509800"/>
              <a:ext cx="103150" cy="103150"/>
            </a:xfrm>
            <a:custGeom>
              <a:avLst/>
              <a:gdLst/>
              <a:ahLst/>
              <a:cxnLst/>
              <a:rect l="l" t="t" r="r" b="b"/>
              <a:pathLst>
                <a:path w="4126" h="4126" extrusionOk="0">
                  <a:moveTo>
                    <a:pt x="2063" y="1"/>
                  </a:moveTo>
                  <a:cubicBezTo>
                    <a:pt x="902" y="1"/>
                    <a:pt x="0" y="903"/>
                    <a:pt x="0" y="2063"/>
                  </a:cubicBezTo>
                  <a:cubicBezTo>
                    <a:pt x="0" y="3224"/>
                    <a:pt x="902" y="4126"/>
                    <a:pt x="2063" y="4126"/>
                  </a:cubicBezTo>
                  <a:cubicBezTo>
                    <a:pt x="3223" y="4126"/>
                    <a:pt x="4125" y="3224"/>
                    <a:pt x="4125" y="2063"/>
                  </a:cubicBezTo>
                  <a:cubicBezTo>
                    <a:pt x="4125"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47"/>
            <p:cNvSpPr/>
            <p:nvPr/>
          </p:nvSpPr>
          <p:spPr>
            <a:xfrm>
              <a:off x="2005875" y="1509800"/>
              <a:ext cx="103150" cy="103150"/>
            </a:xfrm>
            <a:custGeom>
              <a:avLst/>
              <a:gdLst/>
              <a:ahLst/>
              <a:cxnLst/>
              <a:rect l="l" t="t" r="r" b="b"/>
              <a:pathLst>
                <a:path w="4126" h="4126" extrusionOk="0">
                  <a:moveTo>
                    <a:pt x="2063" y="1"/>
                  </a:moveTo>
                  <a:cubicBezTo>
                    <a:pt x="903" y="1"/>
                    <a:pt x="1" y="903"/>
                    <a:pt x="1" y="2063"/>
                  </a:cubicBezTo>
                  <a:cubicBezTo>
                    <a:pt x="1" y="3224"/>
                    <a:pt x="903" y="4126"/>
                    <a:pt x="2063" y="4126"/>
                  </a:cubicBezTo>
                  <a:cubicBezTo>
                    <a:pt x="3223" y="4126"/>
                    <a:pt x="4126" y="3224"/>
                    <a:pt x="4126" y="2063"/>
                  </a:cubicBezTo>
                  <a:cubicBezTo>
                    <a:pt x="4126" y="903"/>
                    <a:pt x="3223" y="1"/>
                    <a:pt x="20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47"/>
            <p:cNvSpPr/>
            <p:nvPr/>
          </p:nvSpPr>
          <p:spPr>
            <a:xfrm>
              <a:off x="1954325" y="1606500"/>
              <a:ext cx="62925" cy="41900"/>
            </a:xfrm>
            <a:custGeom>
              <a:avLst/>
              <a:gdLst/>
              <a:ahLst/>
              <a:cxnLst/>
              <a:rect l="l" t="t" r="r" b="b"/>
              <a:pathLst>
                <a:path w="2517" h="1676" extrusionOk="0">
                  <a:moveTo>
                    <a:pt x="1227" y="0"/>
                  </a:moveTo>
                  <a:cubicBezTo>
                    <a:pt x="903" y="258"/>
                    <a:pt x="0" y="1093"/>
                    <a:pt x="454" y="1547"/>
                  </a:cubicBezTo>
                  <a:cubicBezTo>
                    <a:pt x="583" y="1609"/>
                    <a:pt x="712" y="1676"/>
                    <a:pt x="841" y="1676"/>
                  </a:cubicBezTo>
                  <a:lnTo>
                    <a:pt x="1676" y="1676"/>
                  </a:lnTo>
                  <a:cubicBezTo>
                    <a:pt x="1805" y="1676"/>
                    <a:pt x="2001" y="1609"/>
                    <a:pt x="2063" y="1547"/>
                  </a:cubicBezTo>
                  <a:cubicBezTo>
                    <a:pt x="2517" y="1093"/>
                    <a:pt x="1614" y="258"/>
                    <a:pt x="13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47"/>
            <p:cNvSpPr/>
            <p:nvPr/>
          </p:nvSpPr>
          <p:spPr>
            <a:xfrm>
              <a:off x="1989775" y="1611250"/>
              <a:ext cx="25" cy="25"/>
            </a:xfrm>
            <a:custGeom>
              <a:avLst/>
              <a:gdLst/>
              <a:ahLst/>
              <a:cxnLst/>
              <a:rect l="l" t="t" r="r" b="b"/>
              <a:pathLst>
                <a:path w="1" h="1" extrusionOk="0">
                  <a:moveTo>
                    <a:pt x="0" y="1"/>
                  </a:move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1" name="Google Shape;2031;p47"/>
          <p:cNvGrpSpPr/>
          <p:nvPr/>
        </p:nvGrpSpPr>
        <p:grpSpPr>
          <a:xfrm>
            <a:off x="1907623" y="2034870"/>
            <a:ext cx="421007" cy="400496"/>
            <a:chOff x="1736850" y="1981125"/>
            <a:chExt cx="447975" cy="426150"/>
          </a:xfrm>
        </p:grpSpPr>
        <p:sp>
          <p:nvSpPr>
            <p:cNvPr id="2032" name="Google Shape;2032;p47"/>
            <p:cNvSpPr/>
            <p:nvPr/>
          </p:nvSpPr>
          <p:spPr>
            <a:xfrm>
              <a:off x="1736850" y="2280025"/>
              <a:ext cx="447975" cy="127250"/>
            </a:xfrm>
            <a:custGeom>
              <a:avLst/>
              <a:gdLst/>
              <a:ahLst/>
              <a:cxnLst/>
              <a:rect l="l" t="t" r="r" b="b"/>
              <a:pathLst>
                <a:path w="17919" h="5090" extrusionOk="0">
                  <a:moveTo>
                    <a:pt x="449" y="1"/>
                  </a:moveTo>
                  <a:cubicBezTo>
                    <a:pt x="258" y="578"/>
                    <a:pt x="63" y="1223"/>
                    <a:pt x="1" y="1805"/>
                  </a:cubicBezTo>
                  <a:cubicBezTo>
                    <a:pt x="1" y="2254"/>
                    <a:pt x="1" y="2641"/>
                    <a:pt x="191" y="3027"/>
                  </a:cubicBezTo>
                  <a:cubicBezTo>
                    <a:pt x="449" y="3543"/>
                    <a:pt x="1032" y="3930"/>
                    <a:pt x="1548" y="4188"/>
                  </a:cubicBezTo>
                  <a:cubicBezTo>
                    <a:pt x="2321" y="4512"/>
                    <a:pt x="3094" y="4703"/>
                    <a:pt x="3868" y="4832"/>
                  </a:cubicBezTo>
                  <a:cubicBezTo>
                    <a:pt x="4703" y="4961"/>
                    <a:pt x="5544" y="5028"/>
                    <a:pt x="6446" y="5028"/>
                  </a:cubicBezTo>
                  <a:cubicBezTo>
                    <a:pt x="6833" y="5090"/>
                    <a:pt x="7281" y="5090"/>
                    <a:pt x="7735" y="5090"/>
                  </a:cubicBezTo>
                  <a:cubicBezTo>
                    <a:pt x="9086" y="5090"/>
                    <a:pt x="10504" y="5090"/>
                    <a:pt x="11922" y="5028"/>
                  </a:cubicBezTo>
                  <a:lnTo>
                    <a:pt x="13856" y="4832"/>
                  </a:lnTo>
                  <a:cubicBezTo>
                    <a:pt x="15212" y="4641"/>
                    <a:pt x="17274" y="4126"/>
                    <a:pt x="17723" y="2837"/>
                  </a:cubicBezTo>
                  <a:cubicBezTo>
                    <a:pt x="17852" y="2450"/>
                    <a:pt x="17919" y="2063"/>
                    <a:pt x="17852" y="1738"/>
                  </a:cubicBezTo>
                  <a:cubicBezTo>
                    <a:pt x="17790" y="1161"/>
                    <a:pt x="17594" y="578"/>
                    <a:pt x="1740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47"/>
            <p:cNvSpPr/>
            <p:nvPr/>
          </p:nvSpPr>
          <p:spPr>
            <a:xfrm>
              <a:off x="1844750" y="1981125"/>
              <a:ext cx="232050" cy="142575"/>
            </a:xfrm>
            <a:custGeom>
              <a:avLst/>
              <a:gdLst/>
              <a:ahLst/>
              <a:cxnLst/>
              <a:rect l="l" t="t" r="r" b="b"/>
              <a:pathLst>
                <a:path w="9282" h="5703" extrusionOk="0">
                  <a:moveTo>
                    <a:pt x="4661" y="1"/>
                  </a:moveTo>
                  <a:cubicBezTo>
                    <a:pt x="4613" y="1"/>
                    <a:pt x="4564" y="10"/>
                    <a:pt x="4512" y="30"/>
                  </a:cubicBezTo>
                  <a:cubicBezTo>
                    <a:pt x="4193" y="97"/>
                    <a:pt x="3997" y="417"/>
                    <a:pt x="3739" y="675"/>
                  </a:cubicBezTo>
                  <a:cubicBezTo>
                    <a:pt x="3481" y="1061"/>
                    <a:pt x="3161" y="1448"/>
                    <a:pt x="2836" y="1773"/>
                  </a:cubicBezTo>
                  <a:cubicBezTo>
                    <a:pt x="2646" y="2093"/>
                    <a:pt x="2450" y="2351"/>
                    <a:pt x="2192" y="2608"/>
                  </a:cubicBezTo>
                  <a:lnTo>
                    <a:pt x="841" y="4542"/>
                  </a:lnTo>
                  <a:cubicBezTo>
                    <a:pt x="583" y="4929"/>
                    <a:pt x="258" y="5315"/>
                    <a:pt x="0" y="5702"/>
                  </a:cubicBezTo>
                  <a:lnTo>
                    <a:pt x="9282" y="5702"/>
                  </a:lnTo>
                  <a:cubicBezTo>
                    <a:pt x="8962" y="5315"/>
                    <a:pt x="8704" y="4929"/>
                    <a:pt x="8379" y="4542"/>
                  </a:cubicBezTo>
                  <a:lnTo>
                    <a:pt x="7028" y="2608"/>
                  </a:lnTo>
                  <a:cubicBezTo>
                    <a:pt x="6446" y="1902"/>
                    <a:pt x="5868" y="1129"/>
                    <a:pt x="5224" y="417"/>
                  </a:cubicBezTo>
                  <a:cubicBezTo>
                    <a:pt x="5115" y="256"/>
                    <a:pt x="4915" y="1"/>
                    <a:pt x="46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47"/>
            <p:cNvSpPr/>
            <p:nvPr/>
          </p:nvSpPr>
          <p:spPr>
            <a:xfrm>
              <a:off x="1748075" y="2123675"/>
              <a:ext cx="423875" cy="156375"/>
            </a:xfrm>
            <a:custGeom>
              <a:avLst/>
              <a:gdLst/>
              <a:ahLst/>
              <a:cxnLst/>
              <a:rect l="l" t="t" r="r" b="b"/>
              <a:pathLst>
                <a:path w="16955" h="6255" extrusionOk="0">
                  <a:moveTo>
                    <a:pt x="3867" y="0"/>
                  </a:moveTo>
                  <a:cubicBezTo>
                    <a:pt x="3161" y="969"/>
                    <a:pt x="2517" y="1872"/>
                    <a:pt x="1934" y="2836"/>
                  </a:cubicBezTo>
                  <a:cubicBezTo>
                    <a:pt x="1289" y="3934"/>
                    <a:pt x="516" y="5095"/>
                    <a:pt x="0" y="6255"/>
                  </a:cubicBezTo>
                  <a:lnTo>
                    <a:pt x="16954" y="6255"/>
                  </a:lnTo>
                  <a:cubicBezTo>
                    <a:pt x="16438" y="5095"/>
                    <a:pt x="15665" y="3934"/>
                    <a:pt x="15020" y="2836"/>
                  </a:cubicBezTo>
                  <a:cubicBezTo>
                    <a:pt x="14438" y="1872"/>
                    <a:pt x="13793" y="969"/>
                    <a:pt x="131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5" name="Google Shape;2035;p47"/>
          <p:cNvGrpSpPr/>
          <p:nvPr/>
        </p:nvGrpSpPr>
        <p:grpSpPr>
          <a:xfrm>
            <a:off x="1301898" y="2047674"/>
            <a:ext cx="307362" cy="419550"/>
            <a:chOff x="1092325" y="1994750"/>
            <a:chExt cx="327050" cy="446425"/>
          </a:xfrm>
        </p:grpSpPr>
        <p:sp>
          <p:nvSpPr>
            <p:cNvPr id="2036" name="Google Shape;2036;p47"/>
            <p:cNvSpPr/>
            <p:nvPr/>
          </p:nvSpPr>
          <p:spPr>
            <a:xfrm>
              <a:off x="1296900" y="2078550"/>
              <a:ext cx="91925" cy="203050"/>
            </a:xfrm>
            <a:custGeom>
              <a:avLst/>
              <a:gdLst/>
              <a:ahLst/>
              <a:cxnLst/>
              <a:rect l="l" t="t" r="r" b="b"/>
              <a:pathLst>
                <a:path w="3677" h="8122" extrusionOk="0">
                  <a:moveTo>
                    <a:pt x="2063" y="4899"/>
                  </a:moveTo>
                  <a:cubicBezTo>
                    <a:pt x="2517" y="5224"/>
                    <a:pt x="3094" y="5868"/>
                    <a:pt x="3032" y="6575"/>
                  </a:cubicBezTo>
                  <a:cubicBezTo>
                    <a:pt x="3032" y="6642"/>
                    <a:pt x="2965" y="7544"/>
                    <a:pt x="1872" y="7606"/>
                  </a:cubicBezTo>
                  <a:cubicBezTo>
                    <a:pt x="1356" y="7544"/>
                    <a:pt x="1032" y="7415"/>
                    <a:pt x="841" y="7090"/>
                  </a:cubicBezTo>
                  <a:cubicBezTo>
                    <a:pt x="645" y="6832"/>
                    <a:pt x="645" y="6642"/>
                    <a:pt x="645" y="6575"/>
                  </a:cubicBezTo>
                  <a:cubicBezTo>
                    <a:pt x="583" y="5868"/>
                    <a:pt x="1160" y="5224"/>
                    <a:pt x="1614" y="4899"/>
                  </a:cubicBezTo>
                  <a:cubicBezTo>
                    <a:pt x="1614" y="4966"/>
                    <a:pt x="1743" y="5095"/>
                    <a:pt x="1872" y="5095"/>
                  </a:cubicBezTo>
                  <a:cubicBezTo>
                    <a:pt x="1934" y="5095"/>
                    <a:pt x="2063" y="4966"/>
                    <a:pt x="2063" y="4899"/>
                  </a:cubicBezTo>
                  <a:close/>
                  <a:moveTo>
                    <a:pt x="1872" y="0"/>
                  </a:moveTo>
                  <a:cubicBezTo>
                    <a:pt x="1676" y="0"/>
                    <a:pt x="1614" y="129"/>
                    <a:pt x="1614" y="258"/>
                  </a:cubicBezTo>
                  <a:lnTo>
                    <a:pt x="1614" y="1805"/>
                  </a:lnTo>
                  <a:lnTo>
                    <a:pt x="1228" y="2130"/>
                  </a:lnTo>
                  <a:cubicBezTo>
                    <a:pt x="1160" y="2192"/>
                    <a:pt x="1160" y="2388"/>
                    <a:pt x="1228" y="2450"/>
                  </a:cubicBezTo>
                  <a:cubicBezTo>
                    <a:pt x="1289" y="2517"/>
                    <a:pt x="1356" y="2579"/>
                    <a:pt x="1418" y="2579"/>
                  </a:cubicBezTo>
                  <a:cubicBezTo>
                    <a:pt x="1485" y="2579"/>
                    <a:pt x="1547" y="2517"/>
                    <a:pt x="1614" y="2517"/>
                  </a:cubicBezTo>
                  <a:lnTo>
                    <a:pt x="1228" y="2836"/>
                  </a:lnTo>
                  <a:cubicBezTo>
                    <a:pt x="1160" y="2965"/>
                    <a:pt x="1160" y="3094"/>
                    <a:pt x="1228" y="3223"/>
                  </a:cubicBezTo>
                  <a:cubicBezTo>
                    <a:pt x="1289" y="3290"/>
                    <a:pt x="1356" y="3290"/>
                    <a:pt x="1418" y="3290"/>
                  </a:cubicBezTo>
                  <a:cubicBezTo>
                    <a:pt x="1485" y="3290"/>
                    <a:pt x="1547" y="3290"/>
                    <a:pt x="1614" y="3223"/>
                  </a:cubicBezTo>
                  <a:lnTo>
                    <a:pt x="1614" y="3290"/>
                  </a:lnTo>
                  <a:lnTo>
                    <a:pt x="1228" y="3610"/>
                  </a:lnTo>
                  <a:cubicBezTo>
                    <a:pt x="1160" y="3677"/>
                    <a:pt x="1160" y="3868"/>
                    <a:pt x="1228" y="3997"/>
                  </a:cubicBezTo>
                  <a:cubicBezTo>
                    <a:pt x="1289" y="3997"/>
                    <a:pt x="1356" y="4064"/>
                    <a:pt x="1418" y="4064"/>
                  </a:cubicBezTo>
                  <a:cubicBezTo>
                    <a:pt x="1485" y="4064"/>
                    <a:pt x="1547" y="4064"/>
                    <a:pt x="1614" y="3997"/>
                  </a:cubicBezTo>
                  <a:lnTo>
                    <a:pt x="1614" y="4254"/>
                  </a:lnTo>
                  <a:cubicBezTo>
                    <a:pt x="1160" y="4512"/>
                    <a:pt x="0" y="5414"/>
                    <a:pt x="129" y="6642"/>
                  </a:cubicBezTo>
                  <a:cubicBezTo>
                    <a:pt x="129" y="7157"/>
                    <a:pt x="583" y="8060"/>
                    <a:pt x="1805" y="8122"/>
                  </a:cubicBezTo>
                  <a:lnTo>
                    <a:pt x="1872" y="8122"/>
                  </a:lnTo>
                  <a:cubicBezTo>
                    <a:pt x="3094" y="8060"/>
                    <a:pt x="3548" y="7157"/>
                    <a:pt x="3610" y="6642"/>
                  </a:cubicBezTo>
                  <a:cubicBezTo>
                    <a:pt x="3677" y="5414"/>
                    <a:pt x="2517" y="4512"/>
                    <a:pt x="2130" y="4254"/>
                  </a:cubicBezTo>
                  <a:lnTo>
                    <a:pt x="2130" y="3481"/>
                  </a:lnTo>
                  <a:lnTo>
                    <a:pt x="2450" y="3161"/>
                  </a:lnTo>
                  <a:cubicBezTo>
                    <a:pt x="2578" y="3094"/>
                    <a:pt x="2578" y="2903"/>
                    <a:pt x="2450" y="2836"/>
                  </a:cubicBezTo>
                  <a:cubicBezTo>
                    <a:pt x="2414" y="2761"/>
                    <a:pt x="2332" y="2730"/>
                    <a:pt x="2259" y="2730"/>
                  </a:cubicBezTo>
                  <a:cubicBezTo>
                    <a:pt x="2208" y="2730"/>
                    <a:pt x="2161" y="2745"/>
                    <a:pt x="2134" y="2770"/>
                  </a:cubicBezTo>
                  <a:lnTo>
                    <a:pt x="2134" y="2770"/>
                  </a:lnTo>
                  <a:lnTo>
                    <a:pt x="2450" y="2450"/>
                  </a:lnTo>
                  <a:cubicBezTo>
                    <a:pt x="2578" y="2321"/>
                    <a:pt x="2578" y="2192"/>
                    <a:pt x="2450" y="2063"/>
                  </a:cubicBezTo>
                  <a:cubicBezTo>
                    <a:pt x="2414" y="2027"/>
                    <a:pt x="2332" y="1989"/>
                    <a:pt x="2259" y="1989"/>
                  </a:cubicBezTo>
                  <a:cubicBezTo>
                    <a:pt x="2205" y="1989"/>
                    <a:pt x="2156" y="2009"/>
                    <a:pt x="2130" y="2063"/>
                  </a:cubicBezTo>
                  <a:lnTo>
                    <a:pt x="2130" y="2001"/>
                  </a:lnTo>
                  <a:lnTo>
                    <a:pt x="2450" y="1676"/>
                  </a:lnTo>
                  <a:cubicBezTo>
                    <a:pt x="2578" y="1614"/>
                    <a:pt x="2578" y="1418"/>
                    <a:pt x="2450" y="1357"/>
                  </a:cubicBezTo>
                  <a:cubicBezTo>
                    <a:pt x="2413" y="1280"/>
                    <a:pt x="2330" y="1249"/>
                    <a:pt x="2255" y="1249"/>
                  </a:cubicBezTo>
                  <a:cubicBezTo>
                    <a:pt x="2203" y="1249"/>
                    <a:pt x="2155" y="1264"/>
                    <a:pt x="2130" y="1289"/>
                  </a:cubicBezTo>
                  <a:lnTo>
                    <a:pt x="2130" y="258"/>
                  </a:lnTo>
                  <a:cubicBezTo>
                    <a:pt x="2130" y="129"/>
                    <a:pt x="2001" y="0"/>
                    <a:pt x="18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47"/>
            <p:cNvSpPr/>
            <p:nvPr/>
          </p:nvSpPr>
          <p:spPr>
            <a:xfrm>
              <a:off x="1124550" y="1994750"/>
              <a:ext cx="46675" cy="446425"/>
            </a:xfrm>
            <a:custGeom>
              <a:avLst/>
              <a:gdLst/>
              <a:ahLst/>
              <a:cxnLst/>
              <a:rect l="l" t="t" r="r" b="b"/>
              <a:pathLst>
                <a:path w="1867" h="17857" extrusionOk="0">
                  <a:moveTo>
                    <a:pt x="191" y="1"/>
                  </a:moveTo>
                  <a:cubicBezTo>
                    <a:pt x="62" y="1"/>
                    <a:pt x="0" y="68"/>
                    <a:pt x="0" y="130"/>
                  </a:cubicBezTo>
                  <a:lnTo>
                    <a:pt x="0" y="17661"/>
                  </a:lnTo>
                  <a:cubicBezTo>
                    <a:pt x="0" y="17790"/>
                    <a:pt x="62" y="17857"/>
                    <a:pt x="191" y="17857"/>
                  </a:cubicBezTo>
                  <a:lnTo>
                    <a:pt x="1676" y="17857"/>
                  </a:lnTo>
                  <a:cubicBezTo>
                    <a:pt x="1805" y="17857"/>
                    <a:pt x="1867" y="17790"/>
                    <a:pt x="1867" y="17661"/>
                  </a:cubicBezTo>
                  <a:lnTo>
                    <a:pt x="1867" y="130"/>
                  </a:lnTo>
                  <a:cubicBezTo>
                    <a:pt x="1867" y="68"/>
                    <a:pt x="1805" y="1"/>
                    <a:pt x="167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47"/>
            <p:cNvSpPr/>
            <p:nvPr/>
          </p:nvSpPr>
          <p:spPr>
            <a:xfrm>
              <a:off x="1092325" y="2038325"/>
              <a:ext cx="327050" cy="46700"/>
            </a:xfrm>
            <a:custGeom>
              <a:avLst/>
              <a:gdLst/>
              <a:ahLst/>
              <a:cxnLst/>
              <a:rect l="l" t="t" r="r" b="b"/>
              <a:pathLst>
                <a:path w="13082" h="1868" extrusionOk="0">
                  <a:moveTo>
                    <a:pt x="191" y="1"/>
                  </a:moveTo>
                  <a:cubicBezTo>
                    <a:pt x="62" y="1"/>
                    <a:pt x="0" y="130"/>
                    <a:pt x="0" y="191"/>
                  </a:cubicBezTo>
                  <a:lnTo>
                    <a:pt x="0" y="1738"/>
                  </a:lnTo>
                  <a:cubicBezTo>
                    <a:pt x="0" y="1805"/>
                    <a:pt x="62" y="1867"/>
                    <a:pt x="191" y="1867"/>
                  </a:cubicBezTo>
                  <a:lnTo>
                    <a:pt x="12891" y="1867"/>
                  </a:lnTo>
                  <a:cubicBezTo>
                    <a:pt x="13020" y="1867"/>
                    <a:pt x="13082" y="1805"/>
                    <a:pt x="13082" y="1738"/>
                  </a:cubicBezTo>
                  <a:lnTo>
                    <a:pt x="13082" y="191"/>
                  </a:lnTo>
                  <a:cubicBezTo>
                    <a:pt x="13082" y="130"/>
                    <a:pt x="13020" y="1"/>
                    <a:pt x="1289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9" name="Google Shape;2039;p47"/>
          <p:cNvGrpSpPr/>
          <p:nvPr/>
        </p:nvGrpSpPr>
        <p:grpSpPr>
          <a:xfrm>
            <a:off x="1212500" y="2677646"/>
            <a:ext cx="419550" cy="419550"/>
            <a:chOff x="997200" y="2665075"/>
            <a:chExt cx="446425" cy="446425"/>
          </a:xfrm>
        </p:grpSpPr>
        <p:sp>
          <p:nvSpPr>
            <p:cNvPr id="2040" name="Google Shape;2040;p47"/>
            <p:cNvSpPr/>
            <p:nvPr/>
          </p:nvSpPr>
          <p:spPr>
            <a:xfrm>
              <a:off x="997200" y="2665075"/>
              <a:ext cx="446425" cy="446425"/>
            </a:xfrm>
            <a:custGeom>
              <a:avLst/>
              <a:gdLst/>
              <a:ahLst/>
              <a:cxnLst/>
              <a:rect l="l" t="t" r="r" b="b"/>
              <a:pathLst>
                <a:path w="17857" h="17857" extrusionOk="0">
                  <a:moveTo>
                    <a:pt x="8895" y="0"/>
                  </a:moveTo>
                  <a:cubicBezTo>
                    <a:pt x="3996" y="0"/>
                    <a:pt x="0" y="3997"/>
                    <a:pt x="0" y="8895"/>
                  </a:cubicBezTo>
                  <a:cubicBezTo>
                    <a:pt x="0" y="13860"/>
                    <a:pt x="3996" y="17857"/>
                    <a:pt x="8895" y="17857"/>
                  </a:cubicBezTo>
                  <a:cubicBezTo>
                    <a:pt x="13860" y="17857"/>
                    <a:pt x="17856" y="13860"/>
                    <a:pt x="17856" y="8895"/>
                  </a:cubicBezTo>
                  <a:cubicBezTo>
                    <a:pt x="17856" y="3997"/>
                    <a:pt x="13860" y="0"/>
                    <a:pt x="88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7"/>
            <p:cNvSpPr/>
            <p:nvPr/>
          </p:nvSpPr>
          <p:spPr>
            <a:xfrm>
              <a:off x="1093875" y="2732500"/>
              <a:ext cx="87025" cy="81200"/>
            </a:xfrm>
            <a:custGeom>
              <a:avLst/>
              <a:gdLst/>
              <a:ahLst/>
              <a:cxnLst/>
              <a:rect l="l" t="t" r="r" b="b"/>
              <a:pathLst>
                <a:path w="3481" h="3248" extrusionOk="0">
                  <a:moveTo>
                    <a:pt x="2490" y="1"/>
                  </a:moveTo>
                  <a:cubicBezTo>
                    <a:pt x="2009" y="1"/>
                    <a:pt x="1395" y="335"/>
                    <a:pt x="903" y="913"/>
                  </a:cubicBezTo>
                  <a:cubicBezTo>
                    <a:pt x="196" y="1686"/>
                    <a:pt x="0" y="2656"/>
                    <a:pt x="454" y="3042"/>
                  </a:cubicBezTo>
                  <a:cubicBezTo>
                    <a:pt x="594" y="3182"/>
                    <a:pt x="784" y="3247"/>
                    <a:pt x="1002" y="3247"/>
                  </a:cubicBezTo>
                  <a:cubicBezTo>
                    <a:pt x="1482" y="3247"/>
                    <a:pt x="2092" y="2930"/>
                    <a:pt x="2578" y="2398"/>
                  </a:cubicBezTo>
                  <a:cubicBezTo>
                    <a:pt x="3290" y="1557"/>
                    <a:pt x="3481" y="593"/>
                    <a:pt x="3032" y="206"/>
                  </a:cubicBezTo>
                  <a:cubicBezTo>
                    <a:pt x="2892" y="67"/>
                    <a:pt x="2705" y="1"/>
                    <a:pt x="24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7"/>
            <p:cNvSpPr/>
            <p:nvPr/>
          </p:nvSpPr>
          <p:spPr>
            <a:xfrm>
              <a:off x="1039075" y="2863325"/>
              <a:ext cx="43600" cy="72575"/>
            </a:xfrm>
            <a:custGeom>
              <a:avLst/>
              <a:gdLst/>
              <a:ahLst/>
              <a:cxnLst/>
              <a:rect l="l" t="t" r="r" b="b"/>
              <a:pathLst>
                <a:path w="1744" h="2903" extrusionOk="0">
                  <a:moveTo>
                    <a:pt x="903" y="1"/>
                  </a:moveTo>
                  <a:cubicBezTo>
                    <a:pt x="388" y="1"/>
                    <a:pt x="1" y="645"/>
                    <a:pt x="1" y="1481"/>
                  </a:cubicBezTo>
                  <a:cubicBezTo>
                    <a:pt x="1" y="2254"/>
                    <a:pt x="388" y="2899"/>
                    <a:pt x="841" y="2899"/>
                  </a:cubicBezTo>
                  <a:cubicBezTo>
                    <a:pt x="864" y="2902"/>
                    <a:pt x="886" y="2903"/>
                    <a:pt x="908" y="2903"/>
                  </a:cubicBezTo>
                  <a:cubicBezTo>
                    <a:pt x="1390" y="2903"/>
                    <a:pt x="1744" y="2220"/>
                    <a:pt x="1744" y="1481"/>
                  </a:cubicBezTo>
                  <a:cubicBezTo>
                    <a:pt x="1744" y="645"/>
                    <a:pt x="1357" y="1"/>
                    <a:pt x="9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47"/>
            <p:cNvSpPr/>
            <p:nvPr/>
          </p:nvSpPr>
          <p:spPr>
            <a:xfrm>
              <a:off x="1332350" y="2890500"/>
              <a:ext cx="64475" cy="69850"/>
            </a:xfrm>
            <a:custGeom>
              <a:avLst/>
              <a:gdLst/>
              <a:ahLst/>
              <a:cxnLst/>
              <a:rect l="l" t="t" r="r" b="b"/>
              <a:pathLst>
                <a:path w="2579" h="2794" extrusionOk="0">
                  <a:moveTo>
                    <a:pt x="1584" y="0"/>
                  </a:moveTo>
                  <a:cubicBezTo>
                    <a:pt x="1158" y="0"/>
                    <a:pt x="649" y="403"/>
                    <a:pt x="387" y="976"/>
                  </a:cubicBezTo>
                  <a:cubicBezTo>
                    <a:pt x="0" y="1750"/>
                    <a:pt x="196" y="2523"/>
                    <a:pt x="712" y="2714"/>
                  </a:cubicBezTo>
                  <a:cubicBezTo>
                    <a:pt x="819" y="2768"/>
                    <a:pt x="933" y="2793"/>
                    <a:pt x="1047" y="2793"/>
                  </a:cubicBezTo>
                  <a:cubicBezTo>
                    <a:pt x="1482" y="2793"/>
                    <a:pt x="1939" y="2424"/>
                    <a:pt x="2192" y="1812"/>
                  </a:cubicBezTo>
                  <a:cubicBezTo>
                    <a:pt x="2578" y="1105"/>
                    <a:pt x="2388" y="332"/>
                    <a:pt x="1872" y="74"/>
                  </a:cubicBezTo>
                  <a:cubicBezTo>
                    <a:pt x="1784" y="24"/>
                    <a:pt x="1686" y="0"/>
                    <a:pt x="1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47"/>
            <p:cNvSpPr/>
            <p:nvPr/>
          </p:nvSpPr>
          <p:spPr>
            <a:xfrm>
              <a:off x="1261450" y="2730900"/>
              <a:ext cx="120925" cy="105750"/>
            </a:xfrm>
            <a:custGeom>
              <a:avLst/>
              <a:gdLst/>
              <a:ahLst/>
              <a:cxnLst/>
              <a:rect l="l" t="t" r="r" b="b"/>
              <a:pathLst>
                <a:path w="4837" h="4230" extrusionOk="0">
                  <a:moveTo>
                    <a:pt x="1404" y="0"/>
                  </a:moveTo>
                  <a:cubicBezTo>
                    <a:pt x="1073" y="0"/>
                    <a:pt x="785" y="107"/>
                    <a:pt x="583" y="332"/>
                  </a:cubicBezTo>
                  <a:cubicBezTo>
                    <a:pt x="0" y="915"/>
                    <a:pt x="325" y="2204"/>
                    <a:pt x="1356" y="3168"/>
                  </a:cubicBezTo>
                  <a:cubicBezTo>
                    <a:pt x="1999" y="3856"/>
                    <a:pt x="2816" y="4229"/>
                    <a:pt x="3461" y="4229"/>
                  </a:cubicBezTo>
                  <a:cubicBezTo>
                    <a:pt x="3783" y="4229"/>
                    <a:pt x="4062" y="4136"/>
                    <a:pt x="4254" y="3942"/>
                  </a:cubicBezTo>
                  <a:cubicBezTo>
                    <a:pt x="4837" y="3297"/>
                    <a:pt x="4450" y="2008"/>
                    <a:pt x="3419" y="1044"/>
                  </a:cubicBezTo>
                  <a:cubicBezTo>
                    <a:pt x="2788" y="372"/>
                    <a:pt x="2021" y="0"/>
                    <a:pt x="14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47"/>
            <p:cNvSpPr/>
            <p:nvPr/>
          </p:nvSpPr>
          <p:spPr>
            <a:xfrm>
              <a:off x="1153550" y="2847200"/>
              <a:ext cx="40250" cy="46750"/>
            </a:xfrm>
            <a:custGeom>
              <a:avLst/>
              <a:gdLst/>
              <a:ahLst/>
              <a:cxnLst/>
              <a:rect l="l" t="t" r="r" b="b"/>
              <a:pathLst>
                <a:path w="1610" h="1870" extrusionOk="0">
                  <a:moveTo>
                    <a:pt x="1120" y="0"/>
                  </a:moveTo>
                  <a:cubicBezTo>
                    <a:pt x="836" y="0"/>
                    <a:pt x="507" y="245"/>
                    <a:pt x="258" y="646"/>
                  </a:cubicBezTo>
                  <a:cubicBezTo>
                    <a:pt x="1" y="1094"/>
                    <a:pt x="1" y="1677"/>
                    <a:pt x="258" y="1806"/>
                  </a:cubicBezTo>
                  <a:cubicBezTo>
                    <a:pt x="317" y="1849"/>
                    <a:pt x="389" y="1870"/>
                    <a:pt x="468" y="1870"/>
                  </a:cubicBezTo>
                  <a:cubicBezTo>
                    <a:pt x="737" y="1870"/>
                    <a:pt x="1090" y="1637"/>
                    <a:pt x="1290" y="1290"/>
                  </a:cubicBezTo>
                  <a:cubicBezTo>
                    <a:pt x="1609" y="775"/>
                    <a:pt x="1609" y="259"/>
                    <a:pt x="1351" y="63"/>
                  </a:cubicBezTo>
                  <a:cubicBezTo>
                    <a:pt x="1280" y="21"/>
                    <a:pt x="1202" y="0"/>
                    <a:pt x="11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7"/>
            <p:cNvSpPr/>
            <p:nvPr/>
          </p:nvSpPr>
          <p:spPr>
            <a:xfrm>
              <a:off x="1127775" y="3018025"/>
              <a:ext cx="30575" cy="32250"/>
            </a:xfrm>
            <a:custGeom>
              <a:avLst/>
              <a:gdLst/>
              <a:ahLst/>
              <a:cxnLst/>
              <a:rect l="l" t="t" r="r" b="b"/>
              <a:pathLst>
                <a:path w="1223" h="1290" extrusionOk="0">
                  <a:moveTo>
                    <a:pt x="645" y="0"/>
                  </a:moveTo>
                  <a:cubicBezTo>
                    <a:pt x="258" y="0"/>
                    <a:pt x="0" y="320"/>
                    <a:pt x="0" y="645"/>
                  </a:cubicBezTo>
                  <a:cubicBezTo>
                    <a:pt x="0" y="965"/>
                    <a:pt x="258" y="1289"/>
                    <a:pt x="645" y="1289"/>
                  </a:cubicBezTo>
                  <a:cubicBezTo>
                    <a:pt x="965" y="1289"/>
                    <a:pt x="1222" y="965"/>
                    <a:pt x="1222" y="645"/>
                  </a:cubicBezTo>
                  <a:cubicBezTo>
                    <a:pt x="1222" y="320"/>
                    <a:pt x="965" y="0"/>
                    <a:pt x="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7" name="Google Shape;2047;p47"/>
          <p:cNvGrpSpPr/>
          <p:nvPr/>
        </p:nvGrpSpPr>
        <p:grpSpPr>
          <a:xfrm>
            <a:off x="2649642" y="2668177"/>
            <a:ext cx="358863" cy="419926"/>
            <a:chOff x="2526400" y="2655000"/>
            <a:chExt cx="381850" cy="446825"/>
          </a:xfrm>
        </p:grpSpPr>
        <p:sp>
          <p:nvSpPr>
            <p:cNvPr id="2048" name="Google Shape;2048;p47"/>
            <p:cNvSpPr/>
            <p:nvPr/>
          </p:nvSpPr>
          <p:spPr>
            <a:xfrm>
              <a:off x="2711650" y="2655000"/>
              <a:ext cx="54800" cy="79450"/>
            </a:xfrm>
            <a:custGeom>
              <a:avLst/>
              <a:gdLst/>
              <a:ahLst/>
              <a:cxnLst/>
              <a:rect l="l" t="t" r="r" b="b"/>
              <a:pathLst>
                <a:path w="2192" h="3178" extrusionOk="0">
                  <a:moveTo>
                    <a:pt x="2002" y="1"/>
                  </a:moveTo>
                  <a:cubicBezTo>
                    <a:pt x="1980" y="1"/>
                    <a:pt x="1957" y="6"/>
                    <a:pt x="1934" y="17"/>
                  </a:cubicBezTo>
                  <a:cubicBezTo>
                    <a:pt x="196" y="84"/>
                    <a:pt x="67" y="2791"/>
                    <a:pt x="0" y="2920"/>
                  </a:cubicBezTo>
                  <a:cubicBezTo>
                    <a:pt x="0" y="3049"/>
                    <a:pt x="129" y="3178"/>
                    <a:pt x="258" y="3178"/>
                  </a:cubicBezTo>
                  <a:cubicBezTo>
                    <a:pt x="454" y="3178"/>
                    <a:pt x="516" y="3049"/>
                    <a:pt x="583" y="2920"/>
                  </a:cubicBezTo>
                  <a:cubicBezTo>
                    <a:pt x="583" y="2920"/>
                    <a:pt x="712" y="599"/>
                    <a:pt x="2001" y="532"/>
                  </a:cubicBezTo>
                  <a:cubicBezTo>
                    <a:pt x="2130" y="532"/>
                    <a:pt x="2192" y="403"/>
                    <a:pt x="2192" y="213"/>
                  </a:cubicBezTo>
                  <a:cubicBezTo>
                    <a:pt x="2192" y="107"/>
                    <a:pt x="2105" y="1"/>
                    <a:pt x="20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47"/>
            <p:cNvSpPr/>
            <p:nvPr/>
          </p:nvSpPr>
          <p:spPr>
            <a:xfrm>
              <a:off x="2544075" y="2960000"/>
              <a:ext cx="348075" cy="141825"/>
            </a:xfrm>
            <a:custGeom>
              <a:avLst/>
              <a:gdLst/>
              <a:ahLst/>
              <a:cxnLst/>
              <a:rect l="l" t="t" r="r" b="b"/>
              <a:pathLst>
                <a:path w="13923" h="5673" extrusionOk="0">
                  <a:moveTo>
                    <a:pt x="0" y="1"/>
                  </a:moveTo>
                  <a:lnTo>
                    <a:pt x="841" y="4961"/>
                  </a:lnTo>
                  <a:cubicBezTo>
                    <a:pt x="903" y="5348"/>
                    <a:pt x="1289" y="5673"/>
                    <a:pt x="1676" y="5673"/>
                  </a:cubicBezTo>
                  <a:lnTo>
                    <a:pt x="12184" y="5673"/>
                  </a:lnTo>
                  <a:cubicBezTo>
                    <a:pt x="12633" y="5673"/>
                    <a:pt x="12958" y="5348"/>
                    <a:pt x="13020" y="4961"/>
                  </a:cubicBezTo>
                  <a:lnTo>
                    <a:pt x="1392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47"/>
            <p:cNvSpPr/>
            <p:nvPr/>
          </p:nvSpPr>
          <p:spPr>
            <a:xfrm>
              <a:off x="2526400" y="2753750"/>
              <a:ext cx="381850" cy="256175"/>
            </a:xfrm>
            <a:custGeom>
              <a:avLst/>
              <a:gdLst/>
              <a:ahLst/>
              <a:cxnLst/>
              <a:rect l="l" t="t" r="r" b="b"/>
              <a:pathLst>
                <a:path w="15274" h="10247" extrusionOk="0">
                  <a:moveTo>
                    <a:pt x="7668" y="1"/>
                  </a:moveTo>
                  <a:cubicBezTo>
                    <a:pt x="5348" y="1"/>
                    <a:pt x="3285" y="903"/>
                    <a:pt x="2125" y="2254"/>
                  </a:cubicBezTo>
                  <a:cubicBezTo>
                    <a:pt x="2125" y="2254"/>
                    <a:pt x="1" y="4446"/>
                    <a:pt x="320" y="8184"/>
                  </a:cubicBezTo>
                  <a:cubicBezTo>
                    <a:pt x="130" y="8380"/>
                    <a:pt x="63" y="8638"/>
                    <a:pt x="63" y="8896"/>
                  </a:cubicBezTo>
                  <a:cubicBezTo>
                    <a:pt x="63" y="9669"/>
                    <a:pt x="774" y="10246"/>
                    <a:pt x="1738" y="10246"/>
                  </a:cubicBezTo>
                  <a:cubicBezTo>
                    <a:pt x="2383" y="10246"/>
                    <a:pt x="2899" y="9927"/>
                    <a:pt x="3223" y="9473"/>
                  </a:cubicBezTo>
                  <a:cubicBezTo>
                    <a:pt x="3481" y="9927"/>
                    <a:pt x="4059" y="10246"/>
                    <a:pt x="4703" y="10246"/>
                  </a:cubicBezTo>
                  <a:cubicBezTo>
                    <a:pt x="5348" y="10246"/>
                    <a:pt x="5863" y="9927"/>
                    <a:pt x="6188" y="9473"/>
                  </a:cubicBezTo>
                  <a:cubicBezTo>
                    <a:pt x="6446" y="9927"/>
                    <a:pt x="7024" y="10246"/>
                    <a:pt x="7668" y="10246"/>
                  </a:cubicBezTo>
                  <a:cubicBezTo>
                    <a:pt x="8313" y="10246"/>
                    <a:pt x="8895" y="9927"/>
                    <a:pt x="9153" y="9473"/>
                  </a:cubicBezTo>
                  <a:cubicBezTo>
                    <a:pt x="9411" y="9927"/>
                    <a:pt x="9988" y="10246"/>
                    <a:pt x="10633" y="10246"/>
                  </a:cubicBezTo>
                  <a:cubicBezTo>
                    <a:pt x="11278" y="10246"/>
                    <a:pt x="11860" y="9927"/>
                    <a:pt x="12118" y="9473"/>
                  </a:cubicBezTo>
                  <a:cubicBezTo>
                    <a:pt x="12376" y="9927"/>
                    <a:pt x="12953" y="10246"/>
                    <a:pt x="13598" y="10246"/>
                  </a:cubicBezTo>
                  <a:cubicBezTo>
                    <a:pt x="14500" y="10246"/>
                    <a:pt x="15274" y="9669"/>
                    <a:pt x="15274" y="8896"/>
                  </a:cubicBezTo>
                  <a:cubicBezTo>
                    <a:pt x="15274" y="8638"/>
                    <a:pt x="15145" y="8380"/>
                    <a:pt x="15016" y="8184"/>
                  </a:cubicBezTo>
                  <a:cubicBezTo>
                    <a:pt x="15274" y="4513"/>
                    <a:pt x="13211" y="2321"/>
                    <a:pt x="13149" y="2254"/>
                  </a:cubicBezTo>
                  <a:cubicBezTo>
                    <a:pt x="11989" y="903"/>
                    <a:pt x="9988" y="1"/>
                    <a:pt x="766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47"/>
            <p:cNvSpPr/>
            <p:nvPr/>
          </p:nvSpPr>
          <p:spPr>
            <a:xfrm>
              <a:off x="2690775" y="2721525"/>
              <a:ext cx="53125" cy="53150"/>
            </a:xfrm>
            <a:custGeom>
              <a:avLst/>
              <a:gdLst/>
              <a:ahLst/>
              <a:cxnLst/>
              <a:rect l="l" t="t" r="r" b="b"/>
              <a:pathLst>
                <a:path w="2125" h="2126" extrusionOk="0">
                  <a:moveTo>
                    <a:pt x="1093" y="1"/>
                  </a:moveTo>
                  <a:cubicBezTo>
                    <a:pt x="516" y="1"/>
                    <a:pt x="0" y="517"/>
                    <a:pt x="0" y="1094"/>
                  </a:cubicBezTo>
                  <a:cubicBezTo>
                    <a:pt x="0" y="1677"/>
                    <a:pt x="516" y="2125"/>
                    <a:pt x="1093" y="2125"/>
                  </a:cubicBezTo>
                  <a:cubicBezTo>
                    <a:pt x="1676" y="2125"/>
                    <a:pt x="2124" y="1677"/>
                    <a:pt x="2124" y="1094"/>
                  </a:cubicBezTo>
                  <a:cubicBezTo>
                    <a:pt x="2124" y="517"/>
                    <a:pt x="1676" y="1"/>
                    <a:pt x="10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2" name="Google Shape;2052;p47"/>
          <p:cNvGrpSpPr/>
          <p:nvPr/>
        </p:nvGrpSpPr>
        <p:grpSpPr>
          <a:xfrm>
            <a:off x="3296201" y="2750339"/>
            <a:ext cx="419550" cy="268125"/>
            <a:chOff x="3214375" y="2742425"/>
            <a:chExt cx="446425" cy="285300"/>
          </a:xfrm>
        </p:grpSpPr>
        <p:sp>
          <p:nvSpPr>
            <p:cNvPr id="2053" name="Google Shape;2053;p47"/>
            <p:cNvSpPr/>
            <p:nvPr/>
          </p:nvSpPr>
          <p:spPr>
            <a:xfrm>
              <a:off x="3315950" y="2742425"/>
              <a:ext cx="243275" cy="285300"/>
            </a:xfrm>
            <a:custGeom>
              <a:avLst/>
              <a:gdLst/>
              <a:ahLst/>
              <a:cxnLst/>
              <a:rect l="l" t="t" r="r" b="b"/>
              <a:pathLst>
                <a:path w="9731" h="11412" extrusionOk="0">
                  <a:moveTo>
                    <a:pt x="774" y="0"/>
                  </a:moveTo>
                  <a:cubicBezTo>
                    <a:pt x="388" y="0"/>
                    <a:pt x="1" y="325"/>
                    <a:pt x="1" y="712"/>
                  </a:cubicBezTo>
                  <a:lnTo>
                    <a:pt x="1" y="6574"/>
                  </a:lnTo>
                  <a:cubicBezTo>
                    <a:pt x="1" y="9281"/>
                    <a:pt x="2192" y="11411"/>
                    <a:pt x="4899" y="11411"/>
                  </a:cubicBezTo>
                  <a:cubicBezTo>
                    <a:pt x="7539" y="11411"/>
                    <a:pt x="9731" y="9281"/>
                    <a:pt x="9731" y="6574"/>
                  </a:cubicBezTo>
                  <a:lnTo>
                    <a:pt x="9731" y="712"/>
                  </a:lnTo>
                  <a:cubicBezTo>
                    <a:pt x="9731" y="325"/>
                    <a:pt x="9411" y="0"/>
                    <a:pt x="89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47"/>
            <p:cNvSpPr/>
            <p:nvPr/>
          </p:nvSpPr>
          <p:spPr>
            <a:xfrm>
              <a:off x="3315950" y="2742425"/>
              <a:ext cx="243275" cy="56475"/>
            </a:xfrm>
            <a:custGeom>
              <a:avLst/>
              <a:gdLst/>
              <a:ahLst/>
              <a:cxnLst/>
              <a:rect l="l" t="t" r="r" b="b"/>
              <a:pathLst>
                <a:path w="9731" h="2259" extrusionOk="0">
                  <a:moveTo>
                    <a:pt x="774" y="0"/>
                  </a:moveTo>
                  <a:cubicBezTo>
                    <a:pt x="388" y="0"/>
                    <a:pt x="1" y="325"/>
                    <a:pt x="1" y="712"/>
                  </a:cubicBezTo>
                  <a:lnTo>
                    <a:pt x="1" y="2259"/>
                  </a:lnTo>
                  <a:lnTo>
                    <a:pt x="9731" y="2259"/>
                  </a:lnTo>
                  <a:lnTo>
                    <a:pt x="9731" y="712"/>
                  </a:lnTo>
                  <a:cubicBezTo>
                    <a:pt x="9731" y="325"/>
                    <a:pt x="9411" y="0"/>
                    <a:pt x="895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47"/>
            <p:cNvSpPr/>
            <p:nvPr/>
          </p:nvSpPr>
          <p:spPr>
            <a:xfrm>
              <a:off x="3559200" y="2752075"/>
              <a:ext cx="101600" cy="95175"/>
            </a:xfrm>
            <a:custGeom>
              <a:avLst/>
              <a:gdLst/>
              <a:ahLst/>
              <a:cxnLst/>
              <a:rect l="l" t="t" r="r" b="b"/>
              <a:pathLst>
                <a:path w="4064" h="3807" extrusionOk="0">
                  <a:moveTo>
                    <a:pt x="3033" y="1"/>
                  </a:moveTo>
                  <a:cubicBezTo>
                    <a:pt x="2450" y="1"/>
                    <a:pt x="2001" y="455"/>
                    <a:pt x="2001" y="1032"/>
                  </a:cubicBezTo>
                  <a:cubicBezTo>
                    <a:pt x="2001" y="1099"/>
                    <a:pt x="2001" y="1099"/>
                    <a:pt x="2063" y="1161"/>
                  </a:cubicBezTo>
                  <a:lnTo>
                    <a:pt x="1" y="1161"/>
                  </a:lnTo>
                  <a:lnTo>
                    <a:pt x="1" y="2646"/>
                  </a:lnTo>
                  <a:lnTo>
                    <a:pt x="2063" y="2646"/>
                  </a:lnTo>
                  <a:cubicBezTo>
                    <a:pt x="2001" y="2708"/>
                    <a:pt x="2001" y="2708"/>
                    <a:pt x="2001" y="2775"/>
                  </a:cubicBezTo>
                  <a:cubicBezTo>
                    <a:pt x="2001" y="3352"/>
                    <a:pt x="2450" y="3806"/>
                    <a:pt x="3033" y="3806"/>
                  </a:cubicBezTo>
                  <a:cubicBezTo>
                    <a:pt x="3610" y="3806"/>
                    <a:pt x="4064" y="3352"/>
                    <a:pt x="4064" y="2775"/>
                  </a:cubicBezTo>
                  <a:cubicBezTo>
                    <a:pt x="4064" y="2388"/>
                    <a:pt x="3868" y="2063"/>
                    <a:pt x="3610" y="1873"/>
                  </a:cubicBezTo>
                  <a:cubicBezTo>
                    <a:pt x="3868" y="1744"/>
                    <a:pt x="4064" y="1419"/>
                    <a:pt x="4064" y="1032"/>
                  </a:cubicBezTo>
                  <a:cubicBezTo>
                    <a:pt x="4064" y="455"/>
                    <a:pt x="3610" y="1"/>
                    <a:pt x="30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47"/>
            <p:cNvSpPr/>
            <p:nvPr/>
          </p:nvSpPr>
          <p:spPr>
            <a:xfrm>
              <a:off x="3357850" y="2848775"/>
              <a:ext cx="43475" cy="38675"/>
            </a:xfrm>
            <a:custGeom>
              <a:avLst/>
              <a:gdLst/>
              <a:ahLst/>
              <a:cxnLst/>
              <a:rect l="l" t="t" r="r" b="b"/>
              <a:pathLst>
                <a:path w="1739" h="1547" extrusionOk="0">
                  <a:moveTo>
                    <a:pt x="259" y="0"/>
                  </a:moveTo>
                  <a:cubicBezTo>
                    <a:pt x="130" y="0"/>
                    <a:pt x="1" y="129"/>
                    <a:pt x="1" y="258"/>
                  </a:cubicBezTo>
                  <a:lnTo>
                    <a:pt x="1" y="583"/>
                  </a:lnTo>
                  <a:cubicBezTo>
                    <a:pt x="1" y="1098"/>
                    <a:pt x="387" y="1547"/>
                    <a:pt x="836" y="1547"/>
                  </a:cubicBezTo>
                  <a:cubicBezTo>
                    <a:pt x="1352" y="1547"/>
                    <a:pt x="1738" y="1098"/>
                    <a:pt x="1738" y="583"/>
                  </a:cubicBezTo>
                  <a:lnTo>
                    <a:pt x="1738" y="258"/>
                  </a:lnTo>
                  <a:cubicBezTo>
                    <a:pt x="1738" y="129"/>
                    <a:pt x="1609" y="0"/>
                    <a:pt x="1419" y="0"/>
                  </a:cubicBezTo>
                  <a:cubicBezTo>
                    <a:pt x="1290" y="0"/>
                    <a:pt x="1161" y="129"/>
                    <a:pt x="1161" y="258"/>
                  </a:cubicBezTo>
                  <a:lnTo>
                    <a:pt x="1161" y="583"/>
                  </a:lnTo>
                  <a:cubicBezTo>
                    <a:pt x="1161" y="774"/>
                    <a:pt x="1032" y="1031"/>
                    <a:pt x="836" y="1031"/>
                  </a:cubicBezTo>
                  <a:cubicBezTo>
                    <a:pt x="645" y="1031"/>
                    <a:pt x="516" y="774"/>
                    <a:pt x="516" y="583"/>
                  </a:cubicBezTo>
                  <a:lnTo>
                    <a:pt x="516" y="258"/>
                  </a:lnTo>
                  <a:cubicBezTo>
                    <a:pt x="516" y="129"/>
                    <a:pt x="387" y="0"/>
                    <a:pt x="25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47"/>
            <p:cNvSpPr/>
            <p:nvPr/>
          </p:nvSpPr>
          <p:spPr>
            <a:xfrm>
              <a:off x="3473875" y="2848775"/>
              <a:ext cx="43475" cy="38675"/>
            </a:xfrm>
            <a:custGeom>
              <a:avLst/>
              <a:gdLst/>
              <a:ahLst/>
              <a:cxnLst/>
              <a:rect l="l" t="t" r="r" b="b"/>
              <a:pathLst>
                <a:path w="1739" h="1547" extrusionOk="0">
                  <a:moveTo>
                    <a:pt x="320" y="0"/>
                  </a:moveTo>
                  <a:cubicBezTo>
                    <a:pt x="129" y="0"/>
                    <a:pt x="0" y="129"/>
                    <a:pt x="0" y="258"/>
                  </a:cubicBezTo>
                  <a:lnTo>
                    <a:pt x="0" y="583"/>
                  </a:lnTo>
                  <a:cubicBezTo>
                    <a:pt x="0" y="1098"/>
                    <a:pt x="387" y="1547"/>
                    <a:pt x="903" y="1547"/>
                  </a:cubicBezTo>
                  <a:cubicBezTo>
                    <a:pt x="1351" y="1547"/>
                    <a:pt x="1738" y="1098"/>
                    <a:pt x="1738" y="583"/>
                  </a:cubicBezTo>
                  <a:lnTo>
                    <a:pt x="1738" y="258"/>
                  </a:lnTo>
                  <a:cubicBezTo>
                    <a:pt x="1738" y="129"/>
                    <a:pt x="1609" y="0"/>
                    <a:pt x="1480" y="0"/>
                  </a:cubicBezTo>
                  <a:cubicBezTo>
                    <a:pt x="1351" y="0"/>
                    <a:pt x="1222" y="129"/>
                    <a:pt x="1222" y="258"/>
                  </a:cubicBezTo>
                  <a:lnTo>
                    <a:pt x="1222" y="583"/>
                  </a:lnTo>
                  <a:cubicBezTo>
                    <a:pt x="1222" y="774"/>
                    <a:pt x="1093" y="1031"/>
                    <a:pt x="903" y="1031"/>
                  </a:cubicBezTo>
                  <a:cubicBezTo>
                    <a:pt x="707" y="1031"/>
                    <a:pt x="578" y="774"/>
                    <a:pt x="578" y="583"/>
                  </a:cubicBezTo>
                  <a:lnTo>
                    <a:pt x="578" y="258"/>
                  </a:lnTo>
                  <a:cubicBezTo>
                    <a:pt x="578" y="129"/>
                    <a:pt x="449" y="0"/>
                    <a:pt x="32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47"/>
            <p:cNvSpPr/>
            <p:nvPr/>
          </p:nvSpPr>
          <p:spPr>
            <a:xfrm>
              <a:off x="3341750" y="2827875"/>
              <a:ext cx="191700" cy="107925"/>
            </a:xfrm>
            <a:custGeom>
              <a:avLst/>
              <a:gdLst/>
              <a:ahLst/>
              <a:cxnLst/>
              <a:rect l="l" t="t" r="r" b="b"/>
              <a:pathLst>
                <a:path w="7668" h="4317" extrusionOk="0">
                  <a:moveTo>
                    <a:pt x="4187" y="578"/>
                  </a:moveTo>
                  <a:lnTo>
                    <a:pt x="4187" y="3481"/>
                  </a:lnTo>
                  <a:cubicBezTo>
                    <a:pt x="4187" y="3672"/>
                    <a:pt x="3996" y="3801"/>
                    <a:pt x="3867" y="3801"/>
                  </a:cubicBezTo>
                  <a:cubicBezTo>
                    <a:pt x="3671" y="3801"/>
                    <a:pt x="3481" y="3672"/>
                    <a:pt x="3481" y="3481"/>
                  </a:cubicBezTo>
                  <a:lnTo>
                    <a:pt x="3481" y="578"/>
                  </a:lnTo>
                  <a:close/>
                  <a:moveTo>
                    <a:pt x="258" y="1"/>
                  </a:moveTo>
                  <a:cubicBezTo>
                    <a:pt x="129" y="1"/>
                    <a:pt x="0" y="130"/>
                    <a:pt x="0" y="259"/>
                  </a:cubicBezTo>
                  <a:cubicBezTo>
                    <a:pt x="0" y="449"/>
                    <a:pt x="129" y="578"/>
                    <a:pt x="258" y="578"/>
                  </a:cubicBezTo>
                  <a:lnTo>
                    <a:pt x="2965" y="578"/>
                  </a:lnTo>
                  <a:lnTo>
                    <a:pt x="2965" y="3481"/>
                  </a:lnTo>
                  <a:cubicBezTo>
                    <a:pt x="2965" y="3930"/>
                    <a:pt x="3352" y="4317"/>
                    <a:pt x="3867" y="4317"/>
                  </a:cubicBezTo>
                  <a:cubicBezTo>
                    <a:pt x="4316" y="4317"/>
                    <a:pt x="4703" y="3930"/>
                    <a:pt x="4703" y="3481"/>
                  </a:cubicBezTo>
                  <a:lnTo>
                    <a:pt x="4703" y="578"/>
                  </a:lnTo>
                  <a:lnTo>
                    <a:pt x="7410" y="578"/>
                  </a:lnTo>
                  <a:cubicBezTo>
                    <a:pt x="7539" y="578"/>
                    <a:pt x="7668" y="449"/>
                    <a:pt x="7668" y="259"/>
                  </a:cubicBezTo>
                  <a:cubicBezTo>
                    <a:pt x="7668" y="130"/>
                    <a:pt x="7539" y="1"/>
                    <a:pt x="74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47"/>
            <p:cNvSpPr/>
            <p:nvPr/>
          </p:nvSpPr>
          <p:spPr>
            <a:xfrm>
              <a:off x="3372300" y="2934225"/>
              <a:ext cx="130600" cy="54825"/>
            </a:xfrm>
            <a:custGeom>
              <a:avLst/>
              <a:gdLst/>
              <a:ahLst/>
              <a:cxnLst/>
              <a:rect l="l" t="t" r="r" b="b"/>
              <a:pathLst>
                <a:path w="5224" h="2193" extrusionOk="0">
                  <a:moveTo>
                    <a:pt x="3806" y="1"/>
                  </a:moveTo>
                  <a:cubicBezTo>
                    <a:pt x="3677" y="63"/>
                    <a:pt x="3548" y="191"/>
                    <a:pt x="3610" y="320"/>
                  </a:cubicBezTo>
                  <a:lnTo>
                    <a:pt x="3677" y="516"/>
                  </a:lnTo>
                  <a:lnTo>
                    <a:pt x="3223" y="645"/>
                  </a:lnTo>
                  <a:lnTo>
                    <a:pt x="3161" y="449"/>
                  </a:lnTo>
                  <a:cubicBezTo>
                    <a:pt x="3161" y="320"/>
                    <a:pt x="2965" y="259"/>
                    <a:pt x="2836" y="259"/>
                  </a:cubicBezTo>
                  <a:cubicBezTo>
                    <a:pt x="2707" y="320"/>
                    <a:pt x="2645" y="449"/>
                    <a:pt x="2645" y="645"/>
                  </a:cubicBezTo>
                  <a:lnTo>
                    <a:pt x="2707" y="774"/>
                  </a:lnTo>
                  <a:lnTo>
                    <a:pt x="2192" y="903"/>
                  </a:lnTo>
                  <a:lnTo>
                    <a:pt x="2130" y="774"/>
                  </a:lnTo>
                  <a:cubicBezTo>
                    <a:pt x="2130" y="668"/>
                    <a:pt x="1997" y="562"/>
                    <a:pt x="1879" y="562"/>
                  </a:cubicBezTo>
                  <a:cubicBezTo>
                    <a:pt x="1853" y="562"/>
                    <a:pt x="1828" y="567"/>
                    <a:pt x="1805" y="578"/>
                  </a:cubicBezTo>
                  <a:cubicBezTo>
                    <a:pt x="1676" y="645"/>
                    <a:pt x="1614" y="774"/>
                    <a:pt x="1614" y="903"/>
                  </a:cubicBezTo>
                  <a:lnTo>
                    <a:pt x="1676" y="1032"/>
                  </a:lnTo>
                  <a:lnTo>
                    <a:pt x="1289" y="1161"/>
                  </a:lnTo>
                  <a:lnTo>
                    <a:pt x="1227" y="965"/>
                  </a:lnTo>
                  <a:cubicBezTo>
                    <a:pt x="1178" y="870"/>
                    <a:pt x="1096" y="812"/>
                    <a:pt x="1004" y="812"/>
                  </a:cubicBezTo>
                  <a:cubicBezTo>
                    <a:pt x="971" y="812"/>
                    <a:pt x="937" y="820"/>
                    <a:pt x="903" y="836"/>
                  </a:cubicBezTo>
                  <a:cubicBezTo>
                    <a:pt x="774" y="836"/>
                    <a:pt x="645" y="1032"/>
                    <a:pt x="712" y="1161"/>
                  </a:cubicBezTo>
                  <a:lnTo>
                    <a:pt x="774" y="1290"/>
                  </a:lnTo>
                  <a:lnTo>
                    <a:pt x="258" y="1481"/>
                  </a:lnTo>
                  <a:cubicBezTo>
                    <a:pt x="67" y="1481"/>
                    <a:pt x="0" y="1677"/>
                    <a:pt x="67" y="1805"/>
                  </a:cubicBezTo>
                  <a:cubicBezTo>
                    <a:pt x="67" y="1934"/>
                    <a:pt x="196" y="1996"/>
                    <a:pt x="325" y="1996"/>
                  </a:cubicBezTo>
                  <a:lnTo>
                    <a:pt x="387" y="1996"/>
                  </a:lnTo>
                  <a:lnTo>
                    <a:pt x="903" y="1805"/>
                  </a:lnTo>
                  <a:lnTo>
                    <a:pt x="970" y="1996"/>
                  </a:lnTo>
                  <a:cubicBezTo>
                    <a:pt x="1031" y="2125"/>
                    <a:pt x="1099" y="2192"/>
                    <a:pt x="1227" y="2192"/>
                  </a:cubicBezTo>
                  <a:lnTo>
                    <a:pt x="1289" y="2192"/>
                  </a:lnTo>
                  <a:cubicBezTo>
                    <a:pt x="1418" y="2192"/>
                    <a:pt x="1547" y="1996"/>
                    <a:pt x="1485" y="1867"/>
                  </a:cubicBezTo>
                  <a:lnTo>
                    <a:pt x="1418" y="1677"/>
                  </a:lnTo>
                  <a:lnTo>
                    <a:pt x="1805" y="1609"/>
                  </a:lnTo>
                  <a:lnTo>
                    <a:pt x="1872" y="1805"/>
                  </a:lnTo>
                  <a:cubicBezTo>
                    <a:pt x="1934" y="1934"/>
                    <a:pt x="2063" y="1996"/>
                    <a:pt x="2130" y="1996"/>
                  </a:cubicBezTo>
                  <a:lnTo>
                    <a:pt x="2259" y="1996"/>
                  </a:lnTo>
                  <a:cubicBezTo>
                    <a:pt x="2388" y="1934"/>
                    <a:pt x="2449" y="1805"/>
                    <a:pt x="2388" y="1609"/>
                  </a:cubicBezTo>
                  <a:lnTo>
                    <a:pt x="2321" y="1419"/>
                  </a:lnTo>
                  <a:lnTo>
                    <a:pt x="2836" y="1290"/>
                  </a:lnTo>
                  <a:lnTo>
                    <a:pt x="2903" y="1481"/>
                  </a:lnTo>
                  <a:cubicBezTo>
                    <a:pt x="2965" y="1609"/>
                    <a:pt x="3094" y="1677"/>
                    <a:pt x="3161" y="1677"/>
                  </a:cubicBezTo>
                  <a:lnTo>
                    <a:pt x="3290" y="1677"/>
                  </a:lnTo>
                  <a:cubicBezTo>
                    <a:pt x="3419" y="1609"/>
                    <a:pt x="3481" y="1481"/>
                    <a:pt x="3419" y="1352"/>
                  </a:cubicBezTo>
                  <a:lnTo>
                    <a:pt x="3352" y="1161"/>
                  </a:lnTo>
                  <a:lnTo>
                    <a:pt x="3806" y="1032"/>
                  </a:lnTo>
                  <a:lnTo>
                    <a:pt x="3867" y="1223"/>
                  </a:lnTo>
                  <a:cubicBezTo>
                    <a:pt x="3934" y="1352"/>
                    <a:pt x="3996" y="1419"/>
                    <a:pt x="4125" y="1419"/>
                  </a:cubicBezTo>
                  <a:lnTo>
                    <a:pt x="4192" y="1419"/>
                  </a:lnTo>
                  <a:cubicBezTo>
                    <a:pt x="4321" y="1352"/>
                    <a:pt x="4450" y="1223"/>
                    <a:pt x="4383" y="1094"/>
                  </a:cubicBezTo>
                  <a:lnTo>
                    <a:pt x="4321" y="903"/>
                  </a:lnTo>
                  <a:lnTo>
                    <a:pt x="4966" y="707"/>
                  </a:lnTo>
                  <a:cubicBezTo>
                    <a:pt x="5156" y="645"/>
                    <a:pt x="5224" y="516"/>
                    <a:pt x="5156" y="387"/>
                  </a:cubicBezTo>
                  <a:cubicBezTo>
                    <a:pt x="5156" y="240"/>
                    <a:pt x="5048" y="168"/>
                    <a:pt x="4940" y="168"/>
                  </a:cubicBezTo>
                  <a:cubicBezTo>
                    <a:pt x="4904" y="168"/>
                    <a:pt x="4869" y="176"/>
                    <a:pt x="4837" y="191"/>
                  </a:cubicBezTo>
                  <a:lnTo>
                    <a:pt x="4192" y="387"/>
                  </a:lnTo>
                  <a:lnTo>
                    <a:pt x="4125" y="191"/>
                  </a:lnTo>
                  <a:cubicBezTo>
                    <a:pt x="4063" y="63"/>
                    <a:pt x="3934" y="1"/>
                    <a:pt x="38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47"/>
            <p:cNvSpPr/>
            <p:nvPr/>
          </p:nvSpPr>
          <p:spPr>
            <a:xfrm>
              <a:off x="3214375" y="2752075"/>
              <a:ext cx="101600" cy="95175"/>
            </a:xfrm>
            <a:custGeom>
              <a:avLst/>
              <a:gdLst/>
              <a:ahLst/>
              <a:cxnLst/>
              <a:rect l="l" t="t" r="r" b="b"/>
              <a:pathLst>
                <a:path w="4064" h="3807" extrusionOk="0">
                  <a:moveTo>
                    <a:pt x="1032" y="1"/>
                  </a:moveTo>
                  <a:cubicBezTo>
                    <a:pt x="455" y="1"/>
                    <a:pt x="1" y="455"/>
                    <a:pt x="1" y="1032"/>
                  </a:cubicBezTo>
                  <a:cubicBezTo>
                    <a:pt x="1" y="1419"/>
                    <a:pt x="197" y="1744"/>
                    <a:pt x="455" y="1873"/>
                  </a:cubicBezTo>
                  <a:cubicBezTo>
                    <a:pt x="197" y="2063"/>
                    <a:pt x="1" y="2388"/>
                    <a:pt x="1" y="2775"/>
                  </a:cubicBezTo>
                  <a:cubicBezTo>
                    <a:pt x="1" y="3352"/>
                    <a:pt x="455" y="3806"/>
                    <a:pt x="1032" y="3806"/>
                  </a:cubicBezTo>
                  <a:cubicBezTo>
                    <a:pt x="1615" y="3806"/>
                    <a:pt x="2063" y="3352"/>
                    <a:pt x="2063" y="2775"/>
                  </a:cubicBezTo>
                  <a:lnTo>
                    <a:pt x="2063" y="2646"/>
                  </a:lnTo>
                  <a:lnTo>
                    <a:pt x="4064" y="2646"/>
                  </a:lnTo>
                  <a:lnTo>
                    <a:pt x="4064" y="1161"/>
                  </a:lnTo>
                  <a:lnTo>
                    <a:pt x="2063" y="1161"/>
                  </a:lnTo>
                  <a:lnTo>
                    <a:pt x="2063" y="1032"/>
                  </a:lnTo>
                  <a:cubicBezTo>
                    <a:pt x="2063" y="455"/>
                    <a:pt x="1615"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1" name="Google Shape;2061;p47"/>
          <p:cNvGrpSpPr/>
          <p:nvPr/>
        </p:nvGrpSpPr>
        <p:grpSpPr>
          <a:xfrm>
            <a:off x="4067072" y="2668577"/>
            <a:ext cx="343708" cy="419151"/>
            <a:chOff x="4034625" y="2655425"/>
            <a:chExt cx="365725" cy="446000"/>
          </a:xfrm>
        </p:grpSpPr>
        <p:sp>
          <p:nvSpPr>
            <p:cNvPr id="2062" name="Google Shape;2062;p47"/>
            <p:cNvSpPr/>
            <p:nvPr/>
          </p:nvSpPr>
          <p:spPr>
            <a:xfrm>
              <a:off x="4034625" y="2655425"/>
              <a:ext cx="365725" cy="446000"/>
            </a:xfrm>
            <a:custGeom>
              <a:avLst/>
              <a:gdLst/>
              <a:ahLst/>
              <a:cxnLst/>
              <a:rect l="l" t="t" r="r" b="b"/>
              <a:pathLst>
                <a:path w="14629" h="17840" extrusionOk="0">
                  <a:moveTo>
                    <a:pt x="6289" y="0"/>
                  </a:moveTo>
                  <a:cubicBezTo>
                    <a:pt x="5367" y="0"/>
                    <a:pt x="4441" y="208"/>
                    <a:pt x="3610" y="644"/>
                  </a:cubicBezTo>
                  <a:cubicBezTo>
                    <a:pt x="2511" y="1227"/>
                    <a:pt x="1738" y="2191"/>
                    <a:pt x="1222" y="3351"/>
                  </a:cubicBezTo>
                  <a:cubicBezTo>
                    <a:pt x="129" y="5610"/>
                    <a:pt x="0" y="8379"/>
                    <a:pt x="449" y="10828"/>
                  </a:cubicBezTo>
                  <a:cubicBezTo>
                    <a:pt x="707" y="12375"/>
                    <a:pt x="1289" y="13922"/>
                    <a:pt x="2320" y="15211"/>
                  </a:cubicBezTo>
                  <a:cubicBezTo>
                    <a:pt x="3754" y="16951"/>
                    <a:pt x="5714" y="17839"/>
                    <a:pt x="7850" y="17839"/>
                  </a:cubicBezTo>
                  <a:cubicBezTo>
                    <a:pt x="8403" y="17839"/>
                    <a:pt x="8968" y="17780"/>
                    <a:pt x="9539" y="17660"/>
                  </a:cubicBezTo>
                  <a:cubicBezTo>
                    <a:pt x="10957" y="17402"/>
                    <a:pt x="12762" y="16629"/>
                    <a:pt x="13664" y="15407"/>
                  </a:cubicBezTo>
                  <a:cubicBezTo>
                    <a:pt x="14628" y="14118"/>
                    <a:pt x="13278" y="14308"/>
                    <a:pt x="12437" y="13922"/>
                  </a:cubicBezTo>
                  <a:cubicBezTo>
                    <a:pt x="11406" y="13473"/>
                    <a:pt x="11664" y="12442"/>
                    <a:pt x="11664" y="11472"/>
                  </a:cubicBezTo>
                  <a:cubicBezTo>
                    <a:pt x="11793" y="8832"/>
                    <a:pt x="12695" y="5801"/>
                    <a:pt x="11535" y="3289"/>
                  </a:cubicBezTo>
                  <a:cubicBezTo>
                    <a:pt x="11406" y="3032"/>
                    <a:pt x="11344" y="2774"/>
                    <a:pt x="11148" y="2578"/>
                  </a:cubicBezTo>
                  <a:cubicBezTo>
                    <a:pt x="10146" y="919"/>
                    <a:pt x="8225" y="0"/>
                    <a:pt x="628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47"/>
            <p:cNvSpPr/>
            <p:nvPr/>
          </p:nvSpPr>
          <p:spPr>
            <a:xfrm>
              <a:off x="4131300" y="2848775"/>
              <a:ext cx="43450" cy="54800"/>
            </a:xfrm>
            <a:custGeom>
              <a:avLst/>
              <a:gdLst/>
              <a:ahLst/>
              <a:cxnLst/>
              <a:rect l="l" t="t" r="r" b="b"/>
              <a:pathLst>
                <a:path w="1738" h="2192" extrusionOk="0">
                  <a:moveTo>
                    <a:pt x="836" y="583"/>
                  </a:moveTo>
                  <a:cubicBezTo>
                    <a:pt x="1032" y="583"/>
                    <a:pt x="1160" y="712"/>
                    <a:pt x="1160" y="841"/>
                  </a:cubicBezTo>
                  <a:lnTo>
                    <a:pt x="1160" y="1289"/>
                  </a:lnTo>
                  <a:cubicBezTo>
                    <a:pt x="1160" y="1485"/>
                    <a:pt x="1032" y="1614"/>
                    <a:pt x="836" y="1614"/>
                  </a:cubicBezTo>
                  <a:cubicBezTo>
                    <a:pt x="707" y="1614"/>
                    <a:pt x="516" y="1485"/>
                    <a:pt x="516" y="1289"/>
                  </a:cubicBezTo>
                  <a:lnTo>
                    <a:pt x="516" y="841"/>
                  </a:lnTo>
                  <a:cubicBezTo>
                    <a:pt x="516" y="712"/>
                    <a:pt x="707" y="583"/>
                    <a:pt x="836" y="583"/>
                  </a:cubicBezTo>
                  <a:close/>
                  <a:moveTo>
                    <a:pt x="836" y="0"/>
                  </a:moveTo>
                  <a:cubicBezTo>
                    <a:pt x="387" y="0"/>
                    <a:pt x="0" y="387"/>
                    <a:pt x="0" y="841"/>
                  </a:cubicBezTo>
                  <a:lnTo>
                    <a:pt x="0" y="1289"/>
                  </a:lnTo>
                  <a:cubicBezTo>
                    <a:pt x="0" y="1805"/>
                    <a:pt x="387" y="2192"/>
                    <a:pt x="836" y="2192"/>
                  </a:cubicBezTo>
                  <a:cubicBezTo>
                    <a:pt x="1351" y="2192"/>
                    <a:pt x="1738" y="1805"/>
                    <a:pt x="1738" y="1289"/>
                  </a:cubicBezTo>
                  <a:lnTo>
                    <a:pt x="1738" y="841"/>
                  </a:lnTo>
                  <a:cubicBezTo>
                    <a:pt x="1738" y="387"/>
                    <a:pt x="1351"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47"/>
            <p:cNvSpPr/>
            <p:nvPr/>
          </p:nvSpPr>
          <p:spPr>
            <a:xfrm>
              <a:off x="4087725" y="2802100"/>
              <a:ext cx="46825" cy="41925"/>
            </a:xfrm>
            <a:custGeom>
              <a:avLst/>
              <a:gdLst/>
              <a:ahLst/>
              <a:cxnLst/>
              <a:rect l="l" t="t" r="r" b="b"/>
              <a:pathLst>
                <a:path w="1873" h="1677" extrusionOk="0">
                  <a:moveTo>
                    <a:pt x="258" y="1"/>
                  </a:moveTo>
                  <a:cubicBezTo>
                    <a:pt x="129" y="1"/>
                    <a:pt x="1" y="129"/>
                    <a:pt x="1" y="320"/>
                  </a:cubicBezTo>
                  <a:lnTo>
                    <a:pt x="1" y="578"/>
                  </a:lnTo>
                  <a:cubicBezTo>
                    <a:pt x="1" y="1223"/>
                    <a:pt x="387" y="1676"/>
                    <a:pt x="903" y="1676"/>
                  </a:cubicBezTo>
                  <a:cubicBezTo>
                    <a:pt x="1418" y="1676"/>
                    <a:pt x="1872" y="1223"/>
                    <a:pt x="1872" y="578"/>
                  </a:cubicBezTo>
                  <a:lnTo>
                    <a:pt x="1872" y="320"/>
                  </a:lnTo>
                  <a:cubicBezTo>
                    <a:pt x="1872" y="129"/>
                    <a:pt x="1743" y="1"/>
                    <a:pt x="1614" y="1"/>
                  </a:cubicBezTo>
                  <a:cubicBezTo>
                    <a:pt x="1418" y="1"/>
                    <a:pt x="1290" y="129"/>
                    <a:pt x="1290" y="320"/>
                  </a:cubicBezTo>
                  <a:lnTo>
                    <a:pt x="1290" y="578"/>
                  </a:lnTo>
                  <a:cubicBezTo>
                    <a:pt x="1290" y="903"/>
                    <a:pt x="1161" y="1161"/>
                    <a:pt x="903" y="1161"/>
                  </a:cubicBezTo>
                  <a:cubicBezTo>
                    <a:pt x="712" y="1161"/>
                    <a:pt x="516" y="903"/>
                    <a:pt x="516" y="578"/>
                  </a:cubicBezTo>
                  <a:lnTo>
                    <a:pt x="516" y="320"/>
                  </a:lnTo>
                  <a:cubicBezTo>
                    <a:pt x="516" y="129"/>
                    <a:pt x="454"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47"/>
            <p:cNvSpPr/>
            <p:nvPr/>
          </p:nvSpPr>
          <p:spPr>
            <a:xfrm>
              <a:off x="4166750" y="2802100"/>
              <a:ext cx="46675" cy="41925"/>
            </a:xfrm>
            <a:custGeom>
              <a:avLst/>
              <a:gdLst/>
              <a:ahLst/>
              <a:cxnLst/>
              <a:rect l="l" t="t" r="r" b="b"/>
              <a:pathLst>
                <a:path w="1867" h="1677" extrusionOk="0">
                  <a:moveTo>
                    <a:pt x="320" y="1"/>
                  </a:moveTo>
                  <a:cubicBezTo>
                    <a:pt x="129" y="1"/>
                    <a:pt x="0" y="129"/>
                    <a:pt x="0" y="320"/>
                  </a:cubicBezTo>
                  <a:lnTo>
                    <a:pt x="0" y="578"/>
                  </a:lnTo>
                  <a:cubicBezTo>
                    <a:pt x="0" y="1223"/>
                    <a:pt x="449" y="1676"/>
                    <a:pt x="965" y="1676"/>
                  </a:cubicBezTo>
                  <a:cubicBezTo>
                    <a:pt x="1480" y="1676"/>
                    <a:pt x="1867" y="1223"/>
                    <a:pt x="1867" y="578"/>
                  </a:cubicBezTo>
                  <a:lnTo>
                    <a:pt x="1867" y="320"/>
                  </a:lnTo>
                  <a:cubicBezTo>
                    <a:pt x="1867" y="129"/>
                    <a:pt x="1738" y="1"/>
                    <a:pt x="1609" y="1"/>
                  </a:cubicBezTo>
                  <a:cubicBezTo>
                    <a:pt x="1480" y="1"/>
                    <a:pt x="1351" y="129"/>
                    <a:pt x="1351" y="320"/>
                  </a:cubicBezTo>
                  <a:lnTo>
                    <a:pt x="1351" y="578"/>
                  </a:lnTo>
                  <a:cubicBezTo>
                    <a:pt x="1351" y="903"/>
                    <a:pt x="1160" y="1161"/>
                    <a:pt x="965" y="1161"/>
                  </a:cubicBezTo>
                  <a:cubicBezTo>
                    <a:pt x="774" y="1161"/>
                    <a:pt x="578" y="903"/>
                    <a:pt x="578" y="578"/>
                  </a:cubicBezTo>
                  <a:lnTo>
                    <a:pt x="578" y="320"/>
                  </a:lnTo>
                  <a:cubicBezTo>
                    <a:pt x="578" y="129"/>
                    <a:pt x="449" y="1"/>
                    <a:pt x="3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6" name="Google Shape;2066;p47"/>
          <p:cNvGrpSpPr/>
          <p:nvPr/>
        </p:nvGrpSpPr>
        <p:grpSpPr>
          <a:xfrm>
            <a:off x="5393623" y="2679220"/>
            <a:ext cx="424038" cy="419433"/>
            <a:chOff x="5446150" y="2666750"/>
            <a:chExt cx="451200" cy="446300"/>
          </a:xfrm>
        </p:grpSpPr>
        <p:sp>
          <p:nvSpPr>
            <p:cNvPr id="2067" name="Google Shape;2067;p47"/>
            <p:cNvSpPr/>
            <p:nvPr/>
          </p:nvSpPr>
          <p:spPr>
            <a:xfrm>
              <a:off x="5446150" y="2969675"/>
              <a:ext cx="211050" cy="143375"/>
            </a:xfrm>
            <a:custGeom>
              <a:avLst/>
              <a:gdLst/>
              <a:ahLst/>
              <a:cxnLst/>
              <a:rect l="l" t="t" r="r" b="b"/>
              <a:pathLst>
                <a:path w="8442" h="5735" extrusionOk="0">
                  <a:moveTo>
                    <a:pt x="4383" y="1"/>
                  </a:moveTo>
                  <a:cubicBezTo>
                    <a:pt x="4254" y="1"/>
                    <a:pt x="4187" y="130"/>
                    <a:pt x="4187" y="191"/>
                  </a:cubicBezTo>
                  <a:lnTo>
                    <a:pt x="4187" y="707"/>
                  </a:lnTo>
                  <a:cubicBezTo>
                    <a:pt x="4125" y="1805"/>
                    <a:pt x="3800" y="3223"/>
                    <a:pt x="2578" y="3610"/>
                  </a:cubicBezTo>
                  <a:cubicBezTo>
                    <a:pt x="2471" y="3641"/>
                    <a:pt x="2346" y="3657"/>
                    <a:pt x="2215" y="3657"/>
                  </a:cubicBezTo>
                  <a:cubicBezTo>
                    <a:pt x="1792" y="3657"/>
                    <a:pt x="1306" y="3488"/>
                    <a:pt x="1160" y="3094"/>
                  </a:cubicBezTo>
                  <a:cubicBezTo>
                    <a:pt x="954" y="2682"/>
                    <a:pt x="1242" y="2392"/>
                    <a:pt x="1595" y="2392"/>
                  </a:cubicBezTo>
                  <a:cubicBezTo>
                    <a:pt x="1684" y="2392"/>
                    <a:pt x="1777" y="2411"/>
                    <a:pt x="1867" y="2450"/>
                  </a:cubicBezTo>
                  <a:cubicBezTo>
                    <a:pt x="1940" y="2468"/>
                    <a:pt x="2020" y="2480"/>
                    <a:pt x="2094" y="2480"/>
                  </a:cubicBezTo>
                  <a:cubicBezTo>
                    <a:pt x="2278" y="2480"/>
                    <a:pt x="2430" y="2401"/>
                    <a:pt x="2382" y="2125"/>
                  </a:cubicBezTo>
                  <a:cubicBezTo>
                    <a:pt x="2321" y="1867"/>
                    <a:pt x="1996" y="1676"/>
                    <a:pt x="1738" y="1548"/>
                  </a:cubicBezTo>
                  <a:cubicBezTo>
                    <a:pt x="1643" y="1514"/>
                    <a:pt x="1530" y="1497"/>
                    <a:pt x="1418" y="1497"/>
                  </a:cubicBezTo>
                  <a:cubicBezTo>
                    <a:pt x="1305" y="1497"/>
                    <a:pt x="1191" y="1514"/>
                    <a:pt x="1093" y="1548"/>
                  </a:cubicBezTo>
                  <a:cubicBezTo>
                    <a:pt x="645" y="1676"/>
                    <a:pt x="320" y="2063"/>
                    <a:pt x="191" y="2512"/>
                  </a:cubicBezTo>
                  <a:cubicBezTo>
                    <a:pt x="0" y="3285"/>
                    <a:pt x="191" y="4188"/>
                    <a:pt x="774" y="4703"/>
                  </a:cubicBezTo>
                  <a:cubicBezTo>
                    <a:pt x="1418" y="5348"/>
                    <a:pt x="2254" y="5544"/>
                    <a:pt x="3094" y="5673"/>
                  </a:cubicBezTo>
                  <a:cubicBezTo>
                    <a:pt x="3398" y="5692"/>
                    <a:pt x="3722" y="5712"/>
                    <a:pt x="4049" y="5712"/>
                  </a:cubicBezTo>
                  <a:cubicBezTo>
                    <a:pt x="4758" y="5712"/>
                    <a:pt x="5483" y="5618"/>
                    <a:pt x="6059" y="5219"/>
                  </a:cubicBezTo>
                  <a:cubicBezTo>
                    <a:pt x="6379" y="5028"/>
                    <a:pt x="6765" y="4641"/>
                    <a:pt x="6765" y="4255"/>
                  </a:cubicBezTo>
                  <a:lnTo>
                    <a:pt x="6765" y="5415"/>
                  </a:lnTo>
                  <a:cubicBezTo>
                    <a:pt x="6765" y="5606"/>
                    <a:pt x="6961" y="5734"/>
                    <a:pt x="7152" y="5734"/>
                  </a:cubicBezTo>
                  <a:lnTo>
                    <a:pt x="8054" y="5734"/>
                  </a:lnTo>
                  <a:cubicBezTo>
                    <a:pt x="8312" y="5734"/>
                    <a:pt x="8441" y="5606"/>
                    <a:pt x="8441" y="5415"/>
                  </a:cubicBezTo>
                  <a:lnTo>
                    <a:pt x="8441" y="1223"/>
                  </a:lnTo>
                  <a:lnTo>
                    <a:pt x="8441" y="191"/>
                  </a:lnTo>
                  <a:cubicBezTo>
                    <a:pt x="8441" y="130"/>
                    <a:pt x="8379" y="1"/>
                    <a:pt x="825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47"/>
            <p:cNvSpPr/>
            <p:nvPr/>
          </p:nvSpPr>
          <p:spPr>
            <a:xfrm>
              <a:off x="5568600" y="2666750"/>
              <a:ext cx="75700" cy="302950"/>
            </a:xfrm>
            <a:custGeom>
              <a:avLst/>
              <a:gdLst/>
              <a:ahLst/>
              <a:cxnLst/>
              <a:rect l="l" t="t" r="r" b="b"/>
              <a:pathLst>
                <a:path w="3028" h="12118" extrusionOk="0">
                  <a:moveTo>
                    <a:pt x="191" y="0"/>
                  </a:moveTo>
                  <a:cubicBezTo>
                    <a:pt x="130" y="0"/>
                    <a:pt x="1" y="62"/>
                    <a:pt x="1" y="191"/>
                  </a:cubicBezTo>
                  <a:lnTo>
                    <a:pt x="1" y="12118"/>
                  </a:lnTo>
                  <a:lnTo>
                    <a:pt x="3027" y="12118"/>
                  </a:lnTo>
                  <a:lnTo>
                    <a:pt x="3027" y="191"/>
                  </a:lnTo>
                  <a:cubicBezTo>
                    <a:pt x="3027" y="62"/>
                    <a:pt x="2899" y="0"/>
                    <a:pt x="28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47"/>
            <p:cNvSpPr/>
            <p:nvPr/>
          </p:nvSpPr>
          <p:spPr>
            <a:xfrm>
              <a:off x="5568600" y="2810100"/>
              <a:ext cx="75700" cy="35475"/>
            </a:xfrm>
            <a:custGeom>
              <a:avLst/>
              <a:gdLst/>
              <a:ahLst/>
              <a:cxnLst/>
              <a:rect l="l" t="t" r="r" b="b"/>
              <a:pathLst>
                <a:path w="3028" h="1419" extrusionOk="0">
                  <a:moveTo>
                    <a:pt x="1" y="0"/>
                  </a:moveTo>
                  <a:lnTo>
                    <a:pt x="1" y="1418"/>
                  </a:lnTo>
                  <a:lnTo>
                    <a:pt x="3027" y="1418"/>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47"/>
            <p:cNvSpPr/>
            <p:nvPr/>
          </p:nvSpPr>
          <p:spPr>
            <a:xfrm>
              <a:off x="5568600" y="2889125"/>
              <a:ext cx="75700" cy="33775"/>
            </a:xfrm>
            <a:custGeom>
              <a:avLst/>
              <a:gdLst/>
              <a:ahLst/>
              <a:cxnLst/>
              <a:rect l="l" t="t" r="r" b="b"/>
              <a:pathLst>
                <a:path w="3028" h="1351" extrusionOk="0">
                  <a:moveTo>
                    <a:pt x="1" y="0"/>
                  </a:moveTo>
                  <a:lnTo>
                    <a:pt x="1" y="1351"/>
                  </a:lnTo>
                  <a:lnTo>
                    <a:pt x="3027" y="1351"/>
                  </a:lnTo>
                  <a:lnTo>
                    <a:pt x="302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rgbClr val="9CA5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47"/>
            <p:cNvSpPr/>
            <p:nvPr/>
          </p:nvSpPr>
          <p:spPr>
            <a:xfrm>
              <a:off x="5684625" y="2969675"/>
              <a:ext cx="212725" cy="143375"/>
            </a:xfrm>
            <a:custGeom>
              <a:avLst/>
              <a:gdLst/>
              <a:ahLst/>
              <a:cxnLst/>
              <a:rect l="l" t="t" r="r" b="b"/>
              <a:pathLst>
                <a:path w="8509" h="5735" extrusionOk="0">
                  <a:moveTo>
                    <a:pt x="191" y="1"/>
                  </a:moveTo>
                  <a:cubicBezTo>
                    <a:pt x="62" y="1"/>
                    <a:pt x="0" y="130"/>
                    <a:pt x="0" y="191"/>
                  </a:cubicBezTo>
                  <a:lnTo>
                    <a:pt x="0" y="1223"/>
                  </a:lnTo>
                  <a:lnTo>
                    <a:pt x="0" y="5415"/>
                  </a:lnTo>
                  <a:cubicBezTo>
                    <a:pt x="0" y="5606"/>
                    <a:pt x="191" y="5734"/>
                    <a:pt x="387" y="5734"/>
                  </a:cubicBezTo>
                  <a:lnTo>
                    <a:pt x="1289" y="5734"/>
                  </a:lnTo>
                  <a:cubicBezTo>
                    <a:pt x="1480" y="5734"/>
                    <a:pt x="1676" y="5606"/>
                    <a:pt x="1676" y="5415"/>
                  </a:cubicBezTo>
                  <a:lnTo>
                    <a:pt x="1676" y="4255"/>
                  </a:lnTo>
                  <a:cubicBezTo>
                    <a:pt x="1676" y="4641"/>
                    <a:pt x="2063" y="5028"/>
                    <a:pt x="2383" y="5219"/>
                  </a:cubicBezTo>
                  <a:cubicBezTo>
                    <a:pt x="2958" y="5618"/>
                    <a:pt x="3683" y="5712"/>
                    <a:pt x="4393" y="5712"/>
                  </a:cubicBezTo>
                  <a:cubicBezTo>
                    <a:pt x="4720" y="5712"/>
                    <a:pt x="5043" y="5692"/>
                    <a:pt x="5347" y="5673"/>
                  </a:cubicBezTo>
                  <a:cubicBezTo>
                    <a:pt x="6188" y="5544"/>
                    <a:pt x="7090" y="5348"/>
                    <a:pt x="7668" y="4703"/>
                  </a:cubicBezTo>
                  <a:cubicBezTo>
                    <a:pt x="8250" y="4188"/>
                    <a:pt x="8508" y="3285"/>
                    <a:pt x="8250" y="2512"/>
                  </a:cubicBezTo>
                  <a:cubicBezTo>
                    <a:pt x="8121" y="2063"/>
                    <a:pt x="7864" y="1676"/>
                    <a:pt x="7410" y="1548"/>
                  </a:cubicBezTo>
                  <a:cubicBezTo>
                    <a:pt x="7281" y="1514"/>
                    <a:pt x="7152" y="1497"/>
                    <a:pt x="7032" y="1497"/>
                  </a:cubicBezTo>
                  <a:cubicBezTo>
                    <a:pt x="6911" y="1497"/>
                    <a:pt x="6799" y="1514"/>
                    <a:pt x="6703" y="1548"/>
                  </a:cubicBezTo>
                  <a:cubicBezTo>
                    <a:pt x="6446" y="1676"/>
                    <a:pt x="6121" y="1867"/>
                    <a:pt x="6059" y="2125"/>
                  </a:cubicBezTo>
                  <a:cubicBezTo>
                    <a:pt x="6011" y="2401"/>
                    <a:pt x="6163" y="2480"/>
                    <a:pt x="6348" y="2480"/>
                  </a:cubicBezTo>
                  <a:cubicBezTo>
                    <a:pt x="6422" y="2480"/>
                    <a:pt x="6501" y="2468"/>
                    <a:pt x="6575" y="2450"/>
                  </a:cubicBezTo>
                  <a:cubicBezTo>
                    <a:pt x="6665" y="2411"/>
                    <a:pt x="6758" y="2392"/>
                    <a:pt x="6846" y="2392"/>
                  </a:cubicBezTo>
                  <a:cubicBezTo>
                    <a:pt x="7199" y="2392"/>
                    <a:pt x="7487" y="2682"/>
                    <a:pt x="7281" y="3094"/>
                  </a:cubicBezTo>
                  <a:cubicBezTo>
                    <a:pt x="7135" y="3488"/>
                    <a:pt x="6649" y="3657"/>
                    <a:pt x="6226" y="3657"/>
                  </a:cubicBezTo>
                  <a:cubicBezTo>
                    <a:pt x="6095" y="3657"/>
                    <a:pt x="5970" y="3641"/>
                    <a:pt x="5863" y="3610"/>
                  </a:cubicBezTo>
                  <a:cubicBezTo>
                    <a:pt x="4641" y="3223"/>
                    <a:pt x="4316" y="1805"/>
                    <a:pt x="4316" y="707"/>
                  </a:cubicBezTo>
                  <a:cubicBezTo>
                    <a:pt x="4316" y="707"/>
                    <a:pt x="4254" y="387"/>
                    <a:pt x="4254" y="191"/>
                  </a:cubicBezTo>
                  <a:cubicBezTo>
                    <a:pt x="4254" y="130"/>
                    <a:pt x="4187" y="1"/>
                    <a:pt x="4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47"/>
            <p:cNvSpPr/>
            <p:nvPr/>
          </p:nvSpPr>
          <p:spPr>
            <a:xfrm>
              <a:off x="5699050" y="2666750"/>
              <a:ext cx="74150" cy="302950"/>
            </a:xfrm>
            <a:custGeom>
              <a:avLst/>
              <a:gdLst/>
              <a:ahLst/>
              <a:cxnLst/>
              <a:rect l="l" t="t" r="r" b="b"/>
              <a:pathLst>
                <a:path w="2966" h="12118" extrusionOk="0">
                  <a:moveTo>
                    <a:pt x="130" y="0"/>
                  </a:moveTo>
                  <a:cubicBezTo>
                    <a:pt x="68" y="0"/>
                    <a:pt x="1" y="62"/>
                    <a:pt x="1" y="191"/>
                  </a:cubicBezTo>
                  <a:lnTo>
                    <a:pt x="1" y="12118"/>
                  </a:lnTo>
                  <a:lnTo>
                    <a:pt x="2966" y="12118"/>
                  </a:lnTo>
                  <a:lnTo>
                    <a:pt x="2966" y="191"/>
                  </a:lnTo>
                  <a:cubicBezTo>
                    <a:pt x="2966" y="62"/>
                    <a:pt x="2904" y="0"/>
                    <a:pt x="27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7"/>
            <p:cNvSpPr/>
            <p:nvPr/>
          </p:nvSpPr>
          <p:spPr>
            <a:xfrm>
              <a:off x="5699050" y="2810100"/>
              <a:ext cx="74150" cy="35475"/>
            </a:xfrm>
            <a:custGeom>
              <a:avLst/>
              <a:gdLst/>
              <a:ahLst/>
              <a:cxnLst/>
              <a:rect l="l" t="t" r="r" b="b"/>
              <a:pathLst>
                <a:path w="2966" h="1419" extrusionOk="0">
                  <a:moveTo>
                    <a:pt x="1" y="0"/>
                  </a:moveTo>
                  <a:lnTo>
                    <a:pt x="1" y="1418"/>
                  </a:lnTo>
                  <a:lnTo>
                    <a:pt x="2966" y="1418"/>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7"/>
            <p:cNvSpPr/>
            <p:nvPr/>
          </p:nvSpPr>
          <p:spPr>
            <a:xfrm>
              <a:off x="5699050" y="2889125"/>
              <a:ext cx="74150" cy="33775"/>
            </a:xfrm>
            <a:custGeom>
              <a:avLst/>
              <a:gdLst/>
              <a:ahLst/>
              <a:cxnLst/>
              <a:rect l="l" t="t" r="r" b="b"/>
              <a:pathLst>
                <a:path w="2966" h="1351" extrusionOk="0">
                  <a:moveTo>
                    <a:pt x="1" y="0"/>
                  </a:moveTo>
                  <a:lnTo>
                    <a:pt x="1" y="1351"/>
                  </a:lnTo>
                  <a:lnTo>
                    <a:pt x="2966" y="1351"/>
                  </a:lnTo>
                  <a:lnTo>
                    <a:pt x="296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7"/>
          <p:cNvGrpSpPr/>
          <p:nvPr/>
        </p:nvGrpSpPr>
        <p:grpSpPr>
          <a:xfrm>
            <a:off x="6199243" y="2665522"/>
            <a:ext cx="224142" cy="421007"/>
            <a:chOff x="6303375" y="2652175"/>
            <a:chExt cx="238500" cy="447975"/>
          </a:xfrm>
        </p:grpSpPr>
        <p:sp>
          <p:nvSpPr>
            <p:cNvPr id="2077" name="Google Shape;2077;p47"/>
            <p:cNvSpPr/>
            <p:nvPr/>
          </p:nvSpPr>
          <p:spPr>
            <a:xfrm>
              <a:off x="6403275" y="2876225"/>
              <a:ext cx="38700" cy="223925"/>
            </a:xfrm>
            <a:custGeom>
              <a:avLst/>
              <a:gdLst/>
              <a:ahLst/>
              <a:cxnLst/>
              <a:rect l="l" t="t" r="r" b="b"/>
              <a:pathLst>
                <a:path w="1548" h="8957" extrusionOk="0">
                  <a:moveTo>
                    <a:pt x="1" y="0"/>
                  </a:moveTo>
                  <a:lnTo>
                    <a:pt x="1" y="8183"/>
                  </a:lnTo>
                  <a:cubicBezTo>
                    <a:pt x="1" y="8570"/>
                    <a:pt x="320" y="8957"/>
                    <a:pt x="774" y="8957"/>
                  </a:cubicBezTo>
                  <a:cubicBezTo>
                    <a:pt x="1223" y="8957"/>
                    <a:pt x="1547" y="8570"/>
                    <a:pt x="1547" y="8183"/>
                  </a:cubicBezTo>
                  <a:lnTo>
                    <a:pt x="15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7"/>
            <p:cNvSpPr/>
            <p:nvPr/>
          </p:nvSpPr>
          <p:spPr>
            <a:xfrm>
              <a:off x="6303375" y="2652175"/>
              <a:ext cx="238500" cy="238500"/>
            </a:xfrm>
            <a:custGeom>
              <a:avLst/>
              <a:gdLst/>
              <a:ahLst/>
              <a:cxnLst/>
              <a:rect l="l" t="t" r="r" b="b"/>
              <a:pathLst>
                <a:path w="9540" h="9540" extrusionOk="0">
                  <a:moveTo>
                    <a:pt x="4770" y="1"/>
                  </a:moveTo>
                  <a:cubicBezTo>
                    <a:pt x="2125" y="1"/>
                    <a:pt x="0" y="2130"/>
                    <a:pt x="0" y="4770"/>
                  </a:cubicBezTo>
                  <a:cubicBezTo>
                    <a:pt x="0" y="7416"/>
                    <a:pt x="2125" y="9540"/>
                    <a:pt x="4770" y="9540"/>
                  </a:cubicBezTo>
                  <a:cubicBezTo>
                    <a:pt x="7410" y="9540"/>
                    <a:pt x="9540" y="7416"/>
                    <a:pt x="9540" y="4770"/>
                  </a:cubicBezTo>
                  <a:cubicBezTo>
                    <a:pt x="9540" y="2130"/>
                    <a:pt x="7410" y="1"/>
                    <a:pt x="477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47"/>
            <p:cNvSpPr/>
            <p:nvPr/>
          </p:nvSpPr>
          <p:spPr>
            <a:xfrm>
              <a:off x="6356475" y="2669975"/>
              <a:ext cx="182175" cy="182050"/>
            </a:xfrm>
            <a:custGeom>
              <a:avLst/>
              <a:gdLst/>
              <a:ahLst/>
              <a:cxnLst/>
              <a:rect l="l" t="t" r="r" b="b"/>
              <a:pathLst>
                <a:path w="7287" h="7282" extrusionOk="0">
                  <a:moveTo>
                    <a:pt x="5095" y="0"/>
                  </a:moveTo>
                  <a:cubicBezTo>
                    <a:pt x="5869" y="578"/>
                    <a:pt x="6384" y="1418"/>
                    <a:pt x="6575" y="2383"/>
                  </a:cubicBezTo>
                  <a:cubicBezTo>
                    <a:pt x="6833" y="3414"/>
                    <a:pt x="6642" y="4445"/>
                    <a:pt x="6059" y="5347"/>
                  </a:cubicBezTo>
                  <a:cubicBezTo>
                    <a:pt x="5415" y="6250"/>
                    <a:pt x="4451" y="6765"/>
                    <a:pt x="3419" y="6765"/>
                  </a:cubicBezTo>
                  <a:cubicBezTo>
                    <a:pt x="2837" y="6765"/>
                    <a:pt x="2259" y="6575"/>
                    <a:pt x="1744" y="6250"/>
                  </a:cubicBezTo>
                  <a:cubicBezTo>
                    <a:pt x="1228" y="5863"/>
                    <a:pt x="841" y="5347"/>
                    <a:pt x="712" y="4703"/>
                  </a:cubicBezTo>
                  <a:cubicBezTo>
                    <a:pt x="583" y="4058"/>
                    <a:pt x="712" y="3414"/>
                    <a:pt x="1032" y="2836"/>
                  </a:cubicBezTo>
                  <a:cubicBezTo>
                    <a:pt x="1290" y="2450"/>
                    <a:pt x="1744" y="2125"/>
                    <a:pt x="2259" y="2063"/>
                  </a:cubicBezTo>
                  <a:cubicBezTo>
                    <a:pt x="2379" y="2028"/>
                    <a:pt x="2504" y="2012"/>
                    <a:pt x="2632" y="2012"/>
                  </a:cubicBezTo>
                  <a:cubicBezTo>
                    <a:pt x="2980" y="2012"/>
                    <a:pt x="3345" y="2132"/>
                    <a:pt x="3677" y="2321"/>
                  </a:cubicBezTo>
                  <a:cubicBezTo>
                    <a:pt x="3997" y="2511"/>
                    <a:pt x="4193" y="2836"/>
                    <a:pt x="4255" y="3223"/>
                  </a:cubicBezTo>
                  <a:cubicBezTo>
                    <a:pt x="4384" y="3610"/>
                    <a:pt x="4322" y="3996"/>
                    <a:pt x="4064" y="4316"/>
                  </a:cubicBezTo>
                  <a:cubicBezTo>
                    <a:pt x="3858" y="4643"/>
                    <a:pt x="3498" y="4815"/>
                    <a:pt x="3131" y="4815"/>
                  </a:cubicBezTo>
                  <a:cubicBezTo>
                    <a:pt x="2920" y="4815"/>
                    <a:pt x="2706" y="4758"/>
                    <a:pt x="2517" y="4641"/>
                  </a:cubicBezTo>
                  <a:cubicBezTo>
                    <a:pt x="2130" y="4383"/>
                    <a:pt x="2063" y="3868"/>
                    <a:pt x="2321" y="3481"/>
                  </a:cubicBezTo>
                  <a:cubicBezTo>
                    <a:pt x="2407" y="3308"/>
                    <a:pt x="2609" y="3221"/>
                    <a:pt x="2831" y="3221"/>
                  </a:cubicBezTo>
                  <a:cubicBezTo>
                    <a:pt x="2940" y="3221"/>
                    <a:pt x="3054" y="3242"/>
                    <a:pt x="3162" y="3285"/>
                  </a:cubicBezTo>
                  <a:cubicBezTo>
                    <a:pt x="3352" y="3481"/>
                    <a:pt x="3419" y="3739"/>
                    <a:pt x="3291" y="3929"/>
                  </a:cubicBezTo>
                  <a:cubicBezTo>
                    <a:pt x="3223" y="4058"/>
                    <a:pt x="3223" y="4187"/>
                    <a:pt x="3352" y="4316"/>
                  </a:cubicBezTo>
                  <a:cubicBezTo>
                    <a:pt x="3390" y="4336"/>
                    <a:pt x="3429" y="4344"/>
                    <a:pt x="3467" y="4344"/>
                  </a:cubicBezTo>
                  <a:cubicBezTo>
                    <a:pt x="3557" y="4344"/>
                    <a:pt x="3648" y="4298"/>
                    <a:pt x="3739" y="4254"/>
                  </a:cubicBezTo>
                  <a:cubicBezTo>
                    <a:pt x="3997" y="3801"/>
                    <a:pt x="3868" y="3156"/>
                    <a:pt x="3419" y="2836"/>
                  </a:cubicBezTo>
                  <a:cubicBezTo>
                    <a:pt x="3235" y="2720"/>
                    <a:pt x="3025" y="2662"/>
                    <a:pt x="2817" y="2662"/>
                  </a:cubicBezTo>
                  <a:cubicBezTo>
                    <a:pt x="2445" y="2662"/>
                    <a:pt x="2078" y="2849"/>
                    <a:pt x="1873" y="3223"/>
                  </a:cubicBezTo>
                  <a:cubicBezTo>
                    <a:pt x="1419" y="3868"/>
                    <a:pt x="1615" y="4703"/>
                    <a:pt x="2259" y="5090"/>
                  </a:cubicBezTo>
                  <a:cubicBezTo>
                    <a:pt x="2551" y="5284"/>
                    <a:pt x="2880" y="5378"/>
                    <a:pt x="3200" y="5378"/>
                  </a:cubicBezTo>
                  <a:cubicBezTo>
                    <a:pt x="3728" y="5378"/>
                    <a:pt x="4233" y="5123"/>
                    <a:pt x="4513" y="4641"/>
                  </a:cubicBezTo>
                  <a:cubicBezTo>
                    <a:pt x="4837" y="4187"/>
                    <a:pt x="4899" y="3672"/>
                    <a:pt x="4837" y="3156"/>
                  </a:cubicBezTo>
                  <a:cubicBezTo>
                    <a:pt x="4708" y="2579"/>
                    <a:pt x="4384" y="2125"/>
                    <a:pt x="3935" y="1867"/>
                  </a:cubicBezTo>
                  <a:cubicBezTo>
                    <a:pt x="3580" y="1601"/>
                    <a:pt x="3164" y="1457"/>
                    <a:pt x="2729" y="1457"/>
                  </a:cubicBezTo>
                  <a:cubicBezTo>
                    <a:pt x="2532" y="1457"/>
                    <a:pt x="2331" y="1486"/>
                    <a:pt x="2130" y="1547"/>
                  </a:cubicBezTo>
                  <a:cubicBezTo>
                    <a:pt x="1486" y="1676"/>
                    <a:pt x="970" y="1996"/>
                    <a:pt x="583" y="2579"/>
                  </a:cubicBezTo>
                  <a:cubicBezTo>
                    <a:pt x="130" y="3223"/>
                    <a:pt x="1" y="3996"/>
                    <a:pt x="130" y="4770"/>
                  </a:cubicBezTo>
                  <a:cubicBezTo>
                    <a:pt x="326" y="5605"/>
                    <a:pt x="774" y="6250"/>
                    <a:pt x="1419" y="6704"/>
                  </a:cubicBezTo>
                  <a:cubicBezTo>
                    <a:pt x="2063" y="7090"/>
                    <a:pt x="2708" y="7281"/>
                    <a:pt x="3419" y="7281"/>
                  </a:cubicBezTo>
                  <a:cubicBezTo>
                    <a:pt x="3677" y="7281"/>
                    <a:pt x="3935" y="7281"/>
                    <a:pt x="4193" y="7219"/>
                  </a:cubicBezTo>
                  <a:cubicBezTo>
                    <a:pt x="5157" y="7023"/>
                    <a:pt x="5931" y="6446"/>
                    <a:pt x="6513" y="5605"/>
                  </a:cubicBezTo>
                  <a:cubicBezTo>
                    <a:pt x="7091" y="4770"/>
                    <a:pt x="7287" y="3739"/>
                    <a:pt x="7220" y="2769"/>
                  </a:cubicBezTo>
                  <a:cubicBezTo>
                    <a:pt x="6900" y="1609"/>
                    <a:pt x="6126" y="578"/>
                    <a:pt x="509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0" name="Google Shape;2080;p47"/>
          <p:cNvGrpSpPr/>
          <p:nvPr/>
        </p:nvGrpSpPr>
        <p:grpSpPr>
          <a:xfrm>
            <a:off x="6797332" y="2678398"/>
            <a:ext cx="422581" cy="408132"/>
            <a:chOff x="6939775" y="2665875"/>
            <a:chExt cx="449650" cy="434275"/>
          </a:xfrm>
        </p:grpSpPr>
        <p:sp>
          <p:nvSpPr>
            <p:cNvPr id="2081" name="Google Shape;2081;p47"/>
            <p:cNvSpPr/>
            <p:nvPr/>
          </p:nvSpPr>
          <p:spPr>
            <a:xfrm>
              <a:off x="6939775" y="2665875"/>
              <a:ext cx="449650" cy="434275"/>
            </a:xfrm>
            <a:custGeom>
              <a:avLst/>
              <a:gdLst/>
              <a:ahLst/>
              <a:cxnLst/>
              <a:rect l="l" t="t" r="r" b="b"/>
              <a:pathLst>
                <a:path w="17986" h="17371" extrusionOk="0">
                  <a:moveTo>
                    <a:pt x="8993" y="1"/>
                  </a:moveTo>
                  <a:cubicBezTo>
                    <a:pt x="8929" y="1"/>
                    <a:pt x="8865" y="33"/>
                    <a:pt x="8834" y="97"/>
                  </a:cubicBezTo>
                  <a:lnTo>
                    <a:pt x="5869" y="4093"/>
                  </a:lnTo>
                  <a:cubicBezTo>
                    <a:pt x="5802" y="4222"/>
                    <a:pt x="5869" y="4418"/>
                    <a:pt x="6060" y="4418"/>
                  </a:cubicBezTo>
                  <a:lnTo>
                    <a:pt x="6127" y="4418"/>
                  </a:lnTo>
                  <a:lnTo>
                    <a:pt x="6962" y="9894"/>
                  </a:lnTo>
                  <a:lnTo>
                    <a:pt x="5673" y="9894"/>
                  </a:lnTo>
                  <a:lnTo>
                    <a:pt x="5028" y="6610"/>
                  </a:lnTo>
                  <a:lnTo>
                    <a:pt x="5353" y="6543"/>
                  </a:lnTo>
                  <a:cubicBezTo>
                    <a:pt x="5544" y="6543"/>
                    <a:pt x="5611" y="6352"/>
                    <a:pt x="5482" y="6285"/>
                  </a:cubicBezTo>
                  <a:lnTo>
                    <a:pt x="2579" y="3062"/>
                  </a:lnTo>
                  <a:cubicBezTo>
                    <a:pt x="2548" y="2998"/>
                    <a:pt x="2500" y="2966"/>
                    <a:pt x="2452" y="2966"/>
                  </a:cubicBezTo>
                  <a:cubicBezTo>
                    <a:pt x="2404" y="2966"/>
                    <a:pt x="2355" y="2998"/>
                    <a:pt x="2321" y="3062"/>
                  </a:cubicBezTo>
                  <a:lnTo>
                    <a:pt x="68" y="6800"/>
                  </a:lnTo>
                  <a:cubicBezTo>
                    <a:pt x="1" y="6929"/>
                    <a:pt x="130" y="7058"/>
                    <a:pt x="259" y="7058"/>
                  </a:cubicBezTo>
                  <a:lnTo>
                    <a:pt x="645" y="7058"/>
                  </a:lnTo>
                  <a:lnTo>
                    <a:pt x="1290" y="9894"/>
                  </a:lnTo>
                  <a:lnTo>
                    <a:pt x="2775" y="17180"/>
                  </a:lnTo>
                  <a:cubicBezTo>
                    <a:pt x="2775" y="17309"/>
                    <a:pt x="2837" y="17371"/>
                    <a:pt x="2966" y="17371"/>
                  </a:cubicBezTo>
                  <a:lnTo>
                    <a:pt x="15021" y="17371"/>
                  </a:lnTo>
                  <a:cubicBezTo>
                    <a:pt x="15150" y="17371"/>
                    <a:pt x="15212" y="17309"/>
                    <a:pt x="15212" y="17180"/>
                  </a:cubicBezTo>
                  <a:lnTo>
                    <a:pt x="16697" y="9894"/>
                  </a:lnTo>
                  <a:lnTo>
                    <a:pt x="17341" y="7058"/>
                  </a:lnTo>
                  <a:lnTo>
                    <a:pt x="17728" y="7058"/>
                  </a:lnTo>
                  <a:cubicBezTo>
                    <a:pt x="17857" y="7058"/>
                    <a:pt x="17986" y="6929"/>
                    <a:pt x="17919" y="6800"/>
                  </a:cubicBezTo>
                  <a:lnTo>
                    <a:pt x="15666" y="3062"/>
                  </a:lnTo>
                  <a:cubicBezTo>
                    <a:pt x="15632" y="2998"/>
                    <a:pt x="15583" y="2966"/>
                    <a:pt x="15535" y="2966"/>
                  </a:cubicBezTo>
                  <a:cubicBezTo>
                    <a:pt x="15486" y="2966"/>
                    <a:pt x="15439" y="2998"/>
                    <a:pt x="15408" y="3062"/>
                  </a:cubicBezTo>
                  <a:lnTo>
                    <a:pt x="12505" y="6285"/>
                  </a:lnTo>
                  <a:cubicBezTo>
                    <a:pt x="12376" y="6352"/>
                    <a:pt x="12443" y="6543"/>
                    <a:pt x="12634" y="6543"/>
                  </a:cubicBezTo>
                  <a:lnTo>
                    <a:pt x="12959" y="6610"/>
                  </a:lnTo>
                  <a:lnTo>
                    <a:pt x="12314" y="9894"/>
                  </a:lnTo>
                  <a:lnTo>
                    <a:pt x="11025" y="9894"/>
                  </a:lnTo>
                  <a:lnTo>
                    <a:pt x="11860" y="4418"/>
                  </a:lnTo>
                  <a:lnTo>
                    <a:pt x="11927" y="4418"/>
                  </a:lnTo>
                  <a:cubicBezTo>
                    <a:pt x="12118" y="4418"/>
                    <a:pt x="12185" y="4222"/>
                    <a:pt x="12118" y="4093"/>
                  </a:cubicBezTo>
                  <a:lnTo>
                    <a:pt x="9153" y="97"/>
                  </a:lnTo>
                  <a:cubicBezTo>
                    <a:pt x="9122" y="33"/>
                    <a:pt x="9058" y="1"/>
                    <a:pt x="8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47"/>
            <p:cNvSpPr/>
            <p:nvPr/>
          </p:nvSpPr>
          <p:spPr>
            <a:xfrm>
              <a:off x="7131600" y="2777850"/>
              <a:ext cx="67600" cy="111300"/>
            </a:xfrm>
            <a:custGeom>
              <a:avLst/>
              <a:gdLst/>
              <a:ahLst/>
              <a:cxnLst/>
              <a:rect l="l" t="t" r="r" b="b"/>
              <a:pathLst>
                <a:path w="2704" h="4452" extrusionOk="0">
                  <a:moveTo>
                    <a:pt x="1340" y="1"/>
                  </a:moveTo>
                  <a:cubicBezTo>
                    <a:pt x="1211" y="1"/>
                    <a:pt x="0" y="56"/>
                    <a:pt x="0" y="2131"/>
                  </a:cubicBezTo>
                  <a:lnTo>
                    <a:pt x="191" y="4451"/>
                  </a:lnTo>
                  <a:lnTo>
                    <a:pt x="2450" y="4451"/>
                  </a:lnTo>
                  <a:lnTo>
                    <a:pt x="2640" y="2131"/>
                  </a:lnTo>
                  <a:cubicBezTo>
                    <a:pt x="2704" y="56"/>
                    <a:pt x="1492" y="1"/>
                    <a:pt x="1363" y="1"/>
                  </a:cubicBezTo>
                  <a:cubicBezTo>
                    <a:pt x="1355" y="1"/>
                    <a:pt x="1351" y="1"/>
                    <a:pt x="1351" y="1"/>
                  </a:cubicBezTo>
                  <a:cubicBezTo>
                    <a:pt x="1351" y="1"/>
                    <a:pt x="1348" y="1"/>
                    <a:pt x="13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47"/>
            <p:cNvSpPr/>
            <p:nvPr/>
          </p:nvSpPr>
          <p:spPr>
            <a:xfrm>
              <a:off x="7100925" y="2945450"/>
              <a:ext cx="127375" cy="154700"/>
            </a:xfrm>
            <a:custGeom>
              <a:avLst/>
              <a:gdLst/>
              <a:ahLst/>
              <a:cxnLst/>
              <a:rect l="l" t="t" r="r" b="b"/>
              <a:pathLst>
                <a:path w="5095" h="6188" extrusionOk="0">
                  <a:moveTo>
                    <a:pt x="2547" y="0"/>
                  </a:moveTo>
                  <a:cubicBezTo>
                    <a:pt x="1903" y="0"/>
                    <a:pt x="1258" y="258"/>
                    <a:pt x="774" y="774"/>
                  </a:cubicBezTo>
                  <a:cubicBezTo>
                    <a:pt x="325" y="1228"/>
                    <a:pt x="0" y="1805"/>
                    <a:pt x="129" y="2707"/>
                  </a:cubicBezTo>
                  <a:lnTo>
                    <a:pt x="583" y="6188"/>
                  </a:lnTo>
                  <a:lnTo>
                    <a:pt x="4512" y="6188"/>
                  </a:lnTo>
                  <a:lnTo>
                    <a:pt x="4966" y="2707"/>
                  </a:lnTo>
                  <a:cubicBezTo>
                    <a:pt x="5095" y="1805"/>
                    <a:pt x="4770" y="1228"/>
                    <a:pt x="4321" y="774"/>
                  </a:cubicBezTo>
                  <a:cubicBezTo>
                    <a:pt x="3837" y="258"/>
                    <a:pt x="3192" y="0"/>
                    <a:pt x="25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4" name="Google Shape;2084;p47"/>
          <p:cNvSpPr/>
          <p:nvPr/>
        </p:nvSpPr>
        <p:spPr>
          <a:xfrm>
            <a:off x="7517988" y="2665465"/>
            <a:ext cx="390722" cy="419550"/>
          </a:xfrm>
          <a:custGeom>
            <a:avLst/>
            <a:gdLst/>
            <a:ahLst/>
            <a:cxnLst/>
            <a:rect l="l" t="t" r="r" b="b"/>
            <a:pathLst>
              <a:path w="16630" h="17857" extrusionOk="0">
                <a:moveTo>
                  <a:pt x="7864" y="1"/>
                </a:moveTo>
                <a:cubicBezTo>
                  <a:pt x="3419" y="583"/>
                  <a:pt x="1" y="4384"/>
                  <a:pt x="68" y="9024"/>
                </a:cubicBezTo>
                <a:cubicBezTo>
                  <a:pt x="130" y="13923"/>
                  <a:pt x="4193" y="17857"/>
                  <a:pt x="9091" y="17857"/>
                </a:cubicBezTo>
                <a:cubicBezTo>
                  <a:pt x="12247" y="17857"/>
                  <a:pt x="15021" y="16181"/>
                  <a:pt x="16630" y="13732"/>
                </a:cubicBezTo>
                <a:cubicBezTo>
                  <a:pt x="16630" y="13665"/>
                  <a:pt x="16568" y="13536"/>
                  <a:pt x="16501" y="13536"/>
                </a:cubicBezTo>
                <a:cubicBezTo>
                  <a:pt x="15923" y="13665"/>
                  <a:pt x="15341" y="13732"/>
                  <a:pt x="14763" y="13732"/>
                </a:cubicBezTo>
                <a:cubicBezTo>
                  <a:pt x="10055" y="13732"/>
                  <a:pt x="6255" y="9927"/>
                  <a:pt x="6255" y="5286"/>
                </a:cubicBezTo>
                <a:cubicBezTo>
                  <a:pt x="6255" y="3352"/>
                  <a:pt x="6900" y="1615"/>
                  <a:pt x="7993" y="197"/>
                </a:cubicBezTo>
                <a:cubicBezTo>
                  <a:pt x="8060" y="68"/>
                  <a:pt x="7993" y="1"/>
                  <a:pt x="78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5" name="Google Shape;2085;p47"/>
          <p:cNvGrpSpPr/>
          <p:nvPr/>
        </p:nvGrpSpPr>
        <p:grpSpPr>
          <a:xfrm>
            <a:off x="6847376" y="3281914"/>
            <a:ext cx="333183" cy="419433"/>
            <a:chOff x="6993025" y="3308050"/>
            <a:chExt cx="354525" cy="446300"/>
          </a:xfrm>
        </p:grpSpPr>
        <p:sp>
          <p:nvSpPr>
            <p:cNvPr id="2086" name="Google Shape;2086;p47"/>
            <p:cNvSpPr/>
            <p:nvPr/>
          </p:nvSpPr>
          <p:spPr>
            <a:xfrm>
              <a:off x="6993025" y="3308050"/>
              <a:ext cx="354525" cy="446300"/>
            </a:xfrm>
            <a:custGeom>
              <a:avLst/>
              <a:gdLst/>
              <a:ahLst/>
              <a:cxnLst/>
              <a:rect l="l" t="t" r="r" b="b"/>
              <a:pathLst>
                <a:path w="14181"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6021" y="7376"/>
                    <a:pt x="5846" y="7419"/>
                    <a:pt x="5672" y="7419"/>
                  </a:cubicBezTo>
                  <a:cubicBezTo>
                    <a:pt x="5373" y="7419"/>
                    <a:pt x="5076" y="7293"/>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9473" y="17852"/>
                  </a:lnTo>
                  <a:cubicBezTo>
                    <a:pt x="9601" y="17852"/>
                    <a:pt x="9730" y="17790"/>
                    <a:pt x="9668" y="17661"/>
                  </a:cubicBezTo>
                  <a:lnTo>
                    <a:pt x="9282" y="15856"/>
                  </a:lnTo>
                  <a:cubicBezTo>
                    <a:pt x="9086" y="15016"/>
                    <a:pt x="8957" y="14181"/>
                    <a:pt x="8957" y="13340"/>
                  </a:cubicBezTo>
                  <a:lnTo>
                    <a:pt x="8957" y="11474"/>
                  </a:lnTo>
                  <a:cubicBezTo>
                    <a:pt x="8957" y="10891"/>
                    <a:pt x="9344" y="10313"/>
                    <a:pt x="9859" y="10056"/>
                  </a:cubicBezTo>
                  <a:lnTo>
                    <a:pt x="11602" y="9344"/>
                  </a:lnTo>
                  <a:cubicBezTo>
                    <a:pt x="11922" y="9215"/>
                    <a:pt x="12180" y="8957"/>
                    <a:pt x="12308" y="8571"/>
                  </a:cubicBezTo>
                  <a:lnTo>
                    <a:pt x="12762" y="6962"/>
                  </a:lnTo>
                  <a:cubicBezTo>
                    <a:pt x="12762" y="6895"/>
                    <a:pt x="12824" y="6833"/>
                    <a:pt x="12891" y="6833"/>
                  </a:cubicBezTo>
                  <a:lnTo>
                    <a:pt x="13855" y="6575"/>
                  </a:lnTo>
                  <a:cubicBezTo>
                    <a:pt x="13922" y="6508"/>
                    <a:pt x="13984" y="6508"/>
                    <a:pt x="13984" y="6446"/>
                  </a:cubicBezTo>
                  <a:lnTo>
                    <a:pt x="14113" y="5864"/>
                  </a:lnTo>
                  <a:cubicBezTo>
                    <a:pt x="14180" y="5735"/>
                    <a:pt x="14051" y="5606"/>
                    <a:pt x="13922" y="5606"/>
                  </a:cubicBezTo>
                  <a:lnTo>
                    <a:pt x="12247" y="5673"/>
                  </a:lnTo>
                  <a:cubicBezTo>
                    <a:pt x="12180" y="5735"/>
                    <a:pt x="12118" y="5735"/>
                    <a:pt x="12051" y="5802"/>
                  </a:cubicBezTo>
                  <a:lnTo>
                    <a:pt x="11344" y="7735"/>
                  </a:lnTo>
                  <a:cubicBezTo>
                    <a:pt x="11148" y="8184"/>
                    <a:pt x="10829" y="8509"/>
                    <a:pt x="10375" y="8700"/>
                  </a:cubicBezTo>
                  <a:lnTo>
                    <a:pt x="9988" y="8828"/>
                  </a:lnTo>
                  <a:cubicBezTo>
                    <a:pt x="9804" y="8897"/>
                    <a:pt x="9619" y="8929"/>
                    <a:pt x="9438" y="8929"/>
                  </a:cubicBezTo>
                  <a:cubicBezTo>
                    <a:pt x="8602" y="8929"/>
                    <a:pt x="7864" y="8247"/>
                    <a:pt x="7864" y="7349"/>
                  </a:cubicBezTo>
                  <a:cubicBezTo>
                    <a:pt x="7864" y="7091"/>
                    <a:pt x="7864" y="6766"/>
                    <a:pt x="7926" y="6508"/>
                  </a:cubicBezTo>
                  <a:lnTo>
                    <a:pt x="8699" y="3801"/>
                  </a:lnTo>
                  <a:cubicBezTo>
                    <a:pt x="8766" y="3543"/>
                    <a:pt x="8957" y="3285"/>
                    <a:pt x="9282" y="3157"/>
                  </a:cubicBezTo>
                  <a:lnTo>
                    <a:pt x="10375" y="2770"/>
                  </a:lnTo>
                  <a:cubicBezTo>
                    <a:pt x="10442" y="2770"/>
                    <a:pt x="10504" y="2641"/>
                    <a:pt x="10442" y="2512"/>
                  </a:cubicBezTo>
                  <a:lnTo>
                    <a:pt x="10055" y="1677"/>
                  </a:lnTo>
                  <a:cubicBezTo>
                    <a:pt x="10008" y="1629"/>
                    <a:pt x="9963" y="1584"/>
                    <a:pt x="9894" y="1584"/>
                  </a:cubicBezTo>
                  <a:cubicBezTo>
                    <a:pt x="9867" y="1584"/>
                    <a:pt x="9835" y="1592"/>
                    <a:pt x="9797" y="1610"/>
                  </a:cubicBezTo>
                  <a:lnTo>
                    <a:pt x="8828" y="2063"/>
                  </a:lnTo>
                  <a:cubicBezTo>
                    <a:pt x="8810" y="2081"/>
                    <a:pt x="8786" y="2089"/>
                    <a:pt x="8760" y="2089"/>
                  </a:cubicBezTo>
                  <a:cubicBezTo>
                    <a:pt x="8696" y="2089"/>
                    <a:pt x="8618" y="2044"/>
                    <a:pt x="8570" y="1996"/>
                  </a:cubicBezTo>
                  <a:lnTo>
                    <a:pt x="7606" y="130"/>
                  </a:lnTo>
                  <a:cubicBezTo>
                    <a:pt x="7606" y="63"/>
                    <a:pt x="7539" y="1"/>
                    <a:pt x="741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47"/>
            <p:cNvSpPr/>
            <p:nvPr/>
          </p:nvSpPr>
          <p:spPr>
            <a:xfrm>
              <a:off x="6993025" y="3308050"/>
              <a:ext cx="207825" cy="446300"/>
            </a:xfrm>
            <a:custGeom>
              <a:avLst/>
              <a:gdLst/>
              <a:ahLst/>
              <a:cxnLst/>
              <a:rect l="l" t="t" r="r" b="b"/>
              <a:pathLst>
                <a:path w="8313" h="17852" extrusionOk="0">
                  <a:moveTo>
                    <a:pt x="6765" y="1"/>
                  </a:moveTo>
                  <a:cubicBezTo>
                    <a:pt x="6637" y="1"/>
                    <a:pt x="6575" y="130"/>
                    <a:pt x="6637" y="259"/>
                  </a:cubicBezTo>
                  <a:lnTo>
                    <a:pt x="7606" y="1996"/>
                  </a:lnTo>
                  <a:cubicBezTo>
                    <a:pt x="7735" y="2254"/>
                    <a:pt x="7797" y="2450"/>
                    <a:pt x="7735" y="2708"/>
                  </a:cubicBezTo>
                  <a:lnTo>
                    <a:pt x="6765" y="6508"/>
                  </a:lnTo>
                  <a:cubicBezTo>
                    <a:pt x="6704" y="6833"/>
                    <a:pt x="6508" y="7091"/>
                    <a:pt x="6188" y="7282"/>
                  </a:cubicBezTo>
                  <a:cubicBezTo>
                    <a:pt x="5992" y="7349"/>
                    <a:pt x="5801" y="7410"/>
                    <a:pt x="5672" y="7410"/>
                  </a:cubicBezTo>
                  <a:cubicBezTo>
                    <a:pt x="5347" y="7410"/>
                    <a:pt x="5028" y="7282"/>
                    <a:pt x="4832" y="7091"/>
                  </a:cubicBezTo>
                  <a:lnTo>
                    <a:pt x="1996" y="4384"/>
                  </a:lnTo>
                  <a:lnTo>
                    <a:pt x="965" y="2966"/>
                  </a:lnTo>
                  <a:cubicBezTo>
                    <a:pt x="919" y="2920"/>
                    <a:pt x="856" y="2898"/>
                    <a:pt x="795" y="2898"/>
                  </a:cubicBezTo>
                  <a:cubicBezTo>
                    <a:pt x="685" y="2898"/>
                    <a:pt x="578" y="2969"/>
                    <a:pt x="578" y="3095"/>
                  </a:cubicBezTo>
                  <a:lnTo>
                    <a:pt x="707" y="3672"/>
                  </a:lnTo>
                  <a:cubicBezTo>
                    <a:pt x="774" y="4059"/>
                    <a:pt x="965" y="4446"/>
                    <a:pt x="1222" y="4770"/>
                  </a:cubicBezTo>
                  <a:lnTo>
                    <a:pt x="1418" y="4961"/>
                  </a:lnTo>
                  <a:cubicBezTo>
                    <a:pt x="1480" y="5090"/>
                    <a:pt x="1480" y="5219"/>
                    <a:pt x="1351" y="5286"/>
                  </a:cubicBezTo>
                  <a:lnTo>
                    <a:pt x="129" y="5802"/>
                  </a:lnTo>
                  <a:cubicBezTo>
                    <a:pt x="0" y="5802"/>
                    <a:pt x="0" y="5931"/>
                    <a:pt x="0" y="6060"/>
                  </a:cubicBezTo>
                  <a:lnTo>
                    <a:pt x="129" y="6250"/>
                  </a:lnTo>
                  <a:cubicBezTo>
                    <a:pt x="129" y="6344"/>
                    <a:pt x="198" y="6406"/>
                    <a:pt x="259" y="6406"/>
                  </a:cubicBezTo>
                  <a:cubicBezTo>
                    <a:pt x="282" y="6406"/>
                    <a:pt x="303" y="6397"/>
                    <a:pt x="320" y="6379"/>
                  </a:cubicBezTo>
                  <a:lnTo>
                    <a:pt x="2063" y="5864"/>
                  </a:lnTo>
                  <a:cubicBezTo>
                    <a:pt x="2125" y="5864"/>
                    <a:pt x="2192" y="5864"/>
                    <a:pt x="2254" y="5931"/>
                  </a:cubicBezTo>
                  <a:lnTo>
                    <a:pt x="3543" y="7349"/>
                  </a:lnTo>
                  <a:cubicBezTo>
                    <a:pt x="4058" y="7926"/>
                    <a:pt x="4445" y="8638"/>
                    <a:pt x="4641" y="9411"/>
                  </a:cubicBezTo>
                  <a:lnTo>
                    <a:pt x="4832" y="10056"/>
                  </a:lnTo>
                  <a:cubicBezTo>
                    <a:pt x="5219" y="11345"/>
                    <a:pt x="5286" y="12696"/>
                    <a:pt x="5028" y="14052"/>
                  </a:cubicBezTo>
                  <a:lnTo>
                    <a:pt x="4316" y="17661"/>
                  </a:lnTo>
                  <a:cubicBezTo>
                    <a:pt x="4316" y="17790"/>
                    <a:pt x="4445" y="17852"/>
                    <a:pt x="4512" y="17852"/>
                  </a:cubicBezTo>
                  <a:lnTo>
                    <a:pt x="5863" y="17852"/>
                  </a:lnTo>
                  <a:lnTo>
                    <a:pt x="6508" y="14181"/>
                  </a:lnTo>
                  <a:cubicBezTo>
                    <a:pt x="6575" y="13856"/>
                    <a:pt x="6575" y="13469"/>
                    <a:pt x="6575" y="13082"/>
                  </a:cubicBezTo>
                  <a:lnTo>
                    <a:pt x="6317" y="10442"/>
                  </a:lnTo>
                  <a:cubicBezTo>
                    <a:pt x="6250" y="9927"/>
                    <a:pt x="6317" y="9411"/>
                    <a:pt x="6508" y="8957"/>
                  </a:cubicBezTo>
                  <a:lnTo>
                    <a:pt x="6833" y="8055"/>
                  </a:lnTo>
                  <a:cubicBezTo>
                    <a:pt x="6961" y="7606"/>
                    <a:pt x="7152" y="7091"/>
                    <a:pt x="7281" y="6575"/>
                  </a:cubicBezTo>
                  <a:lnTo>
                    <a:pt x="8312" y="2708"/>
                  </a:lnTo>
                  <a:cubicBezTo>
                    <a:pt x="8312" y="2512"/>
                    <a:pt x="8312" y="2321"/>
                    <a:pt x="8250" y="2192"/>
                  </a:cubicBezTo>
                  <a:lnTo>
                    <a:pt x="709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8" name="Google Shape;2088;p47"/>
          <p:cNvGrpSpPr/>
          <p:nvPr/>
        </p:nvGrpSpPr>
        <p:grpSpPr>
          <a:xfrm>
            <a:off x="7501571" y="3433362"/>
            <a:ext cx="419433" cy="160541"/>
            <a:chOff x="7689125" y="3469200"/>
            <a:chExt cx="446300" cy="170825"/>
          </a:xfrm>
        </p:grpSpPr>
        <p:sp>
          <p:nvSpPr>
            <p:cNvPr id="2089" name="Google Shape;2089;p47"/>
            <p:cNvSpPr/>
            <p:nvPr/>
          </p:nvSpPr>
          <p:spPr>
            <a:xfrm>
              <a:off x="7689125" y="3469200"/>
              <a:ext cx="133700" cy="170825"/>
            </a:xfrm>
            <a:custGeom>
              <a:avLst/>
              <a:gdLst/>
              <a:ahLst/>
              <a:cxnLst/>
              <a:rect l="l" t="t" r="r" b="b"/>
              <a:pathLst>
                <a:path w="5348" h="6833" extrusionOk="0">
                  <a:moveTo>
                    <a:pt x="1032" y="0"/>
                  </a:moveTo>
                  <a:cubicBezTo>
                    <a:pt x="774" y="0"/>
                    <a:pt x="578" y="129"/>
                    <a:pt x="449" y="320"/>
                  </a:cubicBezTo>
                  <a:cubicBezTo>
                    <a:pt x="258" y="578"/>
                    <a:pt x="320" y="903"/>
                    <a:pt x="578" y="1160"/>
                  </a:cubicBezTo>
                  <a:lnTo>
                    <a:pt x="903" y="1418"/>
                  </a:lnTo>
                  <a:lnTo>
                    <a:pt x="707" y="1418"/>
                  </a:lnTo>
                  <a:cubicBezTo>
                    <a:pt x="320" y="1418"/>
                    <a:pt x="0" y="1676"/>
                    <a:pt x="0" y="2125"/>
                  </a:cubicBezTo>
                  <a:lnTo>
                    <a:pt x="0" y="4703"/>
                  </a:lnTo>
                  <a:cubicBezTo>
                    <a:pt x="0" y="5089"/>
                    <a:pt x="320" y="5414"/>
                    <a:pt x="707" y="5414"/>
                  </a:cubicBezTo>
                  <a:lnTo>
                    <a:pt x="903" y="5347"/>
                  </a:lnTo>
                  <a:lnTo>
                    <a:pt x="578" y="5672"/>
                  </a:lnTo>
                  <a:cubicBezTo>
                    <a:pt x="320" y="5863"/>
                    <a:pt x="258" y="6188"/>
                    <a:pt x="449" y="6507"/>
                  </a:cubicBezTo>
                  <a:cubicBezTo>
                    <a:pt x="578" y="6703"/>
                    <a:pt x="774" y="6832"/>
                    <a:pt x="1032" y="6832"/>
                  </a:cubicBezTo>
                  <a:cubicBezTo>
                    <a:pt x="2836" y="6765"/>
                    <a:pt x="4254" y="4961"/>
                    <a:pt x="4445" y="4703"/>
                  </a:cubicBezTo>
                  <a:lnTo>
                    <a:pt x="5347" y="4703"/>
                  </a:lnTo>
                  <a:lnTo>
                    <a:pt x="5347" y="2063"/>
                  </a:lnTo>
                  <a:lnTo>
                    <a:pt x="4445" y="2063"/>
                  </a:lnTo>
                  <a:cubicBezTo>
                    <a:pt x="4254" y="1805"/>
                    <a:pt x="2836" y="62"/>
                    <a:pt x="10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47"/>
            <p:cNvSpPr/>
            <p:nvPr/>
          </p:nvSpPr>
          <p:spPr>
            <a:xfrm>
              <a:off x="8001725" y="3469200"/>
              <a:ext cx="133700" cy="170825"/>
            </a:xfrm>
            <a:custGeom>
              <a:avLst/>
              <a:gdLst/>
              <a:ahLst/>
              <a:cxnLst/>
              <a:rect l="l" t="t" r="r" b="b"/>
              <a:pathLst>
                <a:path w="5348" h="6833" extrusionOk="0">
                  <a:moveTo>
                    <a:pt x="4254" y="0"/>
                  </a:moveTo>
                  <a:cubicBezTo>
                    <a:pt x="2511" y="62"/>
                    <a:pt x="1093" y="1805"/>
                    <a:pt x="903" y="2063"/>
                  </a:cubicBezTo>
                  <a:lnTo>
                    <a:pt x="0" y="2063"/>
                  </a:lnTo>
                  <a:lnTo>
                    <a:pt x="0" y="4703"/>
                  </a:lnTo>
                  <a:lnTo>
                    <a:pt x="903" y="4703"/>
                  </a:lnTo>
                  <a:cubicBezTo>
                    <a:pt x="1093" y="4961"/>
                    <a:pt x="2511" y="6765"/>
                    <a:pt x="4254" y="6832"/>
                  </a:cubicBezTo>
                  <a:cubicBezTo>
                    <a:pt x="4512" y="6832"/>
                    <a:pt x="4770" y="6703"/>
                    <a:pt x="4899" y="6507"/>
                  </a:cubicBezTo>
                  <a:cubicBezTo>
                    <a:pt x="5028" y="6188"/>
                    <a:pt x="5028" y="5863"/>
                    <a:pt x="4770" y="5672"/>
                  </a:cubicBezTo>
                  <a:lnTo>
                    <a:pt x="4445" y="5347"/>
                  </a:lnTo>
                  <a:lnTo>
                    <a:pt x="4574" y="5414"/>
                  </a:lnTo>
                  <a:cubicBezTo>
                    <a:pt x="5028" y="5414"/>
                    <a:pt x="5347" y="5089"/>
                    <a:pt x="5347" y="4703"/>
                  </a:cubicBezTo>
                  <a:lnTo>
                    <a:pt x="5347" y="2125"/>
                  </a:lnTo>
                  <a:cubicBezTo>
                    <a:pt x="5347" y="1676"/>
                    <a:pt x="5028" y="1418"/>
                    <a:pt x="4574" y="1418"/>
                  </a:cubicBezTo>
                  <a:lnTo>
                    <a:pt x="4445" y="1418"/>
                  </a:lnTo>
                  <a:lnTo>
                    <a:pt x="4770" y="1160"/>
                  </a:lnTo>
                  <a:cubicBezTo>
                    <a:pt x="5028" y="903"/>
                    <a:pt x="5028" y="578"/>
                    <a:pt x="4899" y="320"/>
                  </a:cubicBezTo>
                  <a:cubicBezTo>
                    <a:pt x="4770" y="129"/>
                    <a:pt x="4512" y="0"/>
                    <a:pt x="4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47"/>
            <p:cNvSpPr/>
            <p:nvPr/>
          </p:nvSpPr>
          <p:spPr>
            <a:xfrm>
              <a:off x="7800250" y="3475650"/>
              <a:ext cx="222375" cy="156250"/>
            </a:xfrm>
            <a:custGeom>
              <a:avLst/>
              <a:gdLst/>
              <a:ahLst/>
              <a:cxnLst/>
              <a:rect l="l" t="t" r="r" b="b"/>
              <a:pathLst>
                <a:path w="8895" h="6250" extrusionOk="0">
                  <a:moveTo>
                    <a:pt x="2836" y="0"/>
                  </a:moveTo>
                  <a:cubicBezTo>
                    <a:pt x="1289" y="0"/>
                    <a:pt x="0" y="1289"/>
                    <a:pt x="0" y="2836"/>
                  </a:cubicBezTo>
                  <a:lnTo>
                    <a:pt x="0" y="3481"/>
                  </a:lnTo>
                  <a:cubicBezTo>
                    <a:pt x="0" y="5027"/>
                    <a:pt x="1289" y="6249"/>
                    <a:pt x="2836" y="6249"/>
                  </a:cubicBezTo>
                  <a:lnTo>
                    <a:pt x="6126" y="6249"/>
                  </a:lnTo>
                  <a:cubicBezTo>
                    <a:pt x="7673" y="6249"/>
                    <a:pt x="8895" y="5027"/>
                    <a:pt x="8895" y="3481"/>
                  </a:cubicBezTo>
                  <a:lnTo>
                    <a:pt x="8895" y="2836"/>
                  </a:lnTo>
                  <a:cubicBezTo>
                    <a:pt x="8895" y="1289"/>
                    <a:pt x="7673" y="0"/>
                    <a:pt x="61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47"/>
            <p:cNvSpPr/>
            <p:nvPr/>
          </p:nvSpPr>
          <p:spPr>
            <a:xfrm>
              <a:off x="7808350" y="3475650"/>
              <a:ext cx="124050" cy="151475"/>
            </a:xfrm>
            <a:custGeom>
              <a:avLst/>
              <a:gdLst/>
              <a:ahLst/>
              <a:cxnLst/>
              <a:rect l="l" t="t" r="r" b="b"/>
              <a:pathLst>
                <a:path w="4962" h="6059" extrusionOk="0">
                  <a:moveTo>
                    <a:pt x="2708" y="0"/>
                  </a:moveTo>
                  <a:lnTo>
                    <a:pt x="1" y="4703"/>
                  </a:lnTo>
                  <a:cubicBezTo>
                    <a:pt x="321" y="5347"/>
                    <a:pt x="836" y="5801"/>
                    <a:pt x="1481" y="6059"/>
                  </a:cubicBezTo>
                  <a:lnTo>
                    <a:pt x="49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47"/>
            <p:cNvSpPr/>
            <p:nvPr/>
          </p:nvSpPr>
          <p:spPr>
            <a:xfrm>
              <a:off x="7882475" y="3478850"/>
              <a:ext cx="128925" cy="153050"/>
            </a:xfrm>
            <a:custGeom>
              <a:avLst/>
              <a:gdLst/>
              <a:ahLst/>
              <a:cxnLst/>
              <a:rect l="l" t="t" r="r" b="b"/>
              <a:pathLst>
                <a:path w="5157" h="6122" extrusionOk="0">
                  <a:moveTo>
                    <a:pt x="3543" y="1"/>
                  </a:moveTo>
                  <a:lnTo>
                    <a:pt x="1" y="6121"/>
                  </a:lnTo>
                  <a:lnTo>
                    <a:pt x="2254" y="6121"/>
                  </a:lnTo>
                  <a:lnTo>
                    <a:pt x="5157" y="1161"/>
                  </a:lnTo>
                  <a:cubicBezTo>
                    <a:pt x="4770" y="578"/>
                    <a:pt x="4255" y="192"/>
                    <a:pt x="3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4" name="Google Shape;2094;p47"/>
          <p:cNvGrpSpPr/>
          <p:nvPr/>
        </p:nvGrpSpPr>
        <p:grpSpPr>
          <a:xfrm>
            <a:off x="6112876" y="3294906"/>
            <a:ext cx="395303" cy="420138"/>
            <a:chOff x="6211475" y="3321875"/>
            <a:chExt cx="420625" cy="447050"/>
          </a:xfrm>
        </p:grpSpPr>
        <p:sp>
          <p:nvSpPr>
            <p:cNvPr id="2095" name="Google Shape;2095;p47"/>
            <p:cNvSpPr/>
            <p:nvPr/>
          </p:nvSpPr>
          <p:spPr>
            <a:xfrm>
              <a:off x="6211475" y="3609325"/>
              <a:ext cx="420625" cy="159600"/>
            </a:xfrm>
            <a:custGeom>
              <a:avLst/>
              <a:gdLst/>
              <a:ahLst/>
              <a:cxnLst/>
              <a:rect l="l" t="t" r="r" b="b"/>
              <a:pathLst>
                <a:path w="16825" h="6384" extrusionOk="0">
                  <a:moveTo>
                    <a:pt x="8446" y="0"/>
                  </a:moveTo>
                  <a:cubicBezTo>
                    <a:pt x="3738" y="0"/>
                    <a:pt x="0" y="1418"/>
                    <a:pt x="0" y="3161"/>
                  </a:cubicBezTo>
                  <a:cubicBezTo>
                    <a:pt x="0" y="4899"/>
                    <a:pt x="3738" y="6384"/>
                    <a:pt x="8446" y="6384"/>
                  </a:cubicBezTo>
                  <a:cubicBezTo>
                    <a:pt x="13087" y="6384"/>
                    <a:pt x="16825" y="4899"/>
                    <a:pt x="16825" y="3161"/>
                  </a:cubicBezTo>
                  <a:cubicBezTo>
                    <a:pt x="16825" y="1418"/>
                    <a:pt x="13087" y="0"/>
                    <a:pt x="84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47"/>
            <p:cNvSpPr/>
            <p:nvPr/>
          </p:nvSpPr>
          <p:spPr>
            <a:xfrm>
              <a:off x="6274375" y="3321875"/>
              <a:ext cx="294825" cy="377200"/>
            </a:xfrm>
            <a:custGeom>
              <a:avLst/>
              <a:gdLst/>
              <a:ahLst/>
              <a:cxnLst/>
              <a:rect l="l" t="t" r="r" b="b"/>
              <a:pathLst>
                <a:path w="11793" h="15088" extrusionOk="0">
                  <a:moveTo>
                    <a:pt x="6375" y="1"/>
                  </a:moveTo>
                  <a:cubicBezTo>
                    <a:pt x="6158" y="1"/>
                    <a:pt x="5941" y="117"/>
                    <a:pt x="5863" y="350"/>
                  </a:cubicBezTo>
                  <a:lnTo>
                    <a:pt x="0" y="13303"/>
                  </a:lnTo>
                  <a:cubicBezTo>
                    <a:pt x="0" y="13432"/>
                    <a:pt x="0" y="13499"/>
                    <a:pt x="129" y="13561"/>
                  </a:cubicBezTo>
                  <a:cubicBezTo>
                    <a:pt x="2295" y="14703"/>
                    <a:pt x="4302" y="15087"/>
                    <a:pt x="6020" y="15087"/>
                  </a:cubicBezTo>
                  <a:cubicBezTo>
                    <a:pt x="9056" y="15087"/>
                    <a:pt x="11194" y="13890"/>
                    <a:pt x="11731" y="13561"/>
                  </a:cubicBezTo>
                  <a:cubicBezTo>
                    <a:pt x="11793" y="13499"/>
                    <a:pt x="11793" y="13432"/>
                    <a:pt x="11793" y="13303"/>
                  </a:cubicBezTo>
                  <a:lnTo>
                    <a:pt x="7606" y="4475"/>
                  </a:lnTo>
                  <a:cubicBezTo>
                    <a:pt x="7425" y="4176"/>
                    <a:pt x="7688" y="3823"/>
                    <a:pt x="7980" y="3823"/>
                  </a:cubicBezTo>
                  <a:cubicBezTo>
                    <a:pt x="8005" y="3823"/>
                    <a:pt x="8030" y="3826"/>
                    <a:pt x="8054" y="3831"/>
                  </a:cubicBezTo>
                  <a:lnTo>
                    <a:pt x="9859" y="4150"/>
                  </a:lnTo>
                  <a:cubicBezTo>
                    <a:pt x="9877" y="4157"/>
                    <a:pt x="9895" y="4159"/>
                    <a:pt x="9913" y="4159"/>
                  </a:cubicBezTo>
                  <a:cubicBezTo>
                    <a:pt x="10087" y="4159"/>
                    <a:pt x="10228" y="3881"/>
                    <a:pt x="10055" y="3764"/>
                  </a:cubicBezTo>
                  <a:lnTo>
                    <a:pt x="6765" y="154"/>
                  </a:lnTo>
                  <a:cubicBezTo>
                    <a:pt x="6663" y="52"/>
                    <a:pt x="6519" y="1"/>
                    <a:pt x="63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47"/>
            <p:cNvSpPr/>
            <p:nvPr/>
          </p:nvSpPr>
          <p:spPr>
            <a:xfrm>
              <a:off x="6309825" y="3493300"/>
              <a:ext cx="222375" cy="85500"/>
            </a:xfrm>
            <a:custGeom>
              <a:avLst/>
              <a:gdLst/>
              <a:ahLst/>
              <a:cxnLst/>
              <a:rect l="l" t="t" r="r" b="b"/>
              <a:pathLst>
                <a:path w="8895" h="3420" extrusionOk="0">
                  <a:moveTo>
                    <a:pt x="1547" y="0"/>
                  </a:moveTo>
                  <a:lnTo>
                    <a:pt x="0" y="3419"/>
                  </a:lnTo>
                  <a:lnTo>
                    <a:pt x="8895" y="3419"/>
                  </a:lnTo>
                  <a:lnTo>
                    <a:pt x="728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47"/>
            <p:cNvSpPr/>
            <p:nvPr/>
          </p:nvSpPr>
          <p:spPr>
            <a:xfrm>
              <a:off x="6385475" y="3488525"/>
              <a:ext cx="104825" cy="93475"/>
            </a:xfrm>
            <a:custGeom>
              <a:avLst/>
              <a:gdLst/>
              <a:ahLst/>
              <a:cxnLst/>
              <a:rect l="l" t="t" r="r" b="b"/>
              <a:pathLst>
                <a:path w="4193" h="3739" extrusionOk="0">
                  <a:moveTo>
                    <a:pt x="2646" y="516"/>
                  </a:moveTo>
                  <a:lnTo>
                    <a:pt x="2646" y="1609"/>
                  </a:lnTo>
                  <a:lnTo>
                    <a:pt x="1548" y="1609"/>
                  </a:lnTo>
                  <a:cubicBezTo>
                    <a:pt x="1419" y="1609"/>
                    <a:pt x="1290" y="1738"/>
                    <a:pt x="1290" y="1867"/>
                  </a:cubicBezTo>
                  <a:cubicBezTo>
                    <a:pt x="1290" y="1996"/>
                    <a:pt x="1419" y="2125"/>
                    <a:pt x="1548" y="2125"/>
                  </a:cubicBezTo>
                  <a:lnTo>
                    <a:pt x="2646" y="2125"/>
                  </a:lnTo>
                  <a:lnTo>
                    <a:pt x="2646" y="3223"/>
                  </a:lnTo>
                  <a:lnTo>
                    <a:pt x="517" y="3223"/>
                  </a:lnTo>
                  <a:lnTo>
                    <a:pt x="517" y="516"/>
                  </a:lnTo>
                  <a:close/>
                  <a:moveTo>
                    <a:pt x="259" y="1"/>
                  </a:moveTo>
                  <a:cubicBezTo>
                    <a:pt x="130" y="1"/>
                    <a:pt x="1" y="130"/>
                    <a:pt x="1" y="258"/>
                  </a:cubicBezTo>
                  <a:lnTo>
                    <a:pt x="1" y="3481"/>
                  </a:lnTo>
                  <a:cubicBezTo>
                    <a:pt x="1" y="3610"/>
                    <a:pt x="130" y="3739"/>
                    <a:pt x="259" y="3739"/>
                  </a:cubicBezTo>
                  <a:lnTo>
                    <a:pt x="2904" y="3739"/>
                  </a:lnTo>
                  <a:cubicBezTo>
                    <a:pt x="3033" y="3739"/>
                    <a:pt x="3162" y="3610"/>
                    <a:pt x="3162" y="3481"/>
                  </a:cubicBezTo>
                  <a:lnTo>
                    <a:pt x="3162" y="2125"/>
                  </a:lnTo>
                  <a:lnTo>
                    <a:pt x="3935" y="2125"/>
                  </a:lnTo>
                  <a:cubicBezTo>
                    <a:pt x="4064" y="2125"/>
                    <a:pt x="4193" y="1996"/>
                    <a:pt x="4193" y="1867"/>
                  </a:cubicBezTo>
                  <a:cubicBezTo>
                    <a:pt x="4193" y="1738"/>
                    <a:pt x="4064" y="1609"/>
                    <a:pt x="3935" y="1609"/>
                  </a:cubicBezTo>
                  <a:lnTo>
                    <a:pt x="3162" y="1609"/>
                  </a:lnTo>
                  <a:lnTo>
                    <a:pt x="3162" y="258"/>
                  </a:lnTo>
                  <a:cubicBezTo>
                    <a:pt x="3162" y="130"/>
                    <a:pt x="3033" y="1"/>
                    <a:pt x="290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99" name="Google Shape;2099;p47"/>
          <p:cNvGrpSpPr/>
          <p:nvPr/>
        </p:nvGrpSpPr>
        <p:grpSpPr>
          <a:xfrm>
            <a:off x="5404149" y="3318519"/>
            <a:ext cx="421007" cy="410293"/>
            <a:chOff x="5457350" y="3347000"/>
            <a:chExt cx="447975" cy="436575"/>
          </a:xfrm>
        </p:grpSpPr>
        <p:sp>
          <p:nvSpPr>
            <p:cNvPr id="2100" name="Google Shape;2100;p47"/>
            <p:cNvSpPr/>
            <p:nvPr/>
          </p:nvSpPr>
          <p:spPr>
            <a:xfrm>
              <a:off x="5457350" y="3347000"/>
              <a:ext cx="447975" cy="436575"/>
            </a:xfrm>
            <a:custGeom>
              <a:avLst/>
              <a:gdLst/>
              <a:ahLst/>
              <a:cxnLst/>
              <a:rect l="l" t="t" r="r" b="b"/>
              <a:pathLst>
                <a:path w="17919" h="17463" extrusionOk="0">
                  <a:moveTo>
                    <a:pt x="9071" y="1"/>
                  </a:moveTo>
                  <a:cubicBezTo>
                    <a:pt x="8441" y="1"/>
                    <a:pt x="7819" y="70"/>
                    <a:pt x="7220" y="181"/>
                  </a:cubicBezTo>
                  <a:cubicBezTo>
                    <a:pt x="6513" y="309"/>
                    <a:pt x="5802" y="438"/>
                    <a:pt x="5157" y="696"/>
                  </a:cubicBezTo>
                  <a:cubicBezTo>
                    <a:pt x="4641" y="892"/>
                    <a:pt x="4193" y="1150"/>
                    <a:pt x="3739" y="1408"/>
                  </a:cubicBezTo>
                  <a:cubicBezTo>
                    <a:pt x="3419" y="1599"/>
                    <a:pt x="3162" y="1727"/>
                    <a:pt x="2904" y="1923"/>
                  </a:cubicBezTo>
                  <a:cubicBezTo>
                    <a:pt x="2321" y="2310"/>
                    <a:pt x="1806" y="2759"/>
                    <a:pt x="1419" y="3274"/>
                  </a:cubicBezTo>
                  <a:cubicBezTo>
                    <a:pt x="516" y="4306"/>
                    <a:pt x="68" y="5595"/>
                    <a:pt x="68" y="7013"/>
                  </a:cubicBezTo>
                  <a:cubicBezTo>
                    <a:pt x="1" y="8431"/>
                    <a:pt x="455" y="9849"/>
                    <a:pt x="1099" y="11138"/>
                  </a:cubicBezTo>
                  <a:cubicBezTo>
                    <a:pt x="1744" y="12298"/>
                    <a:pt x="2517" y="13396"/>
                    <a:pt x="3481" y="14298"/>
                  </a:cubicBezTo>
                  <a:cubicBezTo>
                    <a:pt x="4580" y="15330"/>
                    <a:pt x="5931" y="16294"/>
                    <a:pt x="7349" y="16938"/>
                  </a:cubicBezTo>
                  <a:cubicBezTo>
                    <a:pt x="7879" y="17173"/>
                    <a:pt x="8460" y="17463"/>
                    <a:pt x="9046" y="17463"/>
                  </a:cubicBezTo>
                  <a:cubicBezTo>
                    <a:pt x="9104" y="17463"/>
                    <a:pt x="9162" y="17460"/>
                    <a:pt x="9220" y="17454"/>
                  </a:cubicBezTo>
                  <a:cubicBezTo>
                    <a:pt x="9669" y="17325"/>
                    <a:pt x="10184" y="17134"/>
                    <a:pt x="10638" y="16938"/>
                  </a:cubicBezTo>
                  <a:cubicBezTo>
                    <a:pt x="12056" y="16294"/>
                    <a:pt x="13345" y="15330"/>
                    <a:pt x="14505" y="14298"/>
                  </a:cubicBezTo>
                  <a:cubicBezTo>
                    <a:pt x="15470" y="13396"/>
                    <a:pt x="16243" y="12298"/>
                    <a:pt x="16826" y="11138"/>
                  </a:cubicBezTo>
                  <a:cubicBezTo>
                    <a:pt x="17532" y="9849"/>
                    <a:pt x="17919" y="8431"/>
                    <a:pt x="17919" y="7013"/>
                  </a:cubicBezTo>
                  <a:cubicBezTo>
                    <a:pt x="17857" y="4115"/>
                    <a:pt x="15727" y="1985"/>
                    <a:pt x="13278" y="892"/>
                  </a:cubicBezTo>
                  <a:cubicBezTo>
                    <a:pt x="12892" y="696"/>
                    <a:pt x="12443" y="567"/>
                    <a:pt x="12056" y="438"/>
                  </a:cubicBezTo>
                  <a:cubicBezTo>
                    <a:pt x="11474" y="248"/>
                    <a:pt x="10958" y="181"/>
                    <a:pt x="10442" y="119"/>
                  </a:cubicBezTo>
                  <a:cubicBezTo>
                    <a:pt x="9984" y="37"/>
                    <a:pt x="9525" y="1"/>
                    <a:pt x="907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47"/>
            <p:cNvSpPr/>
            <p:nvPr/>
          </p:nvSpPr>
          <p:spPr>
            <a:xfrm>
              <a:off x="5691075" y="3500275"/>
              <a:ext cx="159475" cy="128900"/>
            </a:xfrm>
            <a:custGeom>
              <a:avLst/>
              <a:gdLst/>
              <a:ahLst/>
              <a:cxnLst/>
              <a:rect l="l" t="t" r="r" b="b"/>
              <a:pathLst>
                <a:path w="6379" h="5156" extrusionOk="0">
                  <a:moveTo>
                    <a:pt x="4239" y="1"/>
                  </a:moveTo>
                  <a:cubicBezTo>
                    <a:pt x="3492" y="1"/>
                    <a:pt x="2629" y="331"/>
                    <a:pt x="1867" y="949"/>
                  </a:cubicBezTo>
                  <a:cubicBezTo>
                    <a:pt x="516" y="2042"/>
                    <a:pt x="0" y="3656"/>
                    <a:pt x="774" y="4558"/>
                  </a:cubicBezTo>
                  <a:cubicBezTo>
                    <a:pt x="1087" y="4958"/>
                    <a:pt x="1604" y="5155"/>
                    <a:pt x="2200" y="5155"/>
                  </a:cubicBezTo>
                  <a:cubicBezTo>
                    <a:pt x="2948" y="5155"/>
                    <a:pt x="3822" y="4844"/>
                    <a:pt x="4574" y="4233"/>
                  </a:cubicBezTo>
                  <a:cubicBezTo>
                    <a:pt x="5930" y="3140"/>
                    <a:pt x="6378" y="1526"/>
                    <a:pt x="5672" y="624"/>
                  </a:cubicBezTo>
                  <a:cubicBezTo>
                    <a:pt x="5333" y="202"/>
                    <a:pt x="4821" y="1"/>
                    <a:pt x="42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47"/>
            <p:cNvSpPr/>
            <p:nvPr/>
          </p:nvSpPr>
          <p:spPr>
            <a:xfrm>
              <a:off x="5510600" y="3499775"/>
              <a:ext cx="159475" cy="129400"/>
            </a:xfrm>
            <a:custGeom>
              <a:avLst/>
              <a:gdLst/>
              <a:ahLst/>
              <a:cxnLst/>
              <a:rect l="l" t="t" r="r" b="b"/>
              <a:pathLst>
                <a:path w="6379" h="5176" extrusionOk="0">
                  <a:moveTo>
                    <a:pt x="2174" y="0"/>
                  </a:moveTo>
                  <a:cubicBezTo>
                    <a:pt x="1578" y="0"/>
                    <a:pt x="1052" y="213"/>
                    <a:pt x="707" y="644"/>
                  </a:cubicBezTo>
                  <a:cubicBezTo>
                    <a:pt x="0" y="1546"/>
                    <a:pt x="449" y="3160"/>
                    <a:pt x="1805" y="4253"/>
                  </a:cubicBezTo>
                  <a:cubicBezTo>
                    <a:pt x="2557" y="4864"/>
                    <a:pt x="3430" y="5175"/>
                    <a:pt x="4179" y="5175"/>
                  </a:cubicBezTo>
                  <a:cubicBezTo>
                    <a:pt x="4775" y="5175"/>
                    <a:pt x="5292" y="4978"/>
                    <a:pt x="5605" y="4578"/>
                  </a:cubicBezTo>
                  <a:cubicBezTo>
                    <a:pt x="6379" y="3676"/>
                    <a:pt x="5863" y="2062"/>
                    <a:pt x="4512" y="969"/>
                  </a:cubicBezTo>
                  <a:cubicBezTo>
                    <a:pt x="3762" y="327"/>
                    <a:pt x="2914" y="0"/>
                    <a:pt x="21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47"/>
            <p:cNvSpPr/>
            <p:nvPr/>
          </p:nvSpPr>
          <p:spPr>
            <a:xfrm>
              <a:off x="5642725" y="3675450"/>
              <a:ext cx="78925" cy="29525"/>
            </a:xfrm>
            <a:custGeom>
              <a:avLst/>
              <a:gdLst/>
              <a:ahLst/>
              <a:cxnLst/>
              <a:rect l="l" t="t" r="r" b="b"/>
              <a:pathLst>
                <a:path w="3157" h="1181" extrusionOk="0">
                  <a:moveTo>
                    <a:pt x="129" y="0"/>
                  </a:moveTo>
                  <a:cubicBezTo>
                    <a:pt x="62" y="0"/>
                    <a:pt x="1" y="62"/>
                    <a:pt x="1" y="129"/>
                  </a:cubicBezTo>
                  <a:cubicBezTo>
                    <a:pt x="287" y="706"/>
                    <a:pt x="888" y="1180"/>
                    <a:pt x="1517" y="1180"/>
                  </a:cubicBezTo>
                  <a:cubicBezTo>
                    <a:pt x="1591" y="1180"/>
                    <a:pt x="1664" y="1174"/>
                    <a:pt x="1738" y="1160"/>
                  </a:cubicBezTo>
                  <a:cubicBezTo>
                    <a:pt x="2383" y="1093"/>
                    <a:pt x="2898" y="645"/>
                    <a:pt x="3094" y="129"/>
                  </a:cubicBezTo>
                  <a:cubicBezTo>
                    <a:pt x="3156" y="62"/>
                    <a:pt x="3094" y="0"/>
                    <a:pt x="3027" y="0"/>
                  </a:cubicBezTo>
                  <a:cubicBezTo>
                    <a:pt x="2769" y="129"/>
                    <a:pt x="2254" y="320"/>
                    <a:pt x="1547" y="320"/>
                  </a:cubicBezTo>
                  <a:cubicBezTo>
                    <a:pt x="903" y="320"/>
                    <a:pt x="387" y="129"/>
                    <a:pt x="12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4" name="Google Shape;2104;p47"/>
          <p:cNvGrpSpPr/>
          <p:nvPr/>
        </p:nvGrpSpPr>
        <p:grpSpPr>
          <a:xfrm>
            <a:off x="4775775" y="3311917"/>
            <a:ext cx="360437" cy="419715"/>
            <a:chOff x="4788725" y="3339975"/>
            <a:chExt cx="383525" cy="446600"/>
          </a:xfrm>
        </p:grpSpPr>
        <p:sp>
          <p:nvSpPr>
            <p:cNvPr id="2105" name="Google Shape;2105;p47"/>
            <p:cNvSpPr/>
            <p:nvPr/>
          </p:nvSpPr>
          <p:spPr>
            <a:xfrm>
              <a:off x="4869275" y="3339975"/>
              <a:ext cx="117600" cy="143675"/>
            </a:xfrm>
            <a:custGeom>
              <a:avLst/>
              <a:gdLst/>
              <a:ahLst/>
              <a:cxnLst/>
              <a:rect l="l" t="t" r="r" b="b"/>
              <a:pathLst>
                <a:path w="4704" h="5747" extrusionOk="0">
                  <a:moveTo>
                    <a:pt x="2113" y="0"/>
                  </a:moveTo>
                  <a:cubicBezTo>
                    <a:pt x="1932" y="0"/>
                    <a:pt x="1749" y="64"/>
                    <a:pt x="1610" y="204"/>
                  </a:cubicBezTo>
                  <a:lnTo>
                    <a:pt x="321" y="1560"/>
                  </a:lnTo>
                  <a:cubicBezTo>
                    <a:pt x="1" y="1880"/>
                    <a:pt x="63" y="2395"/>
                    <a:pt x="450" y="2653"/>
                  </a:cubicBezTo>
                  <a:lnTo>
                    <a:pt x="4703" y="5747"/>
                  </a:lnTo>
                  <a:lnTo>
                    <a:pt x="2837" y="529"/>
                  </a:lnTo>
                  <a:cubicBezTo>
                    <a:pt x="2755" y="199"/>
                    <a:pt x="2435" y="0"/>
                    <a:pt x="211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47"/>
            <p:cNvSpPr/>
            <p:nvPr/>
          </p:nvSpPr>
          <p:spPr>
            <a:xfrm>
              <a:off x="4973950" y="3339975"/>
              <a:ext cx="117725" cy="143675"/>
            </a:xfrm>
            <a:custGeom>
              <a:avLst/>
              <a:gdLst/>
              <a:ahLst/>
              <a:cxnLst/>
              <a:rect l="l" t="t" r="r" b="b"/>
              <a:pathLst>
                <a:path w="4709" h="5747" extrusionOk="0">
                  <a:moveTo>
                    <a:pt x="2608" y="0"/>
                  </a:moveTo>
                  <a:cubicBezTo>
                    <a:pt x="2301" y="0"/>
                    <a:pt x="1994" y="199"/>
                    <a:pt x="1873" y="529"/>
                  </a:cubicBezTo>
                  <a:lnTo>
                    <a:pt x="1" y="5747"/>
                  </a:lnTo>
                  <a:lnTo>
                    <a:pt x="4322" y="2653"/>
                  </a:lnTo>
                  <a:cubicBezTo>
                    <a:pt x="4709" y="2395"/>
                    <a:pt x="4709" y="1880"/>
                    <a:pt x="4384" y="1560"/>
                  </a:cubicBezTo>
                  <a:lnTo>
                    <a:pt x="3095" y="204"/>
                  </a:lnTo>
                  <a:cubicBezTo>
                    <a:pt x="2955" y="64"/>
                    <a:pt x="2781" y="0"/>
                    <a:pt x="260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47"/>
            <p:cNvSpPr/>
            <p:nvPr/>
          </p:nvSpPr>
          <p:spPr>
            <a:xfrm>
              <a:off x="4788725" y="3461075"/>
              <a:ext cx="383525" cy="114500"/>
            </a:xfrm>
            <a:custGeom>
              <a:avLst/>
              <a:gdLst/>
              <a:ahLst/>
              <a:cxnLst/>
              <a:rect l="l" t="t" r="r" b="b"/>
              <a:pathLst>
                <a:path w="15341" h="4580" extrusionOk="0">
                  <a:moveTo>
                    <a:pt x="191" y="0"/>
                  </a:moveTo>
                  <a:cubicBezTo>
                    <a:pt x="62" y="0"/>
                    <a:pt x="0" y="67"/>
                    <a:pt x="0" y="196"/>
                  </a:cubicBezTo>
                  <a:lnTo>
                    <a:pt x="0" y="4383"/>
                  </a:lnTo>
                  <a:cubicBezTo>
                    <a:pt x="0" y="4512"/>
                    <a:pt x="62" y="4579"/>
                    <a:pt x="191" y="4579"/>
                  </a:cubicBezTo>
                  <a:lnTo>
                    <a:pt x="15211" y="4579"/>
                  </a:lnTo>
                  <a:cubicBezTo>
                    <a:pt x="15273" y="4579"/>
                    <a:pt x="15340" y="4512"/>
                    <a:pt x="15340" y="4383"/>
                  </a:cubicBezTo>
                  <a:lnTo>
                    <a:pt x="15340" y="196"/>
                  </a:lnTo>
                  <a:cubicBezTo>
                    <a:pt x="15340" y="67"/>
                    <a:pt x="15273" y="0"/>
                    <a:pt x="1521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47"/>
            <p:cNvSpPr/>
            <p:nvPr/>
          </p:nvSpPr>
          <p:spPr>
            <a:xfrm>
              <a:off x="4795175" y="3575550"/>
              <a:ext cx="370625" cy="211025"/>
            </a:xfrm>
            <a:custGeom>
              <a:avLst/>
              <a:gdLst/>
              <a:ahLst/>
              <a:cxnLst/>
              <a:rect l="l" t="t" r="r" b="b"/>
              <a:pathLst>
                <a:path w="14825" h="8441" extrusionOk="0">
                  <a:moveTo>
                    <a:pt x="0" y="0"/>
                  </a:moveTo>
                  <a:lnTo>
                    <a:pt x="0" y="8250"/>
                  </a:lnTo>
                  <a:cubicBezTo>
                    <a:pt x="0" y="8379"/>
                    <a:pt x="129" y="8441"/>
                    <a:pt x="191" y="8441"/>
                  </a:cubicBezTo>
                  <a:lnTo>
                    <a:pt x="14628" y="8441"/>
                  </a:lnTo>
                  <a:cubicBezTo>
                    <a:pt x="14757" y="8441"/>
                    <a:pt x="14824" y="8379"/>
                    <a:pt x="14824" y="8250"/>
                  </a:cubicBezTo>
                  <a:lnTo>
                    <a:pt x="1482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7"/>
            <p:cNvSpPr/>
            <p:nvPr/>
          </p:nvSpPr>
          <p:spPr>
            <a:xfrm>
              <a:off x="4828950" y="3602875"/>
              <a:ext cx="58025" cy="58025"/>
            </a:xfrm>
            <a:custGeom>
              <a:avLst/>
              <a:gdLst/>
              <a:ahLst/>
              <a:cxnLst/>
              <a:rect l="l" t="t" r="r" b="b"/>
              <a:pathLst>
                <a:path w="2321" h="2321" extrusionOk="0">
                  <a:moveTo>
                    <a:pt x="1160" y="0"/>
                  </a:moveTo>
                  <a:cubicBezTo>
                    <a:pt x="516" y="0"/>
                    <a:pt x="0" y="516"/>
                    <a:pt x="0" y="1160"/>
                  </a:cubicBezTo>
                  <a:cubicBezTo>
                    <a:pt x="0" y="1805"/>
                    <a:pt x="516" y="2321"/>
                    <a:pt x="1160" y="2321"/>
                  </a:cubicBezTo>
                  <a:cubicBezTo>
                    <a:pt x="1743" y="2321"/>
                    <a:pt x="2320" y="1805"/>
                    <a:pt x="2320" y="1160"/>
                  </a:cubicBezTo>
                  <a:cubicBezTo>
                    <a:pt x="2320" y="516"/>
                    <a:pt x="1743" y="0"/>
                    <a:pt x="116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47"/>
            <p:cNvSpPr/>
            <p:nvPr/>
          </p:nvSpPr>
          <p:spPr>
            <a:xfrm>
              <a:off x="4840275" y="3714125"/>
              <a:ext cx="45150" cy="43450"/>
            </a:xfrm>
            <a:custGeom>
              <a:avLst/>
              <a:gdLst/>
              <a:ahLst/>
              <a:cxnLst/>
              <a:rect l="l" t="t" r="r" b="b"/>
              <a:pathLst>
                <a:path w="1806" h="1738" extrusionOk="0">
                  <a:moveTo>
                    <a:pt x="903" y="0"/>
                  </a:moveTo>
                  <a:cubicBezTo>
                    <a:pt x="388" y="0"/>
                    <a:pt x="1" y="387"/>
                    <a:pt x="1" y="902"/>
                  </a:cubicBezTo>
                  <a:cubicBezTo>
                    <a:pt x="1" y="1351"/>
                    <a:pt x="388" y="1738"/>
                    <a:pt x="903" y="1738"/>
                  </a:cubicBezTo>
                  <a:cubicBezTo>
                    <a:pt x="1352" y="1738"/>
                    <a:pt x="1805" y="1351"/>
                    <a:pt x="1805" y="902"/>
                  </a:cubicBezTo>
                  <a:cubicBezTo>
                    <a:pt x="1805" y="387"/>
                    <a:pt x="1352" y="0"/>
                    <a:pt x="90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47"/>
            <p:cNvSpPr/>
            <p:nvPr/>
          </p:nvSpPr>
          <p:spPr>
            <a:xfrm>
              <a:off x="4991750" y="3704450"/>
              <a:ext cx="53125" cy="51575"/>
            </a:xfrm>
            <a:custGeom>
              <a:avLst/>
              <a:gdLst/>
              <a:ahLst/>
              <a:cxnLst/>
              <a:rect l="l" t="t" r="r" b="b"/>
              <a:pathLst>
                <a:path w="2125" h="2063" extrusionOk="0">
                  <a:moveTo>
                    <a:pt x="1094" y="0"/>
                  </a:moveTo>
                  <a:cubicBezTo>
                    <a:pt x="516" y="0"/>
                    <a:pt x="0" y="449"/>
                    <a:pt x="0" y="1032"/>
                  </a:cubicBezTo>
                  <a:cubicBezTo>
                    <a:pt x="0" y="1609"/>
                    <a:pt x="516" y="2063"/>
                    <a:pt x="1094" y="2063"/>
                  </a:cubicBezTo>
                  <a:cubicBezTo>
                    <a:pt x="1676" y="2063"/>
                    <a:pt x="2125" y="1609"/>
                    <a:pt x="2125" y="1032"/>
                  </a:cubicBezTo>
                  <a:cubicBezTo>
                    <a:pt x="2125" y="449"/>
                    <a:pt x="1676"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7"/>
            <p:cNvSpPr/>
            <p:nvPr/>
          </p:nvSpPr>
          <p:spPr>
            <a:xfrm>
              <a:off x="5101325" y="3730225"/>
              <a:ext cx="29025" cy="29025"/>
            </a:xfrm>
            <a:custGeom>
              <a:avLst/>
              <a:gdLst/>
              <a:ahLst/>
              <a:cxnLst/>
              <a:rect l="l" t="t" r="r" b="b"/>
              <a:pathLst>
                <a:path w="1161" h="1161" extrusionOk="0">
                  <a:moveTo>
                    <a:pt x="578" y="1"/>
                  </a:moveTo>
                  <a:cubicBezTo>
                    <a:pt x="258" y="1"/>
                    <a:pt x="0" y="258"/>
                    <a:pt x="0" y="578"/>
                  </a:cubicBezTo>
                  <a:cubicBezTo>
                    <a:pt x="0" y="903"/>
                    <a:pt x="258" y="1161"/>
                    <a:pt x="578" y="1161"/>
                  </a:cubicBezTo>
                  <a:cubicBezTo>
                    <a:pt x="903" y="1161"/>
                    <a:pt x="1160" y="903"/>
                    <a:pt x="1160" y="578"/>
                  </a:cubicBezTo>
                  <a:cubicBezTo>
                    <a:pt x="1160" y="258"/>
                    <a:pt x="903" y="1"/>
                    <a:pt x="5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7"/>
            <p:cNvSpPr/>
            <p:nvPr/>
          </p:nvSpPr>
          <p:spPr>
            <a:xfrm>
              <a:off x="4915950" y="3686650"/>
              <a:ext cx="30700" cy="29025"/>
            </a:xfrm>
            <a:custGeom>
              <a:avLst/>
              <a:gdLst/>
              <a:ahLst/>
              <a:cxnLst/>
              <a:rect l="l" t="t" r="r" b="b"/>
              <a:pathLst>
                <a:path w="1228" h="1161" extrusionOk="0">
                  <a:moveTo>
                    <a:pt x="645" y="1"/>
                  </a:moveTo>
                  <a:cubicBezTo>
                    <a:pt x="325" y="1"/>
                    <a:pt x="1" y="259"/>
                    <a:pt x="1" y="584"/>
                  </a:cubicBezTo>
                  <a:cubicBezTo>
                    <a:pt x="1" y="903"/>
                    <a:pt x="325" y="1161"/>
                    <a:pt x="645" y="1161"/>
                  </a:cubicBezTo>
                  <a:cubicBezTo>
                    <a:pt x="970" y="1161"/>
                    <a:pt x="1228" y="903"/>
                    <a:pt x="1228" y="584"/>
                  </a:cubicBezTo>
                  <a:cubicBezTo>
                    <a:pt x="1228" y="259"/>
                    <a:pt x="970" y="1"/>
                    <a:pt x="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7"/>
            <p:cNvSpPr/>
            <p:nvPr/>
          </p:nvSpPr>
          <p:spPr>
            <a:xfrm>
              <a:off x="4948175" y="3601325"/>
              <a:ext cx="64475" cy="64475"/>
            </a:xfrm>
            <a:custGeom>
              <a:avLst/>
              <a:gdLst/>
              <a:ahLst/>
              <a:cxnLst/>
              <a:rect l="l" t="t" r="r" b="b"/>
              <a:pathLst>
                <a:path w="2579" h="2579" extrusionOk="0">
                  <a:moveTo>
                    <a:pt x="1290" y="0"/>
                  </a:moveTo>
                  <a:cubicBezTo>
                    <a:pt x="583" y="0"/>
                    <a:pt x="1" y="578"/>
                    <a:pt x="1" y="1289"/>
                  </a:cubicBezTo>
                  <a:cubicBezTo>
                    <a:pt x="1" y="1996"/>
                    <a:pt x="583" y="2579"/>
                    <a:pt x="1290" y="2579"/>
                  </a:cubicBezTo>
                  <a:cubicBezTo>
                    <a:pt x="2001" y="2579"/>
                    <a:pt x="2579" y="1996"/>
                    <a:pt x="2579" y="1289"/>
                  </a:cubicBezTo>
                  <a:cubicBezTo>
                    <a:pt x="2579" y="578"/>
                    <a:pt x="2001" y="0"/>
                    <a:pt x="129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47"/>
            <p:cNvSpPr/>
            <p:nvPr/>
          </p:nvSpPr>
          <p:spPr>
            <a:xfrm>
              <a:off x="5060975" y="3625425"/>
              <a:ext cx="54800" cy="54825"/>
            </a:xfrm>
            <a:custGeom>
              <a:avLst/>
              <a:gdLst/>
              <a:ahLst/>
              <a:cxnLst/>
              <a:rect l="l" t="t" r="r" b="b"/>
              <a:pathLst>
                <a:path w="2192" h="2193" extrusionOk="0">
                  <a:moveTo>
                    <a:pt x="1099" y="1"/>
                  </a:moveTo>
                  <a:cubicBezTo>
                    <a:pt x="516" y="1"/>
                    <a:pt x="0" y="516"/>
                    <a:pt x="0" y="1099"/>
                  </a:cubicBezTo>
                  <a:cubicBezTo>
                    <a:pt x="0" y="1676"/>
                    <a:pt x="516" y="2192"/>
                    <a:pt x="1099" y="2192"/>
                  </a:cubicBezTo>
                  <a:cubicBezTo>
                    <a:pt x="1676" y="2192"/>
                    <a:pt x="2192" y="1676"/>
                    <a:pt x="2192" y="1099"/>
                  </a:cubicBezTo>
                  <a:cubicBezTo>
                    <a:pt x="2192" y="516"/>
                    <a:pt x="1676" y="1"/>
                    <a:pt x="109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6" name="Google Shape;2116;p47"/>
          <p:cNvGrpSpPr/>
          <p:nvPr/>
        </p:nvGrpSpPr>
        <p:grpSpPr>
          <a:xfrm>
            <a:off x="4012540" y="3333415"/>
            <a:ext cx="395209" cy="421007"/>
            <a:chOff x="3976600" y="3362850"/>
            <a:chExt cx="420525" cy="447975"/>
          </a:xfrm>
        </p:grpSpPr>
        <p:sp>
          <p:nvSpPr>
            <p:cNvPr id="2117" name="Google Shape;2117;p47"/>
            <p:cNvSpPr/>
            <p:nvPr/>
          </p:nvSpPr>
          <p:spPr>
            <a:xfrm>
              <a:off x="3976600" y="3480400"/>
              <a:ext cx="420525" cy="330425"/>
            </a:xfrm>
            <a:custGeom>
              <a:avLst/>
              <a:gdLst/>
              <a:ahLst/>
              <a:cxnLst/>
              <a:rect l="l" t="t" r="r" b="b"/>
              <a:pathLst>
                <a:path w="16821" h="13217" extrusionOk="0">
                  <a:moveTo>
                    <a:pt x="1" y="1"/>
                  </a:moveTo>
                  <a:lnTo>
                    <a:pt x="1" y="12376"/>
                  </a:lnTo>
                  <a:cubicBezTo>
                    <a:pt x="1" y="12830"/>
                    <a:pt x="388" y="13216"/>
                    <a:pt x="836" y="13216"/>
                  </a:cubicBezTo>
                  <a:lnTo>
                    <a:pt x="16047" y="13216"/>
                  </a:lnTo>
                  <a:cubicBezTo>
                    <a:pt x="16501" y="13216"/>
                    <a:pt x="16821" y="12830"/>
                    <a:pt x="16821" y="12376"/>
                  </a:cubicBezTo>
                  <a:lnTo>
                    <a:pt x="1682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7"/>
            <p:cNvSpPr/>
            <p:nvPr/>
          </p:nvSpPr>
          <p:spPr>
            <a:xfrm>
              <a:off x="3976600" y="3404750"/>
              <a:ext cx="420525" cy="75675"/>
            </a:xfrm>
            <a:custGeom>
              <a:avLst/>
              <a:gdLst/>
              <a:ahLst/>
              <a:cxnLst/>
              <a:rect l="l" t="t" r="r" b="b"/>
              <a:pathLst>
                <a:path w="16821" h="3027" extrusionOk="0">
                  <a:moveTo>
                    <a:pt x="836" y="0"/>
                  </a:moveTo>
                  <a:cubicBezTo>
                    <a:pt x="388" y="0"/>
                    <a:pt x="1" y="387"/>
                    <a:pt x="1" y="835"/>
                  </a:cubicBezTo>
                  <a:lnTo>
                    <a:pt x="1" y="3027"/>
                  </a:lnTo>
                  <a:lnTo>
                    <a:pt x="16821" y="3027"/>
                  </a:lnTo>
                  <a:lnTo>
                    <a:pt x="16821" y="835"/>
                  </a:lnTo>
                  <a:cubicBezTo>
                    <a:pt x="16821" y="387"/>
                    <a:pt x="16501" y="0"/>
                    <a:pt x="160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47"/>
            <p:cNvSpPr/>
            <p:nvPr/>
          </p:nvSpPr>
          <p:spPr>
            <a:xfrm>
              <a:off x="4070075" y="3565875"/>
              <a:ext cx="128925" cy="164375"/>
            </a:xfrm>
            <a:custGeom>
              <a:avLst/>
              <a:gdLst/>
              <a:ahLst/>
              <a:cxnLst/>
              <a:rect l="l" t="t" r="r" b="b"/>
              <a:pathLst>
                <a:path w="5157" h="6575" extrusionOk="0">
                  <a:moveTo>
                    <a:pt x="578" y="0"/>
                  </a:moveTo>
                  <a:cubicBezTo>
                    <a:pt x="516" y="0"/>
                    <a:pt x="449" y="0"/>
                    <a:pt x="387" y="62"/>
                  </a:cubicBezTo>
                  <a:cubicBezTo>
                    <a:pt x="320" y="62"/>
                    <a:pt x="320" y="129"/>
                    <a:pt x="320" y="191"/>
                  </a:cubicBezTo>
                  <a:lnTo>
                    <a:pt x="320" y="903"/>
                  </a:lnTo>
                  <a:cubicBezTo>
                    <a:pt x="320" y="965"/>
                    <a:pt x="320" y="1032"/>
                    <a:pt x="387" y="1032"/>
                  </a:cubicBezTo>
                  <a:cubicBezTo>
                    <a:pt x="449" y="1094"/>
                    <a:pt x="516" y="1161"/>
                    <a:pt x="578" y="1161"/>
                  </a:cubicBezTo>
                  <a:lnTo>
                    <a:pt x="3156" y="1161"/>
                  </a:lnTo>
                  <a:lnTo>
                    <a:pt x="1805" y="2512"/>
                  </a:lnTo>
                  <a:cubicBezTo>
                    <a:pt x="1805" y="2579"/>
                    <a:pt x="1738" y="2579"/>
                    <a:pt x="1676" y="2640"/>
                  </a:cubicBezTo>
                  <a:cubicBezTo>
                    <a:pt x="1676" y="2707"/>
                    <a:pt x="1609" y="2769"/>
                    <a:pt x="1609" y="2836"/>
                  </a:cubicBezTo>
                  <a:lnTo>
                    <a:pt x="1609" y="3543"/>
                  </a:lnTo>
                  <a:cubicBezTo>
                    <a:pt x="1609" y="3610"/>
                    <a:pt x="1676" y="3672"/>
                    <a:pt x="1676" y="3672"/>
                  </a:cubicBezTo>
                  <a:cubicBezTo>
                    <a:pt x="1738" y="3739"/>
                    <a:pt x="1805" y="3801"/>
                    <a:pt x="1867" y="3801"/>
                  </a:cubicBezTo>
                  <a:lnTo>
                    <a:pt x="2640" y="3801"/>
                  </a:lnTo>
                  <a:cubicBezTo>
                    <a:pt x="3027" y="3801"/>
                    <a:pt x="3352" y="3801"/>
                    <a:pt x="3542" y="3929"/>
                  </a:cubicBezTo>
                  <a:cubicBezTo>
                    <a:pt x="3800" y="4058"/>
                    <a:pt x="3929" y="4254"/>
                    <a:pt x="3929" y="4574"/>
                  </a:cubicBezTo>
                  <a:cubicBezTo>
                    <a:pt x="3929" y="4832"/>
                    <a:pt x="3800" y="5028"/>
                    <a:pt x="3542" y="5219"/>
                  </a:cubicBezTo>
                  <a:cubicBezTo>
                    <a:pt x="3352" y="5347"/>
                    <a:pt x="3027" y="5415"/>
                    <a:pt x="2640" y="5415"/>
                  </a:cubicBezTo>
                  <a:lnTo>
                    <a:pt x="2063" y="5415"/>
                  </a:lnTo>
                  <a:cubicBezTo>
                    <a:pt x="1934" y="5347"/>
                    <a:pt x="1805" y="5286"/>
                    <a:pt x="1676" y="5286"/>
                  </a:cubicBezTo>
                  <a:cubicBezTo>
                    <a:pt x="1609" y="5219"/>
                    <a:pt x="1480" y="5157"/>
                    <a:pt x="1418" y="5090"/>
                  </a:cubicBezTo>
                  <a:cubicBezTo>
                    <a:pt x="1351" y="5028"/>
                    <a:pt x="1351" y="4961"/>
                    <a:pt x="1289" y="4899"/>
                  </a:cubicBezTo>
                  <a:cubicBezTo>
                    <a:pt x="1222" y="4770"/>
                    <a:pt x="1222" y="4770"/>
                    <a:pt x="1160" y="4703"/>
                  </a:cubicBezTo>
                  <a:cubicBezTo>
                    <a:pt x="1160" y="4641"/>
                    <a:pt x="1093" y="4641"/>
                    <a:pt x="1031" y="4641"/>
                  </a:cubicBezTo>
                  <a:lnTo>
                    <a:pt x="258" y="4641"/>
                  </a:lnTo>
                  <a:cubicBezTo>
                    <a:pt x="191" y="4641"/>
                    <a:pt x="129" y="4641"/>
                    <a:pt x="62" y="4703"/>
                  </a:cubicBezTo>
                  <a:cubicBezTo>
                    <a:pt x="62" y="4770"/>
                    <a:pt x="0" y="4832"/>
                    <a:pt x="0" y="4899"/>
                  </a:cubicBezTo>
                  <a:lnTo>
                    <a:pt x="191" y="5476"/>
                  </a:lnTo>
                  <a:cubicBezTo>
                    <a:pt x="320" y="5734"/>
                    <a:pt x="516" y="5863"/>
                    <a:pt x="707" y="6059"/>
                  </a:cubicBezTo>
                  <a:cubicBezTo>
                    <a:pt x="902" y="6188"/>
                    <a:pt x="1222" y="6317"/>
                    <a:pt x="1547" y="6446"/>
                  </a:cubicBezTo>
                  <a:cubicBezTo>
                    <a:pt x="1805" y="6575"/>
                    <a:pt x="2192" y="6575"/>
                    <a:pt x="2640" y="6575"/>
                  </a:cubicBezTo>
                  <a:cubicBezTo>
                    <a:pt x="3027" y="6575"/>
                    <a:pt x="3352" y="6575"/>
                    <a:pt x="3671" y="6446"/>
                  </a:cubicBezTo>
                  <a:cubicBezTo>
                    <a:pt x="3929" y="6379"/>
                    <a:pt x="4254" y="6250"/>
                    <a:pt x="4445" y="6059"/>
                  </a:cubicBezTo>
                  <a:cubicBezTo>
                    <a:pt x="4703" y="5863"/>
                    <a:pt x="4832" y="5672"/>
                    <a:pt x="4960" y="5415"/>
                  </a:cubicBezTo>
                  <a:cubicBezTo>
                    <a:pt x="5089" y="5157"/>
                    <a:pt x="5156" y="4899"/>
                    <a:pt x="5156" y="4574"/>
                  </a:cubicBezTo>
                  <a:cubicBezTo>
                    <a:pt x="5156" y="4316"/>
                    <a:pt x="5156" y="4058"/>
                    <a:pt x="5027" y="3801"/>
                  </a:cubicBezTo>
                  <a:cubicBezTo>
                    <a:pt x="4960" y="3610"/>
                    <a:pt x="4832" y="3414"/>
                    <a:pt x="4703" y="3285"/>
                  </a:cubicBezTo>
                  <a:cubicBezTo>
                    <a:pt x="4512" y="3094"/>
                    <a:pt x="4316" y="2965"/>
                    <a:pt x="4125" y="2898"/>
                  </a:cubicBezTo>
                  <a:cubicBezTo>
                    <a:pt x="3867" y="2769"/>
                    <a:pt x="3609" y="2707"/>
                    <a:pt x="3352" y="2640"/>
                  </a:cubicBezTo>
                  <a:lnTo>
                    <a:pt x="4703" y="1222"/>
                  </a:lnTo>
                  <a:lnTo>
                    <a:pt x="4832" y="1094"/>
                  </a:lnTo>
                  <a:cubicBezTo>
                    <a:pt x="4899" y="1032"/>
                    <a:pt x="4899" y="965"/>
                    <a:pt x="4899" y="903"/>
                  </a:cubicBezTo>
                  <a:lnTo>
                    <a:pt x="4899" y="191"/>
                  </a:lnTo>
                  <a:cubicBezTo>
                    <a:pt x="4899" y="129"/>
                    <a:pt x="4899" y="62"/>
                    <a:pt x="4832" y="62"/>
                  </a:cubicBezTo>
                  <a:cubicBezTo>
                    <a:pt x="4770" y="0"/>
                    <a:pt x="4703" y="0"/>
                    <a:pt x="46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47"/>
            <p:cNvSpPr/>
            <p:nvPr/>
          </p:nvSpPr>
          <p:spPr>
            <a:xfrm>
              <a:off x="4210175" y="3565875"/>
              <a:ext cx="87050" cy="162700"/>
            </a:xfrm>
            <a:custGeom>
              <a:avLst/>
              <a:gdLst/>
              <a:ahLst/>
              <a:cxnLst/>
              <a:rect l="l" t="t" r="r" b="b"/>
              <a:pathLst>
                <a:path w="3482" h="6508" extrusionOk="0">
                  <a:moveTo>
                    <a:pt x="2321" y="0"/>
                  </a:moveTo>
                  <a:cubicBezTo>
                    <a:pt x="2259" y="62"/>
                    <a:pt x="2192" y="62"/>
                    <a:pt x="2130" y="129"/>
                  </a:cubicBezTo>
                  <a:lnTo>
                    <a:pt x="130" y="1738"/>
                  </a:lnTo>
                  <a:cubicBezTo>
                    <a:pt x="68" y="1738"/>
                    <a:pt x="1" y="1805"/>
                    <a:pt x="1" y="1867"/>
                  </a:cubicBezTo>
                  <a:cubicBezTo>
                    <a:pt x="1" y="1934"/>
                    <a:pt x="1" y="1996"/>
                    <a:pt x="68" y="2063"/>
                  </a:cubicBezTo>
                  <a:lnTo>
                    <a:pt x="517" y="2640"/>
                  </a:lnTo>
                  <a:cubicBezTo>
                    <a:pt x="584" y="2707"/>
                    <a:pt x="645" y="2707"/>
                    <a:pt x="713" y="2707"/>
                  </a:cubicBezTo>
                  <a:cubicBezTo>
                    <a:pt x="733" y="2728"/>
                    <a:pt x="754" y="2735"/>
                    <a:pt x="773" y="2735"/>
                  </a:cubicBezTo>
                  <a:cubicBezTo>
                    <a:pt x="812" y="2735"/>
                    <a:pt x="841" y="2707"/>
                    <a:pt x="841" y="2707"/>
                  </a:cubicBezTo>
                  <a:lnTo>
                    <a:pt x="2192" y="1609"/>
                  </a:lnTo>
                  <a:lnTo>
                    <a:pt x="2192" y="6250"/>
                  </a:lnTo>
                  <a:cubicBezTo>
                    <a:pt x="2192" y="6317"/>
                    <a:pt x="2192" y="6379"/>
                    <a:pt x="2259" y="6446"/>
                  </a:cubicBezTo>
                  <a:cubicBezTo>
                    <a:pt x="2321" y="6508"/>
                    <a:pt x="2388" y="6508"/>
                    <a:pt x="2450" y="6508"/>
                  </a:cubicBezTo>
                  <a:lnTo>
                    <a:pt x="3224" y="6508"/>
                  </a:lnTo>
                  <a:cubicBezTo>
                    <a:pt x="3291" y="6508"/>
                    <a:pt x="3353" y="6508"/>
                    <a:pt x="3353" y="6446"/>
                  </a:cubicBezTo>
                  <a:cubicBezTo>
                    <a:pt x="3420" y="6379"/>
                    <a:pt x="3481" y="6317"/>
                    <a:pt x="3481" y="6250"/>
                  </a:cubicBezTo>
                  <a:lnTo>
                    <a:pt x="3481" y="191"/>
                  </a:lnTo>
                  <a:cubicBezTo>
                    <a:pt x="3481" y="129"/>
                    <a:pt x="3420" y="62"/>
                    <a:pt x="3353" y="62"/>
                  </a:cubicBezTo>
                  <a:cubicBezTo>
                    <a:pt x="3353" y="0"/>
                    <a:pt x="3291" y="0"/>
                    <a:pt x="32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7"/>
            <p:cNvSpPr/>
            <p:nvPr/>
          </p:nvSpPr>
          <p:spPr>
            <a:xfrm>
              <a:off x="4029725" y="3362850"/>
              <a:ext cx="37150" cy="82125"/>
            </a:xfrm>
            <a:custGeom>
              <a:avLst/>
              <a:gdLst/>
              <a:ahLst/>
              <a:cxnLst/>
              <a:rect l="l" t="t" r="r" b="b"/>
              <a:pathLst>
                <a:path w="1486" h="3285" extrusionOk="0">
                  <a:moveTo>
                    <a:pt x="196" y="0"/>
                  </a:moveTo>
                  <a:cubicBezTo>
                    <a:pt x="67" y="0"/>
                    <a:pt x="0" y="129"/>
                    <a:pt x="0" y="191"/>
                  </a:cubicBezTo>
                  <a:lnTo>
                    <a:pt x="0" y="3156"/>
                  </a:lnTo>
                  <a:cubicBezTo>
                    <a:pt x="0" y="3223"/>
                    <a:pt x="67" y="3285"/>
                    <a:pt x="196" y="3285"/>
                  </a:cubicBezTo>
                  <a:lnTo>
                    <a:pt x="1289" y="3285"/>
                  </a:lnTo>
                  <a:cubicBezTo>
                    <a:pt x="1356" y="3285"/>
                    <a:pt x="1485" y="3223"/>
                    <a:pt x="1485" y="3156"/>
                  </a:cubicBezTo>
                  <a:lnTo>
                    <a:pt x="1485" y="191"/>
                  </a:lnTo>
                  <a:cubicBezTo>
                    <a:pt x="1485" y="129"/>
                    <a:pt x="1356"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7"/>
            <p:cNvSpPr/>
            <p:nvPr/>
          </p:nvSpPr>
          <p:spPr>
            <a:xfrm>
              <a:off x="4123175" y="3362850"/>
              <a:ext cx="35475" cy="82125"/>
            </a:xfrm>
            <a:custGeom>
              <a:avLst/>
              <a:gdLst/>
              <a:ahLst/>
              <a:cxnLst/>
              <a:rect l="l" t="t" r="r" b="b"/>
              <a:pathLst>
                <a:path w="1419" h="3285" extrusionOk="0">
                  <a:moveTo>
                    <a:pt x="129" y="0"/>
                  </a:moveTo>
                  <a:cubicBezTo>
                    <a:pt x="68" y="0"/>
                    <a:pt x="0" y="129"/>
                    <a:pt x="0" y="191"/>
                  </a:cubicBezTo>
                  <a:lnTo>
                    <a:pt x="0" y="3156"/>
                  </a:lnTo>
                  <a:cubicBezTo>
                    <a:pt x="0" y="3223"/>
                    <a:pt x="68" y="3285"/>
                    <a:pt x="129" y="3285"/>
                  </a:cubicBezTo>
                  <a:lnTo>
                    <a:pt x="1228" y="3285"/>
                  </a:lnTo>
                  <a:cubicBezTo>
                    <a:pt x="1357" y="3285"/>
                    <a:pt x="1418" y="3223"/>
                    <a:pt x="1418" y="3156"/>
                  </a:cubicBezTo>
                  <a:lnTo>
                    <a:pt x="1418" y="191"/>
                  </a:lnTo>
                  <a:cubicBezTo>
                    <a:pt x="1418" y="129"/>
                    <a:pt x="1357" y="0"/>
                    <a:pt x="12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7"/>
            <p:cNvSpPr/>
            <p:nvPr/>
          </p:nvSpPr>
          <p:spPr>
            <a:xfrm>
              <a:off x="4215075" y="3362850"/>
              <a:ext cx="37025" cy="82125"/>
            </a:xfrm>
            <a:custGeom>
              <a:avLst/>
              <a:gdLst/>
              <a:ahLst/>
              <a:cxnLst/>
              <a:rect l="l" t="t" r="r" b="b"/>
              <a:pathLst>
                <a:path w="1481" h="3285" extrusionOk="0">
                  <a:moveTo>
                    <a:pt x="192" y="0"/>
                  </a:moveTo>
                  <a:cubicBezTo>
                    <a:pt x="63" y="0"/>
                    <a:pt x="1" y="129"/>
                    <a:pt x="1" y="191"/>
                  </a:cubicBezTo>
                  <a:lnTo>
                    <a:pt x="1" y="3156"/>
                  </a:lnTo>
                  <a:cubicBezTo>
                    <a:pt x="1" y="3223"/>
                    <a:pt x="63" y="3285"/>
                    <a:pt x="192" y="3285"/>
                  </a:cubicBezTo>
                  <a:lnTo>
                    <a:pt x="1290" y="3285"/>
                  </a:lnTo>
                  <a:cubicBezTo>
                    <a:pt x="1419" y="3285"/>
                    <a:pt x="1481" y="3223"/>
                    <a:pt x="1481" y="3156"/>
                  </a:cubicBezTo>
                  <a:lnTo>
                    <a:pt x="1481" y="191"/>
                  </a:lnTo>
                  <a:cubicBezTo>
                    <a:pt x="1481" y="129"/>
                    <a:pt x="1419" y="0"/>
                    <a:pt x="12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47"/>
            <p:cNvSpPr/>
            <p:nvPr/>
          </p:nvSpPr>
          <p:spPr>
            <a:xfrm>
              <a:off x="4308550" y="3362850"/>
              <a:ext cx="35475" cy="82125"/>
            </a:xfrm>
            <a:custGeom>
              <a:avLst/>
              <a:gdLst/>
              <a:ahLst/>
              <a:cxnLst/>
              <a:rect l="l" t="t" r="r" b="b"/>
              <a:pathLst>
                <a:path w="1419" h="3285" extrusionOk="0">
                  <a:moveTo>
                    <a:pt x="191" y="0"/>
                  </a:moveTo>
                  <a:cubicBezTo>
                    <a:pt x="62" y="0"/>
                    <a:pt x="0" y="129"/>
                    <a:pt x="0" y="191"/>
                  </a:cubicBezTo>
                  <a:lnTo>
                    <a:pt x="0" y="3156"/>
                  </a:lnTo>
                  <a:cubicBezTo>
                    <a:pt x="0" y="3223"/>
                    <a:pt x="62" y="3285"/>
                    <a:pt x="191" y="3285"/>
                  </a:cubicBezTo>
                  <a:lnTo>
                    <a:pt x="1289" y="3285"/>
                  </a:lnTo>
                  <a:cubicBezTo>
                    <a:pt x="1351" y="3285"/>
                    <a:pt x="1418" y="3223"/>
                    <a:pt x="1418" y="3156"/>
                  </a:cubicBezTo>
                  <a:lnTo>
                    <a:pt x="1418" y="191"/>
                  </a:lnTo>
                  <a:cubicBezTo>
                    <a:pt x="1418" y="129"/>
                    <a:pt x="1351" y="0"/>
                    <a:pt x="12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5" name="Google Shape;2125;p47"/>
          <p:cNvGrpSpPr/>
          <p:nvPr/>
        </p:nvGrpSpPr>
        <p:grpSpPr>
          <a:xfrm>
            <a:off x="3306868" y="3321291"/>
            <a:ext cx="387691" cy="419433"/>
            <a:chOff x="3225725" y="3349950"/>
            <a:chExt cx="412525" cy="446300"/>
          </a:xfrm>
        </p:grpSpPr>
        <p:sp>
          <p:nvSpPr>
            <p:cNvPr id="2126" name="Google Shape;2126;p47"/>
            <p:cNvSpPr/>
            <p:nvPr/>
          </p:nvSpPr>
          <p:spPr>
            <a:xfrm>
              <a:off x="3404525" y="3451400"/>
              <a:ext cx="54800" cy="344850"/>
            </a:xfrm>
            <a:custGeom>
              <a:avLst/>
              <a:gdLst/>
              <a:ahLst/>
              <a:cxnLst/>
              <a:rect l="l" t="t" r="r" b="b"/>
              <a:pathLst>
                <a:path w="2192" h="13794" extrusionOk="0">
                  <a:moveTo>
                    <a:pt x="0" y="1"/>
                  </a:moveTo>
                  <a:lnTo>
                    <a:pt x="0" y="12701"/>
                  </a:lnTo>
                  <a:cubicBezTo>
                    <a:pt x="0" y="13345"/>
                    <a:pt x="516" y="13794"/>
                    <a:pt x="1099" y="13794"/>
                  </a:cubicBezTo>
                  <a:cubicBezTo>
                    <a:pt x="1676" y="13794"/>
                    <a:pt x="2192" y="13345"/>
                    <a:pt x="2192" y="12701"/>
                  </a:cubicBezTo>
                  <a:lnTo>
                    <a:pt x="2192"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7"/>
            <p:cNvSpPr/>
            <p:nvPr/>
          </p:nvSpPr>
          <p:spPr>
            <a:xfrm>
              <a:off x="3377200" y="3349950"/>
              <a:ext cx="109575" cy="101475"/>
            </a:xfrm>
            <a:custGeom>
              <a:avLst/>
              <a:gdLst/>
              <a:ahLst/>
              <a:cxnLst/>
              <a:rect l="l" t="t" r="r" b="b"/>
              <a:pathLst>
                <a:path w="4383" h="4059" extrusionOk="0">
                  <a:moveTo>
                    <a:pt x="191" y="1"/>
                  </a:moveTo>
                  <a:cubicBezTo>
                    <a:pt x="129" y="1"/>
                    <a:pt x="0" y="63"/>
                    <a:pt x="0" y="191"/>
                  </a:cubicBezTo>
                  <a:lnTo>
                    <a:pt x="0" y="3868"/>
                  </a:lnTo>
                  <a:cubicBezTo>
                    <a:pt x="0" y="3997"/>
                    <a:pt x="129" y="4059"/>
                    <a:pt x="191" y="4059"/>
                  </a:cubicBezTo>
                  <a:lnTo>
                    <a:pt x="4187" y="4059"/>
                  </a:lnTo>
                  <a:cubicBezTo>
                    <a:pt x="4254" y="4059"/>
                    <a:pt x="4383" y="3997"/>
                    <a:pt x="4383" y="3868"/>
                  </a:cubicBezTo>
                  <a:lnTo>
                    <a:pt x="4383" y="191"/>
                  </a:lnTo>
                  <a:cubicBezTo>
                    <a:pt x="4383" y="63"/>
                    <a:pt x="4254" y="1"/>
                    <a:pt x="41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47"/>
            <p:cNvSpPr/>
            <p:nvPr/>
          </p:nvSpPr>
          <p:spPr>
            <a:xfrm>
              <a:off x="3486750" y="3364400"/>
              <a:ext cx="151500" cy="144125"/>
            </a:xfrm>
            <a:custGeom>
              <a:avLst/>
              <a:gdLst/>
              <a:ahLst/>
              <a:cxnLst/>
              <a:rect l="l" t="t" r="r" b="b"/>
              <a:pathLst>
                <a:path w="6060" h="5765" extrusionOk="0">
                  <a:moveTo>
                    <a:pt x="1" y="0"/>
                  </a:moveTo>
                  <a:lnTo>
                    <a:pt x="1" y="2774"/>
                  </a:lnTo>
                  <a:cubicBezTo>
                    <a:pt x="3414" y="2774"/>
                    <a:pt x="5415" y="5095"/>
                    <a:pt x="5931" y="5739"/>
                  </a:cubicBezTo>
                  <a:cubicBezTo>
                    <a:pt x="5931" y="5757"/>
                    <a:pt x="5942" y="5765"/>
                    <a:pt x="5957" y="5765"/>
                  </a:cubicBezTo>
                  <a:cubicBezTo>
                    <a:pt x="5995" y="5765"/>
                    <a:pt x="6060" y="5720"/>
                    <a:pt x="6060" y="5672"/>
                  </a:cubicBezTo>
                  <a:cubicBezTo>
                    <a:pt x="5864" y="0"/>
                    <a:pt x="1" y="0"/>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47"/>
            <p:cNvSpPr/>
            <p:nvPr/>
          </p:nvSpPr>
          <p:spPr>
            <a:xfrm>
              <a:off x="3225725" y="3364400"/>
              <a:ext cx="151500" cy="144125"/>
            </a:xfrm>
            <a:custGeom>
              <a:avLst/>
              <a:gdLst/>
              <a:ahLst/>
              <a:cxnLst/>
              <a:rect l="l" t="t" r="r" b="b"/>
              <a:pathLst>
                <a:path w="6060" h="5765" extrusionOk="0">
                  <a:moveTo>
                    <a:pt x="6059" y="0"/>
                  </a:moveTo>
                  <a:cubicBezTo>
                    <a:pt x="6059" y="0"/>
                    <a:pt x="191" y="0"/>
                    <a:pt x="1" y="5672"/>
                  </a:cubicBezTo>
                  <a:cubicBezTo>
                    <a:pt x="1" y="5720"/>
                    <a:pt x="65" y="5765"/>
                    <a:pt x="103" y="5765"/>
                  </a:cubicBezTo>
                  <a:cubicBezTo>
                    <a:pt x="119" y="5765"/>
                    <a:pt x="129" y="5757"/>
                    <a:pt x="129" y="5739"/>
                  </a:cubicBezTo>
                  <a:cubicBezTo>
                    <a:pt x="645" y="5095"/>
                    <a:pt x="2641" y="2774"/>
                    <a:pt x="6059" y="2774"/>
                  </a:cubicBezTo>
                  <a:lnTo>
                    <a:pt x="605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0" name="Google Shape;2130;p47"/>
          <p:cNvGrpSpPr/>
          <p:nvPr/>
        </p:nvGrpSpPr>
        <p:grpSpPr>
          <a:xfrm>
            <a:off x="2685989" y="3283370"/>
            <a:ext cx="298293" cy="420138"/>
            <a:chOff x="2565075" y="3309600"/>
            <a:chExt cx="317400" cy="447050"/>
          </a:xfrm>
        </p:grpSpPr>
        <p:sp>
          <p:nvSpPr>
            <p:cNvPr id="2131" name="Google Shape;2131;p47"/>
            <p:cNvSpPr/>
            <p:nvPr/>
          </p:nvSpPr>
          <p:spPr>
            <a:xfrm>
              <a:off x="2627850" y="3696325"/>
              <a:ext cx="40375" cy="60325"/>
            </a:xfrm>
            <a:custGeom>
              <a:avLst/>
              <a:gdLst/>
              <a:ahLst/>
              <a:cxnLst/>
              <a:rect l="l" t="t" r="r" b="b"/>
              <a:pathLst>
                <a:path w="1615" h="2413" extrusionOk="0">
                  <a:moveTo>
                    <a:pt x="1" y="1"/>
                  </a:moveTo>
                  <a:lnTo>
                    <a:pt x="1" y="2259"/>
                  </a:lnTo>
                  <a:cubicBezTo>
                    <a:pt x="1" y="2354"/>
                    <a:pt x="70" y="2412"/>
                    <a:pt x="134" y="2412"/>
                  </a:cubicBezTo>
                  <a:cubicBezTo>
                    <a:pt x="157" y="2412"/>
                    <a:pt x="179" y="2404"/>
                    <a:pt x="197" y="2388"/>
                  </a:cubicBezTo>
                  <a:lnTo>
                    <a:pt x="774" y="1934"/>
                  </a:lnTo>
                  <a:lnTo>
                    <a:pt x="1419" y="2388"/>
                  </a:lnTo>
                  <a:cubicBezTo>
                    <a:pt x="1437" y="2404"/>
                    <a:pt x="1459" y="2412"/>
                    <a:pt x="1482" y="2412"/>
                  </a:cubicBezTo>
                  <a:cubicBezTo>
                    <a:pt x="1545" y="2412"/>
                    <a:pt x="1615" y="2354"/>
                    <a:pt x="1615" y="2259"/>
                  </a:cubicBezTo>
                  <a:lnTo>
                    <a:pt x="161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47"/>
            <p:cNvSpPr/>
            <p:nvPr/>
          </p:nvSpPr>
          <p:spPr>
            <a:xfrm>
              <a:off x="2565075" y="3309600"/>
              <a:ext cx="37025" cy="386750"/>
            </a:xfrm>
            <a:custGeom>
              <a:avLst/>
              <a:gdLst/>
              <a:ahLst/>
              <a:cxnLst/>
              <a:rect l="l" t="t" r="r" b="b"/>
              <a:pathLst>
                <a:path w="1481" h="15470" extrusionOk="0">
                  <a:moveTo>
                    <a:pt x="191" y="1"/>
                  </a:moveTo>
                  <a:cubicBezTo>
                    <a:pt x="130" y="1"/>
                    <a:pt x="1" y="68"/>
                    <a:pt x="1" y="197"/>
                  </a:cubicBezTo>
                  <a:lnTo>
                    <a:pt x="1" y="15341"/>
                  </a:lnTo>
                  <a:cubicBezTo>
                    <a:pt x="1" y="15408"/>
                    <a:pt x="130" y="15470"/>
                    <a:pt x="191" y="15470"/>
                  </a:cubicBezTo>
                  <a:lnTo>
                    <a:pt x="1481" y="15470"/>
                  </a:lnTo>
                  <a:lnTo>
                    <a:pt x="148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47"/>
            <p:cNvSpPr/>
            <p:nvPr/>
          </p:nvSpPr>
          <p:spPr>
            <a:xfrm>
              <a:off x="2602075" y="3309600"/>
              <a:ext cx="280400" cy="386750"/>
            </a:xfrm>
            <a:custGeom>
              <a:avLst/>
              <a:gdLst/>
              <a:ahLst/>
              <a:cxnLst/>
              <a:rect l="l" t="t" r="r" b="b"/>
              <a:pathLst>
                <a:path w="11216" h="15470" extrusionOk="0">
                  <a:moveTo>
                    <a:pt x="1" y="1"/>
                  </a:moveTo>
                  <a:lnTo>
                    <a:pt x="1" y="15470"/>
                  </a:lnTo>
                  <a:lnTo>
                    <a:pt x="10251" y="15470"/>
                  </a:lnTo>
                  <a:cubicBezTo>
                    <a:pt x="10767" y="15470"/>
                    <a:pt x="11215" y="15021"/>
                    <a:pt x="11215" y="14505"/>
                  </a:cubicBezTo>
                  <a:lnTo>
                    <a:pt x="11215" y="970"/>
                  </a:lnTo>
                  <a:cubicBezTo>
                    <a:pt x="11215" y="455"/>
                    <a:pt x="10767" y="1"/>
                    <a:pt x="1025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7"/>
            <p:cNvSpPr/>
            <p:nvPr/>
          </p:nvSpPr>
          <p:spPr>
            <a:xfrm>
              <a:off x="2602075" y="3309600"/>
              <a:ext cx="45150" cy="386750"/>
            </a:xfrm>
            <a:custGeom>
              <a:avLst/>
              <a:gdLst/>
              <a:ahLst/>
              <a:cxnLst/>
              <a:rect l="l" t="t" r="r" b="b"/>
              <a:pathLst>
                <a:path w="1806" h="15470" extrusionOk="0">
                  <a:moveTo>
                    <a:pt x="1" y="1"/>
                  </a:moveTo>
                  <a:lnTo>
                    <a:pt x="1" y="15470"/>
                  </a:lnTo>
                  <a:lnTo>
                    <a:pt x="1805" y="15470"/>
                  </a:lnTo>
                  <a:lnTo>
                    <a:pt x="180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47"/>
            <p:cNvSpPr/>
            <p:nvPr/>
          </p:nvSpPr>
          <p:spPr>
            <a:xfrm>
              <a:off x="2818000" y="3309600"/>
              <a:ext cx="64475" cy="61250"/>
            </a:xfrm>
            <a:custGeom>
              <a:avLst/>
              <a:gdLst/>
              <a:ahLst/>
              <a:cxnLst/>
              <a:rect l="l" t="t" r="r" b="b"/>
              <a:pathLst>
                <a:path w="2579" h="2450" extrusionOk="0">
                  <a:moveTo>
                    <a:pt x="0" y="1"/>
                  </a:moveTo>
                  <a:cubicBezTo>
                    <a:pt x="0" y="1"/>
                    <a:pt x="454" y="2192"/>
                    <a:pt x="2578" y="2450"/>
                  </a:cubicBezTo>
                  <a:lnTo>
                    <a:pt x="2578" y="970"/>
                  </a:lnTo>
                  <a:cubicBezTo>
                    <a:pt x="2578" y="455"/>
                    <a:pt x="2130" y="1"/>
                    <a:pt x="161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47"/>
            <p:cNvSpPr/>
            <p:nvPr/>
          </p:nvSpPr>
          <p:spPr>
            <a:xfrm>
              <a:off x="2818000" y="3636775"/>
              <a:ext cx="64475" cy="59575"/>
            </a:xfrm>
            <a:custGeom>
              <a:avLst/>
              <a:gdLst/>
              <a:ahLst/>
              <a:cxnLst/>
              <a:rect l="l" t="t" r="r" b="b"/>
              <a:pathLst>
                <a:path w="2579" h="2383" extrusionOk="0">
                  <a:moveTo>
                    <a:pt x="2578" y="0"/>
                  </a:moveTo>
                  <a:cubicBezTo>
                    <a:pt x="454" y="191"/>
                    <a:pt x="0" y="2383"/>
                    <a:pt x="0" y="2383"/>
                  </a:cubicBezTo>
                  <a:lnTo>
                    <a:pt x="1614" y="2383"/>
                  </a:lnTo>
                  <a:cubicBezTo>
                    <a:pt x="2130" y="2383"/>
                    <a:pt x="2578" y="1934"/>
                    <a:pt x="2578" y="1418"/>
                  </a:cubicBezTo>
                  <a:lnTo>
                    <a:pt x="257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7"/>
            <p:cNvSpPr/>
            <p:nvPr/>
          </p:nvSpPr>
          <p:spPr>
            <a:xfrm>
              <a:off x="2672975" y="3417625"/>
              <a:ext cx="114500" cy="156275"/>
            </a:xfrm>
            <a:custGeom>
              <a:avLst/>
              <a:gdLst/>
              <a:ahLst/>
              <a:cxnLst/>
              <a:rect l="l" t="t" r="r" b="b"/>
              <a:pathLst>
                <a:path w="4580" h="6251" extrusionOk="0">
                  <a:moveTo>
                    <a:pt x="1872" y="1"/>
                  </a:moveTo>
                  <a:cubicBezTo>
                    <a:pt x="1805" y="1"/>
                    <a:pt x="1743" y="63"/>
                    <a:pt x="1743" y="192"/>
                  </a:cubicBezTo>
                  <a:lnTo>
                    <a:pt x="1743" y="1352"/>
                  </a:lnTo>
                  <a:lnTo>
                    <a:pt x="196" y="1352"/>
                  </a:lnTo>
                  <a:cubicBezTo>
                    <a:pt x="129" y="1352"/>
                    <a:pt x="0" y="1419"/>
                    <a:pt x="0" y="1481"/>
                  </a:cubicBezTo>
                  <a:lnTo>
                    <a:pt x="0" y="2321"/>
                  </a:lnTo>
                  <a:cubicBezTo>
                    <a:pt x="0" y="2383"/>
                    <a:pt x="129" y="2450"/>
                    <a:pt x="196" y="2450"/>
                  </a:cubicBezTo>
                  <a:lnTo>
                    <a:pt x="1743" y="2450"/>
                  </a:lnTo>
                  <a:lnTo>
                    <a:pt x="1743" y="6059"/>
                  </a:lnTo>
                  <a:cubicBezTo>
                    <a:pt x="1743" y="6188"/>
                    <a:pt x="1805" y="6250"/>
                    <a:pt x="1872" y="6250"/>
                  </a:cubicBezTo>
                  <a:lnTo>
                    <a:pt x="2708" y="6250"/>
                  </a:lnTo>
                  <a:cubicBezTo>
                    <a:pt x="2775" y="6250"/>
                    <a:pt x="2903" y="6188"/>
                    <a:pt x="2903" y="6059"/>
                  </a:cubicBezTo>
                  <a:lnTo>
                    <a:pt x="2903" y="2450"/>
                  </a:lnTo>
                  <a:lnTo>
                    <a:pt x="4383" y="2450"/>
                  </a:lnTo>
                  <a:cubicBezTo>
                    <a:pt x="4512" y="2450"/>
                    <a:pt x="4579" y="2383"/>
                    <a:pt x="4579" y="2321"/>
                  </a:cubicBezTo>
                  <a:lnTo>
                    <a:pt x="4579" y="1481"/>
                  </a:lnTo>
                  <a:cubicBezTo>
                    <a:pt x="4579" y="1419"/>
                    <a:pt x="4512" y="1352"/>
                    <a:pt x="4383" y="1352"/>
                  </a:cubicBezTo>
                  <a:lnTo>
                    <a:pt x="2903" y="1352"/>
                  </a:lnTo>
                  <a:lnTo>
                    <a:pt x="2903" y="192"/>
                  </a:lnTo>
                  <a:cubicBezTo>
                    <a:pt x="2903" y="63"/>
                    <a:pt x="2775" y="1"/>
                    <a:pt x="270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47"/>
          <p:cNvGrpSpPr/>
          <p:nvPr/>
        </p:nvGrpSpPr>
        <p:grpSpPr>
          <a:xfrm>
            <a:off x="2033251" y="3317438"/>
            <a:ext cx="183331" cy="420255"/>
            <a:chOff x="1870525" y="3345850"/>
            <a:chExt cx="195075" cy="447175"/>
          </a:xfrm>
        </p:grpSpPr>
        <p:sp>
          <p:nvSpPr>
            <p:cNvPr id="2139" name="Google Shape;2139;p47"/>
            <p:cNvSpPr/>
            <p:nvPr/>
          </p:nvSpPr>
          <p:spPr>
            <a:xfrm>
              <a:off x="1947875" y="3491750"/>
              <a:ext cx="38700" cy="301275"/>
            </a:xfrm>
            <a:custGeom>
              <a:avLst/>
              <a:gdLst/>
              <a:ahLst/>
              <a:cxnLst/>
              <a:rect l="l" t="t" r="r" b="b"/>
              <a:pathLst>
                <a:path w="1548" h="12051" extrusionOk="0">
                  <a:moveTo>
                    <a:pt x="0" y="1"/>
                  </a:moveTo>
                  <a:lnTo>
                    <a:pt x="0" y="11277"/>
                  </a:lnTo>
                  <a:cubicBezTo>
                    <a:pt x="0" y="11664"/>
                    <a:pt x="387" y="12051"/>
                    <a:pt x="774" y="12051"/>
                  </a:cubicBezTo>
                  <a:cubicBezTo>
                    <a:pt x="1228" y="12051"/>
                    <a:pt x="1547" y="11664"/>
                    <a:pt x="1547" y="11277"/>
                  </a:cubicBezTo>
                  <a:lnTo>
                    <a:pt x="15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7"/>
            <p:cNvSpPr/>
            <p:nvPr/>
          </p:nvSpPr>
          <p:spPr>
            <a:xfrm>
              <a:off x="1870525" y="3345850"/>
              <a:ext cx="195075" cy="183375"/>
            </a:xfrm>
            <a:custGeom>
              <a:avLst/>
              <a:gdLst/>
              <a:ahLst/>
              <a:cxnLst/>
              <a:rect l="l" t="t" r="r" b="b"/>
              <a:pathLst>
                <a:path w="7803" h="7335" extrusionOk="0">
                  <a:moveTo>
                    <a:pt x="3901" y="1"/>
                  </a:moveTo>
                  <a:cubicBezTo>
                    <a:pt x="3837" y="1"/>
                    <a:pt x="3773" y="33"/>
                    <a:pt x="3739" y="98"/>
                  </a:cubicBezTo>
                  <a:lnTo>
                    <a:pt x="2646" y="2289"/>
                  </a:lnTo>
                  <a:lnTo>
                    <a:pt x="197" y="2676"/>
                  </a:lnTo>
                  <a:cubicBezTo>
                    <a:pt x="68" y="2676"/>
                    <a:pt x="1" y="2872"/>
                    <a:pt x="130" y="3001"/>
                  </a:cubicBezTo>
                  <a:lnTo>
                    <a:pt x="1872" y="4676"/>
                  </a:lnTo>
                  <a:lnTo>
                    <a:pt x="1419" y="7059"/>
                  </a:lnTo>
                  <a:cubicBezTo>
                    <a:pt x="1419" y="7219"/>
                    <a:pt x="1550" y="7334"/>
                    <a:pt x="1668" y="7334"/>
                  </a:cubicBezTo>
                  <a:cubicBezTo>
                    <a:pt x="1694" y="7334"/>
                    <a:pt x="1720" y="7329"/>
                    <a:pt x="1744" y="7316"/>
                  </a:cubicBezTo>
                  <a:lnTo>
                    <a:pt x="3868" y="6156"/>
                  </a:lnTo>
                  <a:lnTo>
                    <a:pt x="6059" y="7316"/>
                  </a:lnTo>
                  <a:cubicBezTo>
                    <a:pt x="6083" y="7329"/>
                    <a:pt x="6108" y="7334"/>
                    <a:pt x="6134" y="7334"/>
                  </a:cubicBezTo>
                  <a:cubicBezTo>
                    <a:pt x="6251" y="7334"/>
                    <a:pt x="6372" y="7219"/>
                    <a:pt x="6317" y="7059"/>
                  </a:cubicBezTo>
                  <a:lnTo>
                    <a:pt x="5930" y="4676"/>
                  </a:lnTo>
                  <a:lnTo>
                    <a:pt x="7673" y="3001"/>
                  </a:lnTo>
                  <a:cubicBezTo>
                    <a:pt x="7802" y="2872"/>
                    <a:pt x="7735" y="2676"/>
                    <a:pt x="7544" y="2676"/>
                  </a:cubicBezTo>
                  <a:lnTo>
                    <a:pt x="5157" y="2289"/>
                  </a:lnTo>
                  <a:lnTo>
                    <a:pt x="4064" y="98"/>
                  </a:lnTo>
                  <a:cubicBezTo>
                    <a:pt x="4030" y="33"/>
                    <a:pt x="3966" y="1"/>
                    <a:pt x="39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47"/>
          <p:cNvGrpSpPr/>
          <p:nvPr/>
        </p:nvGrpSpPr>
        <p:grpSpPr>
          <a:xfrm>
            <a:off x="1280682" y="3919404"/>
            <a:ext cx="345306" cy="419550"/>
            <a:chOff x="1069750" y="3986375"/>
            <a:chExt cx="367425" cy="446425"/>
          </a:xfrm>
        </p:grpSpPr>
        <p:sp>
          <p:nvSpPr>
            <p:cNvPr id="2142" name="Google Shape;2142;p47"/>
            <p:cNvSpPr/>
            <p:nvPr/>
          </p:nvSpPr>
          <p:spPr>
            <a:xfrm>
              <a:off x="1069750" y="4084725"/>
              <a:ext cx="95050" cy="323825"/>
            </a:xfrm>
            <a:custGeom>
              <a:avLst/>
              <a:gdLst/>
              <a:ahLst/>
              <a:cxnLst/>
              <a:rect l="l" t="t" r="r" b="b"/>
              <a:pathLst>
                <a:path w="3802" h="12953" extrusionOk="0">
                  <a:moveTo>
                    <a:pt x="2770" y="0"/>
                  </a:moveTo>
                  <a:cubicBezTo>
                    <a:pt x="1996" y="0"/>
                    <a:pt x="1352" y="578"/>
                    <a:pt x="1290" y="1351"/>
                  </a:cubicBezTo>
                  <a:lnTo>
                    <a:pt x="63" y="11215"/>
                  </a:lnTo>
                  <a:cubicBezTo>
                    <a:pt x="1" y="11664"/>
                    <a:pt x="130" y="12051"/>
                    <a:pt x="388" y="12437"/>
                  </a:cubicBezTo>
                  <a:cubicBezTo>
                    <a:pt x="707" y="12762"/>
                    <a:pt x="1094" y="12953"/>
                    <a:pt x="1548" y="12953"/>
                  </a:cubicBezTo>
                  <a:lnTo>
                    <a:pt x="2512" y="12953"/>
                  </a:lnTo>
                  <a:cubicBezTo>
                    <a:pt x="2641" y="12953"/>
                    <a:pt x="2770" y="12824"/>
                    <a:pt x="2770" y="12695"/>
                  </a:cubicBezTo>
                  <a:cubicBezTo>
                    <a:pt x="2770" y="12504"/>
                    <a:pt x="2641" y="12437"/>
                    <a:pt x="2512" y="12437"/>
                  </a:cubicBezTo>
                  <a:lnTo>
                    <a:pt x="1548" y="12437"/>
                  </a:lnTo>
                  <a:cubicBezTo>
                    <a:pt x="1290" y="12437"/>
                    <a:pt x="1032" y="12308"/>
                    <a:pt x="836" y="12051"/>
                  </a:cubicBezTo>
                  <a:cubicBezTo>
                    <a:pt x="578" y="11860"/>
                    <a:pt x="517" y="11535"/>
                    <a:pt x="578" y="11277"/>
                  </a:cubicBezTo>
                  <a:lnTo>
                    <a:pt x="1806" y="1418"/>
                  </a:lnTo>
                  <a:cubicBezTo>
                    <a:pt x="1868" y="903"/>
                    <a:pt x="2254" y="516"/>
                    <a:pt x="2770" y="516"/>
                  </a:cubicBezTo>
                  <a:lnTo>
                    <a:pt x="3543" y="516"/>
                  </a:lnTo>
                  <a:cubicBezTo>
                    <a:pt x="3672" y="516"/>
                    <a:pt x="3801" y="449"/>
                    <a:pt x="3801" y="258"/>
                  </a:cubicBezTo>
                  <a:cubicBezTo>
                    <a:pt x="3801" y="129"/>
                    <a:pt x="3672" y="0"/>
                    <a:pt x="354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47"/>
            <p:cNvSpPr/>
            <p:nvPr/>
          </p:nvSpPr>
          <p:spPr>
            <a:xfrm>
              <a:off x="1342025" y="4084725"/>
              <a:ext cx="95150" cy="323825"/>
            </a:xfrm>
            <a:custGeom>
              <a:avLst/>
              <a:gdLst/>
              <a:ahLst/>
              <a:cxnLst/>
              <a:rect l="l" t="t" r="r" b="b"/>
              <a:pathLst>
                <a:path w="3806" h="12953" extrusionOk="0">
                  <a:moveTo>
                    <a:pt x="258" y="0"/>
                  </a:moveTo>
                  <a:cubicBezTo>
                    <a:pt x="129" y="0"/>
                    <a:pt x="0" y="129"/>
                    <a:pt x="0" y="258"/>
                  </a:cubicBezTo>
                  <a:cubicBezTo>
                    <a:pt x="0" y="449"/>
                    <a:pt x="129" y="516"/>
                    <a:pt x="258" y="516"/>
                  </a:cubicBezTo>
                  <a:lnTo>
                    <a:pt x="969" y="516"/>
                  </a:lnTo>
                  <a:cubicBezTo>
                    <a:pt x="1485" y="516"/>
                    <a:pt x="1934" y="903"/>
                    <a:pt x="2001" y="1418"/>
                  </a:cubicBezTo>
                  <a:lnTo>
                    <a:pt x="3223" y="11277"/>
                  </a:lnTo>
                  <a:cubicBezTo>
                    <a:pt x="3290" y="11535"/>
                    <a:pt x="3161" y="11860"/>
                    <a:pt x="2965" y="12051"/>
                  </a:cubicBezTo>
                  <a:cubicBezTo>
                    <a:pt x="2774" y="12308"/>
                    <a:pt x="2516" y="12437"/>
                    <a:pt x="2191" y="12437"/>
                  </a:cubicBezTo>
                  <a:lnTo>
                    <a:pt x="1289" y="12437"/>
                  </a:lnTo>
                  <a:cubicBezTo>
                    <a:pt x="1160" y="12437"/>
                    <a:pt x="1031" y="12504"/>
                    <a:pt x="1031" y="12695"/>
                  </a:cubicBezTo>
                  <a:cubicBezTo>
                    <a:pt x="1031" y="12824"/>
                    <a:pt x="1160" y="12953"/>
                    <a:pt x="1289" y="12953"/>
                  </a:cubicBezTo>
                  <a:lnTo>
                    <a:pt x="2191" y="12953"/>
                  </a:lnTo>
                  <a:cubicBezTo>
                    <a:pt x="2645" y="12953"/>
                    <a:pt x="3094" y="12762"/>
                    <a:pt x="3352" y="12437"/>
                  </a:cubicBezTo>
                  <a:cubicBezTo>
                    <a:pt x="3676" y="12051"/>
                    <a:pt x="3805" y="11664"/>
                    <a:pt x="3738" y="11215"/>
                  </a:cubicBezTo>
                  <a:lnTo>
                    <a:pt x="2516" y="1351"/>
                  </a:lnTo>
                  <a:cubicBezTo>
                    <a:pt x="2449" y="578"/>
                    <a:pt x="1743" y="0"/>
                    <a:pt x="96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47"/>
            <p:cNvSpPr/>
            <p:nvPr/>
          </p:nvSpPr>
          <p:spPr>
            <a:xfrm>
              <a:off x="1129325" y="4126625"/>
              <a:ext cx="241725" cy="235275"/>
            </a:xfrm>
            <a:custGeom>
              <a:avLst/>
              <a:gdLst/>
              <a:ahLst/>
              <a:cxnLst/>
              <a:rect l="l" t="t" r="r" b="b"/>
              <a:pathLst>
                <a:path w="9669" h="9411" extrusionOk="0">
                  <a:moveTo>
                    <a:pt x="2001" y="0"/>
                  </a:moveTo>
                  <a:cubicBezTo>
                    <a:pt x="1418" y="0"/>
                    <a:pt x="903" y="449"/>
                    <a:pt x="841" y="1031"/>
                  </a:cubicBezTo>
                  <a:lnTo>
                    <a:pt x="129" y="8121"/>
                  </a:lnTo>
                  <a:cubicBezTo>
                    <a:pt x="0" y="8766"/>
                    <a:pt x="583" y="9410"/>
                    <a:pt x="1227" y="9410"/>
                  </a:cubicBezTo>
                  <a:lnTo>
                    <a:pt x="8446" y="9410"/>
                  </a:lnTo>
                  <a:cubicBezTo>
                    <a:pt x="9091" y="9410"/>
                    <a:pt x="9668" y="8766"/>
                    <a:pt x="9539" y="8121"/>
                  </a:cubicBezTo>
                  <a:lnTo>
                    <a:pt x="8833" y="1031"/>
                  </a:lnTo>
                  <a:cubicBezTo>
                    <a:pt x="8766" y="449"/>
                    <a:pt x="8250" y="0"/>
                    <a:pt x="767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47"/>
            <p:cNvSpPr/>
            <p:nvPr/>
          </p:nvSpPr>
          <p:spPr>
            <a:xfrm>
              <a:off x="1214775" y="4329650"/>
              <a:ext cx="70925" cy="32250"/>
            </a:xfrm>
            <a:custGeom>
              <a:avLst/>
              <a:gdLst/>
              <a:ahLst/>
              <a:cxnLst/>
              <a:rect l="l" t="t" r="r" b="b"/>
              <a:pathLst>
                <a:path w="2837" h="1290" extrusionOk="0">
                  <a:moveTo>
                    <a:pt x="192" y="0"/>
                  </a:moveTo>
                  <a:cubicBezTo>
                    <a:pt x="63" y="0"/>
                    <a:pt x="1" y="62"/>
                    <a:pt x="1" y="191"/>
                  </a:cubicBezTo>
                  <a:lnTo>
                    <a:pt x="1" y="1093"/>
                  </a:lnTo>
                  <a:cubicBezTo>
                    <a:pt x="1" y="1160"/>
                    <a:pt x="63" y="1289"/>
                    <a:pt x="192" y="1289"/>
                  </a:cubicBezTo>
                  <a:lnTo>
                    <a:pt x="2641" y="1289"/>
                  </a:lnTo>
                  <a:cubicBezTo>
                    <a:pt x="2770" y="1289"/>
                    <a:pt x="2837" y="1160"/>
                    <a:pt x="2837" y="1093"/>
                  </a:cubicBezTo>
                  <a:lnTo>
                    <a:pt x="2837" y="191"/>
                  </a:lnTo>
                  <a:cubicBezTo>
                    <a:pt x="2837" y="62"/>
                    <a:pt x="2770" y="0"/>
                    <a:pt x="264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47"/>
            <p:cNvSpPr/>
            <p:nvPr/>
          </p:nvSpPr>
          <p:spPr>
            <a:xfrm>
              <a:off x="1213100" y="3986375"/>
              <a:ext cx="74150" cy="74150"/>
            </a:xfrm>
            <a:custGeom>
              <a:avLst/>
              <a:gdLst/>
              <a:ahLst/>
              <a:cxnLst/>
              <a:rect l="l" t="t" r="r" b="b"/>
              <a:pathLst>
                <a:path w="2966" h="2966" extrusionOk="0">
                  <a:moveTo>
                    <a:pt x="1486" y="970"/>
                  </a:moveTo>
                  <a:cubicBezTo>
                    <a:pt x="1744" y="970"/>
                    <a:pt x="2001" y="1160"/>
                    <a:pt x="2001" y="1485"/>
                  </a:cubicBezTo>
                  <a:cubicBezTo>
                    <a:pt x="2001" y="1743"/>
                    <a:pt x="1744" y="2001"/>
                    <a:pt x="1486" y="2001"/>
                  </a:cubicBezTo>
                  <a:cubicBezTo>
                    <a:pt x="1228" y="2001"/>
                    <a:pt x="970" y="1743"/>
                    <a:pt x="970" y="1485"/>
                  </a:cubicBezTo>
                  <a:cubicBezTo>
                    <a:pt x="970" y="1160"/>
                    <a:pt x="1228" y="970"/>
                    <a:pt x="1486" y="970"/>
                  </a:cubicBezTo>
                  <a:close/>
                  <a:moveTo>
                    <a:pt x="1486" y="0"/>
                  </a:moveTo>
                  <a:cubicBezTo>
                    <a:pt x="645" y="0"/>
                    <a:pt x="1" y="645"/>
                    <a:pt x="1" y="1485"/>
                  </a:cubicBezTo>
                  <a:cubicBezTo>
                    <a:pt x="1" y="2259"/>
                    <a:pt x="645" y="2965"/>
                    <a:pt x="1486" y="2965"/>
                  </a:cubicBezTo>
                  <a:cubicBezTo>
                    <a:pt x="2321" y="2965"/>
                    <a:pt x="2966" y="2259"/>
                    <a:pt x="2966" y="1485"/>
                  </a:cubicBezTo>
                  <a:cubicBezTo>
                    <a:pt x="2966" y="645"/>
                    <a:pt x="2321" y="0"/>
                    <a:pt x="148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47"/>
            <p:cNvSpPr/>
            <p:nvPr/>
          </p:nvSpPr>
          <p:spPr>
            <a:xfrm>
              <a:off x="1153550" y="4055725"/>
              <a:ext cx="193375" cy="70925"/>
            </a:xfrm>
            <a:custGeom>
              <a:avLst/>
              <a:gdLst/>
              <a:ahLst/>
              <a:cxnLst/>
              <a:rect l="l" t="t" r="r" b="b"/>
              <a:pathLst>
                <a:path w="7735" h="2837" extrusionOk="0">
                  <a:moveTo>
                    <a:pt x="320" y="0"/>
                  </a:moveTo>
                  <a:cubicBezTo>
                    <a:pt x="129" y="0"/>
                    <a:pt x="1" y="129"/>
                    <a:pt x="1" y="320"/>
                  </a:cubicBezTo>
                  <a:lnTo>
                    <a:pt x="1" y="2511"/>
                  </a:lnTo>
                  <a:cubicBezTo>
                    <a:pt x="1" y="2707"/>
                    <a:pt x="129" y="2836"/>
                    <a:pt x="320" y="2836"/>
                  </a:cubicBezTo>
                  <a:lnTo>
                    <a:pt x="7410" y="2836"/>
                  </a:lnTo>
                  <a:cubicBezTo>
                    <a:pt x="7606" y="2836"/>
                    <a:pt x="7735" y="2707"/>
                    <a:pt x="7735" y="2511"/>
                  </a:cubicBezTo>
                  <a:lnTo>
                    <a:pt x="7735" y="320"/>
                  </a:lnTo>
                  <a:cubicBezTo>
                    <a:pt x="7735" y="129"/>
                    <a:pt x="7606" y="0"/>
                    <a:pt x="7410"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47"/>
            <p:cNvSpPr/>
            <p:nvPr/>
          </p:nvSpPr>
          <p:spPr>
            <a:xfrm>
              <a:off x="1127775" y="4361875"/>
              <a:ext cx="244950" cy="70925"/>
            </a:xfrm>
            <a:custGeom>
              <a:avLst/>
              <a:gdLst/>
              <a:ahLst/>
              <a:cxnLst/>
              <a:rect l="l" t="t" r="r" b="b"/>
              <a:pathLst>
                <a:path w="9798" h="2837" extrusionOk="0">
                  <a:moveTo>
                    <a:pt x="320" y="0"/>
                  </a:moveTo>
                  <a:cubicBezTo>
                    <a:pt x="129" y="0"/>
                    <a:pt x="0" y="129"/>
                    <a:pt x="0" y="320"/>
                  </a:cubicBezTo>
                  <a:lnTo>
                    <a:pt x="0" y="2511"/>
                  </a:lnTo>
                  <a:cubicBezTo>
                    <a:pt x="0" y="2707"/>
                    <a:pt x="129" y="2836"/>
                    <a:pt x="320" y="2836"/>
                  </a:cubicBezTo>
                  <a:lnTo>
                    <a:pt x="9472" y="2836"/>
                  </a:lnTo>
                  <a:cubicBezTo>
                    <a:pt x="9668" y="2836"/>
                    <a:pt x="9797" y="2707"/>
                    <a:pt x="9797" y="2511"/>
                  </a:cubicBezTo>
                  <a:lnTo>
                    <a:pt x="9797" y="320"/>
                  </a:lnTo>
                  <a:cubicBezTo>
                    <a:pt x="9797" y="129"/>
                    <a:pt x="9668" y="0"/>
                    <a:pt x="947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47"/>
            <p:cNvSpPr/>
            <p:nvPr/>
          </p:nvSpPr>
          <p:spPr>
            <a:xfrm>
              <a:off x="1218000" y="4270375"/>
              <a:ext cx="64475" cy="59300"/>
            </a:xfrm>
            <a:custGeom>
              <a:avLst/>
              <a:gdLst/>
              <a:ahLst/>
              <a:cxnLst/>
              <a:rect l="l" t="t" r="r" b="b"/>
              <a:pathLst>
                <a:path w="2579" h="2372" extrusionOk="0">
                  <a:moveTo>
                    <a:pt x="1264" y="1"/>
                  </a:moveTo>
                  <a:cubicBezTo>
                    <a:pt x="1239" y="1"/>
                    <a:pt x="1223" y="17"/>
                    <a:pt x="1223" y="51"/>
                  </a:cubicBezTo>
                  <a:lnTo>
                    <a:pt x="903" y="242"/>
                  </a:lnTo>
                  <a:cubicBezTo>
                    <a:pt x="903" y="242"/>
                    <a:pt x="1" y="953"/>
                    <a:pt x="449" y="1856"/>
                  </a:cubicBezTo>
                  <a:cubicBezTo>
                    <a:pt x="449" y="1856"/>
                    <a:pt x="645" y="2371"/>
                    <a:pt x="1290" y="2371"/>
                  </a:cubicBezTo>
                  <a:cubicBezTo>
                    <a:pt x="1867" y="2371"/>
                    <a:pt x="2125" y="1856"/>
                    <a:pt x="2125" y="1856"/>
                  </a:cubicBezTo>
                  <a:cubicBezTo>
                    <a:pt x="2579" y="953"/>
                    <a:pt x="1676" y="242"/>
                    <a:pt x="1676" y="242"/>
                  </a:cubicBezTo>
                  <a:lnTo>
                    <a:pt x="1352" y="51"/>
                  </a:lnTo>
                  <a:cubicBezTo>
                    <a:pt x="1321" y="17"/>
                    <a:pt x="1288"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0" name="Google Shape;2150;p47"/>
          <p:cNvGrpSpPr/>
          <p:nvPr/>
        </p:nvGrpSpPr>
        <p:grpSpPr>
          <a:xfrm>
            <a:off x="2062079" y="3933078"/>
            <a:ext cx="242327" cy="419433"/>
            <a:chOff x="1901200" y="4000925"/>
            <a:chExt cx="257850" cy="446300"/>
          </a:xfrm>
        </p:grpSpPr>
        <p:sp>
          <p:nvSpPr>
            <p:cNvPr id="2151" name="Google Shape;2151;p47"/>
            <p:cNvSpPr/>
            <p:nvPr/>
          </p:nvSpPr>
          <p:spPr>
            <a:xfrm>
              <a:off x="1901200" y="4000925"/>
              <a:ext cx="257850" cy="446300"/>
            </a:xfrm>
            <a:custGeom>
              <a:avLst/>
              <a:gdLst/>
              <a:ahLst/>
              <a:cxnLst/>
              <a:rect l="l" t="t" r="r" b="b"/>
              <a:pathLst>
                <a:path w="10314" h="17852" extrusionOk="0">
                  <a:moveTo>
                    <a:pt x="1481" y="1"/>
                  </a:moveTo>
                  <a:cubicBezTo>
                    <a:pt x="1419" y="1"/>
                    <a:pt x="1352" y="63"/>
                    <a:pt x="1290" y="130"/>
                  </a:cubicBezTo>
                  <a:lnTo>
                    <a:pt x="1" y="5992"/>
                  </a:lnTo>
                  <a:lnTo>
                    <a:pt x="1" y="6059"/>
                  </a:lnTo>
                  <a:lnTo>
                    <a:pt x="1548" y="17723"/>
                  </a:lnTo>
                  <a:cubicBezTo>
                    <a:pt x="1610" y="17790"/>
                    <a:pt x="1677" y="17852"/>
                    <a:pt x="1739" y="17852"/>
                  </a:cubicBezTo>
                  <a:lnTo>
                    <a:pt x="8571" y="17852"/>
                  </a:lnTo>
                  <a:cubicBezTo>
                    <a:pt x="8638" y="17852"/>
                    <a:pt x="8700" y="17790"/>
                    <a:pt x="8767" y="17723"/>
                  </a:cubicBezTo>
                  <a:lnTo>
                    <a:pt x="10313" y="6059"/>
                  </a:lnTo>
                  <a:lnTo>
                    <a:pt x="10313" y="5992"/>
                  </a:lnTo>
                  <a:lnTo>
                    <a:pt x="9024" y="130"/>
                  </a:lnTo>
                  <a:cubicBezTo>
                    <a:pt x="8957" y="63"/>
                    <a:pt x="8895" y="1"/>
                    <a:pt x="8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47"/>
            <p:cNvSpPr/>
            <p:nvPr/>
          </p:nvSpPr>
          <p:spPr>
            <a:xfrm>
              <a:off x="1934975" y="4047600"/>
              <a:ext cx="190175" cy="362625"/>
            </a:xfrm>
            <a:custGeom>
              <a:avLst/>
              <a:gdLst/>
              <a:ahLst/>
              <a:cxnLst/>
              <a:rect l="l" t="t" r="r" b="b"/>
              <a:pathLst>
                <a:path w="7607" h="14505" extrusionOk="0">
                  <a:moveTo>
                    <a:pt x="1161" y="0"/>
                  </a:moveTo>
                  <a:cubicBezTo>
                    <a:pt x="1099" y="0"/>
                    <a:pt x="1032" y="0"/>
                    <a:pt x="1032" y="129"/>
                  </a:cubicBezTo>
                  <a:lnTo>
                    <a:pt x="68" y="4512"/>
                  </a:lnTo>
                  <a:cubicBezTo>
                    <a:pt x="1" y="4512"/>
                    <a:pt x="1" y="4579"/>
                    <a:pt x="1" y="4579"/>
                  </a:cubicBezTo>
                  <a:lnTo>
                    <a:pt x="1161" y="14376"/>
                  </a:lnTo>
                  <a:cubicBezTo>
                    <a:pt x="1228" y="14438"/>
                    <a:pt x="1290" y="14505"/>
                    <a:pt x="1357" y="14505"/>
                  </a:cubicBezTo>
                  <a:lnTo>
                    <a:pt x="6255" y="14505"/>
                  </a:lnTo>
                  <a:cubicBezTo>
                    <a:pt x="6317" y="14505"/>
                    <a:pt x="6384" y="14438"/>
                    <a:pt x="6446" y="14376"/>
                  </a:cubicBezTo>
                  <a:lnTo>
                    <a:pt x="7606" y="4579"/>
                  </a:lnTo>
                  <a:lnTo>
                    <a:pt x="7606" y="4512"/>
                  </a:lnTo>
                  <a:lnTo>
                    <a:pt x="6642" y="129"/>
                  </a:lnTo>
                  <a:cubicBezTo>
                    <a:pt x="6575" y="0"/>
                    <a:pt x="6513" y="0"/>
                    <a:pt x="644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47"/>
            <p:cNvSpPr/>
            <p:nvPr/>
          </p:nvSpPr>
          <p:spPr>
            <a:xfrm>
              <a:off x="2015550" y="4116950"/>
              <a:ext cx="29025" cy="156250"/>
            </a:xfrm>
            <a:custGeom>
              <a:avLst/>
              <a:gdLst/>
              <a:ahLst/>
              <a:cxnLst/>
              <a:rect l="l" t="t" r="r" b="b"/>
              <a:pathLst>
                <a:path w="1161" h="6250" extrusionOk="0">
                  <a:moveTo>
                    <a:pt x="196" y="0"/>
                  </a:moveTo>
                  <a:cubicBezTo>
                    <a:pt x="68" y="0"/>
                    <a:pt x="1" y="62"/>
                    <a:pt x="1" y="191"/>
                  </a:cubicBezTo>
                  <a:lnTo>
                    <a:pt x="1" y="6059"/>
                  </a:lnTo>
                  <a:cubicBezTo>
                    <a:pt x="1" y="6188"/>
                    <a:pt x="68" y="6250"/>
                    <a:pt x="196" y="6250"/>
                  </a:cubicBezTo>
                  <a:lnTo>
                    <a:pt x="970" y="6250"/>
                  </a:lnTo>
                  <a:cubicBezTo>
                    <a:pt x="1099" y="6250"/>
                    <a:pt x="1161" y="6188"/>
                    <a:pt x="1161" y="6059"/>
                  </a:cubicBezTo>
                  <a:lnTo>
                    <a:pt x="1161" y="191"/>
                  </a:lnTo>
                  <a:cubicBezTo>
                    <a:pt x="1161" y="62"/>
                    <a:pt x="1099" y="0"/>
                    <a:pt x="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47"/>
            <p:cNvSpPr/>
            <p:nvPr/>
          </p:nvSpPr>
          <p:spPr>
            <a:xfrm>
              <a:off x="1973650" y="4150725"/>
              <a:ext cx="112825" cy="29025"/>
            </a:xfrm>
            <a:custGeom>
              <a:avLst/>
              <a:gdLst/>
              <a:ahLst/>
              <a:cxnLst/>
              <a:rect l="l" t="t" r="r" b="b"/>
              <a:pathLst>
                <a:path w="4513" h="1161" extrusionOk="0">
                  <a:moveTo>
                    <a:pt x="130" y="0"/>
                  </a:moveTo>
                  <a:cubicBezTo>
                    <a:pt x="68" y="0"/>
                    <a:pt x="1" y="67"/>
                    <a:pt x="1" y="196"/>
                  </a:cubicBezTo>
                  <a:lnTo>
                    <a:pt x="1" y="970"/>
                  </a:lnTo>
                  <a:cubicBezTo>
                    <a:pt x="1" y="1032"/>
                    <a:pt x="68" y="1161"/>
                    <a:pt x="130" y="1161"/>
                  </a:cubicBezTo>
                  <a:lnTo>
                    <a:pt x="4384" y="1161"/>
                  </a:lnTo>
                  <a:cubicBezTo>
                    <a:pt x="4451" y="1161"/>
                    <a:pt x="4512" y="1032"/>
                    <a:pt x="4512" y="970"/>
                  </a:cubicBezTo>
                  <a:lnTo>
                    <a:pt x="4512" y="196"/>
                  </a:lnTo>
                  <a:cubicBezTo>
                    <a:pt x="4512" y="67"/>
                    <a:pt x="4451" y="0"/>
                    <a:pt x="43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5" name="Google Shape;2155;p47"/>
          <p:cNvGrpSpPr/>
          <p:nvPr/>
        </p:nvGrpSpPr>
        <p:grpSpPr>
          <a:xfrm>
            <a:off x="1323091" y="3328810"/>
            <a:ext cx="171091" cy="419550"/>
            <a:chOff x="1114875" y="3357950"/>
            <a:chExt cx="182050" cy="446425"/>
          </a:xfrm>
        </p:grpSpPr>
        <p:sp>
          <p:nvSpPr>
            <p:cNvPr id="2156" name="Google Shape;2156;p47"/>
            <p:cNvSpPr/>
            <p:nvPr/>
          </p:nvSpPr>
          <p:spPr>
            <a:xfrm>
              <a:off x="1114875" y="3357950"/>
              <a:ext cx="182050" cy="319075"/>
            </a:xfrm>
            <a:custGeom>
              <a:avLst/>
              <a:gdLst/>
              <a:ahLst/>
              <a:cxnLst/>
              <a:rect l="l" t="t" r="r" b="b"/>
              <a:pathLst>
                <a:path w="7282" h="12763" extrusionOk="0">
                  <a:moveTo>
                    <a:pt x="903" y="0"/>
                  </a:moveTo>
                  <a:cubicBezTo>
                    <a:pt x="449" y="0"/>
                    <a:pt x="63" y="387"/>
                    <a:pt x="63" y="903"/>
                  </a:cubicBezTo>
                  <a:lnTo>
                    <a:pt x="63" y="5997"/>
                  </a:lnTo>
                  <a:lnTo>
                    <a:pt x="1" y="5997"/>
                  </a:lnTo>
                  <a:lnTo>
                    <a:pt x="1" y="8121"/>
                  </a:lnTo>
                  <a:cubicBezTo>
                    <a:pt x="1" y="9349"/>
                    <a:pt x="707" y="10442"/>
                    <a:pt x="1676" y="11024"/>
                  </a:cubicBezTo>
                  <a:lnTo>
                    <a:pt x="1676" y="12571"/>
                  </a:lnTo>
                  <a:cubicBezTo>
                    <a:pt x="1676" y="12700"/>
                    <a:pt x="1805" y="12762"/>
                    <a:pt x="1867" y="12762"/>
                  </a:cubicBezTo>
                  <a:lnTo>
                    <a:pt x="5415" y="12762"/>
                  </a:lnTo>
                  <a:cubicBezTo>
                    <a:pt x="5544" y="12762"/>
                    <a:pt x="5606" y="12700"/>
                    <a:pt x="5606" y="12571"/>
                  </a:cubicBezTo>
                  <a:lnTo>
                    <a:pt x="5606" y="11024"/>
                  </a:lnTo>
                  <a:cubicBezTo>
                    <a:pt x="6575" y="10442"/>
                    <a:pt x="7281" y="9349"/>
                    <a:pt x="7281" y="8121"/>
                  </a:cubicBezTo>
                  <a:lnTo>
                    <a:pt x="7281" y="7028"/>
                  </a:lnTo>
                  <a:lnTo>
                    <a:pt x="7281" y="6513"/>
                  </a:lnTo>
                  <a:lnTo>
                    <a:pt x="7281" y="6446"/>
                  </a:lnTo>
                  <a:lnTo>
                    <a:pt x="7281" y="2259"/>
                  </a:lnTo>
                  <a:cubicBezTo>
                    <a:pt x="7281" y="1743"/>
                    <a:pt x="6895" y="1356"/>
                    <a:pt x="6379" y="1356"/>
                  </a:cubicBezTo>
                  <a:lnTo>
                    <a:pt x="6317" y="1356"/>
                  </a:lnTo>
                  <a:cubicBezTo>
                    <a:pt x="5863" y="1356"/>
                    <a:pt x="5415" y="1743"/>
                    <a:pt x="5415" y="2259"/>
                  </a:cubicBezTo>
                  <a:lnTo>
                    <a:pt x="5415" y="3868"/>
                  </a:lnTo>
                  <a:cubicBezTo>
                    <a:pt x="5415" y="3419"/>
                    <a:pt x="5028" y="3032"/>
                    <a:pt x="4574" y="3032"/>
                  </a:cubicBezTo>
                  <a:cubicBezTo>
                    <a:pt x="4059" y="3032"/>
                    <a:pt x="3672" y="3481"/>
                    <a:pt x="3672" y="3935"/>
                  </a:cubicBezTo>
                  <a:cubicBezTo>
                    <a:pt x="3672" y="3481"/>
                    <a:pt x="3223" y="3032"/>
                    <a:pt x="2770" y="3032"/>
                  </a:cubicBezTo>
                  <a:cubicBezTo>
                    <a:pt x="2254" y="3032"/>
                    <a:pt x="1805" y="3481"/>
                    <a:pt x="1805" y="3935"/>
                  </a:cubicBezTo>
                  <a:lnTo>
                    <a:pt x="1805" y="903"/>
                  </a:lnTo>
                  <a:cubicBezTo>
                    <a:pt x="1805" y="387"/>
                    <a:pt x="1419" y="0"/>
                    <a:pt x="9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47"/>
            <p:cNvSpPr/>
            <p:nvPr/>
          </p:nvSpPr>
          <p:spPr>
            <a:xfrm>
              <a:off x="1114875" y="3357950"/>
              <a:ext cx="122500" cy="319075"/>
            </a:xfrm>
            <a:custGeom>
              <a:avLst/>
              <a:gdLst/>
              <a:ahLst/>
              <a:cxnLst/>
              <a:rect l="l" t="t" r="r" b="b"/>
              <a:pathLst>
                <a:path w="4900" h="12763" extrusionOk="0">
                  <a:moveTo>
                    <a:pt x="836" y="0"/>
                  </a:moveTo>
                  <a:cubicBezTo>
                    <a:pt x="387" y="0"/>
                    <a:pt x="63" y="454"/>
                    <a:pt x="63" y="903"/>
                  </a:cubicBezTo>
                  <a:lnTo>
                    <a:pt x="63" y="5930"/>
                  </a:lnTo>
                  <a:lnTo>
                    <a:pt x="1" y="5930"/>
                  </a:lnTo>
                  <a:lnTo>
                    <a:pt x="1" y="5997"/>
                  </a:lnTo>
                  <a:lnTo>
                    <a:pt x="1" y="8121"/>
                  </a:lnTo>
                  <a:cubicBezTo>
                    <a:pt x="1" y="9349"/>
                    <a:pt x="707" y="10442"/>
                    <a:pt x="1676" y="11024"/>
                  </a:cubicBezTo>
                  <a:lnTo>
                    <a:pt x="1676" y="12571"/>
                  </a:lnTo>
                  <a:cubicBezTo>
                    <a:pt x="1676" y="12700"/>
                    <a:pt x="1805" y="12762"/>
                    <a:pt x="1867" y="12762"/>
                  </a:cubicBezTo>
                  <a:lnTo>
                    <a:pt x="2708" y="12762"/>
                  </a:lnTo>
                  <a:lnTo>
                    <a:pt x="2708" y="11282"/>
                  </a:lnTo>
                  <a:cubicBezTo>
                    <a:pt x="2708" y="11215"/>
                    <a:pt x="2708" y="11153"/>
                    <a:pt x="2641" y="11086"/>
                  </a:cubicBezTo>
                  <a:cubicBezTo>
                    <a:pt x="1609" y="10509"/>
                    <a:pt x="903" y="9411"/>
                    <a:pt x="903" y="8121"/>
                  </a:cubicBezTo>
                  <a:lnTo>
                    <a:pt x="903" y="6255"/>
                  </a:lnTo>
                  <a:lnTo>
                    <a:pt x="3352" y="6255"/>
                  </a:lnTo>
                  <a:cubicBezTo>
                    <a:pt x="3481" y="6255"/>
                    <a:pt x="3543" y="6384"/>
                    <a:pt x="3543" y="6513"/>
                  </a:cubicBezTo>
                  <a:cubicBezTo>
                    <a:pt x="3481" y="6832"/>
                    <a:pt x="3285" y="7477"/>
                    <a:pt x="2512" y="7931"/>
                  </a:cubicBezTo>
                  <a:cubicBezTo>
                    <a:pt x="4059" y="7606"/>
                    <a:pt x="4445" y="6575"/>
                    <a:pt x="4512" y="6126"/>
                  </a:cubicBezTo>
                  <a:cubicBezTo>
                    <a:pt x="4512" y="6059"/>
                    <a:pt x="4445" y="5930"/>
                    <a:pt x="4316" y="5930"/>
                  </a:cubicBezTo>
                  <a:lnTo>
                    <a:pt x="4383" y="5930"/>
                  </a:lnTo>
                  <a:lnTo>
                    <a:pt x="4383" y="3935"/>
                  </a:lnTo>
                  <a:cubicBezTo>
                    <a:pt x="4383" y="3677"/>
                    <a:pt x="4445" y="3481"/>
                    <a:pt x="4641" y="3290"/>
                  </a:cubicBezTo>
                  <a:cubicBezTo>
                    <a:pt x="4703" y="3223"/>
                    <a:pt x="4770" y="3161"/>
                    <a:pt x="4899" y="3161"/>
                  </a:cubicBezTo>
                  <a:cubicBezTo>
                    <a:pt x="4770" y="3094"/>
                    <a:pt x="4641" y="3032"/>
                    <a:pt x="4574" y="3032"/>
                  </a:cubicBezTo>
                  <a:cubicBezTo>
                    <a:pt x="4316" y="3032"/>
                    <a:pt x="4059" y="3161"/>
                    <a:pt x="3930" y="3290"/>
                  </a:cubicBezTo>
                  <a:cubicBezTo>
                    <a:pt x="3739" y="3481"/>
                    <a:pt x="3672" y="3677"/>
                    <a:pt x="3672" y="3935"/>
                  </a:cubicBezTo>
                  <a:lnTo>
                    <a:pt x="3672" y="5930"/>
                  </a:lnTo>
                  <a:lnTo>
                    <a:pt x="2512" y="5930"/>
                  </a:lnTo>
                  <a:lnTo>
                    <a:pt x="2512" y="3935"/>
                  </a:lnTo>
                  <a:cubicBezTo>
                    <a:pt x="2512" y="3677"/>
                    <a:pt x="2641" y="3481"/>
                    <a:pt x="2770" y="3290"/>
                  </a:cubicBezTo>
                  <a:cubicBezTo>
                    <a:pt x="2898" y="3223"/>
                    <a:pt x="2966" y="3161"/>
                    <a:pt x="3094" y="3161"/>
                  </a:cubicBezTo>
                  <a:cubicBezTo>
                    <a:pt x="2966" y="3094"/>
                    <a:pt x="2837" y="3032"/>
                    <a:pt x="2708" y="3032"/>
                  </a:cubicBezTo>
                  <a:cubicBezTo>
                    <a:pt x="2450" y="3032"/>
                    <a:pt x="2254" y="3161"/>
                    <a:pt x="2063" y="3290"/>
                  </a:cubicBezTo>
                  <a:cubicBezTo>
                    <a:pt x="1934" y="3481"/>
                    <a:pt x="1805" y="3677"/>
                    <a:pt x="1805" y="3935"/>
                  </a:cubicBezTo>
                  <a:lnTo>
                    <a:pt x="1805" y="5930"/>
                  </a:lnTo>
                  <a:lnTo>
                    <a:pt x="903" y="5930"/>
                  </a:lnTo>
                  <a:lnTo>
                    <a:pt x="903" y="903"/>
                  </a:lnTo>
                  <a:cubicBezTo>
                    <a:pt x="903" y="583"/>
                    <a:pt x="1094" y="258"/>
                    <a:pt x="1352" y="129"/>
                  </a:cubicBezTo>
                  <a:cubicBezTo>
                    <a:pt x="1223" y="0"/>
                    <a:pt x="1032" y="0"/>
                    <a:pt x="83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47"/>
            <p:cNvSpPr/>
            <p:nvPr/>
          </p:nvSpPr>
          <p:spPr>
            <a:xfrm>
              <a:off x="1182550" y="3677000"/>
              <a:ext cx="46700" cy="87025"/>
            </a:xfrm>
            <a:custGeom>
              <a:avLst/>
              <a:gdLst/>
              <a:ahLst/>
              <a:cxnLst/>
              <a:rect l="l" t="t" r="r" b="b"/>
              <a:pathLst>
                <a:path w="1868" h="3481" extrusionOk="0">
                  <a:moveTo>
                    <a:pt x="1" y="0"/>
                  </a:moveTo>
                  <a:lnTo>
                    <a:pt x="1" y="3481"/>
                  </a:lnTo>
                  <a:lnTo>
                    <a:pt x="1867" y="3481"/>
                  </a:lnTo>
                  <a:lnTo>
                    <a:pt x="1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47"/>
            <p:cNvSpPr/>
            <p:nvPr/>
          </p:nvSpPr>
          <p:spPr>
            <a:xfrm>
              <a:off x="1147100" y="3739900"/>
              <a:ext cx="117600" cy="64475"/>
            </a:xfrm>
            <a:custGeom>
              <a:avLst/>
              <a:gdLst/>
              <a:ahLst/>
              <a:cxnLst/>
              <a:rect l="l" t="t" r="r" b="b"/>
              <a:pathLst>
                <a:path w="4704" h="2579" extrusionOk="0">
                  <a:moveTo>
                    <a:pt x="1290" y="0"/>
                  </a:moveTo>
                  <a:cubicBezTo>
                    <a:pt x="578" y="0"/>
                    <a:pt x="1" y="578"/>
                    <a:pt x="1" y="1289"/>
                  </a:cubicBezTo>
                  <a:cubicBezTo>
                    <a:pt x="1" y="1996"/>
                    <a:pt x="578" y="2579"/>
                    <a:pt x="1290" y="2579"/>
                  </a:cubicBezTo>
                  <a:cubicBezTo>
                    <a:pt x="1738" y="2579"/>
                    <a:pt x="2125" y="2383"/>
                    <a:pt x="2383" y="1996"/>
                  </a:cubicBezTo>
                  <a:cubicBezTo>
                    <a:pt x="2579" y="2383"/>
                    <a:pt x="2966" y="2579"/>
                    <a:pt x="3414" y="2579"/>
                  </a:cubicBezTo>
                  <a:cubicBezTo>
                    <a:pt x="4126" y="2579"/>
                    <a:pt x="4703" y="1996"/>
                    <a:pt x="4703" y="1289"/>
                  </a:cubicBezTo>
                  <a:cubicBezTo>
                    <a:pt x="4703" y="578"/>
                    <a:pt x="4126" y="0"/>
                    <a:pt x="3414" y="0"/>
                  </a:cubicBezTo>
                  <a:cubicBezTo>
                    <a:pt x="2966" y="0"/>
                    <a:pt x="2579" y="258"/>
                    <a:pt x="2383" y="578"/>
                  </a:cubicBezTo>
                  <a:cubicBezTo>
                    <a:pt x="2125" y="258"/>
                    <a:pt x="1738" y="0"/>
                    <a:pt x="12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47"/>
          <p:cNvGrpSpPr/>
          <p:nvPr/>
        </p:nvGrpSpPr>
        <p:grpSpPr>
          <a:xfrm>
            <a:off x="1219126" y="1514949"/>
            <a:ext cx="421712" cy="208683"/>
            <a:chOff x="1004250" y="1427900"/>
            <a:chExt cx="448725" cy="222050"/>
          </a:xfrm>
        </p:grpSpPr>
        <p:sp>
          <p:nvSpPr>
            <p:cNvPr id="2161" name="Google Shape;2161;p47"/>
            <p:cNvSpPr/>
            <p:nvPr/>
          </p:nvSpPr>
          <p:spPr>
            <a:xfrm>
              <a:off x="1004250" y="1427900"/>
              <a:ext cx="448725" cy="222050"/>
            </a:xfrm>
            <a:custGeom>
              <a:avLst/>
              <a:gdLst/>
              <a:ahLst/>
              <a:cxnLst/>
              <a:rect l="l" t="t" r="r" b="b"/>
              <a:pathLst>
                <a:path w="17949" h="8882" extrusionOk="0">
                  <a:moveTo>
                    <a:pt x="6556" y="1"/>
                  </a:moveTo>
                  <a:cubicBezTo>
                    <a:pt x="6455" y="1"/>
                    <a:pt x="6359" y="92"/>
                    <a:pt x="6359" y="183"/>
                  </a:cubicBezTo>
                  <a:lnTo>
                    <a:pt x="6359" y="1792"/>
                  </a:lnTo>
                  <a:cubicBezTo>
                    <a:pt x="6324" y="1828"/>
                    <a:pt x="6069" y="1972"/>
                    <a:pt x="5643" y="1972"/>
                  </a:cubicBezTo>
                  <a:cubicBezTo>
                    <a:pt x="5272" y="1972"/>
                    <a:pt x="4769" y="1862"/>
                    <a:pt x="4168" y="1472"/>
                  </a:cubicBezTo>
                  <a:cubicBezTo>
                    <a:pt x="4101" y="1405"/>
                    <a:pt x="4039" y="1405"/>
                    <a:pt x="3972" y="1405"/>
                  </a:cubicBezTo>
                  <a:cubicBezTo>
                    <a:pt x="3731" y="1527"/>
                    <a:pt x="3117" y="1797"/>
                    <a:pt x="2222" y="1797"/>
                  </a:cubicBezTo>
                  <a:cubicBezTo>
                    <a:pt x="1678" y="1797"/>
                    <a:pt x="1031" y="1697"/>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cubicBezTo>
                    <a:pt x="6421" y="7789"/>
                    <a:pt x="7581" y="8882"/>
                    <a:pt x="8999" y="8882"/>
                  </a:cubicBezTo>
                  <a:cubicBezTo>
                    <a:pt x="10417" y="8882"/>
                    <a:pt x="11516" y="7789"/>
                    <a:pt x="11577" y="6371"/>
                  </a:cubicBezTo>
                  <a:cubicBezTo>
                    <a:pt x="12597" y="5459"/>
                    <a:pt x="13679" y="5207"/>
                    <a:pt x="14544" y="5207"/>
                  </a:cubicBezTo>
                  <a:cubicBezTo>
                    <a:pt x="15210" y="5207"/>
                    <a:pt x="15747" y="5356"/>
                    <a:pt x="16027" y="5468"/>
                  </a:cubicBezTo>
                  <a:cubicBezTo>
                    <a:pt x="16089" y="5468"/>
                    <a:pt x="16218" y="5401"/>
                    <a:pt x="16218" y="5272"/>
                  </a:cubicBezTo>
                  <a:cubicBezTo>
                    <a:pt x="16476" y="3726"/>
                    <a:pt x="17316" y="2436"/>
                    <a:pt x="17894" y="1663"/>
                  </a:cubicBezTo>
                  <a:cubicBezTo>
                    <a:pt x="17948" y="1559"/>
                    <a:pt x="17874" y="1370"/>
                    <a:pt x="17740" y="1370"/>
                  </a:cubicBezTo>
                  <a:cubicBezTo>
                    <a:pt x="17708" y="1370"/>
                    <a:pt x="17673" y="1381"/>
                    <a:pt x="17636" y="1405"/>
                  </a:cubicBezTo>
                  <a:cubicBezTo>
                    <a:pt x="16906" y="1697"/>
                    <a:pt x="16258" y="1797"/>
                    <a:pt x="15715" y="1797"/>
                  </a:cubicBezTo>
                  <a:cubicBezTo>
                    <a:pt x="14819" y="1797"/>
                    <a:pt x="14205" y="1527"/>
                    <a:pt x="13965" y="1405"/>
                  </a:cubicBezTo>
                  <a:cubicBezTo>
                    <a:pt x="13898" y="1405"/>
                    <a:pt x="13836" y="1405"/>
                    <a:pt x="13769" y="1472"/>
                  </a:cubicBezTo>
                  <a:cubicBezTo>
                    <a:pt x="13192" y="1846"/>
                    <a:pt x="12693" y="1949"/>
                    <a:pt x="12317" y="1949"/>
                  </a:cubicBezTo>
                  <a:cubicBezTo>
                    <a:pt x="11853" y="1949"/>
                    <a:pt x="11577" y="1792"/>
                    <a:pt x="11577" y="1792"/>
                  </a:cubicBezTo>
                  <a:lnTo>
                    <a:pt x="11577" y="183"/>
                  </a:lnTo>
                  <a:cubicBezTo>
                    <a:pt x="11577" y="92"/>
                    <a:pt x="11482" y="1"/>
                    <a:pt x="11381" y="1"/>
                  </a:cubicBezTo>
                  <a:cubicBezTo>
                    <a:pt x="11339" y="1"/>
                    <a:pt x="11295" y="17"/>
                    <a:pt x="11258" y="54"/>
                  </a:cubicBezTo>
                  <a:lnTo>
                    <a:pt x="10098" y="1147"/>
                  </a:lnTo>
                  <a:cubicBezTo>
                    <a:pt x="10098" y="1147"/>
                    <a:pt x="10031" y="1147"/>
                    <a:pt x="9969" y="1086"/>
                  </a:cubicBezTo>
                  <a:cubicBezTo>
                    <a:pt x="9646" y="1052"/>
                    <a:pt x="9307" y="1035"/>
                    <a:pt x="8977" y="1035"/>
                  </a:cubicBezTo>
                  <a:cubicBezTo>
                    <a:pt x="8646" y="1035"/>
                    <a:pt x="8324" y="1052"/>
                    <a:pt x="8035" y="1086"/>
                  </a:cubicBezTo>
                  <a:cubicBezTo>
                    <a:pt x="7906" y="1147"/>
                    <a:pt x="7839" y="1147"/>
                    <a:pt x="7839" y="1147"/>
                  </a:cubicBezTo>
                  <a:lnTo>
                    <a:pt x="6679" y="54"/>
                  </a:lnTo>
                  <a:cubicBezTo>
                    <a:pt x="6641" y="17"/>
                    <a:pt x="6598" y="1"/>
                    <a:pt x="655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47"/>
            <p:cNvSpPr/>
            <p:nvPr/>
          </p:nvSpPr>
          <p:spPr>
            <a:xfrm>
              <a:off x="1293675" y="1472675"/>
              <a:ext cx="132150" cy="114500"/>
            </a:xfrm>
            <a:custGeom>
              <a:avLst/>
              <a:gdLst/>
              <a:ahLst/>
              <a:cxnLst/>
              <a:rect l="l" t="t" r="r" b="b"/>
              <a:pathLst>
                <a:path w="5286" h="4580" extrusionOk="0">
                  <a:moveTo>
                    <a:pt x="0" y="1"/>
                  </a:moveTo>
                  <a:lnTo>
                    <a:pt x="0" y="4580"/>
                  </a:lnTo>
                  <a:cubicBezTo>
                    <a:pt x="1020" y="3668"/>
                    <a:pt x="2102" y="3416"/>
                    <a:pt x="2967" y="3416"/>
                  </a:cubicBezTo>
                  <a:cubicBezTo>
                    <a:pt x="3633" y="3416"/>
                    <a:pt x="4170" y="3565"/>
                    <a:pt x="4450" y="3677"/>
                  </a:cubicBezTo>
                  <a:cubicBezTo>
                    <a:pt x="4512" y="3677"/>
                    <a:pt x="4641" y="3610"/>
                    <a:pt x="4641" y="3481"/>
                  </a:cubicBezTo>
                  <a:cubicBezTo>
                    <a:pt x="4770" y="2775"/>
                    <a:pt x="5028" y="2063"/>
                    <a:pt x="5286" y="1486"/>
                  </a:cubicBezTo>
                  <a:cubicBezTo>
                    <a:pt x="4803" y="1486"/>
                    <a:pt x="4436" y="1477"/>
                    <a:pt x="4122" y="1477"/>
                  </a:cubicBezTo>
                  <a:cubicBezTo>
                    <a:pt x="3263" y="1477"/>
                    <a:pt x="2808" y="1546"/>
                    <a:pt x="1485" y="2063"/>
                  </a:cubicBezTo>
                  <a:lnTo>
                    <a:pt x="1485" y="68"/>
                  </a:lnTo>
                  <a:cubicBezTo>
                    <a:pt x="1229" y="141"/>
                    <a:pt x="999" y="167"/>
                    <a:pt x="800" y="167"/>
                  </a:cubicBezTo>
                  <a:cubicBezTo>
                    <a:pt x="299" y="167"/>
                    <a:pt x="0" y="1"/>
                    <a:pt x="0"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47"/>
            <p:cNvSpPr/>
            <p:nvPr/>
          </p:nvSpPr>
          <p:spPr>
            <a:xfrm>
              <a:off x="1004250" y="1427900"/>
              <a:ext cx="278225" cy="222050"/>
            </a:xfrm>
            <a:custGeom>
              <a:avLst/>
              <a:gdLst/>
              <a:ahLst/>
              <a:cxnLst/>
              <a:rect l="l" t="t" r="r" b="b"/>
              <a:pathLst>
                <a:path w="11129" h="8882" extrusionOk="0">
                  <a:moveTo>
                    <a:pt x="6556" y="1"/>
                  </a:moveTo>
                  <a:cubicBezTo>
                    <a:pt x="6455" y="1"/>
                    <a:pt x="6359" y="92"/>
                    <a:pt x="6359" y="183"/>
                  </a:cubicBezTo>
                  <a:lnTo>
                    <a:pt x="6359" y="4370"/>
                  </a:lnTo>
                  <a:cubicBezTo>
                    <a:pt x="5586" y="3958"/>
                    <a:pt x="4822" y="3834"/>
                    <a:pt x="4184" y="3834"/>
                  </a:cubicBezTo>
                  <a:cubicBezTo>
                    <a:pt x="3228" y="3834"/>
                    <a:pt x="2554" y="4112"/>
                    <a:pt x="2554" y="4112"/>
                  </a:cubicBezTo>
                  <a:cubicBezTo>
                    <a:pt x="2492" y="3277"/>
                    <a:pt x="2167" y="2436"/>
                    <a:pt x="1848" y="1792"/>
                  </a:cubicBezTo>
                  <a:cubicBezTo>
                    <a:pt x="1394" y="1730"/>
                    <a:pt x="878" y="1601"/>
                    <a:pt x="301" y="1405"/>
                  </a:cubicBezTo>
                  <a:cubicBezTo>
                    <a:pt x="263" y="1381"/>
                    <a:pt x="228" y="1370"/>
                    <a:pt x="197" y="1370"/>
                  </a:cubicBezTo>
                  <a:cubicBezTo>
                    <a:pt x="65" y="1370"/>
                    <a:pt x="0" y="1559"/>
                    <a:pt x="105" y="1663"/>
                  </a:cubicBezTo>
                  <a:cubicBezTo>
                    <a:pt x="687" y="2436"/>
                    <a:pt x="1461" y="3726"/>
                    <a:pt x="1719" y="5272"/>
                  </a:cubicBezTo>
                  <a:cubicBezTo>
                    <a:pt x="1719" y="5401"/>
                    <a:pt x="1848" y="5468"/>
                    <a:pt x="1976" y="5468"/>
                  </a:cubicBezTo>
                  <a:cubicBezTo>
                    <a:pt x="2257" y="5356"/>
                    <a:pt x="2793" y="5207"/>
                    <a:pt x="3452" y="5207"/>
                  </a:cubicBezTo>
                  <a:cubicBezTo>
                    <a:pt x="4309" y="5207"/>
                    <a:pt x="5375" y="5459"/>
                    <a:pt x="6359" y="6371"/>
                  </a:cubicBezTo>
                  <a:lnTo>
                    <a:pt x="6359" y="6304"/>
                  </a:lnTo>
                  <a:cubicBezTo>
                    <a:pt x="6359" y="7722"/>
                    <a:pt x="7519" y="8882"/>
                    <a:pt x="8999" y="8882"/>
                  </a:cubicBezTo>
                  <a:cubicBezTo>
                    <a:pt x="9840" y="8882"/>
                    <a:pt x="10613" y="8433"/>
                    <a:pt x="11129" y="7789"/>
                  </a:cubicBezTo>
                  <a:lnTo>
                    <a:pt x="11129" y="7789"/>
                  </a:lnTo>
                  <a:cubicBezTo>
                    <a:pt x="10804" y="7918"/>
                    <a:pt x="10417" y="7979"/>
                    <a:pt x="10031" y="7979"/>
                  </a:cubicBezTo>
                  <a:cubicBezTo>
                    <a:pt x="8613" y="7979"/>
                    <a:pt x="7452" y="6886"/>
                    <a:pt x="7452" y="5468"/>
                  </a:cubicBezTo>
                  <a:cubicBezTo>
                    <a:pt x="7391" y="5401"/>
                    <a:pt x="7391" y="5339"/>
                    <a:pt x="7452" y="5211"/>
                  </a:cubicBezTo>
                  <a:lnTo>
                    <a:pt x="7452" y="761"/>
                  </a:lnTo>
                  <a:lnTo>
                    <a:pt x="6679" y="54"/>
                  </a:lnTo>
                  <a:cubicBezTo>
                    <a:pt x="6641" y="17"/>
                    <a:pt x="6598" y="1"/>
                    <a:pt x="655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47"/>
            <p:cNvSpPr/>
            <p:nvPr/>
          </p:nvSpPr>
          <p:spPr>
            <a:xfrm>
              <a:off x="1185775" y="1492025"/>
              <a:ext cx="33800" cy="30700"/>
            </a:xfrm>
            <a:custGeom>
              <a:avLst/>
              <a:gdLst/>
              <a:ahLst/>
              <a:cxnLst/>
              <a:rect l="l" t="t" r="r" b="b"/>
              <a:pathLst>
                <a:path w="1352" h="1228" extrusionOk="0">
                  <a:moveTo>
                    <a:pt x="258" y="0"/>
                  </a:moveTo>
                  <a:cubicBezTo>
                    <a:pt x="62" y="0"/>
                    <a:pt x="1" y="67"/>
                    <a:pt x="1" y="258"/>
                  </a:cubicBezTo>
                  <a:lnTo>
                    <a:pt x="1" y="454"/>
                  </a:lnTo>
                  <a:cubicBezTo>
                    <a:pt x="1" y="903"/>
                    <a:pt x="258" y="1228"/>
                    <a:pt x="645" y="1228"/>
                  </a:cubicBezTo>
                  <a:cubicBezTo>
                    <a:pt x="1032" y="1228"/>
                    <a:pt x="1352" y="903"/>
                    <a:pt x="1352" y="454"/>
                  </a:cubicBezTo>
                  <a:lnTo>
                    <a:pt x="1352" y="258"/>
                  </a:lnTo>
                  <a:cubicBezTo>
                    <a:pt x="1352" y="67"/>
                    <a:pt x="1223" y="0"/>
                    <a:pt x="1094" y="0"/>
                  </a:cubicBezTo>
                  <a:cubicBezTo>
                    <a:pt x="965" y="0"/>
                    <a:pt x="836" y="67"/>
                    <a:pt x="836" y="258"/>
                  </a:cubicBezTo>
                  <a:lnTo>
                    <a:pt x="836" y="454"/>
                  </a:lnTo>
                  <a:cubicBezTo>
                    <a:pt x="836" y="583"/>
                    <a:pt x="774" y="712"/>
                    <a:pt x="645" y="712"/>
                  </a:cubicBezTo>
                  <a:cubicBezTo>
                    <a:pt x="578"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47"/>
            <p:cNvSpPr/>
            <p:nvPr/>
          </p:nvSpPr>
          <p:spPr>
            <a:xfrm>
              <a:off x="1237350" y="1492025"/>
              <a:ext cx="35475" cy="30700"/>
            </a:xfrm>
            <a:custGeom>
              <a:avLst/>
              <a:gdLst/>
              <a:ahLst/>
              <a:cxnLst/>
              <a:rect l="l" t="t" r="r" b="b"/>
              <a:pathLst>
                <a:path w="1419" h="1228" extrusionOk="0">
                  <a:moveTo>
                    <a:pt x="258" y="0"/>
                  </a:moveTo>
                  <a:cubicBezTo>
                    <a:pt x="129" y="0"/>
                    <a:pt x="0" y="67"/>
                    <a:pt x="0" y="258"/>
                  </a:cubicBezTo>
                  <a:lnTo>
                    <a:pt x="0" y="454"/>
                  </a:lnTo>
                  <a:cubicBezTo>
                    <a:pt x="0" y="903"/>
                    <a:pt x="320" y="1228"/>
                    <a:pt x="707" y="1228"/>
                  </a:cubicBezTo>
                  <a:cubicBezTo>
                    <a:pt x="1093" y="1228"/>
                    <a:pt x="1418" y="903"/>
                    <a:pt x="1418" y="454"/>
                  </a:cubicBezTo>
                  <a:lnTo>
                    <a:pt x="1418" y="258"/>
                  </a:lnTo>
                  <a:cubicBezTo>
                    <a:pt x="1418" y="67"/>
                    <a:pt x="1289" y="0"/>
                    <a:pt x="1160" y="0"/>
                  </a:cubicBezTo>
                  <a:cubicBezTo>
                    <a:pt x="964" y="0"/>
                    <a:pt x="835" y="67"/>
                    <a:pt x="835" y="258"/>
                  </a:cubicBezTo>
                  <a:lnTo>
                    <a:pt x="835" y="454"/>
                  </a:lnTo>
                  <a:cubicBezTo>
                    <a:pt x="835" y="583"/>
                    <a:pt x="774" y="712"/>
                    <a:pt x="707" y="712"/>
                  </a:cubicBezTo>
                  <a:cubicBezTo>
                    <a:pt x="645" y="712"/>
                    <a:pt x="516" y="583"/>
                    <a:pt x="516" y="454"/>
                  </a:cubicBezTo>
                  <a:lnTo>
                    <a:pt x="516" y="258"/>
                  </a:lnTo>
                  <a:cubicBezTo>
                    <a:pt x="516" y="67"/>
                    <a:pt x="387" y="0"/>
                    <a:pt x="25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6" name="Google Shape;2166;p47"/>
          <p:cNvGrpSpPr/>
          <p:nvPr/>
        </p:nvGrpSpPr>
        <p:grpSpPr>
          <a:xfrm>
            <a:off x="3243267" y="3933031"/>
            <a:ext cx="558758" cy="409001"/>
            <a:chOff x="3158050" y="4000875"/>
            <a:chExt cx="594550" cy="435200"/>
          </a:xfrm>
        </p:grpSpPr>
        <p:sp>
          <p:nvSpPr>
            <p:cNvPr id="2167" name="Google Shape;2167;p47"/>
            <p:cNvSpPr/>
            <p:nvPr/>
          </p:nvSpPr>
          <p:spPr>
            <a:xfrm>
              <a:off x="3388400" y="4224850"/>
              <a:ext cx="133825" cy="211225"/>
            </a:xfrm>
            <a:custGeom>
              <a:avLst/>
              <a:gdLst/>
              <a:ahLst/>
              <a:cxnLst/>
              <a:rect l="l" t="t" r="r" b="b"/>
              <a:pathLst>
                <a:path w="5353" h="8449" extrusionOk="0">
                  <a:moveTo>
                    <a:pt x="2646" y="0"/>
                  </a:moveTo>
                  <a:lnTo>
                    <a:pt x="712" y="67"/>
                  </a:lnTo>
                  <a:cubicBezTo>
                    <a:pt x="516" y="67"/>
                    <a:pt x="197" y="2903"/>
                    <a:pt x="130" y="3223"/>
                  </a:cubicBezTo>
                  <a:cubicBezTo>
                    <a:pt x="1" y="4321"/>
                    <a:pt x="68" y="5543"/>
                    <a:pt x="516" y="6642"/>
                  </a:cubicBezTo>
                  <a:cubicBezTo>
                    <a:pt x="903" y="7477"/>
                    <a:pt x="1615" y="8188"/>
                    <a:pt x="2450" y="8379"/>
                  </a:cubicBezTo>
                  <a:cubicBezTo>
                    <a:pt x="2654" y="8426"/>
                    <a:pt x="2847" y="8449"/>
                    <a:pt x="3027" y="8449"/>
                  </a:cubicBezTo>
                  <a:cubicBezTo>
                    <a:pt x="4101" y="8449"/>
                    <a:pt x="4764" y="7650"/>
                    <a:pt x="5095" y="6384"/>
                  </a:cubicBezTo>
                  <a:cubicBezTo>
                    <a:pt x="5353" y="5543"/>
                    <a:pt x="5286" y="4641"/>
                    <a:pt x="5286" y="3739"/>
                  </a:cubicBezTo>
                  <a:cubicBezTo>
                    <a:pt x="5157" y="2517"/>
                    <a:pt x="4966" y="1289"/>
                    <a:pt x="4641" y="67"/>
                  </a:cubicBezTo>
                  <a:lnTo>
                    <a:pt x="27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47"/>
            <p:cNvSpPr/>
            <p:nvPr/>
          </p:nvSpPr>
          <p:spPr>
            <a:xfrm>
              <a:off x="3158050" y="4000875"/>
              <a:ext cx="594550" cy="232125"/>
            </a:xfrm>
            <a:custGeom>
              <a:avLst/>
              <a:gdLst/>
              <a:ahLst/>
              <a:cxnLst/>
              <a:rect l="l" t="t" r="r" b="b"/>
              <a:pathLst>
                <a:path w="23782" h="9285" extrusionOk="0">
                  <a:moveTo>
                    <a:pt x="11922" y="0"/>
                  </a:moveTo>
                  <a:cubicBezTo>
                    <a:pt x="11696" y="0"/>
                    <a:pt x="11471" y="65"/>
                    <a:pt x="11277" y="194"/>
                  </a:cubicBezTo>
                  <a:cubicBezTo>
                    <a:pt x="8766" y="1740"/>
                    <a:pt x="1" y="7608"/>
                    <a:pt x="3997" y="8701"/>
                  </a:cubicBezTo>
                  <a:cubicBezTo>
                    <a:pt x="3997" y="8701"/>
                    <a:pt x="5672" y="9217"/>
                    <a:pt x="9797" y="9284"/>
                  </a:cubicBezTo>
                  <a:lnTo>
                    <a:pt x="13984" y="9284"/>
                  </a:lnTo>
                  <a:cubicBezTo>
                    <a:pt x="18109" y="9217"/>
                    <a:pt x="19852" y="8701"/>
                    <a:pt x="19852" y="8701"/>
                  </a:cubicBezTo>
                  <a:cubicBezTo>
                    <a:pt x="23781" y="7608"/>
                    <a:pt x="15016" y="1740"/>
                    <a:pt x="12566" y="194"/>
                  </a:cubicBezTo>
                  <a:cubicBezTo>
                    <a:pt x="12373" y="65"/>
                    <a:pt x="12147" y="0"/>
                    <a:pt x="119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47"/>
            <p:cNvSpPr/>
            <p:nvPr/>
          </p:nvSpPr>
          <p:spPr>
            <a:xfrm>
              <a:off x="3554450" y="4115225"/>
              <a:ext cx="69225" cy="56600"/>
            </a:xfrm>
            <a:custGeom>
              <a:avLst/>
              <a:gdLst/>
              <a:ahLst/>
              <a:cxnLst/>
              <a:rect l="l" t="t" r="r" b="b"/>
              <a:pathLst>
                <a:path w="2769" h="2264" extrusionOk="0">
                  <a:moveTo>
                    <a:pt x="865" y="0"/>
                  </a:moveTo>
                  <a:cubicBezTo>
                    <a:pt x="643" y="0"/>
                    <a:pt x="451" y="68"/>
                    <a:pt x="320" y="198"/>
                  </a:cubicBezTo>
                  <a:cubicBezTo>
                    <a:pt x="0" y="585"/>
                    <a:pt x="258" y="1291"/>
                    <a:pt x="835" y="1807"/>
                  </a:cubicBezTo>
                  <a:cubicBezTo>
                    <a:pt x="1183" y="2115"/>
                    <a:pt x="1575" y="2263"/>
                    <a:pt x="1904" y="2263"/>
                  </a:cubicBezTo>
                  <a:cubicBezTo>
                    <a:pt x="2126" y="2263"/>
                    <a:pt x="2318" y="2196"/>
                    <a:pt x="2449" y="2065"/>
                  </a:cubicBezTo>
                  <a:cubicBezTo>
                    <a:pt x="2769" y="1678"/>
                    <a:pt x="2578" y="972"/>
                    <a:pt x="1934" y="456"/>
                  </a:cubicBezTo>
                  <a:cubicBezTo>
                    <a:pt x="1586" y="148"/>
                    <a:pt x="1193" y="0"/>
                    <a:pt x="8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47"/>
            <p:cNvSpPr/>
            <p:nvPr/>
          </p:nvSpPr>
          <p:spPr>
            <a:xfrm>
              <a:off x="3296625" y="4119925"/>
              <a:ext cx="99925" cy="70425"/>
            </a:xfrm>
            <a:custGeom>
              <a:avLst/>
              <a:gdLst/>
              <a:ahLst/>
              <a:cxnLst/>
              <a:rect l="l" t="t" r="r" b="b"/>
              <a:pathLst>
                <a:path w="3997" h="2817" extrusionOk="0">
                  <a:moveTo>
                    <a:pt x="2377" y="1"/>
                  </a:moveTo>
                  <a:cubicBezTo>
                    <a:pt x="2108" y="1"/>
                    <a:pt x="1825" y="46"/>
                    <a:pt x="1547" y="139"/>
                  </a:cubicBezTo>
                  <a:cubicBezTo>
                    <a:pt x="578" y="459"/>
                    <a:pt x="0" y="1299"/>
                    <a:pt x="258" y="2006"/>
                  </a:cubicBezTo>
                  <a:cubicBezTo>
                    <a:pt x="393" y="2509"/>
                    <a:pt x="948" y="2816"/>
                    <a:pt x="1605" y="2816"/>
                  </a:cubicBezTo>
                  <a:cubicBezTo>
                    <a:pt x="1877" y="2816"/>
                    <a:pt x="2166" y="2764"/>
                    <a:pt x="2450" y="2650"/>
                  </a:cubicBezTo>
                  <a:cubicBezTo>
                    <a:pt x="3414" y="2331"/>
                    <a:pt x="3997" y="1490"/>
                    <a:pt x="3801" y="784"/>
                  </a:cubicBezTo>
                  <a:cubicBezTo>
                    <a:pt x="3617" y="277"/>
                    <a:pt x="3041" y="1"/>
                    <a:pt x="23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47"/>
            <p:cNvSpPr/>
            <p:nvPr/>
          </p:nvSpPr>
          <p:spPr>
            <a:xfrm>
              <a:off x="3417400" y="4043825"/>
              <a:ext cx="82275" cy="57575"/>
            </a:xfrm>
            <a:custGeom>
              <a:avLst/>
              <a:gdLst/>
              <a:ahLst/>
              <a:cxnLst/>
              <a:rect l="l" t="t" r="r" b="b"/>
              <a:pathLst>
                <a:path w="3291" h="2303" extrusionOk="0">
                  <a:moveTo>
                    <a:pt x="1502" y="1"/>
                  </a:moveTo>
                  <a:cubicBezTo>
                    <a:pt x="748" y="1"/>
                    <a:pt x="182" y="421"/>
                    <a:pt x="68" y="992"/>
                  </a:cubicBezTo>
                  <a:cubicBezTo>
                    <a:pt x="1" y="1569"/>
                    <a:pt x="645" y="2152"/>
                    <a:pt x="1548" y="2281"/>
                  </a:cubicBezTo>
                  <a:cubicBezTo>
                    <a:pt x="1645" y="2296"/>
                    <a:pt x="1740" y="2303"/>
                    <a:pt x="1834" y="2303"/>
                  </a:cubicBezTo>
                  <a:cubicBezTo>
                    <a:pt x="2557" y="2303"/>
                    <a:pt x="3169" y="1882"/>
                    <a:pt x="3224" y="1312"/>
                  </a:cubicBezTo>
                  <a:cubicBezTo>
                    <a:pt x="3291" y="734"/>
                    <a:pt x="2646" y="151"/>
                    <a:pt x="1806" y="22"/>
                  </a:cubicBezTo>
                  <a:cubicBezTo>
                    <a:pt x="1702" y="8"/>
                    <a:pt x="1601" y="1"/>
                    <a:pt x="15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47"/>
            <p:cNvSpPr/>
            <p:nvPr/>
          </p:nvSpPr>
          <p:spPr>
            <a:xfrm>
              <a:off x="3467425" y="4152075"/>
              <a:ext cx="58025" cy="41950"/>
            </a:xfrm>
            <a:custGeom>
              <a:avLst/>
              <a:gdLst/>
              <a:ahLst/>
              <a:cxnLst/>
              <a:rect l="l" t="t" r="r" b="b"/>
              <a:pathLst>
                <a:path w="2321" h="1678" extrusionOk="0">
                  <a:moveTo>
                    <a:pt x="961" y="1"/>
                  </a:moveTo>
                  <a:cubicBezTo>
                    <a:pt x="559" y="1"/>
                    <a:pt x="224" y="179"/>
                    <a:pt x="129" y="462"/>
                  </a:cubicBezTo>
                  <a:cubicBezTo>
                    <a:pt x="1" y="916"/>
                    <a:pt x="320" y="1364"/>
                    <a:pt x="836" y="1560"/>
                  </a:cubicBezTo>
                  <a:cubicBezTo>
                    <a:pt x="1018" y="1641"/>
                    <a:pt x="1199" y="1677"/>
                    <a:pt x="1367" y="1677"/>
                  </a:cubicBezTo>
                  <a:cubicBezTo>
                    <a:pt x="1736" y="1677"/>
                    <a:pt x="2036" y="1501"/>
                    <a:pt x="2125" y="1235"/>
                  </a:cubicBezTo>
                  <a:cubicBezTo>
                    <a:pt x="2321" y="787"/>
                    <a:pt x="1996" y="271"/>
                    <a:pt x="1419" y="75"/>
                  </a:cubicBezTo>
                  <a:cubicBezTo>
                    <a:pt x="1263" y="24"/>
                    <a:pt x="1107" y="1"/>
                    <a:pt x="9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3" name="Google Shape;2173;p47"/>
          <p:cNvGrpSpPr/>
          <p:nvPr/>
        </p:nvGrpSpPr>
        <p:grpSpPr>
          <a:xfrm>
            <a:off x="2735916" y="3919779"/>
            <a:ext cx="172641" cy="419174"/>
            <a:chOff x="2618200" y="3986775"/>
            <a:chExt cx="183700" cy="446025"/>
          </a:xfrm>
        </p:grpSpPr>
        <p:sp>
          <p:nvSpPr>
            <p:cNvPr id="2174" name="Google Shape;2174;p47"/>
            <p:cNvSpPr/>
            <p:nvPr/>
          </p:nvSpPr>
          <p:spPr>
            <a:xfrm>
              <a:off x="2703650" y="4063700"/>
              <a:ext cx="12925" cy="54825"/>
            </a:xfrm>
            <a:custGeom>
              <a:avLst/>
              <a:gdLst/>
              <a:ahLst/>
              <a:cxnLst/>
              <a:rect l="l" t="t" r="r" b="b"/>
              <a:pathLst>
                <a:path w="517" h="2193" extrusionOk="0">
                  <a:moveTo>
                    <a:pt x="258" y="1"/>
                  </a:moveTo>
                  <a:cubicBezTo>
                    <a:pt x="130" y="1"/>
                    <a:pt x="1" y="130"/>
                    <a:pt x="1" y="259"/>
                  </a:cubicBezTo>
                  <a:lnTo>
                    <a:pt x="1" y="1873"/>
                  </a:lnTo>
                  <a:cubicBezTo>
                    <a:pt x="1" y="2063"/>
                    <a:pt x="130" y="2192"/>
                    <a:pt x="258" y="2192"/>
                  </a:cubicBezTo>
                  <a:cubicBezTo>
                    <a:pt x="387" y="2192"/>
                    <a:pt x="516" y="2063"/>
                    <a:pt x="516" y="1873"/>
                  </a:cubicBezTo>
                  <a:lnTo>
                    <a:pt x="516" y="259"/>
                  </a:lnTo>
                  <a:cubicBezTo>
                    <a:pt x="516" y="130"/>
                    <a:pt x="387" y="1"/>
                    <a:pt x="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47"/>
            <p:cNvSpPr/>
            <p:nvPr/>
          </p:nvSpPr>
          <p:spPr>
            <a:xfrm>
              <a:off x="2618200" y="4108825"/>
              <a:ext cx="183700" cy="323975"/>
            </a:xfrm>
            <a:custGeom>
              <a:avLst/>
              <a:gdLst/>
              <a:ahLst/>
              <a:cxnLst/>
              <a:rect l="l" t="t" r="r" b="b"/>
              <a:pathLst>
                <a:path w="7348" h="12959" extrusionOk="0">
                  <a:moveTo>
                    <a:pt x="387" y="1"/>
                  </a:moveTo>
                  <a:cubicBezTo>
                    <a:pt x="196" y="1"/>
                    <a:pt x="0" y="197"/>
                    <a:pt x="0" y="387"/>
                  </a:cubicBezTo>
                  <a:lnTo>
                    <a:pt x="0" y="12572"/>
                  </a:lnTo>
                  <a:cubicBezTo>
                    <a:pt x="0" y="12762"/>
                    <a:pt x="196" y="12958"/>
                    <a:pt x="387" y="12958"/>
                  </a:cubicBezTo>
                  <a:lnTo>
                    <a:pt x="6961" y="12958"/>
                  </a:lnTo>
                  <a:cubicBezTo>
                    <a:pt x="7157" y="12958"/>
                    <a:pt x="7348" y="12762"/>
                    <a:pt x="7348" y="12572"/>
                  </a:cubicBezTo>
                  <a:lnTo>
                    <a:pt x="7348" y="387"/>
                  </a:lnTo>
                  <a:cubicBezTo>
                    <a:pt x="7348" y="197"/>
                    <a:pt x="7157" y="1"/>
                    <a:pt x="696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47"/>
            <p:cNvSpPr/>
            <p:nvPr/>
          </p:nvSpPr>
          <p:spPr>
            <a:xfrm>
              <a:off x="2663300" y="3986775"/>
              <a:ext cx="93500" cy="83500"/>
            </a:xfrm>
            <a:custGeom>
              <a:avLst/>
              <a:gdLst/>
              <a:ahLst/>
              <a:cxnLst/>
              <a:rect l="l" t="t" r="r" b="b"/>
              <a:pathLst>
                <a:path w="3740" h="3340" extrusionOk="0">
                  <a:moveTo>
                    <a:pt x="1871" y="1"/>
                  </a:moveTo>
                  <a:cubicBezTo>
                    <a:pt x="1822" y="1"/>
                    <a:pt x="1775" y="18"/>
                    <a:pt x="1744" y="51"/>
                  </a:cubicBezTo>
                  <a:lnTo>
                    <a:pt x="1290" y="371"/>
                  </a:lnTo>
                  <a:cubicBezTo>
                    <a:pt x="1290" y="371"/>
                    <a:pt x="1" y="1340"/>
                    <a:pt x="645" y="2562"/>
                  </a:cubicBezTo>
                  <a:cubicBezTo>
                    <a:pt x="645" y="2562"/>
                    <a:pt x="946" y="3340"/>
                    <a:pt x="1771" y="3340"/>
                  </a:cubicBezTo>
                  <a:cubicBezTo>
                    <a:pt x="1804" y="3340"/>
                    <a:pt x="1838" y="3338"/>
                    <a:pt x="1872" y="3336"/>
                  </a:cubicBezTo>
                  <a:cubicBezTo>
                    <a:pt x="1905" y="3338"/>
                    <a:pt x="1936" y="3340"/>
                    <a:pt x="1966" y="3340"/>
                  </a:cubicBezTo>
                  <a:cubicBezTo>
                    <a:pt x="2732" y="3340"/>
                    <a:pt x="3033" y="2562"/>
                    <a:pt x="3033" y="2562"/>
                  </a:cubicBezTo>
                  <a:cubicBezTo>
                    <a:pt x="3739" y="1340"/>
                    <a:pt x="2388" y="371"/>
                    <a:pt x="2388" y="371"/>
                  </a:cubicBezTo>
                  <a:lnTo>
                    <a:pt x="2001" y="51"/>
                  </a:lnTo>
                  <a:cubicBezTo>
                    <a:pt x="1968" y="18"/>
                    <a:pt x="1919" y="1"/>
                    <a:pt x="18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47"/>
            <p:cNvSpPr/>
            <p:nvPr/>
          </p:nvSpPr>
          <p:spPr>
            <a:xfrm>
              <a:off x="2618200" y="4108825"/>
              <a:ext cx="183700" cy="147100"/>
            </a:xfrm>
            <a:custGeom>
              <a:avLst/>
              <a:gdLst/>
              <a:ahLst/>
              <a:cxnLst/>
              <a:rect l="l" t="t" r="r" b="b"/>
              <a:pathLst>
                <a:path w="7348" h="5884" extrusionOk="0">
                  <a:moveTo>
                    <a:pt x="387" y="1"/>
                  </a:moveTo>
                  <a:cubicBezTo>
                    <a:pt x="196" y="1"/>
                    <a:pt x="0" y="197"/>
                    <a:pt x="0" y="387"/>
                  </a:cubicBezTo>
                  <a:lnTo>
                    <a:pt x="0" y="1872"/>
                  </a:lnTo>
                  <a:cubicBezTo>
                    <a:pt x="78" y="1853"/>
                    <a:pt x="155" y="1844"/>
                    <a:pt x="230" y="1844"/>
                  </a:cubicBezTo>
                  <a:cubicBezTo>
                    <a:pt x="649" y="1844"/>
                    <a:pt x="1009" y="2132"/>
                    <a:pt x="1227" y="2517"/>
                  </a:cubicBezTo>
                  <a:cubicBezTo>
                    <a:pt x="1418" y="2965"/>
                    <a:pt x="1418" y="3481"/>
                    <a:pt x="1289" y="3935"/>
                  </a:cubicBezTo>
                  <a:cubicBezTo>
                    <a:pt x="1227" y="4322"/>
                    <a:pt x="1098" y="4641"/>
                    <a:pt x="1098" y="4966"/>
                  </a:cubicBezTo>
                  <a:cubicBezTo>
                    <a:pt x="1160" y="5353"/>
                    <a:pt x="1418" y="5740"/>
                    <a:pt x="1805" y="5868"/>
                  </a:cubicBezTo>
                  <a:cubicBezTo>
                    <a:pt x="1856" y="5878"/>
                    <a:pt x="1910" y="5883"/>
                    <a:pt x="1966" y="5883"/>
                  </a:cubicBezTo>
                  <a:cubicBezTo>
                    <a:pt x="2265" y="5883"/>
                    <a:pt x="2609" y="5740"/>
                    <a:pt x="2774" y="5415"/>
                  </a:cubicBezTo>
                  <a:cubicBezTo>
                    <a:pt x="2903" y="5157"/>
                    <a:pt x="2903" y="4899"/>
                    <a:pt x="2903" y="4579"/>
                  </a:cubicBezTo>
                  <a:lnTo>
                    <a:pt x="2903" y="3481"/>
                  </a:lnTo>
                  <a:cubicBezTo>
                    <a:pt x="2903" y="3290"/>
                    <a:pt x="2836" y="3033"/>
                    <a:pt x="2903" y="2837"/>
                  </a:cubicBezTo>
                  <a:cubicBezTo>
                    <a:pt x="2965" y="2708"/>
                    <a:pt x="3032" y="2646"/>
                    <a:pt x="3161" y="2517"/>
                  </a:cubicBezTo>
                  <a:cubicBezTo>
                    <a:pt x="3243" y="2476"/>
                    <a:pt x="3345" y="2454"/>
                    <a:pt x="3447" y="2454"/>
                  </a:cubicBezTo>
                  <a:cubicBezTo>
                    <a:pt x="3666" y="2454"/>
                    <a:pt x="3889" y="2553"/>
                    <a:pt x="3934" y="2775"/>
                  </a:cubicBezTo>
                  <a:cubicBezTo>
                    <a:pt x="4063" y="3223"/>
                    <a:pt x="3934" y="3677"/>
                    <a:pt x="4063" y="4126"/>
                  </a:cubicBezTo>
                  <a:cubicBezTo>
                    <a:pt x="4168" y="4409"/>
                    <a:pt x="4411" y="4557"/>
                    <a:pt x="4662" y="4557"/>
                  </a:cubicBezTo>
                  <a:cubicBezTo>
                    <a:pt x="4867" y="4557"/>
                    <a:pt x="5077" y="4459"/>
                    <a:pt x="5223" y="4255"/>
                  </a:cubicBezTo>
                  <a:cubicBezTo>
                    <a:pt x="5414" y="4064"/>
                    <a:pt x="5414" y="3739"/>
                    <a:pt x="5352" y="3481"/>
                  </a:cubicBezTo>
                  <a:cubicBezTo>
                    <a:pt x="5352" y="3290"/>
                    <a:pt x="5352" y="3161"/>
                    <a:pt x="5285" y="2965"/>
                  </a:cubicBezTo>
                  <a:cubicBezTo>
                    <a:pt x="5285" y="2450"/>
                    <a:pt x="5352" y="1934"/>
                    <a:pt x="5868" y="1805"/>
                  </a:cubicBezTo>
                  <a:cubicBezTo>
                    <a:pt x="6025" y="1742"/>
                    <a:pt x="6245" y="1726"/>
                    <a:pt x="6496" y="1726"/>
                  </a:cubicBezTo>
                  <a:cubicBezTo>
                    <a:pt x="6758" y="1726"/>
                    <a:pt x="7053" y="1743"/>
                    <a:pt x="7348" y="1743"/>
                  </a:cubicBezTo>
                  <a:lnTo>
                    <a:pt x="7348" y="387"/>
                  </a:lnTo>
                  <a:cubicBezTo>
                    <a:pt x="7348" y="197"/>
                    <a:pt x="7157" y="1"/>
                    <a:pt x="69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8" name="Google Shape;2178;p47"/>
          <p:cNvGrpSpPr/>
          <p:nvPr/>
        </p:nvGrpSpPr>
        <p:grpSpPr>
          <a:xfrm>
            <a:off x="4749978" y="3931503"/>
            <a:ext cx="333159" cy="419550"/>
            <a:chOff x="4761275" y="3999250"/>
            <a:chExt cx="354500" cy="446425"/>
          </a:xfrm>
        </p:grpSpPr>
        <p:sp>
          <p:nvSpPr>
            <p:cNvPr id="2179" name="Google Shape;2179;p47"/>
            <p:cNvSpPr/>
            <p:nvPr/>
          </p:nvSpPr>
          <p:spPr>
            <a:xfrm>
              <a:off x="4830625" y="4284525"/>
              <a:ext cx="104675" cy="161150"/>
            </a:xfrm>
            <a:custGeom>
              <a:avLst/>
              <a:gdLst/>
              <a:ahLst/>
              <a:cxnLst/>
              <a:rect l="l" t="t" r="r" b="b"/>
              <a:pathLst>
                <a:path w="4187" h="6446" extrusionOk="0">
                  <a:moveTo>
                    <a:pt x="1996" y="1"/>
                  </a:moveTo>
                  <a:cubicBezTo>
                    <a:pt x="1867" y="1"/>
                    <a:pt x="1738" y="62"/>
                    <a:pt x="1676" y="191"/>
                  </a:cubicBezTo>
                  <a:cubicBezTo>
                    <a:pt x="1609" y="191"/>
                    <a:pt x="1289" y="1094"/>
                    <a:pt x="2191" y="2254"/>
                  </a:cubicBezTo>
                  <a:cubicBezTo>
                    <a:pt x="2253" y="2383"/>
                    <a:pt x="2382" y="2512"/>
                    <a:pt x="2511" y="2641"/>
                  </a:cubicBezTo>
                  <a:cubicBezTo>
                    <a:pt x="2707" y="2898"/>
                    <a:pt x="2965" y="3156"/>
                    <a:pt x="3156" y="3481"/>
                  </a:cubicBezTo>
                  <a:cubicBezTo>
                    <a:pt x="3156" y="3543"/>
                    <a:pt x="3223" y="3610"/>
                    <a:pt x="3285" y="3672"/>
                  </a:cubicBezTo>
                  <a:lnTo>
                    <a:pt x="3481" y="4059"/>
                  </a:lnTo>
                  <a:cubicBezTo>
                    <a:pt x="3609" y="4383"/>
                    <a:pt x="3609" y="4703"/>
                    <a:pt x="3542" y="5028"/>
                  </a:cubicBezTo>
                  <a:cubicBezTo>
                    <a:pt x="3320" y="5749"/>
                    <a:pt x="2617" y="5944"/>
                    <a:pt x="1975" y="5944"/>
                  </a:cubicBezTo>
                  <a:cubicBezTo>
                    <a:pt x="1873" y="5944"/>
                    <a:pt x="1773" y="5939"/>
                    <a:pt x="1676" y="5930"/>
                  </a:cubicBezTo>
                  <a:cubicBezTo>
                    <a:pt x="1289" y="5863"/>
                    <a:pt x="645" y="5801"/>
                    <a:pt x="516" y="5348"/>
                  </a:cubicBezTo>
                  <a:cubicBezTo>
                    <a:pt x="466" y="5205"/>
                    <a:pt x="381" y="5132"/>
                    <a:pt x="287" y="5132"/>
                  </a:cubicBezTo>
                  <a:cubicBezTo>
                    <a:pt x="256" y="5132"/>
                    <a:pt x="223" y="5140"/>
                    <a:pt x="191" y="5157"/>
                  </a:cubicBezTo>
                  <a:cubicBezTo>
                    <a:pt x="62" y="5219"/>
                    <a:pt x="0" y="5348"/>
                    <a:pt x="0" y="5477"/>
                  </a:cubicBezTo>
                  <a:cubicBezTo>
                    <a:pt x="191" y="6059"/>
                    <a:pt x="774" y="6379"/>
                    <a:pt x="1676" y="6446"/>
                  </a:cubicBezTo>
                  <a:lnTo>
                    <a:pt x="1996" y="6446"/>
                  </a:lnTo>
                  <a:cubicBezTo>
                    <a:pt x="3094" y="6446"/>
                    <a:pt x="3800" y="5992"/>
                    <a:pt x="4058" y="5157"/>
                  </a:cubicBezTo>
                  <a:cubicBezTo>
                    <a:pt x="4187" y="4770"/>
                    <a:pt x="4125" y="4255"/>
                    <a:pt x="3929" y="3801"/>
                  </a:cubicBezTo>
                  <a:cubicBezTo>
                    <a:pt x="3867" y="3672"/>
                    <a:pt x="3800" y="3481"/>
                    <a:pt x="3671" y="3352"/>
                  </a:cubicBezTo>
                  <a:cubicBezTo>
                    <a:pt x="3671" y="3285"/>
                    <a:pt x="3609" y="3223"/>
                    <a:pt x="3609" y="3223"/>
                  </a:cubicBezTo>
                  <a:cubicBezTo>
                    <a:pt x="3352" y="2837"/>
                    <a:pt x="3156" y="2579"/>
                    <a:pt x="2898" y="2321"/>
                  </a:cubicBezTo>
                  <a:cubicBezTo>
                    <a:pt x="2769" y="2192"/>
                    <a:pt x="2707" y="2063"/>
                    <a:pt x="2578" y="1934"/>
                  </a:cubicBezTo>
                  <a:cubicBezTo>
                    <a:pt x="1867" y="1032"/>
                    <a:pt x="2124" y="387"/>
                    <a:pt x="2124" y="387"/>
                  </a:cubicBezTo>
                  <a:cubicBezTo>
                    <a:pt x="2191" y="258"/>
                    <a:pt x="2124" y="62"/>
                    <a:pt x="19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47"/>
            <p:cNvSpPr/>
            <p:nvPr/>
          </p:nvSpPr>
          <p:spPr>
            <a:xfrm>
              <a:off x="4857950" y="4257075"/>
              <a:ext cx="40375" cy="33925"/>
            </a:xfrm>
            <a:custGeom>
              <a:avLst/>
              <a:gdLst/>
              <a:ahLst/>
              <a:cxnLst/>
              <a:rect l="l" t="t" r="r" b="b"/>
              <a:pathLst>
                <a:path w="1615" h="1357" extrusionOk="0">
                  <a:moveTo>
                    <a:pt x="774" y="0"/>
                  </a:moveTo>
                  <a:cubicBezTo>
                    <a:pt x="774" y="0"/>
                    <a:pt x="129" y="583"/>
                    <a:pt x="67" y="970"/>
                  </a:cubicBezTo>
                  <a:cubicBezTo>
                    <a:pt x="0" y="1160"/>
                    <a:pt x="129" y="1356"/>
                    <a:pt x="325" y="1356"/>
                  </a:cubicBezTo>
                  <a:lnTo>
                    <a:pt x="1289" y="1356"/>
                  </a:lnTo>
                  <a:cubicBezTo>
                    <a:pt x="1485" y="1356"/>
                    <a:pt x="1614" y="1160"/>
                    <a:pt x="1547" y="970"/>
                  </a:cubicBezTo>
                  <a:cubicBezTo>
                    <a:pt x="1418" y="583"/>
                    <a:pt x="774" y="0"/>
                    <a:pt x="77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47"/>
            <p:cNvSpPr/>
            <p:nvPr/>
          </p:nvSpPr>
          <p:spPr>
            <a:xfrm>
              <a:off x="4761275" y="3999250"/>
              <a:ext cx="219150" cy="262750"/>
            </a:xfrm>
            <a:custGeom>
              <a:avLst/>
              <a:gdLst/>
              <a:ahLst/>
              <a:cxnLst/>
              <a:rect l="l" t="t" r="r" b="b"/>
              <a:pathLst>
                <a:path w="8766" h="10510" extrusionOk="0">
                  <a:moveTo>
                    <a:pt x="4383" y="1"/>
                  </a:moveTo>
                  <a:cubicBezTo>
                    <a:pt x="1934" y="1"/>
                    <a:pt x="0" y="2321"/>
                    <a:pt x="0" y="5224"/>
                  </a:cubicBezTo>
                  <a:cubicBezTo>
                    <a:pt x="0" y="8122"/>
                    <a:pt x="1934" y="10509"/>
                    <a:pt x="4383" y="10509"/>
                  </a:cubicBezTo>
                  <a:cubicBezTo>
                    <a:pt x="6832" y="10509"/>
                    <a:pt x="8766" y="8122"/>
                    <a:pt x="8766" y="5224"/>
                  </a:cubicBezTo>
                  <a:cubicBezTo>
                    <a:pt x="8766" y="2321"/>
                    <a:pt x="6832" y="1"/>
                    <a:pt x="43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47"/>
            <p:cNvSpPr/>
            <p:nvPr/>
          </p:nvSpPr>
          <p:spPr>
            <a:xfrm>
              <a:off x="5015850" y="4302200"/>
              <a:ext cx="77375" cy="128925"/>
            </a:xfrm>
            <a:custGeom>
              <a:avLst/>
              <a:gdLst/>
              <a:ahLst/>
              <a:cxnLst/>
              <a:rect l="l" t="t" r="r" b="b"/>
              <a:pathLst>
                <a:path w="3095" h="5157" extrusionOk="0">
                  <a:moveTo>
                    <a:pt x="387" y="0"/>
                  </a:moveTo>
                  <a:cubicBezTo>
                    <a:pt x="258" y="0"/>
                    <a:pt x="130" y="67"/>
                    <a:pt x="68" y="196"/>
                  </a:cubicBezTo>
                  <a:cubicBezTo>
                    <a:pt x="1" y="902"/>
                    <a:pt x="1" y="1547"/>
                    <a:pt x="68" y="2258"/>
                  </a:cubicBezTo>
                  <a:cubicBezTo>
                    <a:pt x="130" y="3032"/>
                    <a:pt x="197" y="3738"/>
                    <a:pt x="712" y="4383"/>
                  </a:cubicBezTo>
                  <a:cubicBezTo>
                    <a:pt x="1032" y="4837"/>
                    <a:pt x="1615" y="5156"/>
                    <a:pt x="2130" y="5156"/>
                  </a:cubicBezTo>
                  <a:cubicBezTo>
                    <a:pt x="2450" y="5156"/>
                    <a:pt x="2708" y="5094"/>
                    <a:pt x="2965" y="4898"/>
                  </a:cubicBezTo>
                  <a:cubicBezTo>
                    <a:pt x="3094" y="4837"/>
                    <a:pt x="3094" y="4641"/>
                    <a:pt x="3033" y="4512"/>
                  </a:cubicBezTo>
                  <a:cubicBezTo>
                    <a:pt x="2994" y="4437"/>
                    <a:pt x="2913" y="4405"/>
                    <a:pt x="2827" y="4405"/>
                  </a:cubicBezTo>
                  <a:cubicBezTo>
                    <a:pt x="2765" y="4405"/>
                    <a:pt x="2700" y="4422"/>
                    <a:pt x="2646" y="4450"/>
                  </a:cubicBezTo>
                  <a:cubicBezTo>
                    <a:pt x="2495" y="4579"/>
                    <a:pt x="2308" y="4636"/>
                    <a:pt x="2114" y="4636"/>
                  </a:cubicBezTo>
                  <a:cubicBezTo>
                    <a:pt x="1727" y="4636"/>
                    <a:pt x="1312" y="4407"/>
                    <a:pt x="1099" y="4063"/>
                  </a:cubicBezTo>
                  <a:cubicBezTo>
                    <a:pt x="712" y="3548"/>
                    <a:pt x="645" y="2903"/>
                    <a:pt x="583" y="2191"/>
                  </a:cubicBezTo>
                  <a:cubicBezTo>
                    <a:pt x="516" y="1547"/>
                    <a:pt x="583" y="902"/>
                    <a:pt x="645" y="258"/>
                  </a:cubicBezTo>
                  <a:cubicBezTo>
                    <a:pt x="645" y="129"/>
                    <a:pt x="516"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47"/>
            <p:cNvSpPr/>
            <p:nvPr/>
          </p:nvSpPr>
          <p:spPr>
            <a:xfrm>
              <a:off x="5006175" y="4278075"/>
              <a:ext cx="37150" cy="30575"/>
            </a:xfrm>
            <a:custGeom>
              <a:avLst/>
              <a:gdLst/>
              <a:ahLst/>
              <a:cxnLst/>
              <a:rect l="l" t="t" r="r" b="b"/>
              <a:pathLst>
                <a:path w="1486" h="1223" extrusionOk="0">
                  <a:moveTo>
                    <a:pt x="712" y="1"/>
                  </a:moveTo>
                  <a:cubicBezTo>
                    <a:pt x="712" y="1"/>
                    <a:pt x="197" y="516"/>
                    <a:pt x="68" y="903"/>
                  </a:cubicBezTo>
                  <a:cubicBezTo>
                    <a:pt x="1" y="1032"/>
                    <a:pt x="130" y="1223"/>
                    <a:pt x="326" y="1223"/>
                  </a:cubicBezTo>
                  <a:lnTo>
                    <a:pt x="1161" y="1223"/>
                  </a:lnTo>
                  <a:cubicBezTo>
                    <a:pt x="1357" y="1223"/>
                    <a:pt x="1486" y="1032"/>
                    <a:pt x="1419" y="903"/>
                  </a:cubicBezTo>
                  <a:cubicBezTo>
                    <a:pt x="1290" y="516"/>
                    <a:pt x="712" y="1"/>
                    <a:pt x="7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47"/>
            <p:cNvSpPr/>
            <p:nvPr/>
          </p:nvSpPr>
          <p:spPr>
            <a:xfrm>
              <a:off x="4920850" y="4050825"/>
              <a:ext cx="194925" cy="232050"/>
            </a:xfrm>
            <a:custGeom>
              <a:avLst/>
              <a:gdLst/>
              <a:ahLst/>
              <a:cxnLst/>
              <a:rect l="l" t="t" r="r" b="b"/>
              <a:pathLst>
                <a:path w="7797" h="9282" extrusionOk="0">
                  <a:moveTo>
                    <a:pt x="3930" y="0"/>
                  </a:moveTo>
                  <a:cubicBezTo>
                    <a:pt x="1738" y="0"/>
                    <a:pt x="0" y="2063"/>
                    <a:pt x="0" y="4641"/>
                  </a:cubicBezTo>
                  <a:cubicBezTo>
                    <a:pt x="0" y="7157"/>
                    <a:pt x="1738" y="9282"/>
                    <a:pt x="3930" y="9282"/>
                  </a:cubicBezTo>
                  <a:cubicBezTo>
                    <a:pt x="6059" y="9282"/>
                    <a:pt x="7797" y="7157"/>
                    <a:pt x="7797" y="4641"/>
                  </a:cubicBezTo>
                  <a:cubicBezTo>
                    <a:pt x="7797" y="2063"/>
                    <a:pt x="6059" y="0"/>
                    <a:pt x="39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47"/>
          <p:cNvGrpSpPr/>
          <p:nvPr/>
        </p:nvGrpSpPr>
        <p:grpSpPr>
          <a:xfrm>
            <a:off x="4079172" y="3933078"/>
            <a:ext cx="301323" cy="419433"/>
            <a:chOff x="4047500" y="4000925"/>
            <a:chExt cx="320625" cy="446300"/>
          </a:xfrm>
        </p:grpSpPr>
        <p:sp>
          <p:nvSpPr>
            <p:cNvPr id="2186" name="Google Shape;2186;p47"/>
            <p:cNvSpPr/>
            <p:nvPr/>
          </p:nvSpPr>
          <p:spPr>
            <a:xfrm>
              <a:off x="4190850" y="4236200"/>
              <a:ext cx="33925" cy="211025"/>
            </a:xfrm>
            <a:custGeom>
              <a:avLst/>
              <a:gdLst/>
              <a:ahLst/>
              <a:cxnLst/>
              <a:rect l="l" t="t" r="r" b="b"/>
              <a:pathLst>
                <a:path w="1357" h="8441" extrusionOk="0">
                  <a:moveTo>
                    <a:pt x="1" y="0"/>
                  </a:moveTo>
                  <a:lnTo>
                    <a:pt x="1" y="7734"/>
                  </a:lnTo>
                  <a:cubicBezTo>
                    <a:pt x="1" y="8121"/>
                    <a:pt x="258" y="8441"/>
                    <a:pt x="645" y="8441"/>
                  </a:cubicBezTo>
                  <a:cubicBezTo>
                    <a:pt x="1032" y="8441"/>
                    <a:pt x="1357" y="8121"/>
                    <a:pt x="1357" y="7734"/>
                  </a:cubicBezTo>
                  <a:lnTo>
                    <a:pt x="135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47"/>
            <p:cNvSpPr/>
            <p:nvPr/>
          </p:nvSpPr>
          <p:spPr>
            <a:xfrm>
              <a:off x="4079725" y="4000925"/>
              <a:ext cx="256175" cy="254625"/>
            </a:xfrm>
            <a:custGeom>
              <a:avLst/>
              <a:gdLst/>
              <a:ahLst/>
              <a:cxnLst/>
              <a:rect l="l" t="t" r="r" b="b"/>
              <a:pathLst>
                <a:path w="10247" h="10185" extrusionOk="0">
                  <a:moveTo>
                    <a:pt x="5090" y="1"/>
                  </a:moveTo>
                  <a:cubicBezTo>
                    <a:pt x="2321" y="1"/>
                    <a:pt x="1" y="2254"/>
                    <a:pt x="1" y="5090"/>
                  </a:cubicBezTo>
                  <a:cubicBezTo>
                    <a:pt x="1" y="7926"/>
                    <a:pt x="2321" y="10184"/>
                    <a:pt x="5090" y="10184"/>
                  </a:cubicBezTo>
                  <a:cubicBezTo>
                    <a:pt x="7926" y="10184"/>
                    <a:pt x="10246" y="7926"/>
                    <a:pt x="10246" y="5090"/>
                  </a:cubicBezTo>
                  <a:cubicBezTo>
                    <a:pt x="10246" y="2254"/>
                    <a:pt x="7926" y="1"/>
                    <a:pt x="509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47"/>
            <p:cNvSpPr/>
            <p:nvPr/>
          </p:nvSpPr>
          <p:spPr>
            <a:xfrm>
              <a:off x="4047500" y="4031475"/>
              <a:ext cx="320625" cy="224075"/>
            </a:xfrm>
            <a:custGeom>
              <a:avLst/>
              <a:gdLst/>
              <a:ahLst/>
              <a:cxnLst/>
              <a:rect l="l" t="t" r="r" b="b"/>
              <a:pathLst>
                <a:path w="12825" h="8963" extrusionOk="0">
                  <a:moveTo>
                    <a:pt x="3027" y="1"/>
                  </a:moveTo>
                  <a:cubicBezTo>
                    <a:pt x="2383" y="584"/>
                    <a:pt x="1934" y="1290"/>
                    <a:pt x="1610" y="2063"/>
                  </a:cubicBezTo>
                  <a:cubicBezTo>
                    <a:pt x="707" y="2130"/>
                    <a:pt x="1" y="2904"/>
                    <a:pt x="1" y="3868"/>
                  </a:cubicBezTo>
                  <a:cubicBezTo>
                    <a:pt x="1" y="4837"/>
                    <a:pt x="707" y="5611"/>
                    <a:pt x="1610" y="5673"/>
                  </a:cubicBezTo>
                  <a:cubicBezTo>
                    <a:pt x="2383" y="7606"/>
                    <a:pt x="4255" y="8962"/>
                    <a:pt x="6379" y="8962"/>
                  </a:cubicBezTo>
                  <a:cubicBezTo>
                    <a:pt x="7864" y="8962"/>
                    <a:pt x="9215" y="8318"/>
                    <a:pt x="10117" y="7349"/>
                  </a:cubicBezTo>
                  <a:lnTo>
                    <a:pt x="10117" y="7349"/>
                  </a:lnTo>
                  <a:cubicBezTo>
                    <a:pt x="9798" y="7416"/>
                    <a:pt x="9473" y="7416"/>
                    <a:pt x="9086" y="7416"/>
                  </a:cubicBezTo>
                  <a:cubicBezTo>
                    <a:pt x="7410" y="7416"/>
                    <a:pt x="5930" y="6771"/>
                    <a:pt x="4832" y="5673"/>
                  </a:cubicBezTo>
                  <a:lnTo>
                    <a:pt x="11020" y="5673"/>
                  </a:lnTo>
                  <a:cubicBezTo>
                    <a:pt x="12051" y="5673"/>
                    <a:pt x="12824" y="4837"/>
                    <a:pt x="12824" y="3868"/>
                  </a:cubicBezTo>
                  <a:cubicBezTo>
                    <a:pt x="12824" y="2837"/>
                    <a:pt x="12051" y="2063"/>
                    <a:pt x="11020" y="2063"/>
                  </a:cubicBezTo>
                  <a:lnTo>
                    <a:pt x="2966" y="2063"/>
                  </a:lnTo>
                  <a:cubicBezTo>
                    <a:pt x="2966" y="1806"/>
                    <a:pt x="2899" y="1486"/>
                    <a:pt x="2899" y="1228"/>
                  </a:cubicBezTo>
                  <a:cubicBezTo>
                    <a:pt x="2899" y="841"/>
                    <a:pt x="2966" y="455"/>
                    <a:pt x="302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9" name="Google Shape;2189;p47"/>
          <p:cNvGrpSpPr/>
          <p:nvPr/>
        </p:nvGrpSpPr>
        <p:grpSpPr>
          <a:xfrm>
            <a:off x="5479873" y="3930047"/>
            <a:ext cx="275643" cy="419433"/>
            <a:chOff x="5537925" y="3997700"/>
            <a:chExt cx="293300" cy="446300"/>
          </a:xfrm>
        </p:grpSpPr>
        <p:sp>
          <p:nvSpPr>
            <p:cNvPr id="2190" name="Google Shape;2190;p47"/>
            <p:cNvSpPr/>
            <p:nvPr/>
          </p:nvSpPr>
          <p:spPr>
            <a:xfrm>
              <a:off x="5537925" y="3997700"/>
              <a:ext cx="293300" cy="446300"/>
            </a:xfrm>
            <a:custGeom>
              <a:avLst/>
              <a:gdLst/>
              <a:ahLst/>
              <a:cxnLst/>
              <a:rect l="l" t="t" r="r" b="b"/>
              <a:pathLst>
                <a:path w="11732" h="17852" extrusionOk="0">
                  <a:moveTo>
                    <a:pt x="5868" y="1"/>
                  </a:moveTo>
                  <a:cubicBezTo>
                    <a:pt x="2579" y="1"/>
                    <a:pt x="1" y="2641"/>
                    <a:pt x="1" y="5864"/>
                  </a:cubicBezTo>
                  <a:lnTo>
                    <a:pt x="1" y="17207"/>
                  </a:lnTo>
                  <a:cubicBezTo>
                    <a:pt x="1" y="17532"/>
                    <a:pt x="258" y="17852"/>
                    <a:pt x="645" y="17852"/>
                  </a:cubicBezTo>
                  <a:lnTo>
                    <a:pt x="11086" y="17852"/>
                  </a:lnTo>
                  <a:cubicBezTo>
                    <a:pt x="11473" y="17852"/>
                    <a:pt x="11731" y="17532"/>
                    <a:pt x="11731" y="17207"/>
                  </a:cubicBezTo>
                  <a:lnTo>
                    <a:pt x="11731" y="5864"/>
                  </a:lnTo>
                  <a:cubicBezTo>
                    <a:pt x="11731" y="2641"/>
                    <a:pt x="9091" y="1"/>
                    <a:pt x="58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47"/>
            <p:cNvSpPr/>
            <p:nvPr/>
          </p:nvSpPr>
          <p:spPr>
            <a:xfrm>
              <a:off x="5618500" y="4310300"/>
              <a:ext cx="132150" cy="14475"/>
            </a:xfrm>
            <a:custGeom>
              <a:avLst/>
              <a:gdLst/>
              <a:ahLst/>
              <a:cxnLst/>
              <a:rect l="l" t="t" r="r" b="b"/>
              <a:pathLst>
                <a:path w="5286" h="579" extrusionOk="0">
                  <a:moveTo>
                    <a:pt x="258" y="1"/>
                  </a:moveTo>
                  <a:cubicBezTo>
                    <a:pt x="129" y="1"/>
                    <a:pt x="0" y="130"/>
                    <a:pt x="0" y="321"/>
                  </a:cubicBezTo>
                  <a:cubicBezTo>
                    <a:pt x="0" y="449"/>
                    <a:pt x="129" y="578"/>
                    <a:pt x="258" y="578"/>
                  </a:cubicBezTo>
                  <a:lnTo>
                    <a:pt x="5028" y="578"/>
                  </a:lnTo>
                  <a:cubicBezTo>
                    <a:pt x="5156" y="578"/>
                    <a:pt x="5285" y="449"/>
                    <a:pt x="5285" y="321"/>
                  </a:cubicBezTo>
                  <a:cubicBezTo>
                    <a:pt x="5285" y="130"/>
                    <a:pt x="5156" y="1"/>
                    <a:pt x="502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47"/>
            <p:cNvSpPr/>
            <p:nvPr/>
          </p:nvSpPr>
          <p:spPr>
            <a:xfrm>
              <a:off x="5618500" y="4336100"/>
              <a:ext cx="132150" cy="14450"/>
            </a:xfrm>
            <a:custGeom>
              <a:avLst/>
              <a:gdLst/>
              <a:ahLst/>
              <a:cxnLst/>
              <a:rect l="l" t="t" r="r" b="b"/>
              <a:pathLst>
                <a:path w="5286" h="578" extrusionOk="0">
                  <a:moveTo>
                    <a:pt x="258" y="0"/>
                  </a:moveTo>
                  <a:cubicBezTo>
                    <a:pt x="129" y="0"/>
                    <a:pt x="0" y="129"/>
                    <a:pt x="0" y="258"/>
                  </a:cubicBezTo>
                  <a:cubicBezTo>
                    <a:pt x="0" y="449"/>
                    <a:pt x="129" y="578"/>
                    <a:pt x="258" y="578"/>
                  </a:cubicBezTo>
                  <a:lnTo>
                    <a:pt x="5028" y="578"/>
                  </a:lnTo>
                  <a:cubicBezTo>
                    <a:pt x="5156" y="578"/>
                    <a:pt x="5285" y="449"/>
                    <a:pt x="5285" y="258"/>
                  </a:cubicBezTo>
                  <a:cubicBezTo>
                    <a:pt x="5285" y="129"/>
                    <a:pt x="5156" y="0"/>
                    <a:pt x="50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47"/>
            <p:cNvSpPr/>
            <p:nvPr/>
          </p:nvSpPr>
          <p:spPr>
            <a:xfrm>
              <a:off x="5634600" y="4361875"/>
              <a:ext cx="99925" cy="14450"/>
            </a:xfrm>
            <a:custGeom>
              <a:avLst/>
              <a:gdLst/>
              <a:ahLst/>
              <a:cxnLst/>
              <a:rect l="l" t="t" r="r" b="b"/>
              <a:pathLst>
                <a:path w="3997" h="578" extrusionOk="0">
                  <a:moveTo>
                    <a:pt x="259" y="0"/>
                  </a:moveTo>
                  <a:cubicBezTo>
                    <a:pt x="130" y="0"/>
                    <a:pt x="1" y="129"/>
                    <a:pt x="1" y="320"/>
                  </a:cubicBezTo>
                  <a:cubicBezTo>
                    <a:pt x="1" y="449"/>
                    <a:pt x="130" y="578"/>
                    <a:pt x="259" y="578"/>
                  </a:cubicBezTo>
                  <a:lnTo>
                    <a:pt x="3739" y="578"/>
                  </a:lnTo>
                  <a:cubicBezTo>
                    <a:pt x="3868" y="578"/>
                    <a:pt x="3997" y="449"/>
                    <a:pt x="3997" y="320"/>
                  </a:cubicBezTo>
                  <a:cubicBezTo>
                    <a:pt x="3997" y="129"/>
                    <a:pt x="3868" y="0"/>
                    <a:pt x="373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47"/>
            <p:cNvSpPr/>
            <p:nvPr/>
          </p:nvSpPr>
          <p:spPr>
            <a:xfrm>
              <a:off x="5615275" y="4186175"/>
              <a:ext cx="53250" cy="67700"/>
            </a:xfrm>
            <a:custGeom>
              <a:avLst/>
              <a:gdLst/>
              <a:ahLst/>
              <a:cxnLst/>
              <a:rect l="l" t="t" r="r" b="b"/>
              <a:pathLst>
                <a:path w="2130" h="2708" extrusionOk="0">
                  <a:moveTo>
                    <a:pt x="1099" y="516"/>
                  </a:moveTo>
                  <a:cubicBezTo>
                    <a:pt x="1227" y="516"/>
                    <a:pt x="1356" y="516"/>
                    <a:pt x="1418" y="583"/>
                  </a:cubicBezTo>
                  <a:cubicBezTo>
                    <a:pt x="1547" y="645"/>
                    <a:pt x="1547" y="712"/>
                    <a:pt x="1547" y="841"/>
                  </a:cubicBezTo>
                  <a:cubicBezTo>
                    <a:pt x="1547" y="1032"/>
                    <a:pt x="1547" y="1099"/>
                    <a:pt x="1418" y="1161"/>
                  </a:cubicBezTo>
                  <a:cubicBezTo>
                    <a:pt x="1356" y="1228"/>
                    <a:pt x="1227" y="1228"/>
                    <a:pt x="1099" y="1228"/>
                  </a:cubicBezTo>
                  <a:lnTo>
                    <a:pt x="516" y="1228"/>
                  </a:lnTo>
                  <a:lnTo>
                    <a:pt x="516" y="516"/>
                  </a:lnTo>
                  <a:close/>
                  <a:moveTo>
                    <a:pt x="129" y="0"/>
                  </a:moveTo>
                  <a:lnTo>
                    <a:pt x="67" y="67"/>
                  </a:lnTo>
                  <a:lnTo>
                    <a:pt x="0" y="129"/>
                  </a:lnTo>
                  <a:lnTo>
                    <a:pt x="0" y="2579"/>
                  </a:lnTo>
                  <a:cubicBezTo>
                    <a:pt x="0" y="2646"/>
                    <a:pt x="67" y="2646"/>
                    <a:pt x="67" y="2646"/>
                  </a:cubicBezTo>
                  <a:cubicBezTo>
                    <a:pt x="67" y="2707"/>
                    <a:pt x="129" y="2707"/>
                    <a:pt x="129" y="2707"/>
                  </a:cubicBezTo>
                  <a:lnTo>
                    <a:pt x="454" y="2707"/>
                  </a:lnTo>
                  <a:cubicBezTo>
                    <a:pt x="454" y="2707"/>
                    <a:pt x="516" y="2707"/>
                    <a:pt x="516" y="2646"/>
                  </a:cubicBezTo>
                  <a:lnTo>
                    <a:pt x="516" y="2579"/>
                  </a:lnTo>
                  <a:lnTo>
                    <a:pt x="516" y="1676"/>
                  </a:lnTo>
                  <a:lnTo>
                    <a:pt x="1032" y="1676"/>
                  </a:lnTo>
                  <a:lnTo>
                    <a:pt x="1547" y="2579"/>
                  </a:lnTo>
                  <a:cubicBezTo>
                    <a:pt x="1547" y="2579"/>
                    <a:pt x="1547" y="2646"/>
                    <a:pt x="1614" y="2646"/>
                  </a:cubicBezTo>
                  <a:cubicBezTo>
                    <a:pt x="1614" y="2707"/>
                    <a:pt x="1676" y="2707"/>
                    <a:pt x="1676" y="2707"/>
                  </a:cubicBezTo>
                  <a:lnTo>
                    <a:pt x="2001" y="2707"/>
                  </a:lnTo>
                  <a:cubicBezTo>
                    <a:pt x="2063" y="2707"/>
                    <a:pt x="2063" y="2707"/>
                    <a:pt x="2063" y="2646"/>
                  </a:cubicBezTo>
                  <a:cubicBezTo>
                    <a:pt x="2130" y="2646"/>
                    <a:pt x="2130" y="2646"/>
                    <a:pt x="2130" y="2579"/>
                  </a:cubicBezTo>
                  <a:lnTo>
                    <a:pt x="1547" y="1614"/>
                  </a:lnTo>
                  <a:cubicBezTo>
                    <a:pt x="1743" y="1547"/>
                    <a:pt x="1872" y="1485"/>
                    <a:pt x="1934" y="1356"/>
                  </a:cubicBezTo>
                  <a:cubicBezTo>
                    <a:pt x="2063" y="1228"/>
                    <a:pt x="2063" y="1032"/>
                    <a:pt x="2063" y="841"/>
                  </a:cubicBezTo>
                  <a:cubicBezTo>
                    <a:pt x="2063" y="583"/>
                    <a:pt x="2001" y="387"/>
                    <a:pt x="1805" y="258"/>
                  </a:cubicBezTo>
                  <a:cubicBezTo>
                    <a:pt x="1676" y="129"/>
                    <a:pt x="1418" y="0"/>
                    <a:pt x="109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47"/>
            <p:cNvSpPr/>
            <p:nvPr/>
          </p:nvSpPr>
          <p:spPr>
            <a:xfrm>
              <a:off x="5679725" y="4186175"/>
              <a:ext cx="12925" cy="67700"/>
            </a:xfrm>
            <a:custGeom>
              <a:avLst/>
              <a:gdLst/>
              <a:ahLst/>
              <a:cxnLst/>
              <a:rect l="l" t="t" r="r" b="b"/>
              <a:pathLst>
                <a:path w="517" h="2708" extrusionOk="0">
                  <a:moveTo>
                    <a:pt x="67" y="0"/>
                  </a:moveTo>
                  <a:cubicBezTo>
                    <a:pt x="67" y="0"/>
                    <a:pt x="67" y="67"/>
                    <a:pt x="0" y="67"/>
                  </a:cubicBezTo>
                  <a:lnTo>
                    <a:pt x="0" y="129"/>
                  </a:lnTo>
                  <a:lnTo>
                    <a:pt x="0" y="2579"/>
                  </a:lnTo>
                  <a:lnTo>
                    <a:pt x="0" y="2646"/>
                  </a:lnTo>
                  <a:lnTo>
                    <a:pt x="67" y="2707"/>
                  </a:lnTo>
                  <a:lnTo>
                    <a:pt x="387" y="2707"/>
                  </a:lnTo>
                  <a:cubicBezTo>
                    <a:pt x="454" y="2707"/>
                    <a:pt x="454" y="2707"/>
                    <a:pt x="454" y="2646"/>
                  </a:cubicBezTo>
                  <a:cubicBezTo>
                    <a:pt x="516" y="2646"/>
                    <a:pt x="516" y="2646"/>
                    <a:pt x="516" y="2579"/>
                  </a:cubicBezTo>
                  <a:lnTo>
                    <a:pt x="516" y="129"/>
                  </a:lnTo>
                  <a:cubicBezTo>
                    <a:pt x="516" y="129"/>
                    <a:pt x="516" y="67"/>
                    <a:pt x="454" y="67"/>
                  </a:cubicBezTo>
                  <a:cubicBezTo>
                    <a:pt x="454" y="67"/>
                    <a:pt x="454" y="0"/>
                    <a:pt x="38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47"/>
            <p:cNvSpPr/>
            <p:nvPr/>
          </p:nvSpPr>
          <p:spPr>
            <a:xfrm>
              <a:off x="5707175" y="4186175"/>
              <a:ext cx="51600" cy="67700"/>
            </a:xfrm>
            <a:custGeom>
              <a:avLst/>
              <a:gdLst/>
              <a:ahLst/>
              <a:cxnLst/>
              <a:rect l="l" t="t" r="r" b="b"/>
              <a:pathLst>
                <a:path w="2064" h="2708" extrusionOk="0">
                  <a:moveTo>
                    <a:pt x="1094" y="516"/>
                  </a:moveTo>
                  <a:cubicBezTo>
                    <a:pt x="1223" y="516"/>
                    <a:pt x="1352" y="516"/>
                    <a:pt x="1419" y="583"/>
                  </a:cubicBezTo>
                  <a:cubicBezTo>
                    <a:pt x="1548" y="645"/>
                    <a:pt x="1548" y="712"/>
                    <a:pt x="1548" y="903"/>
                  </a:cubicBezTo>
                  <a:cubicBezTo>
                    <a:pt x="1548" y="1032"/>
                    <a:pt x="1548" y="1099"/>
                    <a:pt x="1419" y="1161"/>
                  </a:cubicBezTo>
                  <a:cubicBezTo>
                    <a:pt x="1352" y="1228"/>
                    <a:pt x="1223" y="1289"/>
                    <a:pt x="1094" y="1289"/>
                  </a:cubicBezTo>
                  <a:lnTo>
                    <a:pt x="516" y="1289"/>
                  </a:lnTo>
                  <a:lnTo>
                    <a:pt x="516" y="516"/>
                  </a:lnTo>
                  <a:close/>
                  <a:moveTo>
                    <a:pt x="130" y="0"/>
                  </a:moveTo>
                  <a:cubicBezTo>
                    <a:pt x="63" y="0"/>
                    <a:pt x="63" y="67"/>
                    <a:pt x="1" y="67"/>
                  </a:cubicBezTo>
                  <a:lnTo>
                    <a:pt x="1" y="129"/>
                  </a:lnTo>
                  <a:lnTo>
                    <a:pt x="1" y="2579"/>
                  </a:lnTo>
                  <a:lnTo>
                    <a:pt x="1" y="2646"/>
                  </a:lnTo>
                  <a:cubicBezTo>
                    <a:pt x="63" y="2707"/>
                    <a:pt x="63" y="2707"/>
                    <a:pt x="130" y="2707"/>
                  </a:cubicBezTo>
                  <a:lnTo>
                    <a:pt x="387" y="2707"/>
                  </a:lnTo>
                  <a:cubicBezTo>
                    <a:pt x="449" y="2707"/>
                    <a:pt x="449" y="2707"/>
                    <a:pt x="516" y="2646"/>
                  </a:cubicBezTo>
                  <a:lnTo>
                    <a:pt x="516" y="2579"/>
                  </a:lnTo>
                  <a:lnTo>
                    <a:pt x="516" y="1743"/>
                  </a:lnTo>
                  <a:lnTo>
                    <a:pt x="1094" y="1743"/>
                  </a:lnTo>
                  <a:cubicBezTo>
                    <a:pt x="1419" y="1743"/>
                    <a:pt x="1676" y="1676"/>
                    <a:pt x="1805" y="1547"/>
                  </a:cubicBezTo>
                  <a:cubicBezTo>
                    <a:pt x="1996" y="1356"/>
                    <a:pt x="2063" y="1161"/>
                    <a:pt x="2063" y="903"/>
                  </a:cubicBezTo>
                  <a:cubicBezTo>
                    <a:pt x="2063" y="583"/>
                    <a:pt x="1996" y="387"/>
                    <a:pt x="1805" y="258"/>
                  </a:cubicBezTo>
                  <a:cubicBezTo>
                    <a:pt x="1676" y="129"/>
                    <a:pt x="1419" y="0"/>
                    <a:pt x="109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47"/>
            <p:cNvSpPr/>
            <p:nvPr/>
          </p:nvSpPr>
          <p:spPr>
            <a:xfrm>
              <a:off x="5707175" y="3999250"/>
              <a:ext cx="12925" cy="66150"/>
            </a:xfrm>
            <a:custGeom>
              <a:avLst/>
              <a:gdLst/>
              <a:ahLst/>
              <a:cxnLst/>
              <a:rect l="l" t="t" r="r" b="b"/>
              <a:pathLst>
                <a:path w="517" h="2646" extrusionOk="0">
                  <a:moveTo>
                    <a:pt x="1" y="1"/>
                  </a:moveTo>
                  <a:lnTo>
                    <a:pt x="1" y="2388"/>
                  </a:lnTo>
                  <a:cubicBezTo>
                    <a:pt x="1" y="2517"/>
                    <a:pt x="130" y="2646"/>
                    <a:pt x="259" y="2646"/>
                  </a:cubicBezTo>
                  <a:cubicBezTo>
                    <a:pt x="449" y="2646"/>
                    <a:pt x="516" y="2517"/>
                    <a:pt x="516" y="2388"/>
                  </a:cubicBezTo>
                  <a:lnTo>
                    <a:pt x="516" y="68"/>
                  </a:lnTo>
                  <a:cubicBezTo>
                    <a:pt x="387" y="68"/>
                    <a:pt x="191" y="1"/>
                    <a:pt x="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47"/>
            <p:cNvSpPr/>
            <p:nvPr/>
          </p:nvSpPr>
          <p:spPr>
            <a:xfrm>
              <a:off x="5723300" y="4008925"/>
              <a:ext cx="32250" cy="138600"/>
            </a:xfrm>
            <a:custGeom>
              <a:avLst/>
              <a:gdLst/>
              <a:ahLst/>
              <a:cxnLst/>
              <a:rect l="l" t="t" r="r" b="b"/>
              <a:pathLst>
                <a:path w="1290" h="5544" extrusionOk="0">
                  <a:moveTo>
                    <a:pt x="774" y="1"/>
                  </a:moveTo>
                  <a:lnTo>
                    <a:pt x="774" y="129"/>
                  </a:lnTo>
                  <a:lnTo>
                    <a:pt x="774" y="2903"/>
                  </a:lnTo>
                  <a:lnTo>
                    <a:pt x="62" y="3677"/>
                  </a:lnTo>
                  <a:cubicBezTo>
                    <a:pt x="0" y="3677"/>
                    <a:pt x="0" y="3739"/>
                    <a:pt x="0" y="3806"/>
                  </a:cubicBezTo>
                  <a:lnTo>
                    <a:pt x="0" y="5286"/>
                  </a:lnTo>
                  <a:cubicBezTo>
                    <a:pt x="0" y="5415"/>
                    <a:pt x="129" y="5543"/>
                    <a:pt x="258" y="5543"/>
                  </a:cubicBezTo>
                  <a:cubicBezTo>
                    <a:pt x="449" y="5543"/>
                    <a:pt x="516" y="5415"/>
                    <a:pt x="516" y="5286"/>
                  </a:cubicBezTo>
                  <a:lnTo>
                    <a:pt x="516" y="3935"/>
                  </a:lnTo>
                  <a:lnTo>
                    <a:pt x="1222" y="3223"/>
                  </a:lnTo>
                  <a:cubicBezTo>
                    <a:pt x="1289" y="3161"/>
                    <a:pt x="1289" y="3094"/>
                    <a:pt x="1289" y="3032"/>
                  </a:cubicBezTo>
                  <a:lnTo>
                    <a:pt x="1289" y="258"/>
                  </a:lnTo>
                  <a:cubicBezTo>
                    <a:pt x="1160" y="196"/>
                    <a:pt x="964" y="68"/>
                    <a:pt x="7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47"/>
            <p:cNvSpPr/>
            <p:nvPr/>
          </p:nvSpPr>
          <p:spPr>
            <a:xfrm>
              <a:off x="5620175" y="4005700"/>
              <a:ext cx="29025" cy="88725"/>
            </a:xfrm>
            <a:custGeom>
              <a:avLst/>
              <a:gdLst/>
              <a:ahLst/>
              <a:cxnLst/>
              <a:rect l="l" t="t" r="r" b="b"/>
              <a:pathLst>
                <a:path w="1161" h="3549" extrusionOk="0">
                  <a:moveTo>
                    <a:pt x="516" y="1"/>
                  </a:moveTo>
                  <a:cubicBezTo>
                    <a:pt x="320" y="68"/>
                    <a:pt x="191" y="197"/>
                    <a:pt x="0" y="258"/>
                  </a:cubicBezTo>
                  <a:lnTo>
                    <a:pt x="0" y="1805"/>
                  </a:lnTo>
                  <a:cubicBezTo>
                    <a:pt x="0" y="1872"/>
                    <a:pt x="0" y="1934"/>
                    <a:pt x="62" y="2001"/>
                  </a:cubicBezTo>
                  <a:lnTo>
                    <a:pt x="645" y="2579"/>
                  </a:lnTo>
                  <a:lnTo>
                    <a:pt x="645" y="3290"/>
                  </a:lnTo>
                  <a:cubicBezTo>
                    <a:pt x="645" y="3419"/>
                    <a:pt x="774" y="3548"/>
                    <a:pt x="903" y="3548"/>
                  </a:cubicBezTo>
                  <a:cubicBezTo>
                    <a:pt x="1031" y="3548"/>
                    <a:pt x="1160" y="3419"/>
                    <a:pt x="1160" y="3290"/>
                  </a:cubicBezTo>
                  <a:lnTo>
                    <a:pt x="1160" y="2450"/>
                  </a:lnTo>
                  <a:cubicBezTo>
                    <a:pt x="1160" y="2388"/>
                    <a:pt x="1160" y="2321"/>
                    <a:pt x="1093" y="2259"/>
                  </a:cubicBezTo>
                  <a:lnTo>
                    <a:pt x="516" y="1743"/>
                  </a:lnTo>
                  <a:lnTo>
                    <a:pt x="516" y="130"/>
                  </a:lnTo>
                  <a:lnTo>
                    <a:pt x="51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47"/>
            <p:cNvSpPr/>
            <p:nvPr/>
          </p:nvSpPr>
          <p:spPr>
            <a:xfrm>
              <a:off x="5765200" y="4296300"/>
              <a:ext cx="66025" cy="84925"/>
            </a:xfrm>
            <a:custGeom>
              <a:avLst/>
              <a:gdLst/>
              <a:ahLst/>
              <a:cxnLst/>
              <a:rect l="l" t="t" r="r" b="b"/>
              <a:pathLst>
                <a:path w="2641" h="3397" extrusionOk="0">
                  <a:moveTo>
                    <a:pt x="826" y="1"/>
                  </a:moveTo>
                  <a:cubicBezTo>
                    <a:pt x="763" y="1"/>
                    <a:pt x="699" y="17"/>
                    <a:pt x="645" y="45"/>
                  </a:cubicBezTo>
                  <a:cubicBezTo>
                    <a:pt x="516" y="174"/>
                    <a:pt x="516" y="365"/>
                    <a:pt x="645" y="432"/>
                  </a:cubicBezTo>
                  <a:lnTo>
                    <a:pt x="835" y="690"/>
                  </a:lnTo>
                  <a:lnTo>
                    <a:pt x="191" y="881"/>
                  </a:lnTo>
                  <a:cubicBezTo>
                    <a:pt x="62" y="948"/>
                    <a:pt x="0" y="1076"/>
                    <a:pt x="62" y="1267"/>
                  </a:cubicBezTo>
                  <a:cubicBezTo>
                    <a:pt x="62" y="1334"/>
                    <a:pt x="191" y="1463"/>
                    <a:pt x="320" y="1463"/>
                  </a:cubicBezTo>
                  <a:lnTo>
                    <a:pt x="387" y="1396"/>
                  </a:lnTo>
                  <a:lnTo>
                    <a:pt x="1222" y="1138"/>
                  </a:lnTo>
                  <a:lnTo>
                    <a:pt x="1289" y="1267"/>
                  </a:lnTo>
                  <a:lnTo>
                    <a:pt x="1289" y="2237"/>
                  </a:lnTo>
                  <a:cubicBezTo>
                    <a:pt x="1289" y="2299"/>
                    <a:pt x="1351" y="2366"/>
                    <a:pt x="1418" y="2427"/>
                  </a:cubicBezTo>
                  <a:lnTo>
                    <a:pt x="2449" y="3330"/>
                  </a:lnTo>
                  <a:cubicBezTo>
                    <a:pt x="2511" y="3397"/>
                    <a:pt x="2578" y="3397"/>
                    <a:pt x="2640" y="3397"/>
                  </a:cubicBezTo>
                  <a:lnTo>
                    <a:pt x="2640" y="2752"/>
                  </a:lnTo>
                  <a:lnTo>
                    <a:pt x="1867" y="2108"/>
                  </a:lnTo>
                  <a:lnTo>
                    <a:pt x="1867" y="1138"/>
                  </a:lnTo>
                  <a:cubicBezTo>
                    <a:pt x="1867" y="1076"/>
                    <a:pt x="1805" y="1009"/>
                    <a:pt x="1805" y="1009"/>
                  </a:cubicBezTo>
                  <a:lnTo>
                    <a:pt x="1547" y="690"/>
                  </a:lnTo>
                  <a:lnTo>
                    <a:pt x="1031" y="107"/>
                  </a:lnTo>
                  <a:cubicBezTo>
                    <a:pt x="992" y="32"/>
                    <a:pt x="912" y="1"/>
                    <a:pt x="8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47"/>
            <p:cNvSpPr/>
            <p:nvPr/>
          </p:nvSpPr>
          <p:spPr>
            <a:xfrm>
              <a:off x="5565375" y="4287750"/>
              <a:ext cx="30575" cy="156250"/>
            </a:xfrm>
            <a:custGeom>
              <a:avLst/>
              <a:gdLst/>
              <a:ahLst/>
              <a:cxnLst/>
              <a:rect l="l" t="t" r="r" b="b"/>
              <a:pathLst>
                <a:path w="1223" h="6250" extrusionOk="0">
                  <a:moveTo>
                    <a:pt x="965" y="1"/>
                  </a:moveTo>
                  <a:cubicBezTo>
                    <a:pt x="774" y="1"/>
                    <a:pt x="707" y="129"/>
                    <a:pt x="707" y="258"/>
                  </a:cubicBezTo>
                  <a:lnTo>
                    <a:pt x="707" y="1161"/>
                  </a:lnTo>
                  <a:lnTo>
                    <a:pt x="578" y="1418"/>
                  </a:lnTo>
                  <a:lnTo>
                    <a:pt x="516" y="1351"/>
                  </a:lnTo>
                  <a:cubicBezTo>
                    <a:pt x="477" y="1277"/>
                    <a:pt x="418" y="1245"/>
                    <a:pt x="349" y="1245"/>
                  </a:cubicBezTo>
                  <a:cubicBezTo>
                    <a:pt x="300" y="1245"/>
                    <a:pt x="246" y="1261"/>
                    <a:pt x="192" y="1290"/>
                  </a:cubicBezTo>
                  <a:cubicBezTo>
                    <a:pt x="63" y="1351"/>
                    <a:pt x="1" y="1547"/>
                    <a:pt x="63" y="1676"/>
                  </a:cubicBezTo>
                  <a:lnTo>
                    <a:pt x="645" y="2579"/>
                  </a:lnTo>
                  <a:lnTo>
                    <a:pt x="320" y="3352"/>
                  </a:lnTo>
                  <a:lnTo>
                    <a:pt x="320" y="3481"/>
                  </a:lnTo>
                  <a:lnTo>
                    <a:pt x="320" y="6250"/>
                  </a:lnTo>
                  <a:lnTo>
                    <a:pt x="836" y="6250"/>
                  </a:lnTo>
                  <a:lnTo>
                    <a:pt x="836" y="3543"/>
                  </a:lnTo>
                  <a:lnTo>
                    <a:pt x="1223" y="2641"/>
                  </a:lnTo>
                  <a:cubicBezTo>
                    <a:pt x="1223" y="2579"/>
                    <a:pt x="1223" y="2512"/>
                    <a:pt x="1161" y="2383"/>
                  </a:cubicBezTo>
                  <a:lnTo>
                    <a:pt x="903" y="1996"/>
                  </a:lnTo>
                  <a:lnTo>
                    <a:pt x="1223" y="1290"/>
                  </a:lnTo>
                  <a:lnTo>
                    <a:pt x="1223" y="1223"/>
                  </a:lnTo>
                  <a:lnTo>
                    <a:pt x="1223" y="258"/>
                  </a:lnTo>
                  <a:cubicBezTo>
                    <a:pt x="1223" y="129"/>
                    <a:pt x="1094" y="1"/>
                    <a:pt x="9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47"/>
            <p:cNvSpPr/>
            <p:nvPr/>
          </p:nvSpPr>
          <p:spPr>
            <a:xfrm>
              <a:off x="5600825" y="4394900"/>
              <a:ext cx="37025" cy="49100"/>
            </a:xfrm>
            <a:custGeom>
              <a:avLst/>
              <a:gdLst/>
              <a:ahLst/>
              <a:cxnLst/>
              <a:rect l="l" t="t" r="r" b="b"/>
              <a:pathLst>
                <a:path w="1481" h="1964" extrusionOk="0">
                  <a:moveTo>
                    <a:pt x="1158" y="1"/>
                  </a:moveTo>
                  <a:cubicBezTo>
                    <a:pt x="1094" y="1"/>
                    <a:pt x="1029" y="33"/>
                    <a:pt x="965" y="97"/>
                  </a:cubicBezTo>
                  <a:lnTo>
                    <a:pt x="63" y="1000"/>
                  </a:lnTo>
                  <a:cubicBezTo>
                    <a:pt x="1" y="1062"/>
                    <a:pt x="1" y="1129"/>
                    <a:pt x="1" y="1190"/>
                  </a:cubicBezTo>
                  <a:lnTo>
                    <a:pt x="1" y="1964"/>
                  </a:lnTo>
                  <a:lnTo>
                    <a:pt x="516" y="1964"/>
                  </a:lnTo>
                  <a:lnTo>
                    <a:pt x="516" y="1319"/>
                  </a:lnTo>
                  <a:lnTo>
                    <a:pt x="1352" y="484"/>
                  </a:lnTo>
                  <a:cubicBezTo>
                    <a:pt x="1481" y="355"/>
                    <a:pt x="1481" y="159"/>
                    <a:pt x="1352" y="97"/>
                  </a:cubicBezTo>
                  <a:cubicBezTo>
                    <a:pt x="1287" y="33"/>
                    <a:pt x="1223" y="1"/>
                    <a:pt x="11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3" name="Google Shape;2203;p47"/>
          <p:cNvGrpSpPr/>
          <p:nvPr/>
        </p:nvGrpSpPr>
        <p:grpSpPr>
          <a:xfrm>
            <a:off x="6149199" y="3930047"/>
            <a:ext cx="330152" cy="416402"/>
            <a:chOff x="6250125" y="3997700"/>
            <a:chExt cx="351300" cy="443075"/>
          </a:xfrm>
        </p:grpSpPr>
        <p:sp>
          <p:nvSpPr>
            <p:cNvPr id="2204" name="Google Shape;2204;p47"/>
            <p:cNvSpPr/>
            <p:nvPr/>
          </p:nvSpPr>
          <p:spPr>
            <a:xfrm>
              <a:off x="6284025" y="3997700"/>
              <a:ext cx="281950" cy="106375"/>
            </a:xfrm>
            <a:custGeom>
              <a:avLst/>
              <a:gdLst/>
              <a:ahLst/>
              <a:cxnLst/>
              <a:rect l="l" t="t" r="r" b="b"/>
              <a:pathLst>
                <a:path w="11278" h="4255" extrusionOk="0">
                  <a:moveTo>
                    <a:pt x="4188" y="1"/>
                  </a:moveTo>
                  <a:cubicBezTo>
                    <a:pt x="3224" y="1"/>
                    <a:pt x="2383" y="836"/>
                    <a:pt x="2383" y="1806"/>
                  </a:cubicBezTo>
                  <a:cubicBezTo>
                    <a:pt x="2383" y="2125"/>
                    <a:pt x="2450" y="2383"/>
                    <a:pt x="2579" y="2641"/>
                  </a:cubicBezTo>
                  <a:cubicBezTo>
                    <a:pt x="2383" y="2512"/>
                    <a:pt x="2063" y="2450"/>
                    <a:pt x="1806" y="2450"/>
                  </a:cubicBezTo>
                  <a:cubicBezTo>
                    <a:pt x="774" y="2450"/>
                    <a:pt x="1" y="3224"/>
                    <a:pt x="1" y="4255"/>
                  </a:cubicBezTo>
                  <a:lnTo>
                    <a:pt x="11278" y="4255"/>
                  </a:lnTo>
                  <a:cubicBezTo>
                    <a:pt x="11278" y="3224"/>
                    <a:pt x="10504" y="2450"/>
                    <a:pt x="9473" y="2450"/>
                  </a:cubicBezTo>
                  <a:cubicBezTo>
                    <a:pt x="9344" y="2450"/>
                    <a:pt x="9215" y="2450"/>
                    <a:pt x="9024" y="2512"/>
                  </a:cubicBezTo>
                  <a:lnTo>
                    <a:pt x="9024" y="2383"/>
                  </a:lnTo>
                  <a:cubicBezTo>
                    <a:pt x="9024" y="1161"/>
                    <a:pt x="8055" y="192"/>
                    <a:pt x="6895" y="192"/>
                  </a:cubicBezTo>
                  <a:cubicBezTo>
                    <a:pt x="6379" y="192"/>
                    <a:pt x="5931" y="321"/>
                    <a:pt x="5544" y="645"/>
                  </a:cubicBezTo>
                  <a:cubicBezTo>
                    <a:pt x="5219" y="259"/>
                    <a:pt x="4771" y="1"/>
                    <a:pt x="418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47"/>
            <p:cNvSpPr/>
            <p:nvPr/>
          </p:nvSpPr>
          <p:spPr>
            <a:xfrm>
              <a:off x="6250125" y="4104050"/>
              <a:ext cx="351300" cy="336725"/>
            </a:xfrm>
            <a:custGeom>
              <a:avLst/>
              <a:gdLst/>
              <a:ahLst/>
              <a:cxnLst/>
              <a:rect l="l" t="t" r="r" b="b"/>
              <a:pathLst>
                <a:path w="14052" h="13469" extrusionOk="0">
                  <a:moveTo>
                    <a:pt x="326" y="1"/>
                  </a:moveTo>
                  <a:cubicBezTo>
                    <a:pt x="259" y="1"/>
                    <a:pt x="130" y="63"/>
                    <a:pt x="130" y="130"/>
                  </a:cubicBezTo>
                  <a:lnTo>
                    <a:pt x="130" y="2063"/>
                  </a:lnTo>
                  <a:cubicBezTo>
                    <a:pt x="130" y="2125"/>
                    <a:pt x="259" y="2254"/>
                    <a:pt x="326" y="2254"/>
                  </a:cubicBezTo>
                  <a:lnTo>
                    <a:pt x="1161" y="2254"/>
                  </a:lnTo>
                  <a:cubicBezTo>
                    <a:pt x="455" y="3352"/>
                    <a:pt x="1" y="4703"/>
                    <a:pt x="1" y="6188"/>
                  </a:cubicBezTo>
                  <a:cubicBezTo>
                    <a:pt x="1" y="8313"/>
                    <a:pt x="903" y="10246"/>
                    <a:pt x="2450" y="11535"/>
                  </a:cubicBezTo>
                  <a:lnTo>
                    <a:pt x="1934" y="13082"/>
                  </a:lnTo>
                  <a:cubicBezTo>
                    <a:pt x="1873" y="13278"/>
                    <a:pt x="1934" y="13407"/>
                    <a:pt x="2130" y="13469"/>
                  </a:cubicBezTo>
                  <a:lnTo>
                    <a:pt x="2192" y="13469"/>
                  </a:lnTo>
                  <a:cubicBezTo>
                    <a:pt x="2321" y="13469"/>
                    <a:pt x="2450" y="13407"/>
                    <a:pt x="2450" y="13278"/>
                  </a:cubicBezTo>
                  <a:lnTo>
                    <a:pt x="2904" y="11860"/>
                  </a:lnTo>
                  <a:cubicBezTo>
                    <a:pt x="4064" y="12696"/>
                    <a:pt x="5482" y="13211"/>
                    <a:pt x="7029" y="13211"/>
                  </a:cubicBezTo>
                  <a:cubicBezTo>
                    <a:pt x="8509" y="13211"/>
                    <a:pt x="9927" y="12696"/>
                    <a:pt x="11087" y="11922"/>
                  </a:cubicBezTo>
                  <a:lnTo>
                    <a:pt x="11541" y="13278"/>
                  </a:lnTo>
                  <a:cubicBezTo>
                    <a:pt x="11541" y="13407"/>
                    <a:pt x="11670" y="13469"/>
                    <a:pt x="11798" y="13469"/>
                  </a:cubicBezTo>
                  <a:lnTo>
                    <a:pt x="11860" y="13469"/>
                  </a:lnTo>
                  <a:cubicBezTo>
                    <a:pt x="12056" y="13407"/>
                    <a:pt x="12118" y="13278"/>
                    <a:pt x="12056" y="13082"/>
                  </a:cubicBezTo>
                  <a:lnTo>
                    <a:pt x="11541" y="11535"/>
                  </a:lnTo>
                  <a:cubicBezTo>
                    <a:pt x="13087" y="10246"/>
                    <a:pt x="14052" y="8313"/>
                    <a:pt x="14052" y="6188"/>
                  </a:cubicBezTo>
                  <a:cubicBezTo>
                    <a:pt x="14052" y="4703"/>
                    <a:pt x="13603" y="3352"/>
                    <a:pt x="12830" y="2254"/>
                  </a:cubicBezTo>
                  <a:lnTo>
                    <a:pt x="13665" y="2254"/>
                  </a:lnTo>
                  <a:cubicBezTo>
                    <a:pt x="13794" y="2254"/>
                    <a:pt x="13861" y="2125"/>
                    <a:pt x="13861" y="2063"/>
                  </a:cubicBezTo>
                  <a:lnTo>
                    <a:pt x="13861" y="130"/>
                  </a:lnTo>
                  <a:cubicBezTo>
                    <a:pt x="13861" y="63"/>
                    <a:pt x="13794" y="1"/>
                    <a:pt x="13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47"/>
            <p:cNvSpPr/>
            <p:nvPr/>
          </p:nvSpPr>
          <p:spPr>
            <a:xfrm>
              <a:off x="6253350" y="4104050"/>
              <a:ext cx="343300" cy="56375"/>
            </a:xfrm>
            <a:custGeom>
              <a:avLst/>
              <a:gdLst/>
              <a:ahLst/>
              <a:cxnLst/>
              <a:rect l="l" t="t" r="r" b="b"/>
              <a:pathLst>
                <a:path w="13732" h="2255" extrusionOk="0">
                  <a:moveTo>
                    <a:pt x="197" y="1"/>
                  </a:moveTo>
                  <a:cubicBezTo>
                    <a:pt x="130" y="1"/>
                    <a:pt x="1" y="63"/>
                    <a:pt x="1" y="130"/>
                  </a:cubicBezTo>
                  <a:lnTo>
                    <a:pt x="1" y="2063"/>
                  </a:lnTo>
                  <a:cubicBezTo>
                    <a:pt x="1" y="2125"/>
                    <a:pt x="130" y="2254"/>
                    <a:pt x="197" y="2254"/>
                  </a:cubicBezTo>
                  <a:lnTo>
                    <a:pt x="13536" y="2254"/>
                  </a:lnTo>
                  <a:cubicBezTo>
                    <a:pt x="13665" y="2254"/>
                    <a:pt x="13732" y="2125"/>
                    <a:pt x="13732" y="2063"/>
                  </a:cubicBezTo>
                  <a:lnTo>
                    <a:pt x="13732" y="130"/>
                  </a:lnTo>
                  <a:cubicBezTo>
                    <a:pt x="13732" y="63"/>
                    <a:pt x="13665" y="1"/>
                    <a:pt x="1353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47"/>
          <p:cNvGrpSpPr/>
          <p:nvPr/>
        </p:nvGrpSpPr>
        <p:grpSpPr>
          <a:xfrm>
            <a:off x="6838284" y="3929671"/>
            <a:ext cx="340701" cy="419456"/>
            <a:chOff x="6983350" y="3997300"/>
            <a:chExt cx="362525" cy="446325"/>
          </a:xfrm>
        </p:grpSpPr>
        <p:sp>
          <p:nvSpPr>
            <p:cNvPr id="2208" name="Google Shape;2208;p47"/>
            <p:cNvSpPr/>
            <p:nvPr/>
          </p:nvSpPr>
          <p:spPr>
            <a:xfrm>
              <a:off x="6983350" y="4079825"/>
              <a:ext cx="362525" cy="363800"/>
            </a:xfrm>
            <a:custGeom>
              <a:avLst/>
              <a:gdLst/>
              <a:ahLst/>
              <a:cxnLst/>
              <a:rect l="l" t="t" r="r" b="b"/>
              <a:pathLst>
                <a:path w="14501" h="14552" extrusionOk="0">
                  <a:moveTo>
                    <a:pt x="9473" y="0"/>
                  </a:moveTo>
                  <a:lnTo>
                    <a:pt x="63" y="9540"/>
                  </a:lnTo>
                  <a:cubicBezTo>
                    <a:pt x="1" y="9607"/>
                    <a:pt x="1" y="9735"/>
                    <a:pt x="63" y="9797"/>
                  </a:cubicBezTo>
                  <a:lnTo>
                    <a:pt x="4832" y="14505"/>
                  </a:lnTo>
                  <a:cubicBezTo>
                    <a:pt x="4866" y="14536"/>
                    <a:pt x="4915" y="14551"/>
                    <a:pt x="4963" y="14551"/>
                  </a:cubicBezTo>
                  <a:cubicBezTo>
                    <a:pt x="5011" y="14551"/>
                    <a:pt x="5059" y="14536"/>
                    <a:pt x="5090" y="14505"/>
                  </a:cubicBezTo>
                  <a:cubicBezTo>
                    <a:pt x="10700" y="11025"/>
                    <a:pt x="13923" y="5930"/>
                    <a:pt x="14438" y="5095"/>
                  </a:cubicBezTo>
                  <a:cubicBezTo>
                    <a:pt x="14500" y="5028"/>
                    <a:pt x="14438" y="4899"/>
                    <a:pt x="14371" y="4837"/>
                  </a:cubicBezTo>
                  <a:lnTo>
                    <a:pt x="947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47"/>
            <p:cNvSpPr/>
            <p:nvPr/>
          </p:nvSpPr>
          <p:spPr>
            <a:xfrm>
              <a:off x="7092925" y="4186175"/>
              <a:ext cx="252950" cy="257450"/>
            </a:xfrm>
            <a:custGeom>
              <a:avLst/>
              <a:gdLst/>
              <a:ahLst/>
              <a:cxnLst/>
              <a:rect l="l" t="t" r="r" b="b"/>
              <a:pathLst>
                <a:path w="10118" h="10298" extrusionOk="0">
                  <a:moveTo>
                    <a:pt x="9411" y="0"/>
                  </a:moveTo>
                  <a:cubicBezTo>
                    <a:pt x="8312" y="1676"/>
                    <a:pt x="5672" y="5224"/>
                    <a:pt x="1" y="9797"/>
                  </a:cubicBezTo>
                  <a:lnTo>
                    <a:pt x="449" y="10251"/>
                  </a:lnTo>
                  <a:cubicBezTo>
                    <a:pt x="483" y="10282"/>
                    <a:pt x="532" y="10297"/>
                    <a:pt x="580" y="10297"/>
                  </a:cubicBezTo>
                  <a:cubicBezTo>
                    <a:pt x="628" y="10297"/>
                    <a:pt x="676" y="10282"/>
                    <a:pt x="707" y="10251"/>
                  </a:cubicBezTo>
                  <a:cubicBezTo>
                    <a:pt x="6317" y="6771"/>
                    <a:pt x="9540" y="1676"/>
                    <a:pt x="10055" y="841"/>
                  </a:cubicBezTo>
                  <a:cubicBezTo>
                    <a:pt x="10117" y="774"/>
                    <a:pt x="10055" y="645"/>
                    <a:pt x="9988" y="583"/>
                  </a:cubicBezTo>
                  <a:lnTo>
                    <a:pt x="94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47"/>
            <p:cNvSpPr/>
            <p:nvPr/>
          </p:nvSpPr>
          <p:spPr>
            <a:xfrm>
              <a:off x="7220150" y="3997300"/>
              <a:ext cx="125725" cy="122900"/>
            </a:xfrm>
            <a:custGeom>
              <a:avLst/>
              <a:gdLst/>
              <a:ahLst/>
              <a:cxnLst/>
              <a:rect l="l" t="t" r="r" b="b"/>
              <a:pathLst>
                <a:path w="5029" h="4916" extrusionOk="0">
                  <a:moveTo>
                    <a:pt x="3773" y="0"/>
                  </a:moveTo>
                  <a:cubicBezTo>
                    <a:pt x="3483" y="0"/>
                    <a:pt x="3193" y="112"/>
                    <a:pt x="2966" y="337"/>
                  </a:cubicBezTo>
                  <a:lnTo>
                    <a:pt x="1" y="3301"/>
                  </a:lnTo>
                  <a:lnTo>
                    <a:pt x="1677" y="4915"/>
                  </a:lnTo>
                  <a:lnTo>
                    <a:pt x="4580" y="1951"/>
                  </a:lnTo>
                  <a:cubicBezTo>
                    <a:pt x="5028" y="1497"/>
                    <a:pt x="5028" y="790"/>
                    <a:pt x="4580" y="337"/>
                  </a:cubicBezTo>
                  <a:cubicBezTo>
                    <a:pt x="4353" y="112"/>
                    <a:pt x="4063" y="0"/>
                    <a:pt x="377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47"/>
            <p:cNvSpPr/>
            <p:nvPr/>
          </p:nvSpPr>
          <p:spPr>
            <a:xfrm>
              <a:off x="7036475" y="4303875"/>
              <a:ext cx="35475" cy="35475"/>
            </a:xfrm>
            <a:custGeom>
              <a:avLst/>
              <a:gdLst/>
              <a:ahLst/>
              <a:cxnLst/>
              <a:rect l="l" t="t" r="r" b="b"/>
              <a:pathLst>
                <a:path w="1419" h="1419" extrusionOk="0">
                  <a:moveTo>
                    <a:pt x="712" y="0"/>
                  </a:moveTo>
                  <a:cubicBezTo>
                    <a:pt x="325" y="0"/>
                    <a:pt x="0" y="320"/>
                    <a:pt x="0" y="706"/>
                  </a:cubicBezTo>
                  <a:cubicBezTo>
                    <a:pt x="0" y="1093"/>
                    <a:pt x="325" y="1418"/>
                    <a:pt x="712" y="1418"/>
                  </a:cubicBezTo>
                  <a:cubicBezTo>
                    <a:pt x="1160" y="1418"/>
                    <a:pt x="1418" y="1093"/>
                    <a:pt x="1418" y="706"/>
                  </a:cubicBezTo>
                  <a:cubicBezTo>
                    <a:pt x="1418" y="320"/>
                    <a:pt x="1160"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rgbClr val="EE7B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47"/>
            <p:cNvSpPr/>
            <p:nvPr/>
          </p:nvSpPr>
          <p:spPr>
            <a:xfrm>
              <a:off x="7049450" y="4331200"/>
              <a:ext cx="196525" cy="112425"/>
            </a:xfrm>
            <a:custGeom>
              <a:avLst/>
              <a:gdLst/>
              <a:ahLst/>
              <a:cxnLst/>
              <a:rect l="l" t="t" r="r" b="b"/>
              <a:pathLst>
                <a:path w="7861" h="4497" extrusionOk="0">
                  <a:moveTo>
                    <a:pt x="7860" y="0"/>
                  </a:moveTo>
                  <a:cubicBezTo>
                    <a:pt x="6097" y="1092"/>
                    <a:pt x="4089" y="1282"/>
                    <a:pt x="2903" y="1282"/>
                  </a:cubicBezTo>
                  <a:cubicBezTo>
                    <a:pt x="2268" y="1282"/>
                    <a:pt x="1868" y="1227"/>
                    <a:pt x="1868" y="1227"/>
                  </a:cubicBezTo>
                  <a:cubicBezTo>
                    <a:pt x="1816" y="1225"/>
                    <a:pt x="1765" y="1225"/>
                    <a:pt x="1715" y="1225"/>
                  </a:cubicBezTo>
                  <a:cubicBezTo>
                    <a:pt x="0" y="1225"/>
                    <a:pt x="64" y="2320"/>
                    <a:pt x="64" y="2320"/>
                  </a:cubicBezTo>
                  <a:lnTo>
                    <a:pt x="2188" y="4450"/>
                  </a:lnTo>
                  <a:cubicBezTo>
                    <a:pt x="2222" y="4481"/>
                    <a:pt x="2271" y="4496"/>
                    <a:pt x="2319" y="4496"/>
                  </a:cubicBezTo>
                  <a:cubicBezTo>
                    <a:pt x="2367" y="4496"/>
                    <a:pt x="2415" y="4481"/>
                    <a:pt x="2446" y="4450"/>
                  </a:cubicBezTo>
                  <a:cubicBezTo>
                    <a:pt x="4637" y="3094"/>
                    <a:pt x="6442" y="1547"/>
                    <a:pt x="78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4" name="Google Shape;2214;p47"/>
          <p:cNvGrpSpPr/>
          <p:nvPr/>
        </p:nvGrpSpPr>
        <p:grpSpPr>
          <a:xfrm>
            <a:off x="7551474" y="3930047"/>
            <a:ext cx="336213" cy="419433"/>
            <a:chOff x="7742225" y="3997700"/>
            <a:chExt cx="357750" cy="446300"/>
          </a:xfrm>
        </p:grpSpPr>
        <p:sp>
          <p:nvSpPr>
            <p:cNvPr id="2215" name="Google Shape;2215;p47"/>
            <p:cNvSpPr/>
            <p:nvPr/>
          </p:nvSpPr>
          <p:spPr>
            <a:xfrm>
              <a:off x="7742225" y="3997700"/>
              <a:ext cx="357750" cy="446300"/>
            </a:xfrm>
            <a:custGeom>
              <a:avLst/>
              <a:gdLst/>
              <a:ahLst/>
              <a:cxnLst/>
              <a:rect l="l" t="t" r="r" b="b"/>
              <a:pathLst>
                <a:path w="14310" h="17852" extrusionOk="0">
                  <a:moveTo>
                    <a:pt x="4384" y="1"/>
                  </a:moveTo>
                  <a:cubicBezTo>
                    <a:pt x="4322" y="1"/>
                    <a:pt x="4255" y="63"/>
                    <a:pt x="4255" y="130"/>
                  </a:cubicBezTo>
                  <a:lnTo>
                    <a:pt x="4255" y="1677"/>
                  </a:lnTo>
                  <a:cubicBezTo>
                    <a:pt x="4255" y="1739"/>
                    <a:pt x="4322" y="1867"/>
                    <a:pt x="4384" y="1867"/>
                  </a:cubicBezTo>
                  <a:lnTo>
                    <a:pt x="4837" y="1867"/>
                  </a:lnTo>
                  <a:lnTo>
                    <a:pt x="4837" y="3930"/>
                  </a:lnTo>
                  <a:cubicBezTo>
                    <a:pt x="2001" y="4899"/>
                    <a:pt x="1" y="7606"/>
                    <a:pt x="1" y="10700"/>
                  </a:cubicBezTo>
                  <a:cubicBezTo>
                    <a:pt x="1" y="14629"/>
                    <a:pt x="3223" y="17852"/>
                    <a:pt x="7158" y="17852"/>
                  </a:cubicBezTo>
                  <a:cubicBezTo>
                    <a:pt x="11087" y="17852"/>
                    <a:pt x="14309" y="14629"/>
                    <a:pt x="14309" y="10700"/>
                  </a:cubicBezTo>
                  <a:cubicBezTo>
                    <a:pt x="14309" y="7606"/>
                    <a:pt x="12247" y="4899"/>
                    <a:pt x="9478" y="3930"/>
                  </a:cubicBezTo>
                  <a:lnTo>
                    <a:pt x="9478" y="1867"/>
                  </a:lnTo>
                  <a:lnTo>
                    <a:pt x="9926" y="1867"/>
                  </a:lnTo>
                  <a:cubicBezTo>
                    <a:pt x="9994" y="1867"/>
                    <a:pt x="10055" y="1739"/>
                    <a:pt x="10055" y="1677"/>
                  </a:cubicBezTo>
                  <a:lnTo>
                    <a:pt x="10055" y="130"/>
                  </a:lnTo>
                  <a:cubicBezTo>
                    <a:pt x="10055" y="63"/>
                    <a:pt x="9994" y="1"/>
                    <a:pt x="992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47"/>
            <p:cNvSpPr/>
            <p:nvPr/>
          </p:nvSpPr>
          <p:spPr>
            <a:xfrm>
              <a:off x="7742225" y="4258750"/>
              <a:ext cx="357750" cy="185250"/>
            </a:xfrm>
            <a:custGeom>
              <a:avLst/>
              <a:gdLst/>
              <a:ahLst/>
              <a:cxnLst/>
              <a:rect l="l" t="t" r="r" b="b"/>
              <a:pathLst>
                <a:path w="14310" h="7410" extrusionOk="0">
                  <a:moveTo>
                    <a:pt x="14309" y="0"/>
                  </a:moveTo>
                  <a:cubicBezTo>
                    <a:pt x="14010" y="367"/>
                    <a:pt x="12720" y="474"/>
                    <a:pt x="11332" y="474"/>
                  </a:cubicBezTo>
                  <a:cubicBezTo>
                    <a:pt x="10045" y="474"/>
                    <a:pt x="8675" y="382"/>
                    <a:pt x="7931" y="320"/>
                  </a:cubicBezTo>
                  <a:cubicBezTo>
                    <a:pt x="7477" y="258"/>
                    <a:pt x="7029" y="258"/>
                    <a:pt x="6575" y="258"/>
                  </a:cubicBezTo>
                  <a:cubicBezTo>
                    <a:pt x="6333" y="255"/>
                    <a:pt x="6099" y="253"/>
                    <a:pt x="5872" y="253"/>
                  </a:cubicBezTo>
                  <a:cubicBezTo>
                    <a:pt x="1515" y="253"/>
                    <a:pt x="1" y="836"/>
                    <a:pt x="1" y="836"/>
                  </a:cubicBezTo>
                  <a:cubicBezTo>
                    <a:pt x="326" y="4512"/>
                    <a:pt x="3419" y="7410"/>
                    <a:pt x="7158" y="7410"/>
                  </a:cubicBezTo>
                  <a:cubicBezTo>
                    <a:pt x="11087" y="7410"/>
                    <a:pt x="14309" y="4187"/>
                    <a:pt x="14309" y="258"/>
                  </a:cubicBezTo>
                  <a:lnTo>
                    <a:pt x="143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47"/>
            <p:cNvSpPr/>
            <p:nvPr/>
          </p:nvSpPr>
          <p:spPr>
            <a:xfrm>
              <a:off x="7953375" y="4307075"/>
              <a:ext cx="51600" cy="53150"/>
            </a:xfrm>
            <a:custGeom>
              <a:avLst/>
              <a:gdLst/>
              <a:ahLst/>
              <a:cxnLst/>
              <a:rect l="l" t="t" r="r" b="b"/>
              <a:pathLst>
                <a:path w="2064" h="2126" extrusionOk="0">
                  <a:moveTo>
                    <a:pt x="1032" y="1"/>
                  </a:moveTo>
                  <a:cubicBezTo>
                    <a:pt x="449" y="1"/>
                    <a:pt x="1" y="450"/>
                    <a:pt x="1" y="1032"/>
                  </a:cubicBezTo>
                  <a:cubicBezTo>
                    <a:pt x="1" y="1610"/>
                    <a:pt x="449" y="2125"/>
                    <a:pt x="1032" y="2125"/>
                  </a:cubicBezTo>
                  <a:cubicBezTo>
                    <a:pt x="1609" y="2125"/>
                    <a:pt x="2063" y="1610"/>
                    <a:pt x="2063" y="1032"/>
                  </a:cubicBezTo>
                  <a:cubicBezTo>
                    <a:pt x="2063" y="450"/>
                    <a:pt x="1609" y="1"/>
                    <a:pt x="10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47"/>
            <p:cNvSpPr/>
            <p:nvPr/>
          </p:nvSpPr>
          <p:spPr>
            <a:xfrm>
              <a:off x="7867925" y="4334425"/>
              <a:ext cx="35450" cy="33925"/>
            </a:xfrm>
            <a:custGeom>
              <a:avLst/>
              <a:gdLst/>
              <a:ahLst/>
              <a:cxnLst/>
              <a:rect l="l" t="t" r="r" b="b"/>
              <a:pathLst>
                <a:path w="1418" h="1357" extrusionOk="0">
                  <a:moveTo>
                    <a:pt x="712" y="0"/>
                  </a:moveTo>
                  <a:cubicBezTo>
                    <a:pt x="325" y="0"/>
                    <a:pt x="0" y="258"/>
                    <a:pt x="0" y="645"/>
                  </a:cubicBezTo>
                  <a:cubicBezTo>
                    <a:pt x="0" y="1031"/>
                    <a:pt x="325" y="1356"/>
                    <a:pt x="712" y="1356"/>
                  </a:cubicBezTo>
                  <a:cubicBezTo>
                    <a:pt x="1098" y="1356"/>
                    <a:pt x="1418" y="1031"/>
                    <a:pt x="1418" y="645"/>
                  </a:cubicBezTo>
                  <a:cubicBezTo>
                    <a:pt x="1418" y="258"/>
                    <a:pt x="1098" y="0"/>
                    <a:pt x="7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9" name="Google Shape;2219;p47"/>
          <p:cNvGrpSpPr/>
          <p:nvPr/>
        </p:nvGrpSpPr>
        <p:grpSpPr>
          <a:xfrm>
            <a:off x="6149199" y="2038605"/>
            <a:ext cx="324090" cy="421007"/>
            <a:chOff x="6250125" y="1985100"/>
            <a:chExt cx="344850" cy="447975"/>
          </a:xfrm>
        </p:grpSpPr>
        <p:sp>
          <p:nvSpPr>
            <p:cNvPr id="2220" name="Google Shape;2220;p47"/>
            <p:cNvSpPr/>
            <p:nvPr/>
          </p:nvSpPr>
          <p:spPr>
            <a:xfrm>
              <a:off x="6251800" y="2001200"/>
              <a:ext cx="122500" cy="161150"/>
            </a:xfrm>
            <a:custGeom>
              <a:avLst/>
              <a:gdLst/>
              <a:ahLst/>
              <a:cxnLst/>
              <a:rect l="l" t="t" r="r" b="b"/>
              <a:pathLst>
                <a:path w="4900" h="6446" extrusionOk="0">
                  <a:moveTo>
                    <a:pt x="4513" y="1"/>
                  </a:moveTo>
                  <a:cubicBezTo>
                    <a:pt x="2192" y="774"/>
                    <a:pt x="1094" y="2388"/>
                    <a:pt x="578" y="3677"/>
                  </a:cubicBezTo>
                  <a:cubicBezTo>
                    <a:pt x="1" y="4966"/>
                    <a:pt x="1" y="6126"/>
                    <a:pt x="1" y="6188"/>
                  </a:cubicBezTo>
                  <a:cubicBezTo>
                    <a:pt x="1" y="6317"/>
                    <a:pt x="130" y="6446"/>
                    <a:pt x="259" y="6446"/>
                  </a:cubicBezTo>
                  <a:cubicBezTo>
                    <a:pt x="388" y="6446"/>
                    <a:pt x="517" y="6384"/>
                    <a:pt x="517" y="6188"/>
                  </a:cubicBezTo>
                  <a:cubicBezTo>
                    <a:pt x="517" y="6188"/>
                    <a:pt x="578" y="5095"/>
                    <a:pt x="1094" y="3868"/>
                  </a:cubicBezTo>
                  <a:cubicBezTo>
                    <a:pt x="1739" y="2192"/>
                    <a:pt x="2966" y="1032"/>
                    <a:pt x="4642" y="516"/>
                  </a:cubicBezTo>
                  <a:cubicBezTo>
                    <a:pt x="4832" y="454"/>
                    <a:pt x="4899" y="326"/>
                    <a:pt x="4832" y="197"/>
                  </a:cubicBezTo>
                  <a:cubicBezTo>
                    <a:pt x="4770" y="68"/>
                    <a:pt x="4642" y="1"/>
                    <a:pt x="451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47"/>
            <p:cNvSpPr/>
            <p:nvPr/>
          </p:nvSpPr>
          <p:spPr>
            <a:xfrm>
              <a:off x="6470950" y="2001200"/>
              <a:ext cx="122500" cy="161150"/>
            </a:xfrm>
            <a:custGeom>
              <a:avLst/>
              <a:gdLst/>
              <a:ahLst/>
              <a:cxnLst/>
              <a:rect l="l" t="t" r="r" b="b"/>
              <a:pathLst>
                <a:path w="4900" h="6446" extrusionOk="0">
                  <a:moveTo>
                    <a:pt x="387" y="1"/>
                  </a:moveTo>
                  <a:cubicBezTo>
                    <a:pt x="258" y="1"/>
                    <a:pt x="129" y="68"/>
                    <a:pt x="62" y="197"/>
                  </a:cubicBezTo>
                  <a:cubicBezTo>
                    <a:pt x="1" y="326"/>
                    <a:pt x="129" y="454"/>
                    <a:pt x="258" y="516"/>
                  </a:cubicBezTo>
                  <a:cubicBezTo>
                    <a:pt x="1934" y="1032"/>
                    <a:pt x="3156" y="2192"/>
                    <a:pt x="3801" y="3806"/>
                  </a:cubicBezTo>
                  <a:cubicBezTo>
                    <a:pt x="4316" y="5095"/>
                    <a:pt x="4383" y="6188"/>
                    <a:pt x="4383" y="6188"/>
                  </a:cubicBezTo>
                  <a:cubicBezTo>
                    <a:pt x="4383" y="6384"/>
                    <a:pt x="4512" y="6446"/>
                    <a:pt x="4641" y="6446"/>
                  </a:cubicBezTo>
                  <a:cubicBezTo>
                    <a:pt x="4770" y="6446"/>
                    <a:pt x="4899" y="6317"/>
                    <a:pt x="4899" y="6188"/>
                  </a:cubicBezTo>
                  <a:cubicBezTo>
                    <a:pt x="4899" y="6126"/>
                    <a:pt x="4899" y="4966"/>
                    <a:pt x="4316" y="3677"/>
                  </a:cubicBezTo>
                  <a:cubicBezTo>
                    <a:pt x="3801" y="2388"/>
                    <a:pt x="2708" y="774"/>
                    <a:pt x="3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47"/>
            <p:cNvSpPr/>
            <p:nvPr/>
          </p:nvSpPr>
          <p:spPr>
            <a:xfrm>
              <a:off x="6366150" y="1985100"/>
              <a:ext cx="112825" cy="38675"/>
            </a:xfrm>
            <a:custGeom>
              <a:avLst/>
              <a:gdLst/>
              <a:ahLst/>
              <a:cxnLst/>
              <a:rect l="l" t="t" r="r" b="b"/>
              <a:pathLst>
                <a:path w="4513" h="1547" extrusionOk="0">
                  <a:moveTo>
                    <a:pt x="196" y="0"/>
                  </a:moveTo>
                  <a:cubicBezTo>
                    <a:pt x="68" y="0"/>
                    <a:pt x="1" y="129"/>
                    <a:pt x="1" y="196"/>
                  </a:cubicBezTo>
                  <a:lnTo>
                    <a:pt x="1" y="1356"/>
                  </a:lnTo>
                  <a:cubicBezTo>
                    <a:pt x="1" y="1485"/>
                    <a:pt x="68" y="1547"/>
                    <a:pt x="196" y="1547"/>
                  </a:cubicBezTo>
                  <a:lnTo>
                    <a:pt x="4321" y="1547"/>
                  </a:lnTo>
                  <a:cubicBezTo>
                    <a:pt x="4450" y="1547"/>
                    <a:pt x="4512" y="1485"/>
                    <a:pt x="4512" y="1356"/>
                  </a:cubicBezTo>
                  <a:lnTo>
                    <a:pt x="4512" y="196"/>
                  </a:lnTo>
                  <a:cubicBezTo>
                    <a:pt x="4512" y="129"/>
                    <a:pt x="4450" y="0"/>
                    <a:pt x="43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47"/>
            <p:cNvSpPr/>
            <p:nvPr/>
          </p:nvSpPr>
          <p:spPr>
            <a:xfrm>
              <a:off x="6250125" y="2155900"/>
              <a:ext cx="344850" cy="277175"/>
            </a:xfrm>
            <a:custGeom>
              <a:avLst/>
              <a:gdLst/>
              <a:ahLst/>
              <a:cxnLst/>
              <a:rect l="l" t="t" r="r" b="b"/>
              <a:pathLst>
                <a:path w="13794" h="11087" extrusionOk="0">
                  <a:moveTo>
                    <a:pt x="130" y="0"/>
                  </a:moveTo>
                  <a:cubicBezTo>
                    <a:pt x="68" y="0"/>
                    <a:pt x="1" y="129"/>
                    <a:pt x="1" y="196"/>
                  </a:cubicBezTo>
                  <a:lnTo>
                    <a:pt x="1" y="2259"/>
                  </a:lnTo>
                  <a:cubicBezTo>
                    <a:pt x="1" y="2320"/>
                    <a:pt x="68" y="2449"/>
                    <a:pt x="130" y="2449"/>
                  </a:cubicBezTo>
                  <a:lnTo>
                    <a:pt x="841" y="2449"/>
                  </a:lnTo>
                  <a:lnTo>
                    <a:pt x="1934" y="10895"/>
                  </a:lnTo>
                  <a:cubicBezTo>
                    <a:pt x="1934" y="11024"/>
                    <a:pt x="2002" y="11086"/>
                    <a:pt x="2130" y="11086"/>
                  </a:cubicBezTo>
                  <a:lnTo>
                    <a:pt x="11670" y="11086"/>
                  </a:lnTo>
                  <a:cubicBezTo>
                    <a:pt x="11798" y="11086"/>
                    <a:pt x="11860" y="11024"/>
                    <a:pt x="11860" y="10895"/>
                  </a:cubicBezTo>
                  <a:lnTo>
                    <a:pt x="13020" y="2449"/>
                  </a:lnTo>
                  <a:lnTo>
                    <a:pt x="13665" y="2449"/>
                  </a:lnTo>
                  <a:cubicBezTo>
                    <a:pt x="13732" y="2449"/>
                    <a:pt x="13794" y="2320"/>
                    <a:pt x="13794" y="2259"/>
                  </a:cubicBezTo>
                  <a:lnTo>
                    <a:pt x="13794" y="196"/>
                  </a:lnTo>
                  <a:cubicBezTo>
                    <a:pt x="13794" y="129"/>
                    <a:pt x="13732" y="0"/>
                    <a:pt x="136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47"/>
            <p:cNvSpPr/>
            <p:nvPr/>
          </p:nvSpPr>
          <p:spPr>
            <a:xfrm>
              <a:off x="6401600" y="2314225"/>
              <a:ext cx="43600" cy="28600"/>
            </a:xfrm>
            <a:custGeom>
              <a:avLst/>
              <a:gdLst/>
              <a:ahLst/>
              <a:cxnLst/>
              <a:rect l="l" t="t" r="r" b="b"/>
              <a:pathLst>
                <a:path w="1744" h="1144" extrusionOk="0">
                  <a:moveTo>
                    <a:pt x="864" y="0"/>
                  </a:moveTo>
                  <a:cubicBezTo>
                    <a:pt x="840" y="0"/>
                    <a:pt x="807" y="17"/>
                    <a:pt x="774" y="51"/>
                  </a:cubicBezTo>
                  <a:cubicBezTo>
                    <a:pt x="583" y="180"/>
                    <a:pt x="0" y="757"/>
                    <a:pt x="258" y="1015"/>
                  </a:cubicBezTo>
                  <a:cubicBezTo>
                    <a:pt x="387" y="1082"/>
                    <a:pt x="454" y="1144"/>
                    <a:pt x="583" y="1144"/>
                  </a:cubicBezTo>
                  <a:lnTo>
                    <a:pt x="1161" y="1144"/>
                  </a:lnTo>
                  <a:cubicBezTo>
                    <a:pt x="1228" y="1144"/>
                    <a:pt x="1357" y="1082"/>
                    <a:pt x="1418" y="1015"/>
                  </a:cubicBezTo>
                  <a:cubicBezTo>
                    <a:pt x="1743" y="757"/>
                    <a:pt x="1161" y="180"/>
                    <a:pt x="903" y="51"/>
                  </a:cubicBezTo>
                  <a:cubicBezTo>
                    <a:pt x="903" y="17"/>
                    <a:pt x="887" y="0"/>
                    <a:pt x="86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47"/>
            <p:cNvSpPr/>
            <p:nvPr/>
          </p:nvSpPr>
          <p:spPr>
            <a:xfrm>
              <a:off x="6453175" y="2258275"/>
              <a:ext cx="59700" cy="50775"/>
            </a:xfrm>
            <a:custGeom>
              <a:avLst/>
              <a:gdLst/>
              <a:ahLst/>
              <a:cxnLst/>
              <a:rect l="l" t="t" r="r" b="b"/>
              <a:pathLst>
                <a:path w="2388" h="2031" extrusionOk="0">
                  <a:moveTo>
                    <a:pt x="1162" y="1"/>
                  </a:moveTo>
                  <a:cubicBezTo>
                    <a:pt x="1114" y="1"/>
                    <a:pt x="1065" y="33"/>
                    <a:pt x="1031" y="97"/>
                  </a:cubicBezTo>
                  <a:lnTo>
                    <a:pt x="0" y="1515"/>
                  </a:lnTo>
                  <a:cubicBezTo>
                    <a:pt x="0" y="1577"/>
                    <a:pt x="0" y="1706"/>
                    <a:pt x="67" y="1773"/>
                  </a:cubicBezTo>
                  <a:cubicBezTo>
                    <a:pt x="196" y="1835"/>
                    <a:pt x="516" y="2031"/>
                    <a:pt x="1160" y="2031"/>
                  </a:cubicBezTo>
                  <a:cubicBezTo>
                    <a:pt x="1805" y="2031"/>
                    <a:pt x="2130" y="1835"/>
                    <a:pt x="2258" y="1773"/>
                  </a:cubicBezTo>
                  <a:cubicBezTo>
                    <a:pt x="2320" y="1706"/>
                    <a:pt x="2387" y="1577"/>
                    <a:pt x="2320" y="1515"/>
                  </a:cubicBezTo>
                  <a:lnTo>
                    <a:pt x="1289" y="97"/>
                  </a:lnTo>
                  <a:cubicBezTo>
                    <a:pt x="1258" y="33"/>
                    <a:pt x="1210" y="1"/>
                    <a:pt x="116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47"/>
            <p:cNvSpPr/>
            <p:nvPr/>
          </p:nvSpPr>
          <p:spPr>
            <a:xfrm>
              <a:off x="6337525" y="2351425"/>
              <a:ext cx="171725" cy="46200"/>
            </a:xfrm>
            <a:custGeom>
              <a:avLst/>
              <a:gdLst/>
              <a:ahLst/>
              <a:cxnLst/>
              <a:rect l="l" t="t" r="r" b="b"/>
              <a:pathLst>
                <a:path w="6869" h="1848" extrusionOk="0">
                  <a:moveTo>
                    <a:pt x="156" y="0"/>
                  </a:moveTo>
                  <a:cubicBezTo>
                    <a:pt x="65" y="0"/>
                    <a:pt x="1" y="139"/>
                    <a:pt x="52" y="238"/>
                  </a:cubicBezTo>
                  <a:cubicBezTo>
                    <a:pt x="630" y="1656"/>
                    <a:pt x="3208" y="1847"/>
                    <a:pt x="3404" y="1847"/>
                  </a:cubicBezTo>
                  <a:cubicBezTo>
                    <a:pt x="3595" y="1847"/>
                    <a:pt x="6173" y="1656"/>
                    <a:pt x="6817" y="238"/>
                  </a:cubicBezTo>
                  <a:cubicBezTo>
                    <a:pt x="6869" y="139"/>
                    <a:pt x="6765" y="0"/>
                    <a:pt x="6655" y="0"/>
                  </a:cubicBezTo>
                  <a:cubicBezTo>
                    <a:pt x="6623" y="0"/>
                    <a:pt x="6589" y="13"/>
                    <a:pt x="6560" y="42"/>
                  </a:cubicBezTo>
                  <a:cubicBezTo>
                    <a:pt x="6044" y="300"/>
                    <a:pt x="4951" y="816"/>
                    <a:pt x="3404" y="816"/>
                  </a:cubicBezTo>
                  <a:cubicBezTo>
                    <a:pt x="1919" y="816"/>
                    <a:pt x="826" y="300"/>
                    <a:pt x="243" y="42"/>
                  </a:cubicBezTo>
                  <a:cubicBezTo>
                    <a:pt x="213" y="13"/>
                    <a:pt x="184" y="0"/>
                    <a:pt x="15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47"/>
            <p:cNvSpPr/>
            <p:nvPr/>
          </p:nvSpPr>
          <p:spPr>
            <a:xfrm>
              <a:off x="6250125" y="2155900"/>
              <a:ext cx="344850" cy="61250"/>
            </a:xfrm>
            <a:custGeom>
              <a:avLst/>
              <a:gdLst/>
              <a:ahLst/>
              <a:cxnLst/>
              <a:rect l="l" t="t" r="r" b="b"/>
              <a:pathLst>
                <a:path w="13794" h="2450" extrusionOk="0">
                  <a:moveTo>
                    <a:pt x="130" y="0"/>
                  </a:moveTo>
                  <a:cubicBezTo>
                    <a:pt x="68" y="0"/>
                    <a:pt x="1" y="129"/>
                    <a:pt x="1" y="196"/>
                  </a:cubicBezTo>
                  <a:lnTo>
                    <a:pt x="1" y="2259"/>
                  </a:lnTo>
                  <a:cubicBezTo>
                    <a:pt x="1" y="2320"/>
                    <a:pt x="68" y="2449"/>
                    <a:pt x="130" y="2449"/>
                  </a:cubicBezTo>
                  <a:lnTo>
                    <a:pt x="13665" y="2449"/>
                  </a:lnTo>
                  <a:cubicBezTo>
                    <a:pt x="13732" y="2449"/>
                    <a:pt x="13794" y="2320"/>
                    <a:pt x="13794" y="2259"/>
                  </a:cubicBezTo>
                  <a:lnTo>
                    <a:pt x="13794" y="196"/>
                  </a:lnTo>
                  <a:cubicBezTo>
                    <a:pt x="13794" y="129"/>
                    <a:pt x="13732" y="0"/>
                    <a:pt x="136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47"/>
            <p:cNvSpPr/>
            <p:nvPr/>
          </p:nvSpPr>
          <p:spPr>
            <a:xfrm>
              <a:off x="6335600" y="2258275"/>
              <a:ext cx="59575" cy="50775"/>
            </a:xfrm>
            <a:custGeom>
              <a:avLst/>
              <a:gdLst/>
              <a:ahLst/>
              <a:cxnLst/>
              <a:rect l="l" t="t" r="r" b="b"/>
              <a:pathLst>
                <a:path w="2383" h="2031" extrusionOk="0">
                  <a:moveTo>
                    <a:pt x="1159" y="1"/>
                  </a:moveTo>
                  <a:cubicBezTo>
                    <a:pt x="1110" y="1"/>
                    <a:pt x="1063" y="33"/>
                    <a:pt x="1032" y="97"/>
                  </a:cubicBezTo>
                  <a:lnTo>
                    <a:pt x="0" y="1515"/>
                  </a:lnTo>
                  <a:cubicBezTo>
                    <a:pt x="0" y="1577"/>
                    <a:pt x="0" y="1706"/>
                    <a:pt x="62" y="1773"/>
                  </a:cubicBezTo>
                  <a:cubicBezTo>
                    <a:pt x="191" y="1835"/>
                    <a:pt x="516" y="2031"/>
                    <a:pt x="1161" y="2031"/>
                  </a:cubicBezTo>
                  <a:cubicBezTo>
                    <a:pt x="1805" y="2031"/>
                    <a:pt x="2125" y="1835"/>
                    <a:pt x="2254" y="1773"/>
                  </a:cubicBezTo>
                  <a:cubicBezTo>
                    <a:pt x="2321" y="1706"/>
                    <a:pt x="2383" y="1577"/>
                    <a:pt x="2321" y="1515"/>
                  </a:cubicBezTo>
                  <a:lnTo>
                    <a:pt x="1290" y="97"/>
                  </a:lnTo>
                  <a:cubicBezTo>
                    <a:pt x="1256" y="33"/>
                    <a:pt x="1207" y="1"/>
                    <a:pt x="11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9" name="Google Shape;2229;p47"/>
          <p:cNvGrpSpPr/>
          <p:nvPr/>
        </p:nvGrpSpPr>
        <p:grpSpPr>
          <a:xfrm>
            <a:off x="1986301" y="2683106"/>
            <a:ext cx="354857" cy="408049"/>
            <a:chOff x="1523325" y="238125"/>
            <a:chExt cx="4549450" cy="5231400"/>
          </a:xfrm>
        </p:grpSpPr>
        <p:sp>
          <p:nvSpPr>
            <p:cNvPr id="2230" name="Google Shape;2230;p47"/>
            <p:cNvSpPr/>
            <p:nvPr/>
          </p:nvSpPr>
          <p:spPr>
            <a:xfrm>
              <a:off x="1523325" y="238125"/>
              <a:ext cx="4549450" cy="4549450"/>
            </a:xfrm>
            <a:custGeom>
              <a:avLst/>
              <a:gdLst/>
              <a:ahLst/>
              <a:cxnLst/>
              <a:rect l="l" t="t" r="r" b="b"/>
              <a:pathLst>
                <a:path w="181978" h="181978" extrusionOk="0">
                  <a:moveTo>
                    <a:pt x="91001" y="0"/>
                  </a:moveTo>
                  <a:cubicBezTo>
                    <a:pt x="40758" y="0"/>
                    <a:pt x="0" y="40758"/>
                    <a:pt x="0" y="91001"/>
                  </a:cubicBezTo>
                  <a:cubicBezTo>
                    <a:pt x="0" y="141244"/>
                    <a:pt x="40758" y="181978"/>
                    <a:pt x="91001" y="181978"/>
                  </a:cubicBezTo>
                  <a:cubicBezTo>
                    <a:pt x="141244" y="181978"/>
                    <a:pt x="181977" y="141244"/>
                    <a:pt x="181977" y="91001"/>
                  </a:cubicBezTo>
                  <a:cubicBezTo>
                    <a:pt x="181977" y="40758"/>
                    <a:pt x="141244" y="0"/>
                    <a:pt x="910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47"/>
            <p:cNvSpPr/>
            <p:nvPr/>
          </p:nvSpPr>
          <p:spPr>
            <a:xfrm>
              <a:off x="2258575" y="4290025"/>
              <a:ext cx="3086900" cy="1179500"/>
            </a:xfrm>
            <a:custGeom>
              <a:avLst/>
              <a:gdLst/>
              <a:ahLst/>
              <a:cxnLst/>
              <a:rect l="l" t="t" r="r" b="b"/>
              <a:pathLst>
                <a:path w="123476" h="47180" extrusionOk="0">
                  <a:moveTo>
                    <a:pt x="4902" y="1"/>
                  </a:moveTo>
                  <a:lnTo>
                    <a:pt x="0" y="45023"/>
                  </a:lnTo>
                  <a:cubicBezTo>
                    <a:pt x="0" y="46249"/>
                    <a:pt x="932" y="47180"/>
                    <a:pt x="2157" y="47180"/>
                  </a:cubicBezTo>
                  <a:lnTo>
                    <a:pt x="121319" y="47180"/>
                  </a:lnTo>
                  <a:cubicBezTo>
                    <a:pt x="122544" y="47180"/>
                    <a:pt x="123475" y="46249"/>
                    <a:pt x="123475" y="45023"/>
                  </a:cubicBezTo>
                  <a:lnTo>
                    <a:pt x="11857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47"/>
            <p:cNvSpPr/>
            <p:nvPr/>
          </p:nvSpPr>
          <p:spPr>
            <a:xfrm>
              <a:off x="4571575" y="1477175"/>
              <a:ext cx="490200" cy="741125"/>
            </a:xfrm>
            <a:custGeom>
              <a:avLst/>
              <a:gdLst/>
              <a:ahLst/>
              <a:cxnLst/>
              <a:rect l="l" t="t" r="r" b="b"/>
              <a:pathLst>
                <a:path w="19608" h="29645" extrusionOk="0">
                  <a:moveTo>
                    <a:pt x="9768" y="1"/>
                  </a:moveTo>
                  <a:cubicBezTo>
                    <a:pt x="9424" y="1"/>
                    <a:pt x="9045" y="228"/>
                    <a:pt x="8897" y="681"/>
                  </a:cubicBezTo>
                  <a:cubicBezTo>
                    <a:pt x="7672" y="4970"/>
                    <a:pt x="5221" y="11710"/>
                    <a:pt x="614" y="14161"/>
                  </a:cubicBezTo>
                  <a:cubicBezTo>
                    <a:pt x="1" y="14479"/>
                    <a:pt x="1" y="15386"/>
                    <a:pt x="614" y="15705"/>
                  </a:cubicBezTo>
                  <a:cubicBezTo>
                    <a:pt x="5221" y="18156"/>
                    <a:pt x="7672" y="24896"/>
                    <a:pt x="8897" y="29185"/>
                  </a:cubicBezTo>
                  <a:cubicBezTo>
                    <a:pt x="9045" y="29491"/>
                    <a:pt x="9424" y="29644"/>
                    <a:pt x="9768" y="29644"/>
                  </a:cubicBezTo>
                  <a:cubicBezTo>
                    <a:pt x="10111" y="29644"/>
                    <a:pt x="10417" y="29491"/>
                    <a:pt x="10417" y="29185"/>
                  </a:cubicBezTo>
                  <a:cubicBezTo>
                    <a:pt x="11642" y="24896"/>
                    <a:pt x="14093" y="18156"/>
                    <a:pt x="18995" y="15705"/>
                  </a:cubicBezTo>
                  <a:cubicBezTo>
                    <a:pt x="19608" y="15386"/>
                    <a:pt x="19608" y="14479"/>
                    <a:pt x="18995" y="14161"/>
                  </a:cubicBezTo>
                  <a:cubicBezTo>
                    <a:pt x="14093" y="11710"/>
                    <a:pt x="11642" y="4970"/>
                    <a:pt x="10417" y="681"/>
                  </a:cubicBezTo>
                  <a:cubicBezTo>
                    <a:pt x="10417" y="228"/>
                    <a:pt x="10111" y="1"/>
                    <a:pt x="976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47"/>
            <p:cNvSpPr/>
            <p:nvPr/>
          </p:nvSpPr>
          <p:spPr>
            <a:xfrm>
              <a:off x="5199625" y="2258400"/>
              <a:ext cx="367650" cy="539975"/>
            </a:xfrm>
            <a:custGeom>
              <a:avLst/>
              <a:gdLst/>
              <a:ahLst/>
              <a:cxnLst/>
              <a:rect l="l" t="t" r="r" b="b"/>
              <a:pathLst>
                <a:path w="14706" h="21599" extrusionOk="0">
                  <a:moveTo>
                    <a:pt x="7356" y="1"/>
                  </a:moveTo>
                  <a:cubicBezTo>
                    <a:pt x="6973" y="1"/>
                    <a:pt x="6593" y="227"/>
                    <a:pt x="6446" y="681"/>
                  </a:cubicBezTo>
                  <a:cubicBezTo>
                    <a:pt x="5515" y="3744"/>
                    <a:pt x="3677" y="8352"/>
                    <a:pt x="613" y="10190"/>
                  </a:cubicBezTo>
                  <a:cubicBezTo>
                    <a:pt x="0" y="10484"/>
                    <a:pt x="0" y="11097"/>
                    <a:pt x="613" y="11416"/>
                  </a:cubicBezTo>
                  <a:cubicBezTo>
                    <a:pt x="3995" y="13254"/>
                    <a:pt x="5515" y="17837"/>
                    <a:pt x="6446" y="20900"/>
                  </a:cubicBezTo>
                  <a:cubicBezTo>
                    <a:pt x="6593" y="21366"/>
                    <a:pt x="6973" y="21599"/>
                    <a:pt x="7356" y="21599"/>
                  </a:cubicBezTo>
                  <a:cubicBezTo>
                    <a:pt x="7739" y="21599"/>
                    <a:pt x="8125" y="21366"/>
                    <a:pt x="8284" y="20900"/>
                  </a:cubicBezTo>
                  <a:cubicBezTo>
                    <a:pt x="9191" y="17837"/>
                    <a:pt x="10735" y="13254"/>
                    <a:pt x="14093" y="11416"/>
                  </a:cubicBezTo>
                  <a:cubicBezTo>
                    <a:pt x="14705" y="11097"/>
                    <a:pt x="14705" y="10484"/>
                    <a:pt x="14093" y="10190"/>
                  </a:cubicBezTo>
                  <a:cubicBezTo>
                    <a:pt x="10735" y="8352"/>
                    <a:pt x="9191" y="3744"/>
                    <a:pt x="8284" y="681"/>
                  </a:cubicBezTo>
                  <a:cubicBezTo>
                    <a:pt x="8125" y="227"/>
                    <a:pt x="7739" y="1"/>
                    <a:pt x="735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47"/>
          <p:cNvGrpSpPr/>
          <p:nvPr/>
        </p:nvGrpSpPr>
        <p:grpSpPr>
          <a:xfrm>
            <a:off x="4713631" y="2679220"/>
            <a:ext cx="419550" cy="419433"/>
            <a:chOff x="4713631" y="2679220"/>
            <a:chExt cx="419550" cy="419433"/>
          </a:xfrm>
        </p:grpSpPr>
        <p:sp>
          <p:nvSpPr>
            <p:cNvPr id="2235" name="Google Shape;2235;p47"/>
            <p:cNvSpPr/>
            <p:nvPr/>
          </p:nvSpPr>
          <p:spPr>
            <a:xfrm>
              <a:off x="4739428" y="2710962"/>
              <a:ext cx="366499" cy="363092"/>
            </a:xfrm>
            <a:custGeom>
              <a:avLst/>
              <a:gdLst/>
              <a:ahLst/>
              <a:cxnLst/>
              <a:rect l="l" t="t" r="r" b="b"/>
              <a:pathLst>
                <a:path w="15599" h="15454" extrusionOk="0">
                  <a:moveTo>
                    <a:pt x="7926" y="0"/>
                  </a:moveTo>
                  <a:cubicBezTo>
                    <a:pt x="7864" y="0"/>
                    <a:pt x="7797" y="0"/>
                    <a:pt x="7797" y="67"/>
                  </a:cubicBezTo>
                  <a:cubicBezTo>
                    <a:pt x="6059" y="2063"/>
                    <a:pt x="3285" y="2321"/>
                    <a:pt x="2707" y="2321"/>
                  </a:cubicBezTo>
                  <a:cubicBezTo>
                    <a:pt x="2640" y="2321"/>
                    <a:pt x="2579" y="2388"/>
                    <a:pt x="2640" y="2450"/>
                  </a:cubicBezTo>
                  <a:cubicBezTo>
                    <a:pt x="2707" y="4966"/>
                    <a:pt x="516" y="7028"/>
                    <a:pt x="62" y="7477"/>
                  </a:cubicBezTo>
                  <a:cubicBezTo>
                    <a:pt x="0" y="7544"/>
                    <a:pt x="0" y="7606"/>
                    <a:pt x="62" y="7606"/>
                  </a:cubicBezTo>
                  <a:cubicBezTo>
                    <a:pt x="2640" y="9735"/>
                    <a:pt x="2450" y="12375"/>
                    <a:pt x="2321" y="12958"/>
                  </a:cubicBezTo>
                  <a:cubicBezTo>
                    <a:pt x="2321" y="13020"/>
                    <a:pt x="2383" y="13087"/>
                    <a:pt x="2450" y="13087"/>
                  </a:cubicBezTo>
                  <a:cubicBezTo>
                    <a:pt x="5992" y="13087"/>
                    <a:pt x="7410" y="14892"/>
                    <a:pt x="7797" y="15407"/>
                  </a:cubicBezTo>
                  <a:cubicBezTo>
                    <a:pt x="7797" y="15438"/>
                    <a:pt x="7813" y="15454"/>
                    <a:pt x="7838" y="15454"/>
                  </a:cubicBezTo>
                  <a:cubicBezTo>
                    <a:pt x="7862" y="15454"/>
                    <a:pt x="7895" y="15438"/>
                    <a:pt x="7926" y="15407"/>
                  </a:cubicBezTo>
                  <a:cubicBezTo>
                    <a:pt x="9601" y="13407"/>
                    <a:pt x="12633" y="13216"/>
                    <a:pt x="13340" y="13216"/>
                  </a:cubicBezTo>
                  <a:cubicBezTo>
                    <a:pt x="13407" y="13216"/>
                    <a:pt x="13469" y="13149"/>
                    <a:pt x="13407" y="13087"/>
                  </a:cubicBezTo>
                  <a:cubicBezTo>
                    <a:pt x="12824" y="10767"/>
                    <a:pt x="15015" y="8189"/>
                    <a:pt x="15531" y="7673"/>
                  </a:cubicBezTo>
                  <a:cubicBezTo>
                    <a:pt x="15598" y="7606"/>
                    <a:pt x="15531" y="7544"/>
                    <a:pt x="15469" y="7477"/>
                  </a:cubicBezTo>
                  <a:cubicBezTo>
                    <a:pt x="12953" y="6255"/>
                    <a:pt x="13278" y="2903"/>
                    <a:pt x="13407" y="2130"/>
                  </a:cubicBezTo>
                  <a:cubicBezTo>
                    <a:pt x="13407" y="2082"/>
                    <a:pt x="13373" y="2037"/>
                    <a:pt x="13331" y="2037"/>
                  </a:cubicBezTo>
                  <a:cubicBezTo>
                    <a:pt x="13314" y="2037"/>
                    <a:pt x="13296" y="2045"/>
                    <a:pt x="13278" y="2063"/>
                  </a:cubicBezTo>
                  <a:cubicBezTo>
                    <a:pt x="12975" y="2143"/>
                    <a:pt x="12672" y="2178"/>
                    <a:pt x="12373" y="2178"/>
                  </a:cubicBezTo>
                  <a:cubicBezTo>
                    <a:pt x="10254" y="2178"/>
                    <a:pt x="8323" y="398"/>
                    <a:pt x="79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47"/>
            <p:cNvSpPr/>
            <p:nvPr/>
          </p:nvSpPr>
          <p:spPr>
            <a:xfrm>
              <a:off x="4713631" y="2679220"/>
              <a:ext cx="419550" cy="419433"/>
            </a:xfrm>
            <a:custGeom>
              <a:avLst/>
              <a:gdLst/>
              <a:ahLst/>
              <a:cxnLst/>
              <a:rect l="l" t="t" r="r" b="b"/>
              <a:pathLst>
                <a:path w="17857" h="17852" extrusionOk="0">
                  <a:moveTo>
                    <a:pt x="9220" y="1867"/>
                  </a:moveTo>
                  <a:cubicBezTo>
                    <a:pt x="9539" y="2192"/>
                    <a:pt x="9993" y="2512"/>
                    <a:pt x="10570" y="2898"/>
                  </a:cubicBezTo>
                  <a:cubicBezTo>
                    <a:pt x="11564" y="3481"/>
                    <a:pt x="12552" y="3748"/>
                    <a:pt x="13449" y="3748"/>
                  </a:cubicBezTo>
                  <a:cubicBezTo>
                    <a:pt x="13544" y="3748"/>
                    <a:pt x="13638" y="3745"/>
                    <a:pt x="13731" y="3739"/>
                  </a:cubicBezTo>
                  <a:lnTo>
                    <a:pt x="13731" y="3739"/>
                  </a:lnTo>
                  <a:lnTo>
                    <a:pt x="11927" y="5605"/>
                  </a:lnTo>
                  <a:cubicBezTo>
                    <a:pt x="11802" y="5631"/>
                    <a:pt x="11498" y="5704"/>
                    <a:pt x="11123" y="5704"/>
                  </a:cubicBezTo>
                  <a:cubicBezTo>
                    <a:pt x="10520" y="5704"/>
                    <a:pt x="9735" y="5516"/>
                    <a:pt x="9220" y="4641"/>
                  </a:cubicBezTo>
                  <a:lnTo>
                    <a:pt x="9220" y="1867"/>
                  </a:lnTo>
                  <a:close/>
                  <a:moveTo>
                    <a:pt x="8704" y="5219"/>
                  </a:moveTo>
                  <a:lnTo>
                    <a:pt x="8704" y="8312"/>
                  </a:lnTo>
                  <a:lnTo>
                    <a:pt x="6574" y="6188"/>
                  </a:lnTo>
                  <a:cubicBezTo>
                    <a:pt x="7544" y="6121"/>
                    <a:pt x="8250" y="5605"/>
                    <a:pt x="8704" y="5219"/>
                  </a:cubicBezTo>
                  <a:close/>
                  <a:moveTo>
                    <a:pt x="9220" y="5476"/>
                  </a:moveTo>
                  <a:cubicBezTo>
                    <a:pt x="9735" y="5992"/>
                    <a:pt x="10380" y="6188"/>
                    <a:pt x="10828" y="6188"/>
                  </a:cubicBezTo>
                  <a:lnTo>
                    <a:pt x="11282" y="6188"/>
                  </a:lnTo>
                  <a:lnTo>
                    <a:pt x="9220" y="8312"/>
                  </a:lnTo>
                  <a:lnTo>
                    <a:pt x="9220" y="5476"/>
                  </a:lnTo>
                  <a:close/>
                  <a:moveTo>
                    <a:pt x="3934" y="4316"/>
                  </a:moveTo>
                  <a:lnTo>
                    <a:pt x="5672" y="5992"/>
                  </a:lnTo>
                  <a:cubicBezTo>
                    <a:pt x="5543" y="6379"/>
                    <a:pt x="5223" y="7735"/>
                    <a:pt x="4254" y="8637"/>
                  </a:cubicBezTo>
                  <a:lnTo>
                    <a:pt x="1743" y="8637"/>
                  </a:lnTo>
                  <a:cubicBezTo>
                    <a:pt x="2001" y="8379"/>
                    <a:pt x="2320" y="7993"/>
                    <a:pt x="2645" y="7539"/>
                  </a:cubicBezTo>
                  <a:cubicBezTo>
                    <a:pt x="3419" y="6446"/>
                    <a:pt x="3867" y="5348"/>
                    <a:pt x="3934" y="4316"/>
                  </a:cubicBezTo>
                  <a:close/>
                  <a:moveTo>
                    <a:pt x="6059" y="6446"/>
                  </a:moveTo>
                  <a:lnTo>
                    <a:pt x="8317" y="8637"/>
                  </a:lnTo>
                  <a:lnTo>
                    <a:pt x="4966" y="8637"/>
                  </a:lnTo>
                  <a:cubicBezTo>
                    <a:pt x="5610" y="7864"/>
                    <a:pt x="5930" y="6961"/>
                    <a:pt x="6059" y="6446"/>
                  </a:cubicBezTo>
                  <a:close/>
                  <a:moveTo>
                    <a:pt x="11731" y="6508"/>
                  </a:moveTo>
                  <a:cubicBezTo>
                    <a:pt x="11798" y="7477"/>
                    <a:pt x="12442" y="8250"/>
                    <a:pt x="12891" y="8637"/>
                  </a:cubicBezTo>
                  <a:lnTo>
                    <a:pt x="9539" y="8637"/>
                  </a:lnTo>
                  <a:lnTo>
                    <a:pt x="11731" y="6508"/>
                  </a:lnTo>
                  <a:close/>
                  <a:moveTo>
                    <a:pt x="14180" y="4058"/>
                  </a:moveTo>
                  <a:cubicBezTo>
                    <a:pt x="14118" y="4512"/>
                    <a:pt x="14118" y="5028"/>
                    <a:pt x="14247" y="5672"/>
                  </a:cubicBezTo>
                  <a:cubicBezTo>
                    <a:pt x="14376" y="6961"/>
                    <a:pt x="14953" y="7993"/>
                    <a:pt x="15794" y="8637"/>
                  </a:cubicBezTo>
                  <a:lnTo>
                    <a:pt x="13664" y="8637"/>
                  </a:lnTo>
                  <a:cubicBezTo>
                    <a:pt x="13664" y="8637"/>
                    <a:pt x="13602" y="8637"/>
                    <a:pt x="13602" y="8570"/>
                  </a:cubicBezTo>
                  <a:cubicBezTo>
                    <a:pt x="13602" y="8570"/>
                    <a:pt x="11927" y="7410"/>
                    <a:pt x="12313" y="5930"/>
                  </a:cubicBezTo>
                  <a:lnTo>
                    <a:pt x="14180" y="4058"/>
                  </a:lnTo>
                  <a:close/>
                  <a:moveTo>
                    <a:pt x="8317" y="9153"/>
                  </a:moveTo>
                  <a:lnTo>
                    <a:pt x="6188" y="11277"/>
                  </a:lnTo>
                  <a:cubicBezTo>
                    <a:pt x="6059" y="10313"/>
                    <a:pt x="5543" y="9601"/>
                    <a:pt x="5095" y="9153"/>
                  </a:cubicBezTo>
                  <a:close/>
                  <a:moveTo>
                    <a:pt x="12571" y="9153"/>
                  </a:moveTo>
                  <a:cubicBezTo>
                    <a:pt x="12375" y="9540"/>
                    <a:pt x="12184" y="9988"/>
                    <a:pt x="11988" y="10504"/>
                  </a:cubicBezTo>
                  <a:cubicBezTo>
                    <a:pt x="11927" y="10829"/>
                    <a:pt x="11860" y="11148"/>
                    <a:pt x="11798" y="11406"/>
                  </a:cubicBezTo>
                  <a:lnTo>
                    <a:pt x="9539" y="9153"/>
                  </a:lnTo>
                  <a:close/>
                  <a:moveTo>
                    <a:pt x="8704" y="9540"/>
                  </a:moveTo>
                  <a:lnTo>
                    <a:pt x="8704" y="12504"/>
                  </a:lnTo>
                  <a:cubicBezTo>
                    <a:pt x="8059" y="11922"/>
                    <a:pt x="7157" y="11731"/>
                    <a:pt x="6574" y="11664"/>
                  </a:cubicBezTo>
                  <a:lnTo>
                    <a:pt x="8704" y="9540"/>
                  </a:lnTo>
                  <a:close/>
                  <a:moveTo>
                    <a:pt x="9220" y="9540"/>
                  </a:moveTo>
                  <a:lnTo>
                    <a:pt x="11215" y="11602"/>
                  </a:lnTo>
                  <a:cubicBezTo>
                    <a:pt x="10895" y="11664"/>
                    <a:pt x="10442" y="11793"/>
                    <a:pt x="9926" y="12180"/>
                  </a:cubicBezTo>
                  <a:cubicBezTo>
                    <a:pt x="9606" y="12308"/>
                    <a:pt x="9410" y="12504"/>
                    <a:pt x="9220" y="12695"/>
                  </a:cubicBezTo>
                  <a:lnTo>
                    <a:pt x="9220" y="9540"/>
                  </a:lnTo>
                  <a:close/>
                  <a:moveTo>
                    <a:pt x="4254" y="9153"/>
                  </a:moveTo>
                  <a:cubicBezTo>
                    <a:pt x="4579" y="9411"/>
                    <a:pt x="5801" y="10375"/>
                    <a:pt x="5672" y="11793"/>
                  </a:cubicBezTo>
                  <a:lnTo>
                    <a:pt x="3738" y="13726"/>
                  </a:lnTo>
                  <a:cubicBezTo>
                    <a:pt x="3738" y="13407"/>
                    <a:pt x="3738" y="13020"/>
                    <a:pt x="3610" y="12504"/>
                  </a:cubicBezTo>
                  <a:cubicBezTo>
                    <a:pt x="3419" y="11602"/>
                    <a:pt x="2965" y="10313"/>
                    <a:pt x="1805" y="9153"/>
                  </a:cubicBezTo>
                  <a:close/>
                  <a:moveTo>
                    <a:pt x="6059" y="12180"/>
                  </a:moveTo>
                  <a:cubicBezTo>
                    <a:pt x="6445" y="12180"/>
                    <a:pt x="8188" y="12247"/>
                    <a:pt x="8704" y="13340"/>
                  </a:cubicBezTo>
                  <a:lnTo>
                    <a:pt x="8704" y="16114"/>
                  </a:lnTo>
                  <a:cubicBezTo>
                    <a:pt x="8508" y="15918"/>
                    <a:pt x="8250" y="15660"/>
                    <a:pt x="7863" y="15402"/>
                  </a:cubicBezTo>
                  <a:cubicBezTo>
                    <a:pt x="7157" y="14887"/>
                    <a:pt x="5930" y="14309"/>
                    <a:pt x="4063" y="14180"/>
                  </a:cubicBezTo>
                  <a:lnTo>
                    <a:pt x="6059" y="12180"/>
                  </a:lnTo>
                  <a:close/>
                  <a:moveTo>
                    <a:pt x="11441" y="12074"/>
                  </a:moveTo>
                  <a:cubicBezTo>
                    <a:pt x="11592" y="12074"/>
                    <a:pt x="11733" y="12106"/>
                    <a:pt x="11860" y="12180"/>
                  </a:cubicBezTo>
                  <a:lnTo>
                    <a:pt x="13989" y="14309"/>
                  </a:lnTo>
                  <a:cubicBezTo>
                    <a:pt x="13535" y="14371"/>
                    <a:pt x="13020" y="14438"/>
                    <a:pt x="12375" y="14567"/>
                  </a:cubicBezTo>
                  <a:cubicBezTo>
                    <a:pt x="11086" y="14887"/>
                    <a:pt x="9993" y="15469"/>
                    <a:pt x="9220" y="16176"/>
                  </a:cubicBezTo>
                  <a:lnTo>
                    <a:pt x="9220" y="13407"/>
                  </a:lnTo>
                  <a:cubicBezTo>
                    <a:pt x="9651" y="12919"/>
                    <a:pt x="10667" y="12074"/>
                    <a:pt x="11441" y="12074"/>
                  </a:cubicBezTo>
                  <a:close/>
                  <a:moveTo>
                    <a:pt x="8962" y="0"/>
                  </a:moveTo>
                  <a:cubicBezTo>
                    <a:pt x="8766" y="0"/>
                    <a:pt x="8704" y="129"/>
                    <a:pt x="8704" y="258"/>
                  </a:cubicBezTo>
                  <a:lnTo>
                    <a:pt x="8704" y="1222"/>
                  </a:lnTo>
                  <a:cubicBezTo>
                    <a:pt x="8317" y="1676"/>
                    <a:pt x="7802" y="2063"/>
                    <a:pt x="7286" y="2383"/>
                  </a:cubicBezTo>
                  <a:cubicBezTo>
                    <a:pt x="7157" y="2450"/>
                    <a:pt x="7090" y="2640"/>
                    <a:pt x="7219" y="2769"/>
                  </a:cubicBezTo>
                  <a:cubicBezTo>
                    <a:pt x="7266" y="2817"/>
                    <a:pt x="7345" y="2862"/>
                    <a:pt x="7433" y="2862"/>
                  </a:cubicBezTo>
                  <a:cubicBezTo>
                    <a:pt x="7469" y="2862"/>
                    <a:pt x="7506" y="2854"/>
                    <a:pt x="7544" y="2836"/>
                  </a:cubicBezTo>
                  <a:cubicBezTo>
                    <a:pt x="7992" y="2579"/>
                    <a:pt x="8317" y="2321"/>
                    <a:pt x="8704" y="1996"/>
                  </a:cubicBezTo>
                  <a:lnTo>
                    <a:pt x="8704" y="4445"/>
                  </a:lnTo>
                  <a:cubicBezTo>
                    <a:pt x="8584" y="4565"/>
                    <a:pt x="7681" y="5692"/>
                    <a:pt x="6358" y="5692"/>
                  </a:cubicBezTo>
                  <a:cubicBezTo>
                    <a:pt x="6261" y="5692"/>
                    <a:pt x="6161" y="5685"/>
                    <a:pt x="6059" y="5672"/>
                  </a:cubicBezTo>
                  <a:lnTo>
                    <a:pt x="4321" y="3930"/>
                  </a:lnTo>
                  <a:cubicBezTo>
                    <a:pt x="4708" y="3868"/>
                    <a:pt x="5223" y="3739"/>
                    <a:pt x="5868" y="3543"/>
                  </a:cubicBezTo>
                  <a:cubicBezTo>
                    <a:pt x="5997" y="3543"/>
                    <a:pt x="6059" y="3414"/>
                    <a:pt x="6059" y="3223"/>
                  </a:cubicBezTo>
                  <a:cubicBezTo>
                    <a:pt x="6014" y="3129"/>
                    <a:pt x="5933" y="3068"/>
                    <a:pt x="5842" y="3068"/>
                  </a:cubicBezTo>
                  <a:cubicBezTo>
                    <a:pt x="5809" y="3068"/>
                    <a:pt x="5774" y="3076"/>
                    <a:pt x="5739" y="3094"/>
                  </a:cubicBezTo>
                  <a:cubicBezTo>
                    <a:pt x="4837" y="3352"/>
                    <a:pt x="4063" y="3414"/>
                    <a:pt x="3805" y="3414"/>
                  </a:cubicBezTo>
                  <a:lnTo>
                    <a:pt x="2965" y="2579"/>
                  </a:lnTo>
                  <a:cubicBezTo>
                    <a:pt x="2934" y="2545"/>
                    <a:pt x="2870" y="2528"/>
                    <a:pt x="2805" y="2528"/>
                  </a:cubicBezTo>
                  <a:cubicBezTo>
                    <a:pt x="2741" y="2528"/>
                    <a:pt x="2676" y="2545"/>
                    <a:pt x="2645" y="2579"/>
                  </a:cubicBezTo>
                  <a:cubicBezTo>
                    <a:pt x="2516" y="2708"/>
                    <a:pt x="2516" y="2898"/>
                    <a:pt x="2645" y="2965"/>
                  </a:cubicBezTo>
                  <a:lnTo>
                    <a:pt x="3419" y="3801"/>
                  </a:lnTo>
                  <a:cubicBezTo>
                    <a:pt x="3548" y="6250"/>
                    <a:pt x="1356" y="8312"/>
                    <a:pt x="969" y="8637"/>
                  </a:cubicBezTo>
                  <a:lnTo>
                    <a:pt x="258" y="8637"/>
                  </a:lnTo>
                  <a:cubicBezTo>
                    <a:pt x="129" y="8637"/>
                    <a:pt x="0" y="8766"/>
                    <a:pt x="0" y="8895"/>
                  </a:cubicBezTo>
                  <a:cubicBezTo>
                    <a:pt x="0" y="9086"/>
                    <a:pt x="129" y="9153"/>
                    <a:pt x="258" y="9153"/>
                  </a:cubicBezTo>
                  <a:lnTo>
                    <a:pt x="969" y="9153"/>
                  </a:lnTo>
                  <a:cubicBezTo>
                    <a:pt x="2130" y="10117"/>
                    <a:pt x="2836" y="11277"/>
                    <a:pt x="3094" y="12566"/>
                  </a:cubicBezTo>
                  <a:cubicBezTo>
                    <a:pt x="3290" y="13407"/>
                    <a:pt x="3223" y="14113"/>
                    <a:pt x="3161" y="14309"/>
                  </a:cubicBezTo>
                  <a:lnTo>
                    <a:pt x="2645" y="14887"/>
                  </a:lnTo>
                  <a:cubicBezTo>
                    <a:pt x="2516" y="14954"/>
                    <a:pt x="2516" y="15144"/>
                    <a:pt x="2645" y="15211"/>
                  </a:cubicBezTo>
                  <a:cubicBezTo>
                    <a:pt x="2645" y="15273"/>
                    <a:pt x="2774" y="15340"/>
                    <a:pt x="2836" y="15340"/>
                  </a:cubicBezTo>
                  <a:cubicBezTo>
                    <a:pt x="2903" y="15340"/>
                    <a:pt x="2965" y="15273"/>
                    <a:pt x="2965" y="15211"/>
                  </a:cubicBezTo>
                  <a:lnTo>
                    <a:pt x="3548" y="14696"/>
                  </a:lnTo>
                  <a:cubicBezTo>
                    <a:pt x="5543" y="14696"/>
                    <a:pt x="6832" y="15273"/>
                    <a:pt x="7544" y="15856"/>
                  </a:cubicBezTo>
                  <a:cubicBezTo>
                    <a:pt x="8250" y="16305"/>
                    <a:pt x="8575" y="16758"/>
                    <a:pt x="8704" y="16949"/>
                  </a:cubicBezTo>
                  <a:lnTo>
                    <a:pt x="8704" y="17594"/>
                  </a:lnTo>
                  <a:cubicBezTo>
                    <a:pt x="8704" y="17723"/>
                    <a:pt x="8766" y="17851"/>
                    <a:pt x="8962" y="17851"/>
                  </a:cubicBezTo>
                  <a:cubicBezTo>
                    <a:pt x="9091" y="17851"/>
                    <a:pt x="9220" y="17723"/>
                    <a:pt x="9220" y="17594"/>
                  </a:cubicBezTo>
                  <a:lnTo>
                    <a:pt x="9220" y="16949"/>
                  </a:lnTo>
                  <a:cubicBezTo>
                    <a:pt x="10828" y="15016"/>
                    <a:pt x="13860" y="14825"/>
                    <a:pt x="14438" y="14825"/>
                  </a:cubicBezTo>
                  <a:lnTo>
                    <a:pt x="14891" y="15211"/>
                  </a:lnTo>
                  <a:cubicBezTo>
                    <a:pt x="14953" y="15273"/>
                    <a:pt x="15020" y="15340"/>
                    <a:pt x="15082" y="15340"/>
                  </a:cubicBezTo>
                  <a:cubicBezTo>
                    <a:pt x="15149" y="15340"/>
                    <a:pt x="15211" y="15273"/>
                    <a:pt x="15278" y="15211"/>
                  </a:cubicBezTo>
                  <a:cubicBezTo>
                    <a:pt x="15340" y="15144"/>
                    <a:pt x="15340" y="14954"/>
                    <a:pt x="15278" y="14887"/>
                  </a:cubicBezTo>
                  <a:lnTo>
                    <a:pt x="14824" y="14438"/>
                  </a:lnTo>
                  <a:cubicBezTo>
                    <a:pt x="14634" y="13726"/>
                    <a:pt x="14695" y="12953"/>
                    <a:pt x="14953" y="12180"/>
                  </a:cubicBezTo>
                  <a:cubicBezTo>
                    <a:pt x="15020" y="11989"/>
                    <a:pt x="14953" y="11860"/>
                    <a:pt x="14824" y="11793"/>
                  </a:cubicBezTo>
                  <a:cubicBezTo>
                    <a:pt x="14695" y="11793"/>
                    <a:pt x="14505" y="11860"/>
                    <a:pt x="14438" y="11989"/>
                  </a:cubicBezTo>
                  <a:cubicBezTo>
                    <a:pt x="14247" y="12633"/>
                    <a:pt x="14118" y="13211"/>
                    <a:pt x="14180" y="13793"/>
                  </a:cubicBezTo>
                  <a:lnTo>
                    <a:pt x="12313" y="11922"/>
                  </a:lnTo>
                  <a:cubicBezTo>
                    <a:pt x="12375" y="11215"/>
                    <a:pt x="12633" y="9730"/>
                    <a:pt x="13278" y="9153"/>
                  </a:cubicBezTo>
                  <a:lnTo>
                    <a:pt x="16113" y="9153"/>
                  </a:lnTo>
                  <a:cubicBezTo>
                    <a:pt x="15923" y="9473"/>
                    <a:pt x="15598" y="9859"/>
                    <a:pt x="15278" y="10313"/>
                  </a:cubicBezTo>
                  <a:cubicBezTo>
                    <a:pt x="15211" y="10442"/>
                    <a:pt x="15278" y="10633"/>
                    <a:pt x="15407" y="10700"/>
                  </a:cubicBezTo>
                  <a:lnTo>
                    <a:pt x="15536" y="10700"/>
                  </a:lnTo>
                  <a:cubicBezTo>
                    <a:pt x="15598" y="10700"/>
                    <a:pt x="15665" y="10700"/>
                    <a:pt x="15727" y="10633"/>
                  </a:cubicBezTo>
                  <a:cubicBezTo>
                    <a:pt x="16180" y="9926"/>
                    <a:pt x="16629" y="9344"/>
                    <a:pt x="16825" y="9153"/>
                  </a:cubicBezTo>
                  <a:lnTo>
                    <a:pt x="17598" y="9153"/>
                  </a:lnTo>
                  <a:cubicBezTo>
                    <a:pt x="17727" y="9153"/>
                    <a:pt x="17856" y="9086"/>
                    <a:pt x="17856" y="8895"/>
                  </a:cubicBezTo>
                  <a:cubicBezTo>
                    <a:pt x="17856" y="8766"/>
                    <a:pt x="17727" y="8637"/>
                    <a:pt x="17598" y="8637"/>
                  </a:cubicBezTo>
                  <a:lnTo>
                    <a:pt x="16758" y="8637"/>
                  </a:lnTo>
                  <a:cubicBezTo>
                    <a:pt x="15598" y="8122"/>
                    <a:pt x="14953" y="7090"/>
                    <a:pt x="14763" y="5605"/>
                  </a:cubicBezTo>
                  <a:cubicBezTo>
                    <a:pt x="14634" y="4641"/>
                    <a:pt x="14695" y="3739"/>
                    <a:pt x="14763" y="3481"/>
                  </a:cubicBezTo>
                  <a:lnTo>
                    <a:pt x="15278" y="2965"/>
                  </a:lnTo>
                  <a:cubicBezTo>
                    <a:pt x="15340" y="2898"/>
                    <a:pt x="15340" y="2708"/>
                    <a:pt x="15278" y="2579"/>
                  </a:cubicBezTo>
                  <a:cubicBezTo>
                    <a:pt x="15214" y="2545"/>
                    <a:pt x="15149" y="2528"/>
                    <a:pt x="15085" y="2528"/>
                  </a:cubicBezTo>
                  <a:cubicBezTo>
                    <a:pt x="15020" y="2528"/>
                    <a:pt x="14956" y="2545"/>
                    <a:pt x="14891" y="2579"/>
                  </a:cubicBezTo>
                  <a:lnTo>
                    <a:pt x="14376" y="3094"/>
                  </a:lnTo>
                  <a:cubicBezTo>
                    <a:pt x="14058" y="3191"/>
                    <a:pt x="13739" y="3233"/>
                    <a:pt x="13424" y="3233"/>
                  </a:cubicBezTo>
                  <a:cubicBezTo>
                    <a:pt x="11438" y="3233"/>
                    <a:pt x="9607" y="1548"/>
                    <a:pt x="9220" y="1161"/>
                  </a:cubicBezTo>
                  <a:lnTo>
                    <a:pt x="9220" y="258"/>
                  </a:lnTo>
                  <a:cubicBezTo>
                    <a:pt x="9220" y="129"/>
                    <a:pt x="9091" y="0"/>
                    <a:pt x="896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2242" name="Google Shape;2242;p48"/>
          <p:cNvSpPr txBox="1">
            <a:spLocks noGrp="1"/>
          </p:cNvSpPr>
          <p:nvPr>
            <p:ph type="body" idx="1"/>
          </p:nvPr>
        </p:nvSpPr>
        <p:spPr>
          <a:xfrm>
            <a:off x="720000" y="1381075"/>
            <a:ext cx="7704000" cy="102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u="sng">
                <a:hlinkClick r:id="rId3"/>
              </a:rPr>
              <a:t>Halloween elements collection in flat design</a:t>
            </a:r>
            <a:endParaRPr/>
          </a:p>
        </p:txBody>
      </p:sp>
      <p:grpSp>
        <p:nvGrpSpPr>
          <p:cNvPr id="2243" name="Google Shape;2243;p48"/>
          <p:cNvGrpSpPr/>
          <p:nvPr/>
        </p:nvGrpSpPr>
        <p:grpSpPr>
          <a:xfrm>
            <a:off x="5655170" y="2847768"/>
            <a:ext cx="1137612" cy="1245388"/>
            <a:chOff x="5380661" y="2852428"/>
            <a:chExt cx="1137612" cy="1245388"/>
          </a:xfrm>
        </p:grpSpPr>
        <p:sp>
          <p:nvSpPr>
            <p:cNvPr id="2244" name="Google Shape;2244;p48"/>
            <p:cNvSpPr/>
            <p:nvPr/>
          </p:nvSpPr>
          <p:spPr>
            <a:xfrm>
              <a:off x="5745522" y="2852428"/>
              <a:ext cx="438664" cy="418832"/>
            </a:xfrm>
            <a:custGeom>
              <a:avLst/>
              <a:gdLst/>
              <a:ahLst/>
              <a:cxnLst/>
              <a:rect l="l" t="t" r="r" b="b"/>
              <a:pathLst>
                <a:path w="29065" h="27751" extrusionOk="0">
                  <a:moveTo>
                    <a:pt x="18206" y="1"/>
                  </a:moveTo>
                  <a:cubicBezTo>
                    <a:pt x="13510" y="1"/>
                    <a:pt x="9841" y="3566"/>
                    <a:pt x="10768" y="6911"/>
                  </a:cubicBezTo>
                  <a:cubicBezTo>
                    <a:pt x="12372" y="12181"/>
                    <a:pt x="10649" y="17679"/>
                    <a:pt x="6754" y="19512"/>
                  </a:cubicBezTo>
                  <a:cubicBezTo>
                    <a:pt x="2291" y="20768"/>
                    <a:pt x="0" y="23865"/>
                    <a:pt x="0" y="23865"/>
                  </a:cubicBezTo>
                  <a:cubicBezTo>
                    <a:pt x="431" y="25514"/>
                    <a:pt x="6670" y="27751"/>
                    <a:pt x="14257" y="27751"/>
                  </a:cubicBezTo>
                  <a:cubicBezTo>
                    <a:pt x="18770" y="27751"/>
                    <a:pt x="23761" y="26959"/>
                    <a:pt x="28290" y="24782"/>
                  </a:cubicBezTo>
                  <a:cubicBezTo>
                    <a:pt x="26916" y="21116"/>
                    <a:pt x="18439" y="19741"/>
                    <a:pt x="18329" y="18018"/>
                  </a:cubicBezTo>
                  <a:cubicBezTo>
                    <a:pt x="18329" y="16415"/>
                    <a:pt x="16377" y="9771"/>
                    <a:pt x="15580" y="7140"/>
                  </a:cubicBezTo>
                  <a:cubicBezTo>
                    <a:pt x="15046" y="5093"/>
                    <a:pt x="16096" y="2361"/>
                    <a:pt x="19004" y="2361"/>
                  </a:cubicBezTo>
                  <a:cubicBezTo>
                    <a:pt x="19844" y="2361"/>
                    <a:pt x="20838" y="2588"/>
                    <a:pt x="21995" y="3126"/>
                  </a:cubicBezTo>
                  <a:cubicBezTo>
                    <a:pt x="26331" y="5056"/>
                    <a:pt x="24014" y="8447"/>
                    <a:pt x="22966" y="8447"/>
                  </a:cubicBezTo>
                  <a:cubicBezTo>
                    <a:pt x="22770" y="8447"/>
                    <a:pt x="22618" y="8328"/>
                    <a:pt x="22563" y="8057"/>
                  </a:cubicBezTo>
                  <a:cubicBezTo>
                    <a:pt x="22459" y="7277"/>
                    <a:pt x="21886" y="6734"/>
                    <a:pt x="21332" y="6734"/>
                  </a:cubicBezTo>
                  <a:cubicBezTo>
                    <a:pt x="20662" y="6734"/>
                    <a:pt x="20021" y="7529"/>
                    <a:pt x="20272" y="9661"/>
                  </a:cubicBezTo>
                  <a:cubicBezTo>
                    <a:pt x="20409" y="10615"/>
                    <a:pt x="21014" y="11003"/>
                    <a:pt x="21822" y="11003"/>
                  </a:cubicBezTo>
                  <a:cubicBezTo>
                    <a:pt x="24406" y="11003"/>
                    <a:pt x="29065" y="7028"/>
                    <a:pt x="27145" y="4849"/>
                  </a:cubicBezTo>
                  <a:cubicBezTo>
                    <a:pt x="24324" y="1330"/>
                    <a:pt x="21073" y="1"/>
                    <a:pt x="182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48"/>
            <p:cNvSpPr/>
            <p:nvPr/>
          </p:nvSpPr>
          <p:spPr>
            <a:xfrm>
              <a:off x="5792128" y="2855567"/>
              <a:ext cx="392058" cy="428416"/>
            </a:xfrm>
            <a:custGeom>
              <a:avLst/>
              <a:gdLst/>
              <a:ahLst/>
              <a:cxnLst/>
              <a:rect l="l" t="t" r="r" b="b"/>
              <a:pathLst>
                <a:path w="25977" h="28386" extrusionOk="0">
                  <a:moveTo>
                    <a:pt x="16144" y="0"/>
                  </a:moveTo>
                  <a:cubicBezTo>
                    <a:pt x="11926" y="0"/>
                    <a:pt x="8950" y="3915"/>
                    <a:pt x="9971" y="7271"/>
                  </a:cubicBezTo>
                  <a:cubicBezTo>
                    <a:pt x="11456" y="12660"/>
                    <a:pt x="10659" y="19533"/>
                    <a:pt x="6874" y="21476"/>
                  </a:cubicBezTo>
                  <a:cubicBezTo>
                    <a:pt x="2411" y="22622"/>
                    <a:pt x="1" y="25829"/>
                    <a:pt x="1" y="25829"/>
                  </a:cubicBezTo>
                  <a:cubicBezTo>
                    <a:pt x="420" y="27201"/>
                    <a:pt x="3934" y="28385"/>
                    <a:pt x="8917" y="28385"/>
                  </a:cubicBezTo>
                  <a:cubicBezTo>
                    <a:pt x="13519" y="28385"/>
                    <a:pt x="19373" y="27376"/>
                    <a:pt x="25202" y="24574"/>
                  </a:cubicBezTo>
                  <a:cubicBezTo>
                    <a:pt x="23828" y="20908"/>
                    <a:pt x="15351" y="19533"/>
                    <a:pt x="15241" y="17810"/>
                  </a:cubicBezTo>
                  <a:cubicBezTo>
                    <a:pt x="15241" y="16207"/>
                    <a:pt x="13289" y="9563"/>
                    <a:pt x="12492" y="6932"/>
                  </a:cubicBezTo>
                  <a:cubicBezTo>
                    <a:pt x="11958" y="4885"/>
                    <a:pt x="13008" y="2153"/>
                    <a:pt x="15916" y="2153"/>
                  </a:cubicBezTo>
                  <a:cubicBezTo>
                    <a:pt x="16756" y="2153"/>
                    <a:pt x="17750" y="2380"/>
                    <a:pt x="18907" y="2918"/>
                  </a:cubicBezTo>
                  <a:cubicBezTo>
                    <a:pt x="23243" y="4848"/>
                    <a:pt x="20926" y="8239"/>
                    <a:pt x="19878" y="8239"/>
                  </a:cubicBezTo>
                  <a:cubicBezTo>
                    <a:pt x="19682" y="8239"/>
                    <a:pt x="19530" y="8120"/>
                    <a:pt x="19475" y="7849"/>
                  </a:cubicBezTo>
                  <a:cubicBezTo>
                    <a:pt x="19371" y="7069"/>
                    <a:pt x="18798" y="6526"/>
                    <a:pt x="18244" y="6526"/>
                  </a:cubicBezTo>
                  <a:cubicBezTo>
                    <a:pt x="17574" y="6526"/>
                    <a:pt x="16933" y="7321"/>
                    <a:pt x="17184" y="9453"/>
                  </a:cubicBezTo>
                  <a:cubicBezTo>
                    <a:pt x="17321" y="10407"/>
                    <a:pt x="17926" y="10795"/>
                    <a:pt x="18734" y="10795"/>
                  </a:cubicBezTo>
                  <a:cubicBezTo>
                    <a:pt x="21318" y="10795"/>
                    <a:pt x="25977" y="6820"/>
                    <a:pt x="24057" y="4641"/>
                  </a:cubicBezTo>
                  <a:cubicBezTo>
                    <a:pt x="21356" y="1272"/>
                    <a:pt x="18548" y="0"/>
                    <a:pt x="1614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48"/>
            <p:cNvSpPr/>
            <p:nvPr/>
          </p:nvSpPr>
          <p:spPr>
            <a:xfrm>
              <a:off x="5864738" y="3196975"/>
              <a:ext cx="653535" cy="900841"/>
            </a:xfrm>
            <a:custGeom>
              <a:avLst/>
              <a:gdLst/>
              <a:ahLst/>
              <a:cxnLst/>
              <a:rect l="l" t="t" r="r" b="b"/>
              <a:pathLst>
                <a:path w="43302" h="59688" extrusionOk="0">
                  <a:moveTo>
                    <a:pt x="21656" y="1"/>
                  </a:moveTo>
                  <a:cubicBezTo>
                    <a:pt x="9742" y="1"/>
                    <a:pt x="1" y="21078"/>
                    <a:pt x="1" y="37574"/>
                  </a:cubicBezTo>
                  <a:cubicBezTo>
                    <a:pt x="1" y="54070"/>
                    <a:pt x="9742" y="59687"/>
                    <a:pt x="21656" y="59687"/>
                  </a:cubicBezTo>
                  <a:cubicBezTo>
                    <a:pt x="33570" y="59687"/>
                    <a:pt x="43302" y="54070"/>
                    <a:pt x="43302" y="37574"/>
                  </a:cubicBezTo>
                  <a:cubicBezTo>
                    <a:pt x="43302" y="21078"/>
                    <a:pt x="33570" y="1"/>
                    <a:pt x="2165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48"/>
            <p:cNvSpPr/>
            <p:nvPr/>
          </p:nvSpPr>
          <p:spPr>
            <a:xfrm>
              <a:off x="5380661" y="3196975"/>
              <a:ext cx="653535" cy="900841"/>
            </a:xfrm>
            <a:custGeom>
              <a:avLst/>
              <a:gdLst/>
              <a:ahLst/>
              <a:cxnLst/>
              <a:rect l="l" t="t" r="r" b="b"/>
              <a:pathLst>
                <a:path w="43302" h="59688" extrusionOk="0">
                  <a:moveTo>
                    <a:pt x="21655" y="1"/>
                  </a:moveTo>
                  <a:cubicBezTo>
                    <a:pt x="9742" y="1"/>
                    <a:pt x="0" y="21078"/>
                    <a:pt x="0" y="37574"/>
                  </a:cubicBezTo>
                  <a:cubicBezTo>
                    <a:pt x="0" y="54070"/>
                    <a:pt x="9742" y="59687"/>
                    <a:pt x="21655" y="59687"/>
                  </a:cubicBezTo>
                  <a:cubicBezTo>
                    <a:pt x="33679" y="59687"/>
                    <a:pt x="43301" y="54070"/>
                    <a:pt x="43301" y="37574"/>
                  </a:cubicBezTo>
                  <a:cubicBezTo>
                    <a:pt x="43301" y="21078"/>
                    <a:pt x="33679" y="1"/>
                    <a:pt x="216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48"/>
            <p:cNvSpPr/>
            <p:nvPr/>
          </p:nvSpPr>
          <p:spPr>
            <a:xfrm>
              <a:off x="5781759" y="3196975"/>
              <a:ext cx="337212" cy="900841"/>
            </a:xfrm>
            <a:custGeom>
              <a:avLst/>
              <a:gdLst/>
              <a:ahLst/>
              <a:cxnLst/>
              <a:rect l="l" t="t" r="r" b="b"/>
              <a:pathLst>
                <a:path w="22343" h="59688" extrusionOk="0">
                  <a:moveTo>
                    <a:pt x="11117" y="1"/>
                  </a:moveTo>
                  <a:cubicBezTo>
                    <a:pt x="4931" y="1"/>
                    <a:pt x="0" y="21078"/>
                    <a:pt x="0" y="37574"/>
                  </a:cubicBezTo>
                  <a:cubicBezTo>
                    <a:pt x="0" y="54070"/>
                    <a:pt x="4931" y="59687"/>
                    <a:pt x="11117" y="59687"/>
                  </a:cubicBezTo>
                  <a:cubicBezTo>
                    <a:pt x="17302" y="59687"/>
                    <a:pt x="22343" y="54070"/>
                    <a:pt x="22343" y="37574"/>
                  </a:cubicBezTo>
                  <a:cubicBezTo>
                    <a:pt x="22343" y="21078"/>
                    <a:pt x="17302" y="1"/>
                    <a:pt x="1111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48"/>
            <p:cNvSpPr/>
            <p:nvPr/>
          </p:nvSpPr>
          <p:spPr>
            <a:xfrm>
              <a:off x="5836122" y="3584248"/>
              <a:ext cx="197365" cy="188022"/>
            </a:xfrm>
            <a:custGeom>
              <a:avLst/>
              <a:gdLst/>
              <a:ahLst/>
              <a:cxnLst/>
              <a:rect l="l" t="t" r="r" b="b"/>
              <a:pathLst>
                <a:path w="13077" h="12458" extrusionOk="0">
                  <a:moveTo>
                    <a:pt x="6250" y="0"/>
                  </a:moveTo>
                  <a:cubicBezTo>
                    <a:pt x="5224" y="120"/>
                    <a:pt x="3272" y="807"/>
                    <a:pt x="1668" y="4473"/>
                  </a:cubicBezTo>
                  <a:cubicBezTo>
                    <a:pt x="1" y="8220"/>
                    <a:pt x="95" y="12458"/>
                    <a:pt x="2653" y="12458"/>
                  </a:cubicBezTo>
                  <a:cubicBezTo>
                    <a:pt x="3611" y="12458"/>
                    <a:pt x="4914" y="11864"/>
                    <a:pt x="6598" y="10429"/>
                  </a:cubicBezTo>
                  <a:cubicBezTo>
                    <a:pt x="8250" y="11864"/>
                    <a:pt x="9529" y="12458"/>
                    <a:pt x="10470" y="12458"/>
                  </a:cubicBezTo>
                  <a:cubicBezTo>
                    <a:pt x="12982" y="12458"/>
                    <a:pt x="13077" y="8220"/>
                    <a:pt x="11409" y="4473"/>
                  </a:cubicBezTo>
                  <a:cubicBezTo>
                    <a:pt x="9806" y="807"/>
                    <a:pt x="7854" y="120"/>
                    <a:pt x="6827"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48"/>
            <p:cNvSpPr/>
            <p:nvPr/>
          </p:nvSpPr>
          <p:spPr>
            <a:xfrm>
              <a:off x="5842491" y="3701819"/>
              <a:ext cx="185306" cy="70603"/>
            </a:xfrm>
            <a:custGeom>
              <a:avLst/>
              <a:gdLst/>
              <a:ahLst/>
              <a:cxnLst/>
              <a:rect l="l" t="t" r="r" b="b"/>
              <a:pathLst>
                <a:path w="12278" h="4678" extrusionOk="0">
                  <a:moveTo>
                    <a:pt x="6176" y="0"/>
                  </a:moveTo>
                  <a:cubicBezTo>
                    <a:pt x="4078" y="1792"/>
                    <a:pt x="2579" y="2650"/>
                    <a:pt x="1606" y="2650"/>
                  </a:cubicBezTo>
                  <a:cubicBezTo>
                    <a:pt x="772" y="2650"/>
                    <a:pt x="325" y="2020"/>
                    <a:pt x="219" y="806"/>
                  </a:cubicBezTo>
                  <a:lnTo>
                    <a:pt x="219" y="806"/>
                  </a:lnTo>
                  <a:cubicBezTo>
                    <a:pt x="0" y="2969"/>
                    <a:pt x="601" y="4677"/>
                    <a:pt x="2218" y="4677"/>
                  </a:cubicBezTo>
                  <a:cubicBezTo>
                    <a:pt x="3171" y="4677"/>
                    <a:pt x="4477" y="4084"/>
                    <a:pt x="6176" y="2639"/>
                  </a:cubicBezTo>
                  <a:cubicBezTo>
                    <a:pt x="7831" y="4084"/>
                    <a:pt x="9109" y="4677"/>
                    <a:pt x="10051" y="4677"/>
                  </a:cubicBezTo>
                  <a:cubicBezTo>
                    <a:pt x="11649" y="4677"/>
                    <a:pt x="12277" y="2969"/>
                    <a:pt x="12133" y="806"/>
                  </a:cubicBezTo>
                  <a:lnTo>
                    <a:pt x="12133" y="806"/>
                  </a:lnTo>
                  <a:cubicBezTo>
                    <a:pt x="12027" y="2020"/>
                    <a:pt x="11580" y="2650"/>
                    <a:pt x="10746" y="2650"/>
                  </a:cubicBezTo>
                  <a:cubicBezTo>
                    <a:pt x="9773" y="2650"/>
                    <a:pt x="8274" y="1792"/>
                    <a:pt x="61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48"/>
            <p:cNvSpPr/>
            <p:nvPr/>
          </p:nvSpPr>
          <p:spPr>
            <a:xfrm>
              <a:off x="6020341" y="3388951"/>
              <a:ext cx="288855" cy="249600"/>
            </a:xfrm>
            <a:custGeom>
              <a:avLst/>
              <a:gdLst/>
              <a:ahLst/>
              <a:cxnLst/>
              <a:rect l="l" t="t" r="r" b="b"/>
              <a:pathLst>
                <a:path w="19139" h="16538" extrusionOk="0">
                  <a:moveTo>
                    <a:pt x="17532" y="1"/>
                  </a:moveTo>
                  <a:lnTo>
                    <a:pt x="17532" y="1"/>
                  </a:lnTo>
                  <a:cubicBezTo>
                    <a:pt x="13952" y="6744"/>
                    <a:pt x="3541" y="7108"/>
                    <a:pt x="1332" y="7108"/>
                  </a:cubicBezTo>
                  <a:cubicBezTo>
                    <a:pt x="1064" y="7108"/>
                    <a:pt x="917" y="7103"/>
                    <a:pt x="917" y="7103"/>
                  </a:cubicBezTo>
                  <a:lnTo>
                    <a:pt x="917" y="7103"/>
                  </a:lnTo>
                  <a:cubicBezTo>
                    <a:pt x="917" y="7103"/>
                    <a:pt x="1" y="13289"/>
                    <a:pt x="6535" y="16038"/>
                  </a:cubicBezTo>
                  <a:cubicBezTo>
                    <a:pt x="7342" y="16378"/>
                    <a:pt x="8145" y="16537"/>
                    <a:pt x="8930" y="16537"/>
                  </a:cubicBezTo>
                  <a:cubicBezTo>
                    <a:pt x="14495" y="16537"/>
                    <a:pt x="19138" y="8529"/>
                    <a:pt x="1753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48"/>
            <p:cNvSpPr/>
            <p:nvPr/>
          </p:nvSpPr>
          <p:spPr>
            <a:xfrm>
              <a:off x="6077466" y="3388951"/>
              <a:ext cx="231730" cy="249600"/>
            </a:xfrm>
            <a:custGeom>
              <a:avLst/>
              <a:gdLst/>
              <a:ahLst/>
              <a:cxnLst/>
              <a:rect l="l" t="t" r="r" b="b"/>
              <a:pathLst>
                <a:path w="15354" h="16538" extrusionOk="0">
                  <a:moveTo>
                    <a:pt x="13747" y="1"/>
                  </a:moveTo>
                  <a:lnTo>
                    <a:pt x="13747" y="1"/>
                  </a:lnTo>
                  <a:cubicBezTo>
                    <a:pt x="13289" y="798"/>
                    <a:pt x="12711" y="1604"/>
                    <a:pt x="12024" y="2172"/>
                  </a:cubicBezTo>
                  <a:cubicBezTo>
                    <a:pt x="12024" y="9258"/>
                    <a:pt x="7966" y="15160"/>
                    <a:pt x="3190" y="15160"/>
                  </a:cubicBezTo>
                  <a:cubicBezTo>
                    <a:pt x="2407" y="15160"/>
                    <a:pt x="1605" y="15002"/>
                    <a:pt x="798" y="14663"/>
                  </a:cubicBezTo>
                  <a:cubicBezTo>
                    <a:pt x="459" y="14544"/>
                    <a:pt x="230" y="14434"/>
                    <a:pt x="1" y="14315"/>
                  </a:cubicBezTo>
                  <a:lnTo>
                    <a:pt x="1" y="14315"/>
                  </a:lnTo>
                  <a:cubicBezTo>
                    <a:pt x="688" y="15002"/>
                    <a:pt x="1604" y="15580"/>
                    <a:pt x="2750" y="16038"/>
                  </a:cubicBezTo>
                  <a:cubicBezTo>
                    <a:pt x="3557" y="16378"/>
                    <a:pt x="4360" y="16537"/>
                    <a:pt x="5145" y="16537"/>
                  </a:cubicBezTo>
                  <a:cubicBezTo>
                    <a:pt x="10710" y="16537"/>
                    <a:pt x="15353" y="8529"/>
                    <a:pt x="137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48"/>
            <p:cNvSpPr/>
            <p:nvPr/>
          </p:nvSpPr>
          <p:spPr>
            <a:xfrm>
              <a:off x="5560639" y="3388951"/>
              <a:ext cx="288629" cy="249600"/>
            </a:xfrm>
            <a:custGeom>
              <a:avLst/>
              <a:gdLst/>
              <a:ahLst/>
              <a:cxnLst/>
              <a:rect l="l" t="t" r="r" b="b"/>
              <a:pathLst>
                <a:path w="19124" h="16538" extrusionOk="0">
                  <a:moveTo>
                    <a:pt x="1711" y="1"/>
                  </a:moveTo>
                  <a:cubicBezTo>
                    <a:pt x="1" y="8529"/>
                    <a:pt x="4716" y="16537"/>
                    <a:pt x="10225" y="16537"/>
                  </a:cubicBezTo>
                  <a:cubicBezTo>
                    <a:pt x="11003" y="16537"/>
                    <a:pt x="11796" y="16378"/>
                    <a:pt x="12589" y="16038"/>
                  </a:cubicBezTo>
                  <a:cubicBezTo>
                    <a:pt x="19123" y="13289"/>
                    <a:pt x="18207" y="7103"/>
                    <a:pt x="18207" y="7103"/>
                  </a:cubicBezTo>
                  <a:lnTo>
                    <a:pt x="18207" y="7103"/>
                  </a:lnTo>
                  <a:cubicBezTo>
                    <a:pt x="18207" y="7103"/>
                    <a:pt x="18060" y="7108"/>
                    <a:pt x="17792" y="7108"/>
                  </a:cubicBezTo>
                  <a:cubicBezTo>
                    <a:pt x="15584" y="7108"/>
                    <a:pt x="5185" y="6744"/>
                    <a:pt x="171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48"/>
            <p:cNvSpPr/>
            <p:nvPr/>
          </p:nvSpPr>
          <p:spPr>
            <a:xfrm>
              <a:off x="5560639" y="3388951"/>
              <a:ext cx="231504" cy="249600"/>
            </a:xfrm>
            <a:custGeom>
              <a:avLst/>
              <a:gdLst/>
              <a:ahLst/>
              <a:cxnLst/>
              <a:rect l="l" t="t" r="r" b="b"/>
              <a:pathLst>
                <a:path w="15339" h="16538" extrusionOk="0">
                  <a:moveTo>
                    <a:pt x="1711" y="1"/>
                  </a:moveTo>
                  <a:cubicBezTo>
                    <a:pt x="1" y="8529"/>
                    <a:pt x="4716" y="16537"/>
                    <a:pt x="10225" y="16537"/>
                  </a:cubicBezTo>
                  <a:cubicBezTo>
                    <a:pt x="11003" y="16537"/>
                    <a:pt x="11796" y="16378"/>
                    <a:pt x="12589" y="16038"/>
                  </a:cubicBezTo>
                  <a:cubicBezTo>
                    <a:pt x="13735" y="15580"/>
                    <a:pt x="14651" y="15002"/>
                    <a:pt x="15339" y="14315"/>
                  </a:cubicBezTo>
                  <a:lnTo>
                    <a:pt x="15339" y="14315"/>
                  </a:lnTo>
                  <a:lnTo>
                    <a:pt x="14651" y="14663"/>
                  </a:lnTo>
                  <a:cubicBezTo>
                    <a:pt x="13844" y="15002"/>
                    <a:pt x="13040" y="15160"/>
                    <a:pt x="12253" y="15160"/>
                  </a:cubicBezTo>
                  <a:cubicBezTo>
                    <a:pt x="7455" y="15160"/>
                    <a:pt x="3315" y="9258"/>
                    <a:pt x="3315" y="2172"/>
                  </a:cubicBezTo>
                  <a:cubicBezTo>
                    <a:pt x="2628" y="1604"/>
                    <a:pt x="2170" y="798"/>
                    <a:pt x="1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48"/>
            <p:cNvSpPr/>
            <p:nvPr/>
          </p:nvSpPr>
          <p:spPr>
            <a:xfrm>
              <a:off x="5615787" y="3784797"/>
              <a:ext cx="653535" cy="212517"/>
            </a:xfrm>
            <a:custGeom>
              <a:avLst/>
              <a:gdLst/>
              <a:ahLst/>
              <a:cxnLst/>
              <a:rect l="l" t="t" r="r" b="b"/>
              <a:pathLst>
                <a:path w="43302" h="14081" extrusionOk="0">
                  <a:moveTo>
                    <a:pt x="43301" y="1"/>
                  </a:moveTo>
                  <a:cubicBezTo>
                    <a:pt x="40552" y="1146"/>
                    <a:pt x="37803" y="2062"/>
                    <a:pt x="35173" y="2750"/>
                  </a:cubicBezTo>
                  <a:lnTo>
                    <a:pt x="35970" y="4812"/>
                  </a:lnTo>
                  <a:lnTo>
                    <a:pt x="31846" y="6535"/>
                  </a:lnTo>
                  <a:lnTo>
                    <a:pt x="30820" y="3666"/>
                  </a:lnTo>
                  <a:cubicBezTo>
                    <a:pt x="28409" y="4014"/>
                    <a:pt x="26237" y="4244"/>
                    <a:pt x="24056" y="4354"/>
                  </a:cubicBezTo>
                  <a:lnTo>
                    <a:pt x="24056" y="8826"/>
                  </a:lnTo>
                  <a:lnTo>
                    <a:pt x="17531" y="8477"/>
                  </a:lnTo>
                  <a:lnTo>
                    <a:pt x="17641" y="4244"/>
                  </a:lnTo>
                  <a:cubicBezTo>
                    <a:pt x="15121" y="4124"/>
                    <a:pt x="12830" y="3785"/>
                    <a:pt x="10768" y="3327"/>
                  </a:cubicBezTo>
                  <a:lnTo>
                    <a:pt x="10200" y="5499"/>
                  </a:lnTo>
                  <a:lnTo>
                    <a:pt x="6186" y="4473"/>
                  </a:lnTo>
                  <a:lnTo>
                    <a:pt x="6644" y="2411"/>
                  </a:lnTo>
                  <a:cubicBezTo>
                    <a:pt x="2411" y="1265"/>
                    <a:pt x="1" y="1"/>
                    <a:pt x="0" y="1"/>
                  </a:cubicBezTo>
                  <a:lnTo>
                    <a:pt x="0" y="1"/>
                  </a:lnTo>
                  <a:cubicBezTo>
                    <a:pt x="2520" y="5270"/>
                    <a:pt x="5847" y="8826"/>
                    <a:pt x="9623" y="10998"/>
                  </a:cubicBezTo>
                  <a:lnTo>
                    <a:pt x="11456" y="7909"/>
                  </a:lnTo>
                  <a:lnTo>
                    <a:pt x="15470" y="9165"/>
                  </a:lnTo>
                  <a:lnTo>
                    <a:pt x="14663" y="13289"/>
                  </a:lnTo>
                  <a:cubicBezTo>
                    <a:pt x="16613" y="13822"/>
                    <a:pt x="18622" y="14081"/>
                    <a:pt x="20629" y="14081"/>
                  </a:cubicBezTo>
                  <a:cubicBezTo>
                    <a:pt x="22517" y="14081"/>
                    <a:pt x="24403" y="13852"/>
                    <a:pt x="26237" y="13408"/>
                  </a:cubicBezTo>
                  <a:lnTo>
                    <a:pt x="25889" y="9971"/>
                  </a:lnTo>
                  <a:lnTo>
                    <a:pt x="30132" y="9165"/>
                  </a:lnTo>
                  <a:lnTo>
                    <a:pt x="31278" y="11804"/>
                  </a:lnTo>
                  <a:cubicBezTo>
                    <a:pt x="37005" y="9284"/>
                    <a:pt x="41698" y="4931"/>
                    <a:pt x="4330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48"/>
            <p:cNvSpPr/>
            <p:nvPr/>
          </p:nvSpPr>
          <p:spPr>
            <a:xfrm>
              <a:off x="6006516" y="3784797"/>
              <a:ext cx="262806" cy="178167"/>
            </a:xfrm>
            <a:custGeom>
              <a:avLst/>
              <a:gdLst/>
              <a:ahLst/>
              <a:cxnLst/>
              <a:rect l="l" t="t" r="r" b="b"/>
              <a:pathLst>
                <a:path w="17413" h="11805" extrusionOk="0">
                  <a:moveTo>
                    <a:pt x="17412" y="1"/>
                  </a:moveTo>
                  <a:lnTo>
                    <a:pt x="17412" y="1"/>
                  </a:lnTo>
                  <a:cubicBezTo>
                    <a:pt x="17073" y="120"/>
                    <a:pt x="16725" y="349"/>
                    <a:pt x="16386" y="459"/>
                  </a:cubicBezTo>
                  <a:cubicBezTo>
                    <a:pt x="14205" y="4354"/>
                    <a:pt x="10200" y="7790"/>
                    <a:pt x="5389" y="9852"/>
                  </a:cubicBezTo>
                  <a:lnTo>
                    <a:pt x="4243" y="7222"/>
                  </a:lnTo>
                  <a:lnTo>
                    <a:pt x="0" y="8019"/>
                  </a:lnTo>
                  <a:lnTo>
                    <a:pt x="229" y="9971"/>
                  </a:lnTo>
                  <a:lnTo>
                    <a:pt x="4243" y="9165"/>
                  </a:lnTo>
                  <a:lnTo>
                    <a:pt x="5389" y="11804"/>
                  </a:lnTo>
                  <a:cubicBezTo>
                    <a:pt x="11116" y="9284"/>
                    <a:pt x="15809" y="4931"/>
                    <a:pt x="174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48"/>
            <p:cNvSpPr/>
            <p:nvPr/>
          </p:nvSpPr>
          <p:spPr>
            <a:xfrm>
              <a:off x="5615787" y="3784797"/>
              <a:ext cx="233481" cy="165987"/>
            </a:xfrm>
            <a:custGeom>
              <a:avLst/>
              <a:gdLst/>
              <a:ahLst/>
              <a:cxnLst/>
              <a:rect l="l" t="t" r="r" b="b"/>
              <a:pathLst>
                <a:path w="15470" h="10998" extrusionOk="0">
                  <a:moveTo>
                    <a:pt x="0" y="1"/>
                  </a:moveTo>
                  <a:lnTo>
                    <a:pt x="0" y="1"/>
                  </a:lnTo>
                  <a:cubicBezTo>
                    <a:pt x="2520" y="5270"/>
                    <a:pt x="5847" y="8826"/>
                    <a:pt x="9623" y="10998"/>
                  </a:cubicBezTo>
                  <a:lnTo>
                    <a:pt x="11456" y="7909"/>
                  </a:lnTo>
                  <a:lnTo>
                    <a:pt x="15121" y="9055"/>
                  </a:lnTo>
                  <a:lnTo>
                    <a:pt x="15470" y="7222"/>
                  </a:lnTo>
                  <a:lnTo>
                    <a:pt x="11456" y="5957"/>
                  </a:lnTo>
                  <a:lnTo>
                    <a:pt x="9623" y="9055"/>
                  </a:lnTo>
                  <a:cubicBezTo>
                    <a:pt x="6534" y="7222"/>
                    <a:pt x="3666" y="4473"/>
                    <a:pt x="1375" y="578"/>
                  </a:cubicBezTo>
                  <a:cubicBezTo>
                    <a:pt x="459" y="230"/>
                    <a:pt x="0" y="1"/>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48"/>
            <p:cNvSpPr/>
            <p:nvPr/>
          </p:nvSpPr>
          <p:spPr>
            <a:xfrm>
              <a:off x="5837088" y="3956022"/>
              <a:ext cx="174696" cy="41293"/>
            </a:xfrm>
            <a:custGeom>
              <a:avLst/>
              <a:gdLst/>
              <a:ahLst/>
              <a:cxnLst/>
              <a:rect l="l" t="t" r="r" b="b"/>
              <a:pathLst>
                <a:path w="11575" h="2736" extrusionOk="0">
                  <a:moveTo>
                    <a:pt x="458" y="1"/>
                  </a:moveTo>
                  <a:lnTo>
                    <a:pt x="0" y="1944"/>
                  </a:lnTo>
                  <a:cubicBezTo>
                    <a:pt x="1950" y="2477"/>
                    <a:pt x="3959" y="2736"/>
                    <a:pt x="5966" y="2736"/>
                  </a:cubicBezTo>
                  <a:cubicBezTo>
                    <a:pt x="7854" y="2736"/>
                    <a:pt x="9740" y="2507"/>
                    <a:pt x="11574" y="2063"/>
                  </a:cubicBezTo>
                  <a:lnTo>
                    <a:pt x="11345" y="111"/>
                  </a:lnTo>
                  <a:cubicBezTo>
                    <a:pt x="9624" y="501"/>
                    <a:pt x="7852" y="703"/>
                    <a:pt x="6077" y="703"/>
                  </a:cubicBezTo>
                  <a:cubicBezTo>
                    <a:pt x="4186" y="703"/>
                    <a:pt x="2293" y="474"/>
                    <a:pt x="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9" name="Google Shape;2259;p48"/>
          <p:cNvGrpSpPr/>
          <p:nvPr/>
        </p:nvGrpSpPr>
        <p:grpSpPr>
          <a:xfrm>
            <a:off x="1100161" y="2915480"/>
            <a:ext cx="1109963" cy="1109963"/>
            <a:chOff x="781686" y="2930135"/>
            <a:chExt cx="1109963" cy="1109963"/>
          </a:xfrm>
        </p:grpSpPr>
        <p:sp>
          <p:nvSpPr>
            <p:cNvPr id="2260" name="Google Shape;2260;p48"/>
            <p:cNvSpPr/>
            <p:nvPr/>
          </p:nvSpPr>
          <p:spPr>
            <a:xfrm>
              <a:off x="781686" y="2930135"/>
              <a:ext cx="1109963" cy="1109963"/>
            </a:xfrm>
            <a:custGeom>
              <a:avLst/>
              <a:gdLst/>
              <a:ahLst/>
              <a:cxnLst/>
              <a:rect l="l" t="t" r="r" b="b"/>
              <a:pathLst>
                <a:path w="73544" h="73544" extrusionOk="0">
                  <a:moveTo>
                    <a:pt x="36777" y="1"/>
                  </a:moveTo>
                  <a:cubicBezTo>
                    <a:pt x="16386" y="1"/>
                    <a:pt x="1" y="16496"/>
                    <a:pt x="1" y="36777"/>
                  </a:cubicBezTo>
                  <a:cubicBezTo>
                    <a:pt x="1" y="57048"/>
                    <a:pt x="16386" y="73543"/>
                    <a:pt x="36777" y="73543"/>
                  </a:cubicBezTo>
                  <a:cubicBezTo>
                    <a:pt x="57048" y="73543"/>
                    <a:pt x="73544" y="57048"/>
                    <a:pt x="73544" y="36777"/>
                  </a:cubicBezTo>
                  <a:cubicBezTo>
                    <a:pt x="73544" y="16496"/>
                    <a:pt x="57048" y="1"/>
                    <a:pt x="367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48"/>
            <p:cNvSpPr/>
            <p:nvPr/>
          </p:nvSpPr>
          <p:spPr>
            <a:xfrm>
              <a:off x="1015167" y="3044250"/>
              <a:ext cx="874822" cy="874822"/>
            </a:xfrm>
            <a:custGeom>
              <a:avLst/>
              <a:gdLst/>
              <a:ahLst/>
              <a:cxnLst/>
              <a:rect l="l" t="t" r="r" b="b"/>
              <a:pathLst>
                <a:path w="57964" h="57964" extrusionOk="0">
                  <a:moveTo>
                    <a:pt x="28977" y="0"/>
                  </a:moveTo>
                  <a:cubicBezTo>
                    <a:pt x="12940" y="0"/>
                    <a:pt x="0" y="12949"/>
                    <a:pt x="0" y="28986"/>
                  </a:cubicBezTo>
                  <a:cubicBezTo>
                    <a:pt x="0" y="45024"/>
                    <a:pt x="12940" y="57964"/>
                    <a:pt x="28977" y="57964"/>
                  </a:cubicBezTo>
                  <a:cubicBezTo>
                    <a:pt x="44905" y="57964"/>
                    <a:pt x="57964" y="45024"/>
                    <a:pt x="57964" y="28986"/>
                  </a:cubicBezTo>
                  <a:cubicBezTo>
                    <a:pt x="57964" y="12949"/>
                    <a:pt x="44905" y="0"/>
                    <a:pt x="2897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48"/>
            <p:cNvSpPr/>
            <p:nvPr/>
          </p:nvSpPr>
          <p:spPr>
            <a:xfrm>
              <a:off x="1243381" y="3222386"/>
              <a:ext cx="518669" cy="518684"/>
            </a:xfrm>
            <a:custGeom>
              <a:avLst/>
              <a:gdLst/>
              <a:ahLst/>
              <a:cxnLst/>
              <a:rect l="l" t="t" r="r" b="b"/>
              <a:pathLst>
                <a:path w="34366" h="34367" extrusionOk="0">
                  <a:moveTo>
                    <a:pt x="17183" y="1"/>
                  </a:moveTo>
                  <a:cubicBezTo>
                    <a:pt x="7670" y="1"/>
                    <a:pt x="0" y="7671"/>
                    <a:pt x="0" y="17183"/>
                  </a:cubicBezTo>
                  <a:cubicBezTo>
                    <a:pt x="0" y="26687"/>
                    <a:pt x="7670" y="34366"/>
                    <a:pt x="17183" y="34366"/>
                  </a:cubicBezTo>
                  <a:cubicBezTo>
                    <a:pt x="26686" y="34366"/>
                    <a:pt x="34366" y="26687"/>
                    <a:pt x="34366" y="17183"/>
                  </a:cubicBezTo>
                  <a:cubicBezTo>
                    <a:pt x="34366" y="7671"/>
                    <a:pt x="26686" y="1"/>
                    <a:pt x="17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48"/>
            <p:cNvSpPr/>
            <p:nvPr/>
          </p:nvSpPr>
          <p:spPr>
            <a:xfrm>
              <a:off x="1355684" y="3288084"/>
              <a:ext cx="375245" cy="411497"/>
            </a:xfrm>
            <a:custGeom>
              <a:avLst/>
              <a:gdLst/>
              <a:ahLst/>
              <a:cxnLst/>
              <a:rect l="l" t="t" r="r" b="b"/>
              <a:pathLst>
                <a:path w="24863" h="27265" extrusionOk="0">
                  <a:moveTo>
                    <a:pt x="12491" y="1"/>
                  </a:moveTo>
                  <a:cubicBezTo>
                    <a:pt x="5618" y="1"/>
                    <a:pt x="0" y="6067"/>
                    <a:pt x="0" y="13628"/>
                  </a:cubicBezTo>
                  <a:cubicBezTo>
                    <a:pt x="0" y="21188"/>
                    <a:pt x="5618" y="27264"/>
                    <a:pt x="12491" y="27264"/>
                  </a:cubicBezTo>
                  <a:cubicBezTo>
                    <a:pt x="19364" y="27264"/>
                    <a:pt x="24863" y="21188"/>
                    <a:pt x="24863" y="13628"/>
                  </a:cubicBezTo>
                  <a:cubicBezTo>
                    <a:pt x="24863" y="6067"/>
                    <a:pt x="19364" y="1"/>
                    <a:pt x="124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48"/>
            <p:cNvSpPr/>
            <p:nvPr/>
          </p:nvSpPr>
          <p:spPr>
            <a:xfrm>
              <a:off x="1471580" y="3326117"/>
              <a:ext cx="105421" cy="81213"/>
            </a:xfrm>
            <a:custGeom>
              <a:avLst/>
              <a:gdLst/>
              <a:ahLst/>
              <a:cxnLst/>
              <a:rect l="l" t="t" r="r" b="b"/>
              <a:pathLst>
                <a:path w="6985" h="5381" extrusionOk="0">
                  <a:moveTo>
                    <a:pt x="3438" y="1"/>
                  </a:moveTo>
                  <a:cubicBezTo>
                    <a:pt x="1605" y="1"/>
                    <a:pt x="1" y="1256"/>
                    <a:pt x="1" y="2750"/>
                  </a:cubicBezTo>
                  <a:cubicBezTo>
                    <a:pt x="1" y="4125"/>
                    <a:pt x="1605" y="5380"/>
                    <a:pt x="3438" y="5380"/>
                  </a:cubicBezTo>
                  <a:cubicBezTo>
                    <a:pt x="5380" y="5380"/>
                    <a:pt x="6984" y="4125"/>
                    <a:pt x="6984" y="2750"/>
                  </a:cubicBezTo>
                  <a:cubicBezTo>
                    <a:pt x="6984" y="1256"/>
                    <a:pt x="5380" y="1"/>
                    <a:pt x="343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48"/>
            <p:cNvSpPr/>
            <p:nvPr/>
          </p:nvSpPr>
          <p:spPr>
            <a:xfrm>
              <a:off x="798982" y="3334690"/>
              <a:ext cx="406366" cy="271529"/>
            </a:xfrm>
            <a:custGeom>
              <a:avLst/>
              <a:gdLst/>
              <a:ahLst/>
              <a:cxnLst/>
              <a:rect l="l" t="t" r="r" b="b"/>
              <a:pathLst>
                <a:path w="26925" h="17991" extrusionOk="0">
                  <a:moveTo>
                    <a:pt x="229" y="1"/>
                  </a:moveTo>
                  <a:cubicBezTo>
                    <a:pt x="119" y="230"/>
                    <a:pt x="119" y="459"/>
                    <a:pt x="0" y="688"/>
                  </a:cubicBezTo>
                  <a:cubicBezTo>
                    <a:pt x="1265" y="2521"/>
                    <a:pt x="3208" y="4812"/>
                    <a:pt x="5160" y="4812"/>
                  </a:cubicBezTo>
                  <a:cubicBezTo>
                    <a:pt x="5618" y="4812"/>
                    <a:pt x="5957" y="4702"/>
                    <a:pt x="6415" y="4473"/>
                  </a:cubicBezTo>
                  <a:cubicBezTo>
                    <a:pt x="8477" y="3437"/>
                    <a:pt x="10310" y="2521"/>
                    <a:pt x="12143" y="2182"/>
                  </a:cubicBezTo>
                  <a:cubicBezTo>
                    <a:pt x="12372" y="3208"/>
                    <a:pt x="13518" y="6993"/>
                    <a:pt x="15928" y="7332"/>
                  </a:cubicBezTo>
                  <a:cubicBezTo>
                    <a:pt x="16157" y="7332"/>
                    <a:pt x="16496" y="7451"/>
                    <a:pt x="16725" y="7451"/>
                  </a:cubicBezTo>
                  <a:cubicBezTo>
                    <a:pt x="16615" y="8249"/>
                    <a:pt x="16038" y="10659"/>
                    <a:pt x="17641" y="12950"/>
                  </a:cubicBezTo>
                  <a:cubicBezTo>
                    <a:pt x="20968" y="17642"/>
                    <a:pt x="26925" y="17990"/>
                    <a:pt x="26925" y="17990"/>
                  </a:cubicBezTo>
                  <a:cubicBezTo>
                    <a:pt x="22572" y="16955"/>
                    <a:pt x="19593" y="15122"/>
                    <a:pt x="18219" y="12602"/>
                  </a:cubicBezTo>
                  <a:cubicBezTo>
                    <a:pt x="16954" y="10540"/>
                    <a:pt x="17183" y="8478"/>
                    <a:pt x="17302" y="7681"/>
                  </a:cubicBezTo>
                  <a:lnTo>
                    <a:pt x="17302" y="7681"/>
                  </a:lnTo>
                  <a:cubicBezTo>
                    <a:pt x="19135" y="8478"/>
                    <a:pt x="20739" y="10201"/>
                    <a:pt x="21078" y="11227"/>
                  </a:cubicBezTo>
                  <a:cubicBezTo>
                    <a:pt x="21426" y="12721"/>
                    <a:pt x="25431" y="13518"/>
                    <a:pt x="25431" y="13518"/>
                  </a:cubicBezTo>
                  <a:cubicBezTo>
                    <a:pt x="24405" y="13179"/>
                    <a:pt x="21885" y="12143"/>
                    <a:pt x="21655" y="11117"/>
                  </a:cubicBezTo>
                  <a:cubicBezTo>
                    <a:pt x="21197" y="9623"/>
                    <a:pt x="18558" y="6993"/>
                    <a:pt x="15928" y="6764"/>
                  </a:cubicBezTo>
                  <a:cubicBezTo>
                    <a:pt x="13976" y="6535"/>
                    <a:pt x="12949" y="3098"/>
                    <a:pt x="12720" y="2063"/>
                  </a:cubicBezTo>
                  <a:cubicBezTo>
                    <a:pt x="12947" y="2036"/>
                    <a:pt x="13174" y="2022"/>
                    <a:pt x="13402" y="2022"/>
                  </a:cubicBezTo>
                  <a:cubicBezTo>
                    <a:pt x="14097" y="2022"/>
                    <a:pt x="14807" y="2149"/>
                    <a:pt x="15580" y="2411"/>
                  </a:cubicBezTo>
                  <a:cubicBezTo>
                    <a:pt x="16374" y="2688"/>
                    <a:pt x="17169" y="2800"/>
                    <a:pt x="17973" y="2800"/>
                  </a:cubicBezTo>
                  <a:cubicBezTo>
                    <a:pt x="19487" y="2800"/>
                    <a:pt x="21036" y="2402"/>
                    <a:pt x="22682" y="1953"/>
                  </a:cubicBezTo>
                  <a:cubicBezTo>
                    <a:pt x="23598" y="1724"/>
                    <a:pt x="25321" y="688"/>
                    <a:pt x="25321" y="688"/>
                  </a:cubicBezTo>
                  <a:lnTo>
                    <a:pt x="25321" y="688"/>
                  </a:lnTo>
                  <a:cubicBezTo>
                    <a:pt x="24286" y="807"/>
                    <a:pt x="23369" y="1146"/>
                    <a:pt x="22572" y="1376"/>
                  </a:cubicBezTo>
                  <a:cubicBezTo>
                    <a:pt x="20925" y="1825"/>
                    <a:pt x="19424" y="2227"/>
                    <a:pt x="17975" y="2227"/>
                  </a:cubicBezTo>
                  <a:cubicBezTo>
                    <a:pt x="17206" y="2227"/>
                    <a:pt x="16452" y="2113"/>
                    <a:pt x="15699" y="1834"/>
                  </a:cubicBezTo>
                  <a:cubicBezTo>
                    <a:pt x="14935" y="1589"/>
                    <a:pt x="14191" y="1481"/>
                    <a:pt x="13453" y="1481"/>
                  </a:cubicBezTo>
                  <a:cubicBezTo>
                    <a:pt x="11093" y="1481"/>
                    <a:pt x="8805" y="2590"/>
                    <a:pt x="6186" y="3896"/>
                  </a:cubicBezTo>
                  <a:cubicBezTo>
                    <a:pt x="5853" y="4071"/>
                    <a:pt x="5515" y="4150"/>
                    <a:pt x="5176" y="4150"/>
                  </a:cubicBezTo>
                  <a:cubicBezTo>
                    <a:pt x="3300" y="4150"/>
                    <a:pt x="1393" y="1747"/>
                    <a:pt x="22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48"/>
            <p:cNvSpPr/>
            <p:nvPr/>
          </p:nvSpPr>
          <p:spPr>
            <a:xfrm>
              <a:off x="1127471" y="3744512"/>
              <a:ext cx="373449" cy="262806"/>
            </a:xfrm>
            <a:custGeom>
              <a:avLst/>
              <a:gdLst/>
              <a:ahLst/>
              <a:cxnLst/>
              <a:rect l="l" t="t" r="r" b="b"/>
              <a:pathLst>
                <a:path w="24744" h="17413" extrusionOk="0">
                  <a:moveTo>
                    <a:pt x="9165" y="0"/>
                  </a:moveTo>
                  <a:lnTo>
                    <a:pt x="9165" y="0"/>
                  </a:lnTo>
                  <a:cubicBezTo>
                    <a:pt x="10539" y="1485"/>
                    <a:pt x="9623" y="3089"/>
                    <a:pt x="8477" y="5041"/>
                  </a:cubicBezTo>
                  <a:cubicBezTo>
                    <a:pt x="7790" y="6296"/>
                    <a:pt x="6993" y="7671"/>
                    <a:pt x="6644" y="9165"/>
                  </a:cubicBezTo>
                  <a:cubicBezTo>
                    <a:pt x="6076" y="11566"/>
                    <a:pt x="7680" y="12372"/>
                    <a:pt x="8936" y="13060"/>
                  </a:cubicBezTo>
                  <a:cubicBezTo>
                    <a:pt x="9513" y="13399"/>
                    <a:pt x="10081" y="13628"/>
                    <a:pt x="10200" y="13976"/>
                  </a:cubicBezTo>
                  <a:cubicBezTo>
                    <a:pt x="10310" y="14205"/>
                    <a:pt x="10200" y="14434"/>
                    <a:pt x="10081" y="14773"/>
                  </a:cubicBezTo>
                  <a:cubicBezTo>
                    <a:pt x="9165" y="16377"/>
                    <a:pt x="3437" y="16835"/>
                    <a:pt x="0" y="16835"/>
                  </a:cubicBezTo>
                  <a:cubicBezTo>
                    <a:pt x="459" y="17064"/>
                    <a:pt x="917" y="17293"/>
                    <a:pt x="1375" y="17413"/>
                  </a:cubicBezTo>
                  <a:cubicBezTo>
                    <a:pt x="4582" y="17293"/>
                    <a:pt x="9284" y="16835"/>
                    <a:pt x="10539" y="15231"/>
                  </a:cubicBezTo>
                  <a:cubicBezTo>
                    <a:pt x="10997" y="15231"/>
                    <a:pt x="12262" y="15461"/>
                    <a:pt x="13637" y="15461"/>
                  </a:cubicBezTo>
                  <a:cubicBezTo>
                    <a:pt x="15699" y="15461"/>
                    <a:pt x="17990" y="15121"/>
                    <a:pt x="19016" y="13518"/>
                  </a:cubicBezTo>
                  <a:cubicBezTo>
                    <a:pt x="19823" y="12226"/>
                    <a:pt x="21031" y="11558"/>
                    <a:pt x="22594" y="11558"/>
                  </a:cubicBezTo>
                  <a:cubicBezTo>
                    <a:pt x="23249" y="11558"/>
                    <a:pt x="23967" y="11676"/>
                    <a:pt x="24744" y="11914"/>
                  </a:cubicBezTo>
                  <a:cubicBezTo>
                    <a:pt x="24744" y="11914"/>
                    <a:pt x="23488" y="10998"/>
                    <a:pt x="22801" y="10998"/>
                  </a:cubicBezTo>
                  <a:cubicBezTo>
                    <a:pt x="22683" y="10990"/>
                    <a:pt x="22565" y="10986"/>
                    <a:pt x="22450" y="10986"/>
                  </a:cubicBezTo>
                  <a:cubicBezTo>
                    <a:pt x="20777" y="10986"/>
                    <a:pt x="19408" y="11789"/>
                    <a:pt x="18448" y="13289"/>
                  </a:cubicBezTo>
                  <a:cubicBezTo>
                    <a:pt x="17629" y="14582"/>
                    <a:pt x="15548" y="14904"/>
                    <a:pt x="13709" y="14904"/>
                  </a:cubicBezTo>
                  <a:cubicBezTo>
                    <a:pt x="12461" y="14904"/>
                    <a:pt x="11324" y="14756"/>
                    <a:pt x="10768" y="14663"/>
                  </a:cubicBezTo>
                  <a:cubicBezTo>
                    <a:pt x="10887" y="14315"/>
                    <a:pt x="10887" y="14086"/>
                    <a:pt x="10768" y="13857"/>
                  </a:cubicBezTo>
                  <a:cubicBezTo>
                    <a:pt x="10658" y="13289"/>
                    <a:pt x="9971" y="12830"/>
                    <a:pt x="9165" y="12482"/>
                  </a:cubicBezTo>
                  <a:cubicBezTo>
                    <a:pt x="8019" y="11914"/>
                    <a:pt x="6764" y="11227"/>
                    <a:pt x="7222" y="9275"/>
                  </a:cubicBezTo>
                  <a:cubicBezTo>
                    <a:pt x="7451" y="8248"/>
                    <a:pt x="7909" y="7332"/>
                    <a:pt x="8367" y="6415"/>
                  </a:cubicBezTo>
                  <a:cubicBezTo>
                    <a:pt x="9394" y="6296"/>
                    <a:pt x="13747" y="6186"/>
                    <a:pt x="16844" y="4234"/>
                  </a:cubicBezTo>
                  <a:cubicBezTo>
                    <a:pt x="17761" y="3547"/>
                    <a:pt x="18448" y="1605"/>
                    <a:pt x="18448" y="1604"/>
                  </a:cubicBezTo>
                  <a:lnTo>
                    <a:pt x="18448" y="1604"/>
                  </a:lnTo>
                  <a:cubicBezTo>
                    <a:pt x="16615" y="5151"/>
                    <a:pt x="10539" y="5728"/>
                    <a:pt x="8706" y="5728"/>
                  </a:cubicBezTo>
                  <a:cubicBezTo>
                    <a:pt x="8826" y="5609"/>
                    <a:pt x="8936" y="5499"/>
                    <a:pt x="8936" y="5380"/>
                  </a:cubicBezTo>
                  <a:cubicBezTo>
                    <a:pt x="9623" y="4234"/>
                    <a:pt x="10310" y="3089"/>
                    <a:pt x="10429" y="1943"/>
                  </a:cubicBezTo>
                  <a:cubicBezTo>
                    <a:pt x="10539" y="1146"/>
                    <a:pt x="9165" y="1"/>
                    <a:pt x="916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48"/>
            <p:cNvSpPr/>
            <p:nvPr/>
          </p:nvSpPr>
          <p:spPr>
            <a:xfrm>
              <a:off x="892344" y="3792174"/>
              <a:ext cx="286999" cy="94117"/>
            </a:xfrm>
            <a:custGeom>
              <a:avLst/>
              <a:gdLst/>
              <a:ahLst/>
              <a:cxnLst/>
              <a:rect l="l" t="t" r="r" b="b"/>
              <a:pathLst>
                <a:path w="19016" h="6236" extrusionOk="0">
                  <a:moveTo>
                    <a:pt x="14407" y="0"/>
                  </a:moveTo>
                  <a:cubicBezTo>
                    <a:pt x="13475" y="0"/>
                    <a:pt x="12027" y="135"/>
                    <a:pt x="10887" y="847"/>
                  </a:cubicBezTo>
                  <a:cubicBezTo>
                    <a:pt x="9054" y="1993"/>
                    <a:pt x="8477" y="3597"/>
                    <a:pt x="8367" y="4055"/>
                  </a:cubicBezTo>
                  <a:cubicBezTo>
                    <a:pt x="7989" y="4206"/>
                    <a:pt x="7570" y="4271"/>
                    <a:pt x="7126" y="4271"/>
                  </a:cubicBezTo>
                  <a:cubicBezTo>
                    <a:pt x="4200" y="4271"/>
                    <a:pt x="215" y="1425"/>
                    <a:pt x="119" y="1425"/>
                  </a:cubicBezTo>
                  <a:lnTo>
                    <a:pt x="0" y="1654"/>
                  </a:lnTo>
                  <a:cubicBezTo>
                    <a:pt x="119" y="1883"/>
                    <a:pt x="348" y="2222"/>
                    <a:pt x="578" y="2451"/>
                  </a:cubicBezTo>
                  <a:cubicBezTo>
                    <a:pt x="1963" y="3288"/>
                    <a:pt x="4850" y="4945"/>
                    <a:pt x="7174" y="4945"/>
                  </a:cubicBezTo>
                  <a:cubicBezTo>
                    <a:pt x="7726" y="4945"/>
                    <a:pt x="8246" y="4852"/>
                    <a:pt x="8706" y="4632"/>
                  </a:cubicBezTo>
                  <a:cubicBezTo>
                    <a:pt x="9109" y="4448"/>
                    <a:pt x="9499" y="4370"/>
                    <a:pt x="9888" y="4370"/>
                  </a:cubicBezTo>
                  <a:cubicBezTo>
                    <a:pt x="10723" y="4370"/>
                    <a:pt x="11554" y="4732"/>
                    <a:pt x="12491" y="5200"/>
                  </a:cubicBezTo>
                  <a:cubicBezTo>
                    <a:pt x="13637" y="5658"/>
                    <a:pt x="14782" y="6236"/>
                    <a:pt x="16157" y="6236"/>
                  </a:cubicBezTo>
                  <a:cubicBezTo>
                    <a:pt x="17183" y="6236"/>
                    <a:pt x="19016" y="4742"/>
                    <a:pt x="19016" y="4742"/>
                  </a:cubicBezTo>
                  <a:lnTo>
                    <a:pt x="19016" y="4742"/>
                  </a:lnTo>
                  <a:cubicBezTo>
                    <a:pt x="17999" y="5389"/>
                    <a:pt x="17077" y="5626"/>
                    <a:pt x="16217" y="5626"/>
                  </a:cubicBezTo>
                  <a:cubicBezTo>
                    <a:pt x="14946" y="5626"/>
                    <a:pt x="13814" y="5108"/>
                    <a:pt x="12720" y="4632"/>
                  </a:cubicBezTo>
                  <a:cubicBezTo>
                    <a:pt x="11683" y="4159"/>
                    <a:pt x="10726" y="3765"/>
                    <a:pt x="9723" y="3765"/>
                  </a:cubicBezTo>
                  <a:cubicBezTo>
                    <a:pt x="9503" y="3765"/>
                    <a:pt x="9281" y="3784"/>
                    <a:pt x="9054" y="3826"/>
                  </a:cubicBezTo>
                  <a:cubicBezTo>
                    <a:pt x="9513" y="2799"/>
                    <a:pt x="10887" y="389"/>
                    <a:pt x="15350" y="50"/>
                  </a:cubicBezTo>
                  <a:cubicBezTo>
                    <a:pt x="15350" y="50"/>
                    <a:pt x="14974" y="0"/>
                    <a:pt x="144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48"/>
            <p:cNvSpPr/>
            <p:nvPr/>
          </p:nvSpPr>
          <p:spPr>
            <a:xfrm>
              <a:off x="1248497" y="2933592"/>
              <a:ext cx="383817" cy="287014"/>
            </a:xfrm>
            <a:custGeom>
              <a:avLst/>
              <a:gdLst/>
              <a:ahLst/>
              <a:cxnLst/>
              <a:rect l="l" t="t" r="r" b="b"/>
              <a:pathLst>
                <a:path w="25431" h="19017" extrusionOk="0">
                  <a:moveTo>
                    <a:pt x="1375" y="1"/>
                  </a:moveTo>
                  <a:cubicBezTo>
                    <a:pt x="917" y="120"/>
                    <a:pt x="458" y="120"/>
                    <a:pt x="0" y="230"/>
                  </a:cubicBezTo>
                  <a:cubicBezTo>
                    <a:pt x="3437" y="1375"/>
                    <a:pt x="8248" y="3666"/>
                    <a:pt x="7909" y="5270"/>
                  </a:cubicBezTo>
                  <a:cubicBezTo>
                    <a:pt x="7790" y="6306"/>
                    <a:pt x="6186" y="7103"/>
                    <a:pt x="4930" y="7790"/>
                  </a:cubicBezTo>
                  <a:cubicBezTo>
                    <a:pt x="3666" y="8368"/>
                    <a:pt x="2520" y="8936"/>
                    <a:pt x="2410" y="9852"/>
                  </a:cubicBezTo>
                  <a:cubicBezTo>
                    <a:pt x="2291" y="10200"/>
                    <a:pt x="2410" y="10539"/>
                    <a:pt x="2749" y="10998"/>
                  </a:cubicBezTo>
                  <a:cubicBezTo>
                    <a:pt x="3556" y="11804"/>
                    <a:pt x="2978" y="12721"/>
                    <a:pt x="2062" y="14095"/>
                  </a:cubicBezTo>
                  <a:cubicBezTo>
                    <a:pt x="1604" y="14892"/>
                    <a:pt x="1036" y="15809"/>
                    <a:pt x="807" y="16844"/>
                  </a:cubicBezTo>
                  <a:cubicBezTo>
                    <a:pt x="577" y="17532"/>
                    <a:pt x="1604" y="19016"/>
                    <a:pt x="1604" y="19016"/>
                  </a:cubicBezTo>
                  <a:cubicBezTo>
                    <a:pt x="807" y="17303"/>
                    <a:pt x="1723" y="15809"/>
                    <a:pt x="2639" y="14434"/>
                  </a:cubicBezTo>
                  <a:cubicBezTo>
                    <a:pt x="3098" y="13637"/>
                    <a:pt x="3556" y="12831"/>
                    <a:pt x="3666" y="12143"/>
                  </a:cubicBezTo>
                  <a:cubicBezTo>
                    <a:pt x="4701" y="12721"/>
                    <a:pt x="7561" y="14553"/>
                    <a:pt x="8019" y="17413"/>
                  </a:cubicBezTo>
                  <a:cubicBezTo>
                    <a:pt x="8019" y="17413"/>
                    <a:pt x="8019" y="15351"/>
                    <a:pt x="7451" y="14553"/>
                  </a:cubicBezTo>
                  <a:cubicBezTo>
                    <a:pt x="6076" y="12721"/>
                    <a:pt x="4243" y="11685"/>
                    <a:pt x="3666" y="11456"/>
                  </a:cubicBezTo>
                  <a:cubicBezTo>
                    <a:pt x="3666" y="11117"/>
                    <a:pt x="3437" y="10888"/>
                    <a:pt x="3208" y="10539"/>
                  </a:cubicBezTo>
                  <a:cubicBezTo>
                    <a:pt x="2978" y="10310"/>
                    <a:pt x="2978" y="10081"/>
                    <a:pt x="2978" y="9971"/>
                  </a:cubicBezTo>
                  <a:cubicBezTo>
                    <a:pt x="3098" y="9394"/>
                    <a:pt x="4124" y="8826"/>
                    <a:pt x="5160" y="8248"/>
                  </a:cubicBezTo>
                  <a:cubicBezTo>
                    <a:pt x="6644" y="7561"/>
                    <a:pt x="8248" y="6764"/>
                    <a:pt x="8596" y="5389"/>
                  </a:cubicBezTo>
                  <a:cubicBezTo>
                    <a:pt x="8706" y="4702"/>
                    <a:pt x="8248" y="4015"/>
                    <a:pt x="7561" y="3327"/>
                  </a:cubicBezTo>
                  <a:cubicBezTo>
                    <a:pt x="9513" y="3327"/>
                    <a:pt x="14782" y="3556"/>
                    <a:pt x="16037" y="6306"/>
                  </a:cubicBezTo>
                  <a:cubicBezTo>
                    <a:pt x="16386" y="6874"/>
                    <a:pt x="16615" y="7451"/>
                    <a:pt x="16844" y="7909"/>
                  </a:cubicBezTo>
                  <a:cubicBezTo>
                    <a:pt x="17302" y="8707"/>
                    <a:pt x="17641" y="9394"/>
                    <a:pt x="17989" y="9971"/>
                  </a:cubicBezTo>
                  <a:cubicBezTo>
                    <a:pt x="17870" y="10310"/>
                    <a:pt x="17641" y="11227"/>
                    <a:pt x="17989" y="12491"/>
                  </a:cubicBezTo>
                  <a:cubicBezTo>
                    <a:pt x="18219" y="13179"/>
                    <a:pt x="19822" y="14324"/>
                    <a:pt x="19822" y="14324"/>
                  </a:cubicBezTo>
                  <a:cubicBezTo>
                    <a:pt x="18329" y="12721"/>
                    <a:pt x="18329" y="11346"/>
                    <a:pt x="18448" y="10539"/>
                  </a:cubicBezTo>
                  <a:lnTo>
                    <a:pt x="18448" y="10539"/>
                  </a:lnTo>
                  <a:cubicBezTo>
                    <a:pt x="18906" y="11117"/>
                    <a:pt x="19593" y="11575"/>
                    <a:pt x="20620" y="11914"/>
                  </a:cubicBezTo>
                  <a:cubicBezTo>
                    <a:pt x="22801" y="12601"/>
                    <a:pt x="25202" y="14553"/>
                    <a:pt x="25431" y="16844"/>
                  </a:cubicBezTo>
                  <a:cubicBezTo>
                    <a:pt x="25431" y="16844"/>
                    <a:pt x="25321" y="14553"/>
                    <a:pt x="24514" y="13637"/>
                  </a:cubicBezTo>
                  <a:cubicBezTo>
                    <a:pt x="23488" y="12601"/>
                    <a:pt x="22113" y="11804"/>
                    <a:pt x="20739" y="11346"/>
                  </a:cubicBezTo>
                  <a:cubicBezTo>
                    <a:pt x="18906" y="10769"/>
                    <a:pt x="18448" y="9852"/>
                    <a:pt x="17412" y="7680"/>
                  </a:cubicBezTo>
                  <a:cubicBezTo>
                    <a:pt x="17183" y="7222"/>
                    <a:pt x="16954" y="6645"/>
                    <a:pt x="16615" y="5957"/>
                  </a:cubicBezTo>
                  <a:cubicBezTo>
                    <a:pt x="15095" y="2925"/>
                    <a:pt x="9386" y="2747"/>
                    <a:pt x="7435" y="2747"/>
                  </a:cubicBezTo>
                  <a:cubicBezTo>
                    <a:pt x="7175" y="2747"/>
                    <a:pt x="6981" y="2750"/>
                    <a:pt x="6873" y="2750"/>
                  </a:cubicBezTo>
                  <a:cubicBezTo>
                    <a:pt x="5270" y="1604"/>
                    <a:pt x="2868" y="688"/>
                    <a:pt x="13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48"/>
            <p:cNvSpPr/>
            <p:nvPr/>
          </p:nvSpPr>
          <p:spPr>
            <a:xfrm>
              <a:off x="1608106" y="3683930"/>
              <a:ext cx="147031" cy="200564"/>
            </a:xfrm>
            <a:custGeom>
              <a:avLst/>
              <a:gdLst/>
              <a:ahLst/>
              <a:cxnLst/>
              <a:rect l="l" t="t" r="r" b="b"/>
              <a:pathLst>
                <a:path w="9742" h="13289" extrusionOk="0">
                  <a:moveTo>
                    <a:pt x="8367" y="1"/>
                  </a:moveTo>
                  <a:lnTo>
                    <a:pt x="8367" y="1"/>
                  </a:lnTo>
                  <a:cubicBezTo>
                    <a:pt x="9742" y="3785"/>
                    <a:pt x="7790" y="8707"/>
                    <a:pt x="7102" y="10310"/>
                  </a:cubicBezTo>
                  <a:cubicBezTo>
                    <a:pt x="6873" y="9971"/>
                    <a:pt x="6644" y="9623"/>
                    <a:pt x="6415" y="9394"/>
                  </a:cubicBezTo>
                  <a:cubicBezTo>
                    <a:pt x="6036" y="9113"/>
                    <a:pt x="5656" y="8908"/>
                    <a:pt x="5215" y="8908"/>
                  </a:cubicBezTo>
                  <a:cubicBezTo>
                    <a:pt x="5123" y="8908"/>
                    <a:pt x="5028" y="8917"/>
                    <a:pt x="4930" y="8936"/>
                  </a:cubicBezTo>
                  <a:cubicBezTo>
                    <a:pt x="4760" y="8958"/>
                    <a:pt x="4591" y="8969"/>
                    <a:pt x="4424" y="8969"/>
                  </a:cubicBezTo>
                  <a:cubicBezTo>
                    <a:pt x="2005" y="8969"/>
                    <a:pt x="0" y="6764"/>
                    <a:pt x="0" y="6764"/>
                  </a:cubicBezTo>
                  <a:lnTo>
                    <a:pt x="0" y="6764"/>
                  </a:lnTo>
                  <a:cubicBezTo>
                    <a:pt x="0" y="6764"/>
                    <a:pt x="458" y="8248"/>
                    <a:pt x="1833" y="8936"/>
                  </a:cubicBezTo>
                  <a:cubicBezTo>
                    <a:pt x="2597" y="9318"/>
                    <a:pt x="3443" y="9540"/>
                    <a:pt x="4431" y="9540"/>
                  </a:cubicBezTo>
                  <a:cubicBezTo>
                    <a:pt x="4628" y="9540"/>
                    <a:pt x="4831" y="9531"/>
                    <a:pt x="5040" y="9513"/>
                  </a:cubicBezTo>
                  <a:cubicBezTo>
                    <a:pt x="5389" y="9513"/>
                    <a:pt x="5728" y="9623"/>
                    <a:pt x="6076" y="9852"/>
                  </a:cubicBezTo>
                  <a:cubicBezTo>
                    <a:pt x="6763" y="10539"/>
                    <a:pt x="7222" y="11914"/>
                    <a:pt x="7561" y="13289"/>
                  </a:cubicBezTo>
                  <a:cubicBezTo>
                    <a:pt x="7680" y="13060"/>
                    <a:pt x="7909" y="12950"/>
                    <a:pt x="8019" y="12721"/>
                  </a:cubicBezTo>
                  <a:cubicBezTo>
                    <a:pt x="7909" y="12143"/>
                    <a:pt x="7680" y="11575"/>
                    <a:pt x="7451" y="10998"/>
                  </a:cubicBezTo>
                  <a:cubicBezTo>
                    <a:pt x="7790" y="10200"/>
                    <a:pt x="9513" y="6535"/>
                    <a:pt x="9393" y="2750"/>
                  </a:cubicBezTo>
                  <a:cubicBezTo>
                    <a:pt x="9393" y="1724"/>
                    <a:pt x="8367" y="1"/>
                    <a:pt x="83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48"/>
            <p:cNvSpPr/>
            <p:nvPr/>
          </p:nvSpPr>
          <p:spPr>
            <a:xfrm>
              <a:off x="1808655" y="3232755"/>
              <a:ext cx="53669" cy="164191"/>
            </a:xfrm>
            <a:custGeom>
              <a:avLst/>
              <a:gdLst/>
              <a:ahLst/>
              <a:cxnLst/>
              <a:rect l="l" t="t" r="r" b="b"/>
              <a:pathLst>
                <a:path w="3556" h="10879" extrusionOk="0">
                  <a:moveTo>
                    <a:pt x="1494" y="1"/>
                  </a:moveTo>
                  <a:cubicBezTo>
                    <a:pt x="1604" y="688"/>
                    <a:pt x="3437" y="6984"/>
                    <a:pt x="2062" y="9394"/>
                  </a:cubicBezTo>
                  <a:cubicBezTo>
                    <a:pt x="1604" y="10191"/>
                    <a:pt x="917" y="10650"/>
                    <a:pt x="0" y="10879"/>
                  </a:cubicBezTo>
                  <a:cubicBezTo>
                    <a:pt x="0" y="10879"/>
                    <a:pt x="2062" y="10650"/>
                    <a:pt x="2520" y="9733"/>
                  </a:cubicBezTo>
                  <a:cubicBezTo>
                    <a:pt x="3556" y="8020"/>
                    <a:pt x="3437" y="5499"/>
                    <a:pt x="3098" y="3777"/>
                  </a:cubicBezTo>
                  <a:cubicBezTo>
                    <a:pt x="2640" y="2521"/>
                    <a:pt x="2062" y="1256"/>
                    <a:pt x="14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48"/>
          <p:cNvGrpSpPr/>
          <p:nvPr/>
        </p:nvGrpSpPr>
        <p:grpSpPr>
          <a:xfrm>
            <a:off x="7096395" y="2841142"/>
            <a:ext cx="947447" cy="1258639"/>
            <a:chOff x="6777920" y="2884424"/>
            <a:chExt cx="947447" cy="1258639"/>
          </a:xfrm>
        </p:grpSpPr>
        <p:sp>
          <p:nvSpPr>
            <p:cNvPr id="2272" name="Google Shape;2272;p48"/>
            <p:cNvSpPr/>
            <p:nvPr/>
          </p:nvSpPr>
          <p:spPr>
            <a:xfrm>
              <a:off x="6866166" y="2884424"/>
              <a:ext cx="848832" cy="1213694"/>
            </a:xfrm>
            <a:custGeom>
              <a:avLst/>
              <a:gdLst/>
              <a:ahLst/>
              <a:cxnLst/>
              <a:rect l="l" t="t" r="r" b="b"/>
              <a:pathLst>
                <a:path w="56242" h="80417" extrusionOk="0">
                  <a:moveTo>
                    <a:pt x="38261" y="0"/>
                  </a:moveTo>
                  <a:lnTo>
                    <a:pt x="31040" y="4811"/>
                  </a:lnTo>
                  <a:cubicBezTo>
                    <a:pt x="31846" y="7900"/>
                    <a:pt x="32185" y="10420"/>
                    <a:pt x="26806" y="11336"/>
                  </a:cubicBezTo>
                  <a:cubicBezTo>
                    <a:pt x="27603" y="11336"/>
                    <a:pt x="29436" y="12482"/>
                    <a:pt x="30243" y="12482"/>
                  </a:cubicBezTo>
                  <a:cubicBezTo>
                    <a:pt x="28639" y="17980"/>
                    <a:pt x="24396" y="22452"/>
                    <a:pt x="18897" y="24853"/>
                  </a:cubicBezTo>
                  <a:cubicBezTo>
                    <a:pt x="21307" y="21765"/>
                    <a:pt x="21995" y="18558"/>
                    <a:pt x="25202" y="15350"/>
                  </a:cubicBezTo>
                  <a:cubicBezTo>
                    <a:pt x="26687" y="13169"/>
                    <a:pt x="23140" y="12482"/>
                    <a:pt x="21307" y="11107"/>
                  </a:cubicBezTo>
                  <a:lnTo>
                    <a:pt x="1" y="25202"/>
                  </a:lnTo>
                  <a:lnTo>
                    <a:pt x="10420" y="80416"/>
                  </a:lnTo>
                  <a:lnTo>
                    <a:pt x="45822" y="80416"/>
                  </a:lnTo>
                  <a:lnTo>
                    <a:pt x="56242" y="25202"/>
                  </a:lnTo>
                  <a:lnTo>
                    <a:pt x="42156" y="797"/>
                  </a:lnTo>
                  <a:lnTo>
                    <a:pt x="3826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48"/>
            <p:cNvSpPr/>
            <p:nvPr/>
          </p:nvSpPr>
          <p:spPr>
            <a:xfrm>
              <a:off x="6854001" y="2884424"/>
              <a:ext cx="807464" cy="1201514"/>
            </a:xfrm>
            <a:custGeom>
              <a:avLst/>
              <a:gdLst/>
              <a:ahLst/>
              <a:cxnLst/>
              <a:rect l="l" t="t" r="r" b="b"/>
              <a:pathLst>
                <a:path w="53501" h="79610" extrusionOk="0">
                  <a:moveTo>
                    <a:pt x="14095" y="0"/>
                  </a:moveTo>
                  <a:lnTo>
                    <a:pt x="0" y="24395"/>
                  </a:lnTo>
                  <a:lnTo>
                    <a:pt x="10429" y="79610"/>
                  </a:lnTo>
                  <a:lnTo>
                    <a:pt x="45821" y="79610"/>
                  </a:lnTo>
                  <a:lnTo>
                    <a:pt x="53501" y="39058"/>
                  </a:lnTo>
                  <a:cubicBezTo>
                    <a:pt x="45711" y="32185"/>
                    <a:pt x="37464" y="25889"/>
                    <a:pt x="30132" y="18558"/>
                  </a:cubicBezTo>
                  <a:cubicBezTo>
                    <a:pt x="27383" y="21765"/>
                    <a:pt x="23946" y="24395"/>
                    <a:pt x="22801" y="24853"/>
                  </a:cubicBezTo>
                  <a:cubicBezTo>
                    <a:pt x="23827" y="23479"/>
                    <a:pt x="30361" y="15002"/>
                    <a:pt x="30929" y="13517"/>
                  </a:cubicBezTo>
                  <a:cubicBezTo>
                    <a:pt x="30929" y="13517"/>
                    <a:pt x="26806" y="12143"/>
                    <a:pt x="25202" y="10539"/>
                  </a:cubicBezTo>
                  <a:cubicBezTo>
                    <a:pt x="32075" y="8248"/>
                    <a:pt x="28758" y="4582"/>
                    <a:pt x="26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48"/>
            <p:cNvSpPr/>
            <p:nvPr/>
          </p:nvSpPr>
          <p:spPr>
            <a:xfrm>
              <a:off x="6805585" y="2884424"/>
              <a:ext cx="848968" cy="1201514"/>
            </a:xfrm>
            <a:custGeom>
              <a:avLst/>
              <a:gdLst/>
              <a:ahLst/>
              <a:cxnLst/>
              <a:rect l="l" t="t" r="r" b="b"/>
              <a:pathLst>
                <a:path w="56251" h="79610" extrusionOk="0">
                  <a:moveTo>
                    <a:pt x="14095" y="0"/>
                  </a:moveTo>
                  <a:lnTo>
                    <a:pt x="1" y="24395"/>
                  </a:lnTo>
                  <a:lnTo>
                    <a:pt x="10430" y="79610"/>
                  </a:lnTo>
                  <a:lnTo>
                    <a:pt x="45822" y="79610"/>
                  </a:lnTo>
                  <a:lnTo>
                    <a:pt x="56251" y="24395"/>
                  </a:lnTo>
                  <a:lnTo>
                    <a:pt x="42275" y="0"/>
                  </a:lnTo>
                  <a:lnTo>
                    <a:pt x="34027" y="0"/>
                  </a:lnTo>
                  <a:cubicBezTo>
                    <a:pt x="34486" y="5499"/>
                    <a:pt x="38610" y="9962"/>
                    <a:pt x="30820" y="11336"/>
                  </a:cubicBezTo>
                  <a:cubicBezTo>
                    <a:pt x="31278" y="11455"/>
                    <a:pt x="32882" y="12482"/>
                    <a:pt x="33679" y="12482"/>
                  </a:cubicBezTo>
                  <a:cubicBezTo>
                    <a:pt x="32075" y="18099"/>
                    <a:pt x="24634" y="24056"/>
                    <a:pt x="22911" y="24853"/>
                  </a:cubicBezTo>
                  <a:cubicBezTo>
                    <a:pt x="23828" y="23479"/>
                    <a:pt x="30362" y="15002"/>
                    <a:pt x="30930" y="13517"/>
                  </a:cubicBezTo>
                  <a:cubicBezTo>
                    <a:pt x="30930" y="13517"/>
                    <a:pt x="26806" y="12143"/>
                    <a:pt x="25321" y="10539"/>
                  </a:cubicBezTo>
                  <a:cubicBezTo>
                    <a:pt x="32075" y="8248"/>
                    <a:pt x="28758" y="4582"/>
                    <a:pt x="263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48"/>
            <p:cNvSpPr/>
            <p:nvPr/>
          </p:nvSpPr>
          <p:spPr>
            <a:xfrm>
              <a:off x="6857457" y="2943195"/>
              <a:ext cx="745237" cy="1194617"/>
            </a:xfrm>
            <a:custGeom>
              <a:avLst/>
              <a:gdLst/>
              <a:ahLst/>
              <a:cxnLst/>
              <a:rect l="l" t="t" r="r" b="b"/>
              <a:pathLst>
                <a:path w="49378" h="79153" extrusionOk="0">
                  <a:moveTo>
                    <a:pt x="12372" y="1"/>
                  </a:moveTo>
                  <a:lnTo>
                    <a:pt x="0" y="21308"/>
                  </a:lnTo>
                  <a:lnTo>
                    <a:pt x="10997" y="77319"/>
                  </a:lnTo>
                  <a:lnTo>
                    <a:pt x="38261" y="79152"/>
                  </a:lnTo>
                  <a:lnTo>
                    <a:pt x="49377" y="21308"/>
                  </a:lnTo>
                  <a:lnTo>
                    <a:pt x="37115" y="1"/>
                  </a:lnTo>
                  <a:lnTo>
                    <a:pt x="31388" y="1"/>
                  </a:lnTo>
                  <a:cubicBezTo>
                    <a:pt x="31507" y="569"/>
                    <a:pt x="31617" y="1146"/>
                    <a:pt x="31736" y="1605"/>
                  </a:cubicBezTo>
                  <a:lnTo>
                    <a:pt x="36199" y="1605"/>
                  </a:lnTo>
                  <a:lnTo>
                    <a:pt x="47654" y="21537"/>
                  </a:lnTo>
                  <a:lnTo>
                    <a:pt x="37005" y="77439"/>
                  </a:lnTo>
                  <a:lnTo>
                    <a:pt x="12262" y="75835"/>
                  </a:lnTo>
                  <a:lnTo>
                    <a:pt x="1723" y="21537"/>
                  </a:lnTo>
                  <a:lnTo>
                    <a:pt x="13288" y="1605"/>
                  </a:lnTo>
                  <a:lnTo>
                    <a:pt x="25660" y="1605"/>
                  </a:lnTo>
                  <a:cubicBezTo>
                    <a:pt x="25550" y="1146"/>
                    <a:pt x="25321" y="569"/>
                    <a:pt x="250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48"/>
            <p:cNvSpPr/>
            <p:nvPr/>
          </p:nvSpPr>
          <p:spPr>
            <a:xfrm>
              <a:off x="6777920" y="3970164"/>
              <a:ext cx="947447" cy="172900"/>
            </a:xfrm>
            <a:custGeom>
              <a:avLst/>
              <a:gdLst/>
              <a:ahLst/>
              <a:cxnLst/>
              <a:rect l="l" t="t" r="r" b="b"/>
              <a:pathLst>
                <a:path w="62776" h="11456" extrusionOk="0">
                  <a:moveTo>
                    <a:pt x="4931" y="0"/>
                  </a:moveTo>
                  <a:cubicBezTo>
                    <a:pt x="2182" y="0"/>
                    <a:pt x="1" y="2172"/>
                    <a:pt x="1" y="4811"/>
                  </a:cubicBezTo>
                  <a:lnTo>
                    <a:pt x="1" y="11456"/>
                  </a:lnTo>
                  <a:lnTo>
                    <a:pt x="62776" y="11456"/>
                  </a:lnTo>
                  <a:lnTo>
                    <a:pt x="62776" y="4811"/>
                  </a:lnTo>
                  <a:cubicBezTo>
                    <a:pt x="62776" y="2172"/>
                    <a:pt x="60604" y="0"/>
                    <a:pt x="5796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48"/>
            <p:cNvSpPr/>
            <p:nvPr/>
          </p:nvSpPr>
          <p:spPr>
            <a:xfrm>
              <a:off x="7581928" y="3970164"/>
              <a:ext cx="143439" cy="172900"/>
            </a:xfrm>
            <a:custGeom>
              <a:avLst/>
              <a:gdLst/>
              <a:ahLst/>
              <a:cxnLst/>
              <a:rect l="l" t="t" r="r" b="b"/>
              <a:pathLst>
                <a:path w="9504" h="11456" extrusionOk="0">
                  <a:moveTo>
                    <a:pt x="1" y="0"/>
                  </a:moveTo>
                  <a:cubicBezTo>
                    <a:pt x="2750" y="0"/>
                    <a:pt x="4812" y="2172"/>
                    <a:pt x="4812" y="4811"/>
                  </a:cubicBezTo>
                  <a:lnTo>
                    <a:pt x="4812" y="11456"/>
                  </a:lnTo>
                  <a:lnTo>
                    <a:pt x="9504" y="11456"/>
                  </a:lnTo>
                  <a:lnTo>
                    <a:pt x="9504" y="4811"/>
                  </a:lnTo>
                  <a:cubicBezTo>
                    <a:pt x="9504" y="2172"/>
                    <a:pt x="7332" y="0"/>
                    <a:pt x="46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48"/>
            <p:cNvSpPr/>
            <p:nvPr/>
          </p:nvSpPr>
          <p:spPr>
            <a:xfrm>
              <a:off x="6984433" y="3302668"/>
              <a:ext cx="195448" cy="250777"/>
            </a:xfrm>
            <a:custGeom>
              <a:avLst/>
              <a:gdLst/>
              <a:ahLst/>
              <a:cxnLst/>
              <a:rect l="l" t="t" r="r" b="b"/>
              <a:pathLst>
                <a:path w="12950" h="16616" extrusionOk="0">
                  <a:moveTo>
                    <a:pt x="5077" y="1843"/>
                  </a:moveTo>
                  <a:cubicBezTo>
                    <a:pt x="6159" y="1843"/>
                    <a:pt x="6974" y="2090"/>
                    <a:pt x="7524" y="2594"/>
                  </a:cubicBezTo>
                  <a:cubicBezTo>
                    <a:pt x="8083" y="3080"/>
                    <a:pt x="8358" y="3813"/>
                    <a:pt x="8358" y="4784"/>
                  </a:cubicBezTo>
                  <a:cubicBezTo>
                    <a:pt x="8358" y="5756"/>
                    <a:pt x="8083" y="6498"/>
                    <a:pt x="7524" y="7002"/>
                  </a:cubicBezTo>
                  <a:cubicBezTo>
                    <a:pt x="6974" y="7497"/>
                    <a:pt x="6159" y="7744"/>
                    <a:pt x="5077" y="7744"/>
                  </a:cubicBezTo>
                  <a:lnTo>
                    <a:pt x="2246" y="7744"/>
                  </a:lnTo>
                  <a:lnTo>
                    <a:pt x="2246" y="1843"/>
                  </a:lnTo>
                  <a:close/>
                  <a:moveTo>
                    <a:pt x="0" y="1"/>
                  </a:moveTo>
                  <a:lnTo>
                    <a:pt x="0" y="16615"/>
                  </a:lnTo>
                  <a:lnTo>
                    <a:pt x="2246" y="16615"/>
                  </a:lnTo>
                  <a:lnTo>
                    <a:pt x="2246" y="9596"/>
                  </a:lnTo>
                  <a:lnTo>
                    <a:pt x="4702" y="9596"/>
                  </a:lnTo>
                  <a:cubicBezTo>
                    <a:pt x="5591" y="9596"/>
                    <a:pt x="6287" y="9770"/>
                    <a:pt x="6800" y="10136"/>
                  </a:cubicBezTo>
                  <a:cubicBezTo>
                    <a:pt x="7323" y="10503"/>
                    <a:pt x="7854" y="11236"/>
                    <a:pt x="8404" y="12354"/>
                  </a:cubicBezTo>
                  <a:lnTo>
                    <a:pt x="10530" y="16615"/>
                  </a:lnTo>
                  <a:lnTo>
                    <a:pt x="12950" y="16615"/>
                  </a:lnTo>
                  <a:lnTo>
                    <a:pt x="10668" y="12070"/>
                  </a:lnTo>
                  <a:cubicBezTo>
                    <a:pt x="10209" y="11135"/>
                    <a:pt x="9742" y="10402"/>
                    <a:pt x="9284" y="9871"/>
                  </a:cubicBezTo>
                  <a:cubicBezTo>
                    <a:pt x="8835" y="9339"/>
                    <a:pt x="8367" y="8991"/>
                    <a:pt x="7882" y="8826"/>
                  </a:cubicBezTo>
                  <a:cubicBezTo>
                    <a:pt x="8807" y="8560"/>
                    <a:pt x="9513" y="8074"/>
                    <a:pt x="9999" y="7387"/>
                  </a:cubicBezTo>
                  <a:cubicBezTo>
                    <a:pt x="10484" y="6700"/>
                    <a:pt x="10732" y="5829"/>
                    <a:pt x="10732" y="4784"/>
                  </a:cubicBezTo>
                  <a:cubicBezTo>
                    <a:pt x="10732" y="3181"/>
                    <a:pt x="10264" y="1980"/>
                    <a:pt x="9330" y="1192"/>
                  </a:cubicBezTo>
                  <a:cubicBezTo>
                    <a:pt x="8395" y="395"/>
                    <a:pt x="6974" y="1"/>
                    <a:pt x="50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48"/>
            <p:cNvSpPr/>
            <p:nvPr/>
          </p:nvSpPr>
          <p:spPr>
            <a:xfrm>
              <a:off x="7223573" y="3302668"/>
              <a:ext cx="33898" cy="250777"/>
            </a:xfrm>
            <a:custGeom>
              <a:avLst/>
              <a:gdLst/>
              <a:ahLst/>
              <a:cxnLst/>
              <a:rect l="l" t="t" r="r" b="b"/>
              <a:pathLst>
                <a:path w="2246" h="16616" extrusionOk="0">
                  <a:moveTo>
                    <a:pt x="0" y="1"/>
                  </a:moveTo>
                  <a:lnTo>
                    <a:pt x="0" y="16615"/>
                  </a:lnTo>
                  <a:lnTo>
                    <a:pt x="2246" y="16615"/>
                  </a:lnTo>
                  <a:lnTo>
                    <a:pt x="224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48"/>
            <p:cNvSpPr/>
            <p:nvPr/>
          </p:nvSpPr>
          <p:spPr>
            <a:xfrm>
              <a:off x="7324950" y="3302668"/>
              <a:ext cx="161988" cy="250777"/>
            </a:xfrm>
            <a:custGeom>
              <a:avLst/>
              <a:gdLst/>
              <a:ahLst/>
              <a:cxnLst/>
              <a:rect l="l" t="t" r="r" b="b"/>
              <a:pathLst>
                <a:path w="10733" h="16616" extrusionOk="0">
                  <a:moveTo>
                    <a:pt x="5078" y="1843"/>
                  </a:moveTo>
                  <a:cubicBezTo>
                    <a:pt x="6123" y="1843"/>
                    <a:pt x="6929" y="2118"/>
                    <a:pt x="7506" y="2658"/>
                  </a:cubicBezTo>
                  <a:cubicBezTo>
                    <a:pt x="8075" y="3199"/>
                    <a:pt x="8359" y="3969"/>
                    <a:pt x="8359" y="4959"/>
                  </a:cubicBezTo>
                  <a:cubicBezTo>
                    <a:pt x="8359" y="5967"/>
                    <a:pt x="8075" y="6736"/>
                    <a:pt x="7506" y="7277"/>
                  </a:cubicBezTo>
                  <a:cubicBezTo>
                    <a:pt x="6929" y="7818"/>
                    <a:pt x="6123" y="8093"/>
                    <a:pt x="5078" y="8093"/>
                  </a:cubicBezTo>
                  <a:lnTo>
                    <a:pt x="2246" y="8093"/>
                  </a:lnTo>
                  <a:lnTo>
                    <a:pt x="2246" y="1843"/>
                  </a:lnTo>
                  <a:close/>
                  <a:moveTo>
                    <a:pt x="1" y="1"/>
                  </a:moveTo>
                  <a:lnTo>
                    <a:pt x="1" y="16615"/>
                  </a:lnTo>
                  <a:lnTo>
                    <a:pt x="2246" y="16615"/>
                  </a:lnTo>
                  <a:lnTo>
                    <a:pt x="2246" y="9935"/>
                  </a:lnTo>
                  <a:lnTo>
                    <a:pt x="5078" y="9935"/>
                  </a:lnTo>
                  <a:cubicBezTo>
                    <a:pt x="6938" y="9935"/>
                    <a:pt x="8349" y="9513"/>
                    <a:pt x="9293" y="8679"/>
                  </a:cubicBezTo>
                  <a:cubicBezTo>
                    <a:pt x="10256" y="7836"/>
                    <a:pt x="10732" y="6599"/>
                    <a:pt x="10732" y="4959"/>
                  </a:cubicBezTo>
                  <a:cubicBezTo>
                    <a:pt x="10732" y="3336"/>
                    <a:pt x="10256" y="2108"/>
                    <a:pt x="9293" y="1265"/>
                  </a:cubicBezTo>
                  <a:cubicBezTo>
                    <a:pt x="8349" y="422"/>
                    <a:pt x="6938" y="1"/>
                    <a:pt x="507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1" name="Google Shape;2281;p48"/>
          <p:cNvGrpSpPr/>
          <p:nvPr/>
        </p:nvGrpSpPr>
        <p:grpSpPr>
          <a:xfrm>
            <a:off x="3901730" y="2843700"/>
            <a:ext cx="743441" cy="1253523"/>
            <a:chOff x="3548965" y="2854967"/>
            <a:chExt cx="743441" cy="1253523"/>
          </a:xfrm>
        </p:grpSpPr>
        <p:sp>
          <p:nvSpPr>
            <p:cNvPr id="2282" name="Google Shape;2282;p48"/>
            <p:cNvSpPr/>
            <p:nvPr/>
          </p:nvSpPr>
          <p:spPr>
            <a:xfrm>
              <a:off x="3865288" y="3403082"/>
              <a:ext cx="110658" cy="705408"/>
            </a:xfrm>
            <a:custGeom>
              <a:avLst/>
              <a:gdLst/>
              <a:ahLst/>
              <a:cxnLst/>
              <a:rect l="l" t="t" r="r" b="b"/>
              <a:pathLst>
                <a:path w="7332" h="46739" extrusionOk="0">
                  <a:moveTo>
                    <a:pt x="3666" y="1"/>
                  </a:moveTo>
                  <a:cubicBezTo>
                    <a:pt x="1723" y="1"/>
                    <a:pt x="1" y="1715"/>
                    <a:pt x="1" y="3667"/>
                  </a:cubicBezTo>
                  <a:lnTo>
                    <a:pt x="1" y="43073"/>
                  </a:lnTo>
                  <a:cubicBezTo>
                    <a:pt x="1" y="45016"/>
                    <a:pt x="1723" y="46739"/>
                    <a:pt x="3666" y="46739"/>
                  </a:cubicBezTo>
                  <a:cubicBezTo>
                    <a:pt x="5728" y="46739"/>
                    <a:pt x="7332" y="45016"/>
                    <a:pt x="7332" y="43073"/>
                  </a:cubicBezTo>
                  <a:lnTo>
                    <a:pt x="7332" y="3667"/>
                  </a:lnTo>
                  <a:cubicBezTo>
                    <a:pt x="7332" y="1715"/>
                    <a:pt x="5728" y="1"/>
                    <a:pt x="36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48"/>
            <p:cNvSpPr/>
            <p:nvPr/>
          </p:nvSpPr>
          <p:spPr>
            <a:xfrm>
              <a:off x="3548965" y="2854967"/>
              <a:ext cx="743441" cy="745222"/>
            </a:xfrm>
            <a:custGeom>
              <a:avLst/>
              <a:gdLst/>
              <a:ahLst/>
              <a:cxnLst/>
              <a:rect l="l" t="t" r="r" b="b"/>
              <a:pathLst>
                <a:path w="49259" h="49377" extrusionOk="0">
                  <a:moveTo>
                    <a:pt x="24625" y="0"/>
                  </a:moveTo>
                  <a:cubicBezTo>
                    <a:pt x="10998" y="0"/>
                    <a:pt x="1" y="10997"/>
                    <a:pt x="1" y="24634"/>
                  </a:cubicBezTo>
                  <a:cubicBezTo>
                    <a:pt x="1" y="38261"/>
                    <a:pt x="10998" y="49377"/>
                    <a:pt x="24625" y="49377"/>
                  </a:cubicBezTo>
                  <a:cubicBezTo>
                    <a:pt x="38262" y="49377"/>
                    <a:pt x="49259" y="38261"/>
                    <a:pt x="49259" y="24634"/>
                  </a:cubicBezTo>
                  <a:cubicBezTo>
                    <a:pt x="49259" y="10997"/>
                    <a:pt x="38262" y="0"/>
                    <a:pt x="2462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48"/>
            <p:cNvSpPr/>
            <p:nvPr/>
          </p:nvSpPr>
          <p:spPr>
            <a:xfrm>
              <a:off x="3647443" y="2875704"/>
              <a:ext cx="577469" cy="644706"/>
            </a:xfrm>
            <a:custGeom>
              <a:avLst/>
              <a:gdLst/>
              <a:ahLst/>
              <a:cxnLst/>
              <a:rect l="l" t="t" r="r" b="b"/>
              <a:pathLst>
                <a:path w="38262" h="42717" extrusionOk="0">
                  <a:moveTo>
                    <a:pt x="12721" y="1"/>
                  </a:moveTo>
                  <a:cubicBezTo>
                    <a:pt x="11685" y="1"/>
                    <a:pt x="10659" y="1"/>
                    <a:pt x="9623" y="120"/>
                  </a:cubicBezTo>
                  <a:cubicBezTo>
                    <a:pt x="6535" y="1265"/>
                    <a:pt x="3667" y="3098"/>
                    <a:pt x="1266" y="5270"/>
                  </a:cubicBezTo>
                  <a:cubicBezTo>
                    <a:pt x="4070" y="4299"/>
                    <a:pt x="8164" y="3240"/>
                    <a:pt x="12717" y="3240"/>
                  </a:cubicBezTo>
                  <a:cubicBezTo>
                    <a:pt x="17271" y="3240"/>
                    <a:pt x="22284" y="4299"/>
                    <a:pt x="26925" y="7561"/>
                  </a:cubicBezTo>
                  <a:cubicBezTo>
                    <a:pt x="31847" y="10998"/>
                    <a:pt x="34715" y="16267"/>
                    <a:pt x="34825" y="22224"/>
                  </a:cubicBezTo>
                  <a:cubicBezTo>
                    <a:pt x="35054" y="27723"/>
                    <a:pt x="32534" y="32882"/>
                    <a:pt x="28181" y="36319"/>
                  </a:cubicBezTo>
                  <a:cubicBezTo>
                    <a:pt x="25555" y="38390"/>
                    <a:pt x="22483" y="39464"/>
                    <a:pt x="19313" y="39464"/>
                  </a:cubicBezTo>
                  <a:cubicBezTo>
                    <a:pt x="17925" y="39464"/>
                    <a:pt x="16518" y="39258"/>
                    <a:pt x="15122" y="38839"/>
                  </a:cubicBezTo>
                  <a:cubicBezTo>
                    <a:pt x="10311" y="37464"/>
                    <a:pt x="6077" y="33569"/>
                    <a:pt x="4583" y="29326"/>
                  </a:cubicBezTo>
                  <a:cubicBezTo>
                    <a:pt x="3438" y="25890"/>
                    <a:pt x="3786" y="21995"/>
                    <a:pt x="5619" y="18677"/>
                  </a:cubicBezTo>
                  <a:cubicBezTo>
                    <a:pt x="7451" y="15351"/>
                    <a:pt x="10430" y="13060"/>
                    <a:pt x="13408" y="12372"/>
                  </a:cubicBezTo>
                  <a:cubicBezTo>
                    <a:pt x="13888" y="12277"/>
                    <a:pt x="14383" y="12230"/>
                    <a:pt x="14887" y="12230"/>
                  </a:cubicBezTo>
                  <a:cubicBezTo>
                    <a:pt x="17391" y="12230"/>
                    <a:pt x="20108" y="13391"/>
                    <a:pt x="22114" y="15580"/>
                  </a:cubicBezTo>
                  <a:cubicBezTo>
                    <a:pt x="24515" y="17990"/>
                    <a:pt x="25322" y="21078"/>
                    <a:pt x="24515" y="24057"/>
                  </a:cubicBezTo>
                  <a:cubicBezTo>
                    <a:pt x="23718" y="27035"/>
                    <a:pt x="21766" y="29097"/>
                    <a:pt x="19365" y="29555"/>
                  </a:cubicBezTo>
                  <a:cubicBezTo>
                    <a:pt x="19072" y="29614"/>
                    <a:pt x="18774" y="29643"/>
                    <a:pt x="18476" y="29643"/>
                  </a:cubicBezTo>
                  <a:cubicBezTo>
                    <a:pt x="16441" y="29643"/>
                    <a:pt x="14333" y="28316"/>
                    <a:pt x="12831" y="26119"/>
                  </a:cubicBezTo>
                  <a:cubicBezTo>
                    <a:pt x="12034" y="24973"/>
                    <a:pt x="12373" y="22682"/>
                    <a:pt x="13637" y="21427"/>
                  </a:cubicBezTo>
                  <a:cubicBezTo>
                    <a:pt x="14215" y="20844"/>
                    <a:pt x="14830" y="20555"/>
                    <a:pt x="15523" y="20555"/>
                  </a:cubicBezTo>
                  <a:cubicBezTo>
                    <a:pt x="16063" y="20555"/>
                    <a:pt x="16650" y="20730"/>
                    <a:pt x="17303" y="21078"/>
                  </a:cubicBezTo>
                  <a:lnTo>
                    <a:pt x="19017" y="18329"/>
                  </a:lnTo>
                  <a:cubicBezTo>
                    <a:pt x="17796" y="17598"/>
                    <a:pt x="16575" y="17240"/>
                    <a:pt x="15414" y="17240"/>
                  </a:cubicBezTo>
                  <a:cubicBezTo>
                    <a:pt x="13856" y="17240"/>
                    <a:pt x="12409" y="17885"/>
                    <a:pt x="11227" y="19136"/>
                  </a:cubicBezTo>
                  <a:cubicBezTo>
                    <a:pt x="8936" y="21656"/>
                    <a:pt x="8478" y="25661"/>
                    <a:pt x="10082" y="28071"/>
                  </a:cubicBezTo>
                  <a:cubicBezTo>
                    <a:pt x="12250" y="31123"/>
                    <a:pt x="15267" y="32906"/>
                    <a:pt x="18402" y="32906"/>
                  </a:cubicBezTo>
                  <a:cubicBezTo>
                    <a:pt x="18911" y="32906"/>
                    <a:pt x="19422" y="32859"/>
                    <a:pt x="19933" y="32763"/>
                  </a:cubicBezTo>
                  <a:cubicBezTo>
                    <a:pt x="23599" y="32195"/>
                    <a:pt x="26467" y="29216"/>
                    <a:pt x="27723" y="24973"/>
                  </a:cubicBezTo>
                  <a:cubicBezTo>
                    <a:pt x="28758" y="20969"/>
                    <a:pt x="27613" y="16616"/>
                    <a:pt x="24515" y="13289"/>
                  </a:cubicBezTo>
                  <a:cubicBezTo>
                    <a:pt x="21875" y="10460"/>
                    <a:pt x="18304" y="8954"/>
                    <a:pt x="14890" y="8954"/>
                  </a:cubicBezTo>
                  <a:cubicBezTo>
                    <a:pt x="14156" y="8954"/>
                    <a:pt x="13430" y="9024"/>
                    <a:pt x="12721" y="9165"/>
                  </a:cubicBezTo>
                  <a:cubicBezTo>
                    <a:pt x="8826" y="10081"/>
                    <a:pt x="5041" y="12950"/>
                    <a:pt x="2869" y="17074"/>
                  </a:cubicBezTo>
                  <a:cubicBezTo>
                    <a:pt x="459" y="21308"/>
                    <a:pt x="1" y="26009"/>
                    <a:pt x="1605" y="30472"/>
                  </a:cubicBezTo>
                  <a:cubicBezTo>
                    <a:pt x="3438" y="35741"/>
                    <a:pt x="8368" y="40213"/>
                    <a:pt x="14205" y="41927"/>
                  </a:cubicBezTo>
                  <a:cubicBezTo>
                    <a:pt x="15935" y="42458"/>
                    <a:pt x="17675" y="42716"/>
                    <a:pt x="19389" y="42716"/>
                  </a:cubicBezTo>
                  <a:cubicBezTo>
                    <a:pt x="23242" y="42716"/>
                    <a:pt x="26962" y="41410"/>
                    <a:pt x="30133" y="38949"/>
                  </a:cubicBezTo>
                  <a:cubicBezTo>
                    <a:pt x="35402" y="34825"/>
                    <a:pt x="38262" y="28758"/>
                    <a:pt x="38152" y="22114"/>
                  </a:cubicBezTo>
                  <a:cubicBezTo>
                    <a:pt x="37923" y="15122"/>
                    <a:pt x="34596" y="8936"/>
                    <a:pt x="28758" y="4931"/>
                  </a:cubicBezTo>
                  <a:cubicBezTo>
                    <a:pt x="23489" y="1146"/>
                    <a:pt x="17871" y="1"/>
                    <a:pt x="127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5" name="Google Shape;2285;p48"/>
          <p:cNvGrpSpPr/>
          <p:nvPr/>
        </p:nvGrpSpPr>
        <p:grpSpPr>
          <a:xfrm>
            <a:off x="4948784" y="2771083"/>
            <a:ext cx="402774" cy="1398758"/>
            <a:chOff x="4704391" y="2771083"/>
            <a:chExt cx="402774" cy="1398758"/>
          </a:xfrm>
        </p:grpSpPr>
        <p:sp>
          <p:nvSpPr>
            <p:cNvPr id="2286" name="Google Shape;2286;p48"/>
            <p:cNvSpPr/>
            <p:nvPr/>
          </p:nvSpPr>
          <p:spPr>
            <a:xfrm>
              <a:off x="4878935" y="2771083"/>
              <a:ext cx="55344" cy="707204"/>
            </a:xfrm>
            <a:custGeom>
              <a:avLst/>
              <a:gdLst/>
              <a:ahLst/>
              <a:cxnLst/>
              <a:rect l="l" t="t" r="r" b="b"/>
              <a:pathLst>
                <a:path w="3667" h="46858" extrusionOk="0">
                  <a:moveTo>
                    <a:pt x="1833" y="1"/>
                  </a:moveTo>
                  <a:cubicBezTo>
                    <a:pt x="807" y="1"/>
                    <a:pt x="1" y="807"/>
                    <a:pt x="1" y="1834"/>
                  </a:cubicBezTo>
                  <a:lnTo>
                    <a:pt x="1" y="45025"/>
                  </a:lnTo>
                  <a:cubicBezTo>
                    <a:pt x="1" y="46051"/>
                    <a:pt x="807" y="46857"/>
                    <a:pt x="1833" y="46857"/>
                  </a:cubicBezTo>
                  <a:cubicBezTo>
                    <a:pt x="2869" y="46857"/>
                    <a:pt x="3666" y="46051"/>
                    <a:pt x="3666" y="45025"/>
                  </a:cubicBezTo>
                  <a:lnTo>
                    <a:pt x="3666" y="1834"/>
                  </a:lnTo>
                  <a:cubicBezTo>
                    <a:pt x="3666" y="807"/>
                    <a:pt x="2869" y="1"/>
                    <a:pt x="18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48"/>
            <p:cNvSpPr/>
            <p:nvPr/>
          </p:nvSpPr>
          <p:spPr>
            <a:xfrm>
              <a:off x="4704391" y="3391234"/>
              <a:ext cx="402774" cy="778607"/>
            </a:xfrm>
            <a:custGeom>
              <a:avLst/>
              <a:gdLst/>
              <a:ahLst/>
              <a:cxnLst/>
              <a:rect l="l" t="t" r="r" b="b"/>
              <a:pathLst>
                <a:path w="26687" h="51589" extrusionOk="0">
                  <a:moveTo>
                    <a:pt x="13518" y="13557"/>
                  </a:moveTo>
                  <a:cubicBezTo>
                    <a:pt x="13628" y="13786"/>
                    <a:pt x="13628" y="14015"/>
                    <a:pt x="13628" y="14583"/>
                  </a:cubicBezTo>
                  <a:lnTo>
                    <a:pt x="13628" y="14702"/>
                  </a:lnTo>
                  <a:cubicBezTo>
                    <a:pt x="13628" y="15729"/>
                    <a:pt x="13518" y="17104"/>
                    <a:pt x="13518" y="18707"/>
                  </a:cubicBezTo>
                  <a:cubicBezTo>
                    <a:pt x="13398" y="17452"/>
                    <a:pt x="13398" y="16306"/>
                    <a:pt x="13398" y="15390"/>
                  </a:cubicBezTo>
                  <a:lnTo>
                    <a:pt x="13398" y="13786"/>
                  </a:lnTo>
                  <a:lnTo>
                    <a:pt x="13398" y="13557"/>
                  </a:lnTo>
                  <a:close/>
                  <a:moveTo>
                    <a:pt x="15231" y="14702"/>
                  </a:moveTo>
                  <a:cubicBezTo>
                    <a:pt x="15350" y="16306"/>
                    <a:pt x="15689" y="18478"/>
                    <a:pt x="16038" y="21117"/>
                  </a:cubicBezTo>
                  <a:cubicBezTo>
                    <a:pt x="15689" y="18707"/>
                    <a:pt x="15350" y="16535"/>
                    <a:pt x="15121" y="14932"/>
                  </a:cubicBezTo>
                  <a:cubicBezTo>
                    <a:pt x="15121" y="14812"/>
                    <a:pt x="15121" y="14812"/>
                    <a:pt x="15231" y="14702"/>
                  </a:cubicBezTo>
                  <a:close/>
                  <a:moveTo>
                    <a:pt x="12601" y="34176"/>
                  </a:moveTo>
                  <a:cubicBezTo>
                    <a:pt x="12711" y="34864"/>
                    <a:pt x="12711" y="35661"/>
                    <a:pt x="12711" y="36468"/>
                  </a:cubicBezTo>
                  <a:lnTo>
                    <a:pt x="12711" y="36926"/>
                  </a:lnTo>
                  <a:cubicBezTo>
                    <a:pt x="12711" y="39098"/>
                    <a:pt x="12601" y="41160"/>
                    <a:pt x="12601" y="43112"/>
                  </a:cubicBezTo>
                  <a:lnTo>
                    <a:pt x="12601" y="34176"/>
                  </a:lnTo>
                  <a:close/>
                  <a:moveTo>
                    <a:pt x="7332" y="36578"/>
                  </a:moveTo>
                  <a:cubicBezTo>
                    <a:pt x="7031" y="40332"/>
                    <a:pt x="6908" y="44087"/>
                    <a:pt x="6951" y="47478"/>
                  </a:cubicBezTo>
                  <a:lnTo>
                    <a:pt x="6951" y="47478"/>
                  </a:lnTo>
                  <a:cubicBezTo>
                    <a:pt x="6779" y="44169"/>
                    <a:pt x="7002" y="40377"/>
                    <a:pt x="7332" y="36578"/>
                  </a:cubicBezTo>
                  <a:close/>
                  <a:moveTo>
                    <a:pt x="9033" y="0"/>
                  </a:moveTo>
                  <a:cubicBezTo>
                    <a:pt x="7600" y="0"/>
                    <a:pt x="6296" y="256"/>
                    <a:pt x="6296" y="1185"/>
                  </a:cubicBezTo>
                  <a:cubicBezTo>
                    <a:pt x="6296" y="2899"/>
                    <a:pt x="8706" y="9891"/>
                    <a:pt x="9623" y="12411"/>
                  </a:cubicBezTo>
                  <a:lnTo>
                    <a:pt x="9165" y="12292"/>
                  </a:lnTo>
                  <a:lnTo>
                    <a:pt x="8587" y="14015"/>
                  </a:lnTo>
                  <a:lnTo>
                    <a:pt x="8358" y="13896"/>
                  </a:lnTo>
                  <a:cubicBezTo>
                    <a:pt x="8248" y="14125"/>
                    <a:pt x="229" y="33828"/>
                    <a:pt x="0" y="48033"/>
                  </a:cubicBezTo>
                  <a:lnTo>
                    <a:pt x="1256" y="48033"/>
                  </a:lnTo>
                  <a:cubicBezTo>
                    <a:pt x="1375" y="40472"/>
                    <a:pt x="3776" y="31198"/>
                    <a:pt x="5957" y="24325"/>
                  </a:cubicBezTo>
                  <a:lnTo>
                    <a:pt x="5957" y="24325"/>
                  </a:lnTo>
                  <a:cubicBezTo>
                    <a:pt x="5380" y="26726"/>
                    <a:pt x="4812" y="29246"/>
                    <a:pt x="4353" y="31885"/>
                  </a:cubicBezTo>
                  <a:cubicBezTo>
                    <a:pt x="3208" y="37155"/>
                    <a:pt x="2291" y="42992"/>
                    <a:pt x="2172" y="48033"/>
                  </a:cubicBezTo>
                  <a:lnTo>
                    <a:pt x="2291" y="48033"/>
                  </a:lnTo>
                  <a:lnTo>
                    <a:pt x="2291" y="49068"/>
                  </a:lnTo>
                  <a:lnTo>
                    <a:pt x="3547" y="49068"/>
                  </a:lnTo>
                  <a:cubicBezTo>
                    <a:pt x="3547" y="43799"/>
                    <a:pt x="4353" y="37723"/>
                    <a:pt x="5499" y="31995"/>
                  </a:cubicBezTo>
                  <a:lnTo>
                    <a:pt x="6525" y="27532"/>
                  </a:lnTo>
                  <a:lnTo>
                    <a:pt x="6525" y="27532"/>
                  </a:lnTo>
                  <a:cubicBezTo>
                    <a:pt x="5270" y="34286"/>
                    <a:pt x="4124" y="42305"/>
                    <a:pt x="4124" y="49068"/>
                  </a:cubicBezTo>
                  <a:lnTo>
                    <a:pt x="5270" y="49068"/>
                  </a:lnTo>
                  <a:cubicBezTo>
                    <a:pt x="5270" y="46200"/>
                    <a:pt x="5499" y="42992"/>
                    <a:pt x="5838" y="39785"/>
                  </a:cubicBezTo>
                  <a:lnTo>
                    <a:pt x="5838" y="39785"/>
                  </a:lnTo>
                  <a:cubicBezTo>
                    <a:pt x="5728" y="42653"/>
                    <a:pt x="5609" y="45513"/>
                    <a:pt x="5728" y="48033"/>
                  </a:cubicBezTo>
                  <a:lnTo>
                    <a:pt x="6959" y="48033"/>
                  </a:lnTo>
                  <a:cubicBezTo>
                    <a:pt x="6965" y="48382"/>
                    <a:pt x="6974" y="48728"/>
                    <a:pt x="6983" y="49068"/>
                  </a:cubicBezTo>
                  <a:lnTo>
                    <a:pt x="9274" y="49068"/>
                  </a:lnTo>
                  <a:cubicBezTo>
                    <a:pt x="8816" y="38529"/>
                    <a:pt x="10649" y="23518"/>
                    <a:pt x="11685" y="16187"/>
                  </a:cubicBezTo>
                  <a:lnTo>
                    <a:pt x="11685" y="16306"/>
                  </a:lnTo>
                  <a:cubicBezTo>
                    <a:pt x="10878" y="23748"/>
                    <a:pt x="9045" y="43222"/>
                    <a:pt x="10081" y="51589"/>
                  </a:cubicBezTo>
                  <a:lnTo>
                    <a:pt x="10768" y="51589"/>
                  </a:lnTo>
                  <a:lnTo>
                    <a:pt x="11914" y="51469"/>
                  </a:lnTo>
                  <a:cubicBezTo>
                    <a:pt x="11914" y="51240"/>
                    <a:pt x="11795" y="50901"/>
                    <a:pt x="11795" y="50672"/>
                  </a:cubicBezTo>
                  <a:lnTo>
                    <a:pt x="12601" y="50553"/>
                  </a:lnTo>
                  <a:lnTo>
                    <a:pt x="14205" y="50553"/>
                  </a:lnTo>
                  <a:lnTo>
                    <a:pt x="14205" y="49407"/>
                  </a:lnTo>
                  <a:lnTo>
                    <a:pt x="14315" y="49407"/>
                  </a:lnTo>
                  <a:cubicBezTo>
                    <a:pt x="14315" y="46200"/>
                    <a:pt x="14315" y="41618"/>
                    <a:pt x="14086" y="36926"/>
                  </a:cubicBezTo>
                  <a:cubicBezTo>
                    <a:pt x="14205" y="33260"/>
                    <a:pt x="14434" y="29475"/>
                    <a:pt x="14544" y="26158"/>
                  </a:cubicBezTo>
                  <a:cubicBezTo>
                    <a:pt x="15121" y="34635"/>
                    <a:pt x="15579" y="44825"/>
                    <a:pt x="15002" y="50553"/>
                  </a:cubicBezTo>
                  <a:lnTo>
                    <a:pt x="15231" y="50553"/>
                  </a:lnTo>
                  <a:lnTo>
                    <a:pt x="15231" y="51469"/>
                  </a:lnTo>
                  <a:lnTo>
                    <a:pt x="16377" y="51589"/>
                  </a:lnTo>
                  <a:lnTo>
                    <a:pt x="16606" y="51589"/>
                  </a:lnTo>
                  <a:cubicBezTo>
                    <a:pt x="16954" y="48720"/>
                    <a:pt x="16954" y="44596"/>
                    <a:pt x="16835" y="40133"/>
                  </a:cubicBezTo>
                  <a:lnTo>
                    <a:pt x="16835" y="40133"/>
                  </a:lnTo>
                  <a:cubicBezTo>
                    <a:pt x="17183" y="44596"/>
                    <a:pt x="17293" y="48610"/>
                    <a:pt x="17064" y="51469"/>
                  </a:cubicBezTo>
                  <a:lnTo>
                    <a:pt x="18210" y="51589"/>
                  </a:lnTo>
                  <a:cubicBezTo>
                    <a:pt x="18329" y="50782"/>
                    <a:pt x="18329" y="49985"/>
                    <a:pt x="18329" y="49068"/>
                  </a:cubicBezTo>
                  <a:lnTo>
                    <a:pt x="19703" y="49068"/>
                  </a:lnTo>
                  <a:lnTo>
                    <a:pt x="19703" y="48033"/>
                  </a:lnTo>
                  <a:lnTo>
                    <a:pt x="20959" y="48033"/>
                  </a:lnTo>
                  <a:cubicBezTo>
                    <a:pt x="21188" y="42882"/>
                    <a:pt x="20620" y="36468"/>
                    <a:pt x="19813" y="30621"/>
                  </a:cubicBezTo>
                  <a:lnTo>
                    <a:pt x="19813" y="30621"/>
                  </a:lnTo>
                  <a:cubicBezTo>
                    <a:pt x="20849" y="36697"/>
                    <a:pt x="21646" y="43341"/>
                    <a:pt x="21765" y="49068"/>
                  </a:cubicBezTo>
                  <a:lnTo>
                    <a:pt x="22911" y="49068"/>
                  </a:lnTo>
                  <a:cubicBezTo>
                    <a:pt x="22911" y="44138"/>
                    <a:pt x="22224" y="38639"/>
                    <a:pt x="21417" y="33370"/>
                  </a:cubicBezTo>
                  <a:lnTo>
                    <a:pt x="21417" y="33370"/>
                  </a:lnTo>
                  <a:cubicBezTo>
                    <a:pt x="22453" y="38639"/>
                    <a:pt x="23140" y="44138"/>
                    <a:pt x="23250" y="49068"/>
                  </a:cubicBezTo>
                  <a:lnTo>
                    <a:pt x="24395" y="49068"/>
                  </a:lnTo>
                  <a:lnTo>
                    <a:pt x="24395" y="48033"/>
                  </a:lnTo>
                  <a:lnTo>
                    <a:pt x="24854" y="48033"/>
                  </a:lnTo>
                  <a:cubicBezTo>
                    <a:pt x="24854" y="41618"/>
                    <a:pt x="23369" y="34176"/>
                    <a:pt x="21875" y="27762"/>
                  </a:cubicBezTo>
                  <a:lnTo>
                    <a:pt x="21875" y="27762"/>
                  </a:lnTo>
                  <a:cubicBezTo>
                    <a:pt x="23708" y="34176"/>
                    <a:pt x="25431" y="41618"/>
                    <a:pt x="25431" y="48033"/>
                  </a:cubicBezTo>
                  <a:lnTo>
                    <a:pt x="26687" y="48033"/>
                  </a:lnTo>
                  <a:cubicBezTo>
                    <a:pt x="26457" y="33828"/>
                    <a:pt x="18439" y="14125"/>
                    <a:pt x="18329" y="13896"/>
                  </a:cubicBezTo>
                  <a:lnTo>
                    <a:pt x="18100" y="14015"/>
                  </a:lnTo>
                  <a:lnTo>
                    <a:pt x="17522" y="12292"/>
                  </a:lnTo>
                  <a:cubicBezTo>
                    <a:pt x="18090" y="10156"/>
                    <a:pt x="22638" y="370"/>
                    <a:pt x="19955" y="370"/>
                  </a:cubicBezTo>
                  <a:cubicBezTo>
                    <a:pt x="19910" y="370"/>
                    <a:pt x="19863" y="373"/>
                    <a:pt x="19813" y="379"/>
                  </a:cubicBezTo>
                  <a:cubicBezTo>
                    <a:pt x="18784" y="455"/>
                    <a:pt x="17652" y="481"/>
                    <a:pt x="16599" y="481"/>
                  </a:cubicBezTo>
                  <a:cubicBezTo>
                    <a:pt x="14495" y="481"/>
                    <a:pt x="12711" y="379"/>
                    <a:pt x="12711" y="379"/>
                  </a:cubicBezTo>
                  <a:cubicBezTo>
                    <a:pt x="12711" y="379"/>
                    <a:pt x="10777" y="0"/>
                    <a:pt x="90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48"/>
            <p:cNvSpPr/>
            <p:nvPr/>
          </p:nvSpPr>
          <p:spPr>
            <a:xfrm>
              <a:off x="4816694" y="3530130"/>
              <a:ext cx="181623" cy="86465"/>
            </a:xfrm>
            <a:custGeom>
              <a:avLst/>
              <a:gdLst/>
              <a:ahLst/>
              <a:cxnLst/>
              <a:rect l="l" t="t" r="r" b="b"/>
              <a:pathLst>
                <a:path w="12034" h="5729" extrusionOk="0">
                  <a:moveTo>
                    <a:pt x="1146" y="1"/>
                  </a:moveTo>
                  <a:cubicBezTo>
                    <a:pt x="578" y="1"/>
                    <a:pt x="1" y="459"/>
                    <a:pt x="1" y="1146"/>
                  </a:cubicBezTo>
                  <a:lnTo>
                    <a:pt x="1" y="4583"/>
                  </a:lnTo>
                  <a:cubicBezTo>
                    <a:pt x="1" y="5270"/>
                    <a:pt x="578" y="5729"/>
                    <a:pt x="1146" y="5729"/>
                  </a:cubicBezTo>
                  <a:lnTo>
                    <a:pt x="10998" y="5729"/>
                  </a:lnTo>
                  <a:cubicBezTo>
                    <a:pt x="11575" y="5729"/>
                    <a:pt x="12033" y="5270"/>
                    <a:pt x="12033" y="4583"/>
                  </a:cubicBezTo>
                  <a:lnTo>
                    <a:pt x="12033" y="1146"/>
                  </a:lnTo>
                  <a:cubicBezTo>
                    <a:pt x="12033" y="459"/>
                    <a:pt x="11575" y="1"/>
                    <a:pt x="1099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9" name="Google Shape;2289;p48"/>
          <p:cNvGrpSpPr/>
          <p:nvPr/>
        </p:nvGrpSpPr>
        <p:grpSpPr>
          <a:xfrm>
            <a:off x="2513737" y="2840101"/>
            <a:ext cx="1084381" cy="1260722"/>
            <a:chOff x="2189013" y="2840093"/>
            <a:chExt cx="1084381" cy="1260722"/>
          </a:xfrm>
        </p:grpSpPr>
        <p:sp>
          <p:nvSpPr>
            <p:cNvPr id="2290" name="Google Shape;2290;p48"/>
            <p:cNvSpPr/>
            <p:nvPr/>
          </p:nvSpPr>
          <p:spPr>
            <a:xfrm>
              <a:off x="2550931" y="3735651"/>
              <a:ext cx="361933" cy="365163"/>
            </a:xfrm>
            <a:custGeom>
              <a:avLst/>
              <a:gdLst/>
              <a:ahLst/>
              <a:cxnLst/>
              <a:rect l="l" t="t" r="r" b="b"/>
              <a:pathLst>
                <a:path w="23981" h="24195" extrusionOk="0">
                  <a:moveTo>
                    <a:pt x="18125" y="1"/>
                  </a:moveTo>
                  <a:cubicBezTo>
                    <a:pt x="11201" y="1"/>
                    <a:pt x="1" y="3666"/>
                    <a:pt x="1" y="3666"/>
                  </a:cubicBezTo>
                  <a:cubicBezTo>
                    <a:pt x="1" y="3666"/>
                    <a:pt x="4931" y="23718"/>
                    <a:pt x="10998" y="24176"/>
                  </a:cubicBezTo>
                  <a:cubicBezTo>
                    <a:pt x="11127" y="24188"/>
                    <a:pt x="11256" y="24194"/>
                    <a:pt x="11384" y="24194"/>
                  </a:cubicBezTo>
                  <a:cubicBezTo>
                    <a:pt x="17152" y="24194"/>
                    <a:pt x="21576" y="11852"/>
                    <a:pt x="23369" y="3666"/>
                  </a:cubicBezTo>
                  <a:cubicBezTo>
                    <a:pt x="23980" y="917"/>
                    <a:pt x="21587" y="1"/>
                    <a:pt x="1812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48"/>
            <p:cNvSpPr/>
            <p:nvPr/>
          </p:nvSpPr>
          <p:spPr>
            <a:xfrm>
              <a:off x="2352178" y="2945619"/>
              <a:ext cx="757266" cy="926695"/>
            </a:xfrm>
            <a:custGeom>
              <a:avLst/>
              <a:gdLst/>
              <a:ahLst/>
              <a:cxnLst/>
              <a:rect l="l" t="t" r="r" b="b"/>
              <a:pathLst>
                <a:path w="50175" h="61401" extrusionOk="0">
                  <a:moveTo>
                    <a:pt x="25083" y="0"/>
                  </a:moveTo>
                  <a:cubicBezTo>
                    <a:pt x="11227" y="0"/>
                    <a:pt x="1" y="13747"/>
                    <a:pt x="1" y="30701"/>
                  </a:cubicBezTo>
                  <a:cubicBezTo>
                    <a:pt x="1" y="47654"/>
                    <a:pt x="11227" y="61401"/>
                    <a:pt x="25083" y="61401"/>
                  </a:cubicBezTo>
                  <a:cubicBezTo>
                    <a:pt x="38949" y="61401"/>
                    <a:pt x="50175" y="47654"/>
                    <a:pt x="50175" y="30701"/>
                  </a:cubicBezTo>
                  <a:cubicBezTo>
                    <a:pt x="50175" y="13747"/>
                    <a:pt x="38949" y="0"/>
                    <a:pt x="2508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48"/>
            <p:cNvSpPr/>
            <p:nvPr/>
          </p:nvSpPr>
          <p:spPr>
            <a:xfrm>
              <a:off x="2519948" y="3149410"/>
              <a:ext cx="421866" cy="600017"/>
            </a:xfrm>
            <a:custGeom>
              <a:avLst/>
              <a:gdLst/>
              <a:ahLst/>
              <a:cxnLst/>
              <a:rect l="l" t="t" r="r" b="b"/>
              <a:pathLst>
                <a:path w="27952" h="39756" extrusionOk="0">
                  <a:moveTo>
                    <a:pt x="13976" y="1"/>
                  </a:moveTo>
                  <a:cubicBezTo>
                    <a:pt x="6306" y="1"/>
                    <a:pt x="1" y="8826"/>
                    <a:pt x="1" y="19823"/>
                  </a:cubicBezTo>
                  <a:cubicBezTo>
                    <a:pt x="1" y="30820"/>
                    <a:pt x="6306" y="39755"/>
                    <a:pt x="13976" y="39755"/>
                  </a:cubicBezTo>
                  <a:cubicBezTo>
                    <a:pt x="21656" y="39755"/>
                    <a:pt x="27951" y="30820"/>
                    <a:pt x="27951" y="19823"/>
                  </a:cubicBezTo>
                  <a:cubicBezTo>
                    <a:pt x="27951" y="8826"/>
                    <a:pt x="21656" y="1"/>
                    <a:pt x="139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48"/>
            <p:cNvSpPr/>
            <p:nvPr/>
          </p:nvSpPr>
          <p:spPr>
            <a:xfrm>
              <a:off x="2658118" y="3082131"/>
              <a:ext cx="159075" cy="252437"/>
            </a:xfrm>
            <a:custGeom>
              <a:avLst/>
              <a:gdLst/>
              <a:ahLst/>
              <a:cxnLst/>
              <a:rect l="l" t="t" r="r" b="b"/>
              <a:pathLst>
                <a:path w="10540" h="16726" extrusionOk="0">
                  <a:moveTo>
                    <a:pt x="1953" y="1"/>
                  </a:moveTo>
                  <a:lnTo>
                    <a:pt x="1" y="7909"/>
                  </a:lnTo>
                  <a:cubicBezTo>
                    <a:pt x="1" y="7909"/>
                    <a:pt x="1834" y="13866"/>
                    <a:pt x="5270" y="16725"/>
                  </a:cubicBezTo>
                  <a:cubicBezTo>
                    <a:pt x="8936" y="14095"/>
                    <a:pt x="10540" y="7909"/>
                    <a:pt x="10540" y="7909"/>
                  </a:cubicBezTo>
                  <a:lnTo>
                    <a:pt x="8139" y="459"/>
                  </a:lnTo>
                  <a:lnTo>
                    <a:pt x="195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48"/>
            <p:cNvSpPr/>
            <p:nvPr/>
          </p:nvSpPr>
          <p:spPr>
            <a:xfrm>
              <a:off x="2774028" y="3042438"/>
              <a:ext cx="190196" cy="188400"/>
            </a:xfrm>
            <a:custGeom>
              <a:avLst/>
              <a:gdLst/>
              <a:ahLst/>
              <a:cxnLst/>
              <a:rect l="l" t="t" r="r" b="b"/>
              <a:pathLst>
                <a:path w="12602" h="12483" extrusionOk="0">
                  <a:moveTo>
                    <a:pt x="6296" y="0"/>
                  </a:moveTo>
                  <a:cubicBezTo>
                    <a:pt x="2750" y="0"/>
                    <a:pt x="0" y="2750"/>
                    <a:pt x="0" y="6186"/>
                  </a:cubicBezTo>
                  <a:cubicBezTo>
                    <a:pt x="0" y="9733"/>
                    <a:pt x="2750" y="12482"/>
                    <a:pt x="6296" y="12482"/>
                  </a:cubicBezTo>
                  <a:cubicBezTo>
                    <a:pt x="9733" y="12482"/>
                    <a:pt x="12601" y="9733"/>
                    <a:pt x="12601" y="6186"/>
                  </a:cubicBezTo>
                  <a:cubicBezTo>
                    <a:pt x="12601" y="2750"/>
                    <a:pt x="9733" y="0"/>
                    <a:pt x="62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48"/>
            <p:cNvSpPr/>
            <p:nvPr/>
          </p:nvSpPr>
          <p:spPr>
            <a:xfrm>
              <a:off x="2801693" y="3049350"/>
              <a:ext cx="134867" cy="133071"/>
            </a:xfrm>
            <a:custGeom>
              <a:avLst/>
              <a:gdLst/>
              <a:ahLst/>
              <a:cxnLst/>
              <a:rect l="l" t="t" r="r" b="b"/>
              <a:pathLst>
                <a:path w="8936" h="8817" extrusionOk="0">
                  <a:moveTo>
                    <a:pt x="4463" y="1"/>
                  </a:moveTo>
                  <a:cubicBezTo>
                    <a:pt x="1943" y="1"/>
                    <a:pt x="0" y="1943"/>
                    <a:pt x="0" y="4464"/>
                  </a:cubicBezTo>
                  <a:cubicBezTo>
                    <a:pt x="0" y="6874"/>
                    <a:pt x="1943" y="8817"/>
                    <a:pt x="4463" y="8817"/>
                  </a:cubicBezTo>
                  <a:cubicBezTo>
                    <a:pt x="6983" y="8817"/>
                    <a:pt x="8935" y="6874"/>
                    <a:pt x="8935" y="4464"/>
                  </a:cubicBezTo>
                  <a:cubicBezTo>
                    <a:pt x="8935" y="1943"/>
                    <a:pt x="6983" y="1"/>
                    <a:pt x="44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48"/>
            <p:cNvSpPr/>
            <p:nvPr/>
          </p:nvSpPr>
          <p:spPr>
            <a:xfrm>
              <a:off x="2841386" y="3132344"/>
              <a:ext cx="32932" cy="22412"/>
            </a:xfrm>
            <a:custGeom>
              <a:avLst/>
              <a:gdLst/>
              <a:ahLst/>
              <a:cxnLst/>
              <a:rect l="l" t="t" r="r" b="b"/>
              <a:pathLst>
                <a:path w="2182" h="1485" extrusionOk="0">
                  <a:moveTo>
                    <a:pt x="1146" y="0"/>
                  </a:moveTo>
                  <a:cubicBezTo>
                    <a:pt x="459" y="0"/>
                    <a:pt x="0" y="229"/>
                    <a:pt x="0" y="688"/>
                  </a:cubicBezTo>
                  <a:cubicBezTo>
                    <a:pt x="0" y="1146"/>
                    <a:pt x="459" y="1485"/>
                    <a:pt x="1146" y="1485"/>
                  </a:cubicBezTo>
                  <a:cubicBezTo>
                    <a:pt x="1723" y="1485"/>
                    <a:pt x="2182" y="1146"/>
                    <a:pt x="2182" y="688"/>
                  </a:cubicBezTo>
                  <a:cubicBezTo>
                    <a:pt x="2182"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48"/>
            <p:cNvSpPr/>
            <p:nvPr/>
          </p:nvSpPr>
          <p:spPr>
            <a:xfrm>
              <a:off x="2523266" y="3042438"/>
              <a:ext cx="191992" cy="188400"/>
            </a:xfrm>
            <a:custGeom>
              <a:avLst/>
              <a:gdLst/>
              <a:ahLst/>
              <a:cxnLst/>
              <a:rect l="l" t="t" r="r" b="b"/>
              <a:pathLst>
                <a:path w="12721" h="12483" extrusionOk="0">
                  <a:moveTo>
                    <a:pt x="6416" y="0"/>
                  </a:moveTo>
                  <a:cubicBezTo>
                    <a:pt x="2869" y="0"/>
                    <a:pt x="1" y="2750"/>
                    <a:pt x="1" y="6186"/>
                  </a:cubicBezTo>
                  <a:cubicBezTo>
                    <a:pt x="1" y="9733"/>
                    <a:pt x="2869" y="12482"/>
                    <a:pt x="6416" y="12482"/>
                  </a:cubicBezTo>
                  <a:cubicBezTo>
                    <a:pt x="9852" y="12482"/>
                    <a:pt x="12721" y="9733"/>
                    <a:pt x="12721" y="6186"/>
                  </a:cubicBezTo>
                  <a:cubicBezTo>
                    <a:pt x="12721" y="2750"/>
                    <a:pt x="9852" y="0"/>
                    <a:pt x="64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48"/>
            <p:cNvSpPr/>
            <p:nvPr/>
          </p:nvSpPr>
          <p:spPr>
            <a:xfrm>
              <a:off x="2550931" y="3049350"/>
              <a:ext cx="136663" cy="133071"/>
            </a:xfrm>
            <a:custGeom>
              <a:avLst/>
              <a:gdLst/>
              <a:ahLst/>
              <a:cxnLst/>
              <a:rect l="l" t="t" r="r" b="b"/>
              <a:pathLst>
                <a:path w="9055" h="8817" extrusionOk="0">
                  <a:moveTo>
                    <a:pt x="4583" y="1"/>
                  </a:moveTo>
                  <a:cubicBezTo>
                    <a:pt x="2062" y="1"/>
                    <a:pt x="1" y="1943"/>
                    <a:pt x="1" y="4464"/>
                  </a:cubicBezTo>
                  <a:cubicBezTo>
                    <a:pt x="1" y="6874"/>
                    <a:pt x="2062" y="8817"/>
                    <a:pt x="4583" y="8817"/>
                  </a:cubicBezTo>
                  <a:cubicBezTo>
                    <a:pt x="6993" y="8817"/>
                    <a:pt x="9055" y="6874"/>
                    <a:pt x="9055" y="4464"/>
                  </a:cubicBezTo>
                  <a:cubicBezTo>
                    <a:pt x="9055" y="1943"/>
                    <a:pt x="6993" y="1"/>
                    <a:pt x="458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48"/>
            <p:cNvSpPr/>
            <p:nvPr/>
          </p:nvSpPr>
          <p:spPr>
            <a:xfrm>
              <a:off x="2613172" y="3132344"/>
              <a:ext cx="34592" cy="22412"/>
            </a:xfrm>
            <a:custGeom>
              <a:avLst/>
              <a:gdLst/>
              <a:ahLst/>
              <a:cxnLst/>
              <a:rect l="l" t="t" r="r" b="b"/>
              <a:pathLst>
                <a:path w="2292" h="1485" extrusionOk="0">
                  <a:moveTo>
                    <a:pt x="1146" y="0"/>
                  </a:moveTo>
                  <a:cubicBezTo>
                    <a:pt x="578" y="0"/>
                    <a:pt x="0" y="229"/>
                    <a:pt x="0" y="688"/>
                  </a:cubicBezTo>
                  <a:cubicBezTo>
                    <a:pt x="0" y="1146"/>
                    <a:pt x="578" y="1485"/>
                    <a:pt x="1146" y="1485"/>
                  </a:cubicBezTo>
                  <a:cubicBezTo>
                    <a:pt x="1723" y="1485"/>
                    <a:pt x="2291" y="1146"/>
                    <a:pt x="2291" y="688"/>
                  </a:cubicBezTo>
                  <a:cubicBezTo>
                    <a:pt x="2291" y="229"/>
                    <a:pt x="1723" y="0"/>
                    <a:pt x="114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48"/>
            <p:cNvSpPr/>
            <p:nvPr/>
          </p:nvSpPr>
          <p:spPr>
            <a:xfrm>
              <a:off x="2373398" y="2840093"/>
              <a:ext cx="714856" cy="292327"/>
            </a:xfrm>
            <a:custGeom>
              <a:avLst/>
              <a:gdLst/>
              <a:ahLst/>
              <a:cxnLst/>
              <a:rect l="l" t="t" r="r" b="b"/>
              <a:pathLst>
                <a:path w="47365" h="19369" extrusionOk="0">
                  <a:moveTo>
                    <a:pt x="2489" y="0"/>
                  </a:moveTo>
                  <a:lnTo>
                    <a:pt x="2489" y="0"/>
                  </a:lnTo>
                  <a:cubicBezTo>
                    <a:pt x="0" y="10408"/>
                    <a:pt x="11473" y="19368"/>
                    <a:pt x="23234" y="19368"/>
                  </a:cubicBezTo>
                  <a:cubicBezTo>
                    <a:pt x="23381" y="19368"/>
                    <a:pt x="23529" y="19367"/>
                    <a:pt x="23677" y="19364"/>
                  </a:cubicBezTo>
                  <a:cubicBezTo>
                    <a:pt x="23825" y="19367"/>
                    <a:pt x="23973" y="19368"/>
                    <a:pt x="24120" y="19368"/>
                  </a:cubicBezTo>
                  <a:cubicBezTo>
                    <a:pt x="35881" y="19368"/>
                    <a:pt x="47364" y="10408"/>
                    <a:pt x="44984" y="0"/>
                  </a:cubicBezTo>
                  <a:lnTo>
                    <a:pt x="44984" y="0"/>
                  </a:lnTo>
                  <a:cubicBezTo>
                    <a:pt x="41896" y="5389"/>
                    <a:pt x="25858" y="6415"/>
                    <a:pt x="23677" y="6534"/>
                  </a:cubicBezTo>
                  <a:cubicBezTo>
                    <a:pt x="21615" y="6415"/>
                    <a:pt x="5468" y="5389"/>
                    <a:pt x="248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48"/>
            <p:cNvSpPr/>
            <p:nvPr/>
          </p:nvSpPr>
          <p:spPr>
            <a:xfrm>
              <a:off x="2189013" y="3182406"/>
              <a:ext cx="271710" cy="422590"/>
            </a:xfrm>
            <a:custGeom>
              <a:avLst/>
              <a:gdLst/>
              <a:ahLst/>
              <a:cxnLst/>
              <a:rect l="l" t="t" r="r" b="b"/>
              <a:pathLst>
                <a:path w="18003" h="28000" extrusionOk="0">
                  <a:moveTo>
                    <a:pt x="14019" y="1"/>
                  </a:moveTo>
                  <a:cubicBezTo>
                    <a:pt x="14019" y="1"/>
                    <a:pt x="3132" y="10659"/>
                    <a:pt x="960" y="20849"/>
                  </a:cubicBezTo>
                  <a:cubicBezTo>
                    <a:pt x="0" y="25541"/>
                    <a:pt x="1099" y="27033"/>
                    <a:pt x="2664" y="27033"/>
                  </a:cubicBezTo>
                  <a:cubicBezTo>
                    <a:pt x="4461" y="27033"/>
                    <a:pt x="6873" y="25065"/>
                    <a:pt x="7485" y="23718"/>
                  </a:cubicBezTo>
                  <a:lnTo>
                    <a:pt x="7485" y="23718"/>
                  </a:lnTo>
                  <a:cubicBezTo>
                    <a:pt x="7053" y="26468"/>
                    <a:pt x="7689" y="28000"/>
                    <a:pt x="8747" y="28000"/>
                  </a:cubicBezTo>
                  <a:cubicBezTo>
                    <a:pt x="9933" y="28000"/>
                    <a:pt x="11651" y="26070"/>
                    <a:pt x="12983" y="21766"/>
                  </a:cubicBezTo>
                  <a:cubicBezTo>
                    <a:pt x="13191" y="22527"/>
                    <a:pt x="13466" y="22878"/>
                    <a:pt x="13768" y="22878"/>
                  </a:cubicBezTo>
                  <a:cubicBezTo>
                    <a:pt x="15466" y="22878"/>
                    <a:pt x="18003" y="11773"/>
                    <a:pt x="1401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48"/>
            <p:cNvSpPr/>
            <p:nvPr/>
          </p:nvSpPr>
          <p:spPr>
            <a:xfrm>
              <a:off x="3001035" y="3182406"/>
              <a:ext cx="272359" cy="422590"/>
            </a:xfrm>
            <a:custGeom>
              <a:avLst/>
              <a:gdLst/>
              <a:ahLst/>
              <a:cxnLst/>
              <a:rect l="l" t="t" r="r" b="b"/>
              <a:pathLst>
                <a:path w="18046" h="28000" extrusionOk="0">
                  <a:moveTo>
                    <a:pt x="4085" y="1"/>
                  </a:moveTo>
                  <a:lnTo>
                    <a:pt x="4085" y="1"/>
                  </a:lnTo>
                  <a:cubicBezTo>
                    <a:pt x="0" y="11773"/>
                    <a:pt x="2607" y="22878"/>
                    <a:pt x="4329" y="22878"/>
                  </a:cubicBezTo>
                  <a:cubicBezTo>
                    <a:pt x="4635" y="22878"/>
                    <a:pt x="4913" y="22527"/>
                    <a:pt x="5121" y="21766"/>
                  </a:cubicBezTo>
                  <a:cubicBezTo>
                    <a:pt x="6391" y="26070"/>
                    <a:pt x="8112" y="28000"/>
                    <a:pt x="9298" y="28000"/>
                  </a:cubicBezTo>
                  <a:cubicBezTo>
                    <a:pt x="10355" y="28000"/>
                    <a:pt x="10988" y="26468"/>
                    <a:pt x="10500" y="23718"/>
                  </a:cubicBezTo>
                  <a:lnTo>
                    <a:pt x="10500" y="23718"/>
                  </a:lnTo>
                  <a:cubicBezTo>
                    <a:pt x="11176" y="25065"/>
                    <a:pt x="13617" y="27033"/>
                    <a:pt x="15412" y="27033"/>
                  </a:cubicBezTo>
                  <a:cubicBezTo>
                    <a:pt x="16974" y="27033"/>
                    <a:pt x="18045" y="25541"/>
                    <a:pt x="17034" y="20849"/>
                  </a:cubicBezTo>
                  <a:cubicBezTo>
                    <a:pt x="14853" y="10659"/>
                    <a:pt x="4085" y="1"/>
                    <a:pt x="408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48"/>
            <p:cNvSpPr/>
            <p:nvPr/>
          </p:nvSpPr>
          <p:spPr>
            <a:xfrm>
              <a:off x="2341809" y="3801349"/>
              <a:ext cx="778018" cy="70965"/>
            </a:xfrm>
            <a:custGeom>
              <a:avLst/>
              <a:gdLst/>
              <a:ahLst/>
              <a:cxnLst/>
              <a:rect l="l" t="t" r="r" b="b"/>
              <a:pathLst>
                <a:path w="51550" h="4702" extrusionOk="0">
                  <a:moveTo>
                    <a:pt x="0" y="1"/>
                  </a:moveTo>
                  <a:lnTo>
                    <a:pt x="0" y="4702"/>
                  </a:lnTo>
                  <a:lnTo>
                    <a:pt x="51549" y="4702"/>
                  </a:lnTo>
                  <a:lnTo>
                    <a:pt x="5154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48"/>
            <p:cNvSpPr/>
            <p:nvPr/>
          </p:nvSpPr>
          <p:spPr>
            <a:xfrm>
              <a:off x="2445540" y="3766395"/>
              <a:ext cx="216049" cy="141417"/>
            </a:xfrm>
            <a:custGeom>
              <a:avLst/>
              <a:gdLst/>
              <a:ahLst/>
              <a:cxnLst/>
              <a:rect l="l" t="t" r="r" b="b"/>
              <a:pathLst>
                <a:path w="14315" h="9370" extrusionOk="0">
                  <a:moveTo>
                    <a:pt x="7359" y="1"/>
                  </a:moveTo>
                  <a:cubicBezTo>
                    <a:pt x="5767" y="1"/>
                    <a:pt x="4144" y="359"/>
                    <a:pt x="2979" y="1061"/>
                  </a:cubicBezTo>
                  <a:cubicBezTo>
                    <a:pt x="0" y="2665"/>
                    <a:pt x="798" y="5982"/>
                    <a:pt x="2062" y="7247"/>
                  </a:cubicBezTo>
                  <a:cubicBezTo>
                    <a:pt x="3649" y="8892"/>
                    <a:pt x="5591" y="9369"/>
                    <a:pt x="7198" y="9369"/>
                  </a:cubicBezTo>
                  <a:cubicBezTo>
                    <a:pt x="8609" y="9369"/>
                    <a:pt x="9763" y="9001"/>
                    <a:pt x="10191" y="8732"/>
                  </a:cubicBezTo>
                  <a:cubicBezTo>
                    <a:pt x="11456" y="8044"/>
                    <a:pt x="14315" y="5872"/>
                    <a:pt x="12601" y="2317"/>
                  </a:cubicBezTo>
                  <a:cubicBezTo>
                    <a:pt x="11922" y="758"/>
                    <a:pt x="9674" y="1"/>
                    <a:pt x="73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48"/>
            <p:cNvSpPr/>
            <p:nvPr/>
          </p:nvSpPr>
          <p:spPr>
            <a:xfrm>
              <a:off x="2777484" y="3766395"/>
              <a:ext cx="216064" cy="141417"/>
            </a:xfrm>
            <a:custGeom>
              <a:avLst/>
              <a:gdLst/>
              <a:ahLst/>
              <a:cxnLst/>
              <a:rect l="l" t="t" r="r" b="b"/>
              <a:pathLst>
                <a:path w="14316" h="9370" extrusionOk="0">
                  <a:moveTo>
                    <a:pt x="6957" y="1"/>
                  </a:moveTo>
                  <a:cubicBezTo>
                    <a:pt x="4642" y="1"/>
                    <a:pt x="2393" y="758"/>
                    <a:pt x="1714" y="2317"/>
                  </a:cubicBezTo>
                  <a:cubicBezTo>
                    <a:pt x="1" y="5872"/>
                    <a:pt x="2860" y="8044"/>
                    <a:pt x="4124" y="8732"/>
                  </a:cubicBezTo>
                  <a:cubicBezTo>
                    <a:pt x="4553" y="9001"/>
                    <a:pt x="5706" y="9369"/>
                    <a:pt x="7117" y="9369"/>
                  </a:cubicBezTo>
                  <a:cubicBezTo>
                    <a:pt x="8725" y="9369"/>
                    <a:pt x="10667" y="8892"/>
                    <a:pt x="12253" y="7247"/>
                  </a:cubicBezTo>
                  <a:cubicBezTo>
                    <a:pt x="13518" y="5982"/>
                    <a:pt x="14315" y="2665"/>
                    <a:pt x="11337" y="1061"/>
                  </a:cubicBezTo>
                  <a:cubicBezTo>
                    <a:pt x="10172" y="359"/>
                    <a:pt x="8549" y="1"/>
                    <a:pt x="6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9"/>
        <p:cNvGrpSpPr/>
        <p:nvPr/>
      </p:nvGrpSpPr>
      <p:grpSpPr>
        <a:xfrm>
          <a:off x="0" y="0"/>
          <a:ext cx="0" cy="0"/>
          <a:chOff x="0" y="0"/>
          <a:chExt cx="0" cy="0"/>
        </a:xfrm>
      </p:grpSpPr>
      <p:sp>
        <p:nvSpPr>
          <p:cNvPr id="2310" name="Google Shape;2310;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2311" name="Google Shape;2311;p49"/>
          <p:cNvSpPr txBox="1">
            <a:spLocks noGrp="1"/>
          </p:cNvSpPr>
          <p:nvPr>
            <p:ph type="body" idx="1"/>
          </p:nvPr>
        </p:nvSpPr>
        <p:spPr>
          <a:xfrm>
            <a:off x="720000" y="1258412"/>
            <a:ext cx="3726300" cy="308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a:solidFill>
                  <a:schemeClr val="dk1"/>
                </a:solidFill>
              </a:rPr>
              <a:t>Did you like the resources used in this template? Get them for free at our other websites:</a:t>
            </a:r>
            <a:endParaRPr sz="1400">
              <a:solidFill>
                <a:schemeClr val="dk1"/>
              </a:solidFill>
            </a:endParaRPr>
          </a:p>
          <a:p>
            <a:pPr marL="0" lvl="0" indent="0" algn="l" rtl="0">
              <a:spcBef>
                <a:spcPts val="1000"/>
              </a:spcBef>
              <a:spcAft>
                <a:spcPts val="0"/>
              </a:spcAft>
              <a:buNone/>
            </a:pPr>
            <a:r>
              <a:rPr lang="en" sz="1600">
                <a:latin typeface="Aclonica"/>
                <a:ea typeface="Aclonica"/>
                <a:cs typeface="Aclonica"/>
                <a:sym typeface="Aclonica"/>
              </a:rPr>
              <a:t>Vectors: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solidFill>
                  <a:schemeClr val="hlink"/>
                </a:solidFill>
                <a:hlinkClick r:id="rId3"/>
              </a:rPr>
              <a:t>Halloween forest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4"/>
              </a:rPr>
              <a:t>Flat design forest landscape 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5"/>
              </a:rPr>
              <a:t>Flat design forest landscape 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6"/>
              </a:rPr>
              <a:t>Flat design forest landscape III</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7"/>
              </a:rPr>
              <a:t>Template of halloween evil pumpkins and witches</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8"/>
              </a:rPr>
              <a:t>Hand drawn halloween background</a:t>
            </a:r>
            <a:endParaRPr sz="1400">
              <a:latin typeface="Aclonica"/>
              <a:ea typeface="Aclonica"/>
              <a:cs typeface="Aclonica"/>
              <a:sym typeface="Aclonica"/>
            </a:endParaRPr>
          </a:p>
          <a:p>
            <a:pPr marL="457200" lvl="0" indent="-317500" algn="l" rtl="0">
              <a:spcBef>
                <a:spcPts val="0"/>
              </a:spcBef>
              <a:spcAft>
                <a:spcPts val="0"/>
              </a:spcAft>
              <a:buSzPts val="1400"/>
              <a:buFont typeface="Aclonica"/>
              <a:buChar char="●"/>
            </a:pPr>
            <a:r>
              <a:rPr lang="en" sz="1400" u="sng">
                <a:solidFill>
                  <a:schemeClr val="hlink"/>
                </a:solidFill>
                <a:hlinkClick r:id="rId9"/>
              </a:rPr>
              <a:t>Flat halloween elements with creepy style</a:t>
            </a:r>
            <a:endParaRPr sz="14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solidFill>
                  <a:schemeClr val="hlink"/>
                </a:solidFill>
                <a:hlinkClick r:id="rId10"/>
              </a:rPr>
              <a:t>Set of halloween borders</a:t>
            </a:r>
            <a:endParaRPr sz="1400"/>
          </a:p>
          <a:p>
            <a:pPr marL="457200" lvl="0" indent="-317500" algn="l" rtl="0">
              <a:spcBef>
                <a:spcPts val="0"/>
              </a:spcBef>
              <a:spcAft>
                <a:spcPts val="0"/>
              </a:spcAft>
              <a:buSzPts val="1400"/>
              <a:buChar char="●"/>
            </a:pPr>
            <a:r>
              <a:rPr lang="en" sz="1400" u="sng">
                <a:solidFill>
                  <a:schemeClr val="hlink"/>
                </a:solidFill>
                <a:hlinkClick r:id="rId11"/>
              </a:rPr>
              <a:t>Vector flat design usa states outline map</a:t>
            </a:r>
            <a:endParaRPr sz="1400"/>
          </a:p>
        </p:txBody>
      </p:sp>
      <p:sp>
        <p:nvSpPr>
          <p:cNvPr id="2312" name="Google Shape;2312;p49"/>
          <p:cNvSpPr txBox="1">
            <a:spLocks noGrp="1"/>
          </p:cNvSpPr>
          <p:nvPr>
            <p:ph type="body" idx="2"/>
          </p:nvPr>
        </p:nvSpPr>
        <p:spPr>
          <a:xfrm>
            <a:off x="4697700" y="1256100"/>
            <a:ext cx="3726300" cy="3084600"/>
          </a:xfrm>
          <a:prstGeom prst="rect">
            <a:avLst/>
          </a:prstGeom>
        </p:spPr>
        <p:txBody>
          <a:bodyPr spcFirstLastPara="1" wrap="square" lIns="91425" tIns="91425" rIns="91425" bIns="91425" anchor="t" anchorCtr="0">
            <a:noAutofit/>
          </a:bodyPr>
          <a:lstStyle/>
          <a:p>
            <a:pPr marL="0" lvl="0" indent="0" algn="l" rtl="0">
              <a:spcBef>
                <a:spcPts val="1000"/>
              </a:spcBef>
              <a:spcAft>
                <a:spcPts val="0"/>
              </a:spcAft>
              <a:buNone/>
            </a:pPr>
            <a:r>
              <a:rPr lang="en" sz="1600">
                <a:latin typeface="Aclonica"/>
                <a:ea typeface="Aclonica"/>
                <a:cs typeface="Aclonica"/>
                <a:sym typeface="Aclonica"/>
              </a:rPr>
              <a:t>Icons:</a:t>
            </a:r>
            <a:endParaRPr sz="1600">
              <a:latin typeface="Aclonica"/>
              <a:ea typeface="Aclonica"/>
              <a:cs typeface="Aclonica"/>
              <a:sym typeface="Aclonica"/>
            </a:endParaRPr>
          </a:p>
          <a:p>
            <a:pPr marL="457200" lvl="0" indent="-317500" algn="l" rtl="0">
              <a:spcBef>
                <a:spcPts val="0"/>
              </a:spcBef>
              <a:spcAft>
                <a:spcPts val="0"/>
              </a:spcAft>
              <a:buSzPts val="1400"/>
              <a:buChar char="●"/>
            </a:pPr>
            <a:r>
              <a:rPr lang="en" sz="1400" u="sng">
                <a:hlinkClick r:id="rId12"/>
              </a:rPr>
              <a:t>Icon Pack: Halloween | Flat</a:t>
            </a:r>
            <a:endParaRPr sz="1400">
              <a:latin typeface="Aclonica"/>
              <a:ea typeface="Aclonica"/>
              <a:cs typeface="Aclonica"/>
              <a:sym typeface="Aclonica"/>
            </a:endParaRPr>
          </a:p>
          <a:p>
            <a:pPr marL="0" lvl="0" indent="0" algn="l" rtl="0">
              <a:spcBef>
                <a:spcPts val="1000"/>
              </a:spcBef>
              <a:spcAft>
                <a:spcPts val="0"/>
              </a:spcAft>
              <a:buNone/>
            </a:pPr>
            <a:r>
              <a:rPr lang="en" sz="1600">
                <a:latin typeface="Aclonica"/>
                <a:ea typeface="Aclonica"/>
                <a:cs typeface="Aclonica"/>
                <a:sym typeface="Aclonica"/>
              </a:rPr>
              <a:t>Photos:</a:t>
            </a:r>
            <a:endParaRPr sz="1600">
              <a:latin typeface="Aclonica"/>
              <a:ea typeface="Aclonica"/>
              <a:cs typeface="Aclonica"/>
              <a:sym typeface="Aclonica"/>
            </a:endParaRPr>
          </a:p>
          <a:p>
            <a:pPr marL="457200" lvl="0" indent="-317500" algn="l" rtl="0">
              <a:spcBef>
                <a:spcPts val="0"/>
              </a:spcBef>
              <a:spcAft>
                <a:spcPts val="0"/>
              </a:spcAft>
              <a:buSzPts val="1400"/>
              <a:buFont typeface="Darker Grotesque Medium"/>
              <a:buChar char="●"/>
            </a:pPr>
            <a:r>
              <a:rPr lang="en" sz="1400" u="sng">
                <a:hlinkClick r:id="rId13"/>
              </a:rPr>
              <a:t>Halloween paper bats on window</a:t>
            </a:r>
            <a:endParaRPr sz="1400"/>
          </a:p>
          <a:p>
            <a:pPr marL="457200" lvl="0" indent="-317500" algn="l" rtl="0">
              <a:spcBef>
                <a:spcPts val="0"/>
              </a:spcBef>
              <a:spcAft>
                <a:spcPts val="0"/>
              </a:spcAft>
              <a:buSzPts val="1400"/>
              <a:buChar char="●"/>
            </a:pPr>
            <a:r>
              <a:rPr lang="en" sz="1400" u="sng">
                <a:hlinkClick r:id="rId14"/>
              </a:rPr>
              <a:t>Nature before night time</a:t>
            </a:r>
            <a:endParaRPr sz="1400"/>
          </a:p>
        </p:txBody>
      </p:sp>
      <p:grpSp>
        <p:nvGrpSpPr>
          <p:cNvPr id="2313" name="Google Shape;2313;p49"/>
          <p:cNvGrpSpPr/>
          <p:nvPr/>
        </p:nvGrpSpPr>
        <p:grpSpPr>
          <a:xfrm>
            <a:off x="6064806" y="2741763"/>
            <a:ext cx="3079203" cy="2401748"/>
            <a:chOff x="5568498" y="2260763"/>
            <a:chExt cx="2467508" cy="1924632"/>
          </a:xfrm>
        </p:grpSpPr>
        <p:grpSp>
          <p:nvGrpSpPr>
            <p:cNvPr id="2314" name="Google Shape;2314;p49"/>
            <p:cNvGrpSpPr/>
            <p:nvPr/>
          </p:nvGrpSpPr>
          <p:grpSpPr>
            <a:xfrm rot="-837095" flipH="1">
              <a:off x="5709914" y="2502881"/>
              <a:ext cx="2184675" cy="1440395"/>
              <a:chOff x="201499" y="3290704"/>
              <a:chExt cx="2376935" cy="1567156"/>
            </a:xfrm>
          </p:grpSpPr>
          <p:sp>
            <p:nvSpPr>
              <p:cNvPr id="2315" name="Google Shape;2315;p49"/>
              <p:cNvSpPr/>
              <p:nvPr/>
            </p:nvSpPr>
            <p:spPr>
              <a:xfrm rot="917509">
                <a:off x="298377" y="3560402"/>
                <a:ext cx="2183180" cy="1027760"/>
              </a:xfrm>
              <a:custGeom>
                <a:avLst/>
                <a:gdLst/>
                <a:ahLst/>
                <a:cxnLst/>
                <a:rect l="l" t="t" r="r" b="b"/>
                <a:pathLst>
                  <a:path w="20839" h="9810" extrusionOk="0">
                    <a:moveTo>
                      <a:pt x="12937" y="4905"/>
                    </a:moveTo>
                    <a:lnTo>
                      <a:pt x="12937" y="4905"/>
                    </a:lnTo>
                    <a:cubicBezTo>
                      <a:pt x="12937" y="4924"/>
                      <a:pt x="12944" y="4944"/>
                      <a:pt x="12957" y="4967"/>
                    </a:cubicBezTo>
                    <a:lnTo>
                      <a:pt x="12957" y="4967"/>
                    </a:lnTo>
                    <a:cubicBezTo>
                      <a:pt x="12951" y="4946"/>
                      <a:pt x="12944" y="4925"/>
                      <a:pt x="12937" y="4905"/>
                    </a:cubicBezTo>
                    <a:close/>
                    <a:moveTo>
                      <a:pt x="20839" y="1"/>
                    </a:moveTo>
                    <a:lnTo>
                      <a:pt x="19346" y="3815"/>
                    </a:lnTo>
                    <a:cubicBezTo>
                      <a:pt x="19346" y="3815"/>
                      <a:pt x="18256" y="4633"/>
                      <a:pt x="17842" y="5047"/>
                    </a:cubicBezTo>
                    <a:cubicBezTo>
                      <a:pt x="17569" y="5319"/>
                      <a:pt x="16348" y="5723"/>
                      <a:pt x="15662" y="5995"/>
                    </a:cubicBezTo>
                    <a:cubicBezTo>
                      <a:pt x="15531" y="5995"/>
                      <a:pt x="15531" y="5864"/>
                      <a:pt x="15531" y="5864"/>
                    </a:cubicBezTo>
                    <a:lnTo>
                      <a:pt x="15531" y="5592"/>
                    </a:lnTo>
                    <a:cubicBezTo>
                      <a:pt x="15531" y="5178"/>
                      <a:pt x="15531" y="4502"/>
                      <a:pt x="15117" y="4088"/>
                    </a:cubicBezTo>
                    <a:lnTo>
                      <a:pt x="15117" y="4088"/>
                    </a:lnTo>
                    <a:cubicBezTo>
                      <a:pt x="15259" y="4230"/>
                      <a:pt x="14986" y="4905"/>
                      <a:pt x="14986" y="5047"/>
                    </a:cubicBezTo>
                    <a:cubicBezTo>
                      <a:pt x="14986" y="5178"/>
                      <a:pt x="14844" y="5178"/>
                      <a:pt x="14844" y="5319"/>
                    </a:cubicBezTo>
                    <a:cubicBezTo>
                      <a:pt x="14765" y="5291"/>
                      <a:pt x="14691" y="5280"/>
                      <a:pt x="14620" y="5280"/>
                    </a:cubicBezTo>
                    <a:cubicBezTo>
                      <a:pt x="14329" y="5280"/>
                      <a:pt x="14087" y="5478"/>
                      <a:pt x="13755" y="5592"/>
                    </a:cubicBezTo>
                    <a:lnTo>
                      <a:pt x="13755" y="5723"/>
                    </a:lnTo>
                    <a:cubicBezTo>
                      <a:pt x="13624" y="5592"/>
                      <a:pt x="13482" y="5450"/>
                      <a:pt x="13482" y="5319"/>
                    </a:cubicBezTo>
                    <a:cubicBezTo>
                      <a:pt x="13368" y="5319"/>
                      <a:pt x="13041" y="5114"/>
                      <a:pt x="12957" y="4967"/>
                    </a:cubicBezTo>
                    <a:lnTo>
                      <a:pt x="12957" y="4967"/>
                    </a:lnTo>
                    <a:cubicBezTo>
                      <a:pt x="13079" y="5372"/>
                      <a:pt x="13079" y="5884"/>
                      <a:pt x="13079" y="6268"/>
                    </a:cubicBezTo>
                    <a:lnTo>
                      <a:pt x="13210" y="6268"/>
                    </a:lnTo>
                    <a:cubicBezTo>
                      <a:pt x="12937" y="6540"/>
                      <a:pt x="12806" y="6682"/>
                      <a:pt x="12665" y="6954"/>
                    </a:cubicBezTo>
                    <a:cubicBezTo>
                      <a:pt x="12537" y="6985"/>
                      <a:pt x="12388" y="7001"/>
                      <a:pt x="12221" y="7001"/>
                    </a:cubicBezTo>
                    <a:cubicBezTo>
                      <a:pt x="11675" y="7001"/>
                      <a:pt x="10947" y="6827"/>
                      <a:pt x="10212" y="6409"/>
                    </a:cubicBezTo>
                    <a:cubicBezTo>
                      <a:pt x="8578" y="5319"/>
                      <a:pt x="8305" y="4774"/>
                      <a:pt x="8305" y="4774"/>
                    </a:cubicBezTo>
                    <a:cubicBezTo>
                      <a:pt x="8305" y="4774"/>
                      <a:pt x="7760" y="4774"/>
                      <a:pt x="6943" y="4360"/>
                    </a:cubicBezTo>
                    <a:cubicBezTo>
                      <a:pt x="6125" y="3815"/>
                      <a:pt x="3673" y="2453"/>
                      <a:pt x="3673" y="2453"/>
                    </a:cubicBezTo>
                    <a:cubicBezTo>
                      <a:pt x="3673" y="2453"/>
                      <a:pt x="2672" y="2167"/>
                      <a:pt x="1809" y="2167"/>
                    </a:cubicBezTo>
                    <a:cubicBezTo>
                      <a:pt x="1481" y="2167"/>
                      <a:pt x="1174" y="2208"/>
                      <a:pt x="949" y="2322"/>
                    </a:cubicBezTo>
                    <a:cubicBezTo>
                      <a:pt x="0" y="2725"/>
                      <a:pt x="0" y="2998"/>
                      <a:pt x="0" y="2998"/>
                    </a:cubicBezTo>
                    <a:cubicBezTo>
                      <a:pt x="0" y="2998"/>
                      <a:pt x="273" y="2862"/>
                      <a:pt x="630" y="2862"/>
                    </a:cubicBezTo>
                    <a:cubicBezTo>
                      <a:pt x="987" y="2862"/>
                      <a:pt x="1428" y="2998"/>
                      <a:pt x="1766" y="3543"/>
                    </a:cubicBezTo>
                    <a:cubicBezTo>
                      <a:pt x="2453" y="4774"/>
                      <a:pt x="2725" y="6137"/>
                      <a:pt x="2725" y="6137"/>
                    </a:cubicBezTo>
                    <a:cubicBezTo>
                      <a:pt x="2725" y="6137"/>
                      <a:pt x="3542" y="6137"/>
                      <a:pt x="4632" y="7085"/>
                    </a:cubicBezTo>
                    <a:cubicBezTo>
                      <a:pt x="5581" y="8175"/>
                      <a:pt x="5722" y="8720"/>
                      <a:pt x="5722" y="8720"/>
                    </a:cubicBezTo>
                    <a:cubicBezTo>
                      <a:pt x="5722" y="8720"/>
                      <a:pt x="5891" y="8699"/>
                      <a:pt x="6179" y="8699"/>
                    </a:cubicBezTo>
                    <a:cubicBezTo>
                      <a:pt x="6622" y="8699"/>
                      <a:pt x="7348" y="8748"/>
                      <a:pt x="8174" y="8992"/>
                    </a:cubicBezTo>
                    <a:cubicBezTo>
                      <a:pt x="9537" y="9406"/>
                      <a:pt x="9668" y="9810"/>
                      <a:pt x="9668" y="9810"/>
                    </a:cubicBezTo>
                    <a:cubicBezTo>
                      <a:pt x="9668" y="9810"/>
                      <a:pt x="10485" y="9406"/>
                      <a:pt x="11575" y="8992"/>
                    </a:cubicBezTo>
                    <a:cubicBezTo>
                      <a:pt x="11847" y="8861"/>
                      <a:pt x="12261" y="8720"/>
                      <a:pt x="12534" y="8589"/>
                    </a:cubicBezTo>
                    <a:cubicBezTo>
                      <a:pt x="12665" y="8720"/>
                      <a:pt x="12806" y="8720"/>
                      <a:pt x="12806" y="8720"/>
                    </a:cubicBezTo>
                    <a:cubicBezTo>
                      <a:pt x="13008" y="8791"/>
                      <a:pt x="13177" y="8826"/>
                      <a:pt x="13347" y="8826"/>
                    </a:cubicBezTo>
                    <a:cubicBezTo>
                      <a:pt x="13518" y="8826"/>
                      <a:pt x="13689" y="8791"/>
                      <a:pt x="13896" y="8720"/>
                    </a:cubicBezTo>
                    <a:cubicBezTo>
                      <a:pt x="14441" y="8589"/>
                      <a:pt x="14986" y="8175"/>
                      <a:pt x="15259" y="7499"/>
                    </a:cubicBezTo>
                    <a:cubicBezTo>
                      <a:pt x="16348" y="6954"/>
                      <a:pt x="17711" y="5864"/>
                      <a:pt x="17711" y="5864"/>
                    </a:cubicBezTo>
                    <a:cubicBezTo>
                      <a:pt x="17711" y="5864"/>
                      <a:pt x="19204" y="4774"/>
                      <a:pt x="19749" y="3957"/>
                    </a:cubicBezTo>
                    <a:cubicBezTo>
                      <a:pt x="20435" y="2998"/>
                      <a:pt x="20839" y="1"/>
                      <a:pt x="2083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16" name="Google Shape;2316;p49"/>
              <p:cNvGrpSpPr/>
              <p:nvPr/>
            </p:nvGrpSpPr>
            <p:grpSpPr>
              <a:xfrm rot="769064">
                <a:off x="1679606" y="4257440"/>
                <a:ext cx="171378" cy="93552"/>
                <a:chOff x="3467344" y="1694749"/>
                <a:chExt cx="114969" cy="62784"/>
              </a:xfrm>
            </p:grpSpPr>
            <p:sp>
              <p:nvSpPr>
                <p:cNvPr id="2317" name="Google Shape;2317;p49"/>
                <p:cNvSpPr/>
                <p:nvPr/>
              </p:nvSpPr>
              <p:spPr>
                <a:xfrm>
                  <a:off x="3545727" y="1694749"/>
                  <a:ext cx="36586" cy="56634"/>
                </a:xfrm>
                <a:custGeom>
                  <a:avLst/>
                  <a:gdLst/>
                  <a:ahLst/>
                  <a:cxnLst/>
                  <a:rect l="l" t="t" r="r" b="b"/>
                  <a:pathLst>
                    <a:path w="1053" h="1630" extrusionOk="0">
                      <a:moveTo>
                        <a:pt x="828" y="1"/>
                      </a:moveTo>
                      <a:cubicBezTo>
                        <a:pt x="627" y="552"/>
                        <a:pt x="76" y="853"/>
                        <a:pt x="76" y="853"/>
                      </a:cubicBezTo>
                      <a:cubicBezTo>
                        <a:pt x="51" y="1103"/>
                        <a:pt x="25" y="1379"/>
                        <a:pt x="0" y="1630"/>
                      </a:cubicBezTo>
                      <a:cubicBezTo>
                        <a:pt x="1053" y="1304"/>
                        <a:pt x="828" y="1"/>
                        <a:pt x="82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49"/>
                <p:cNvSpPr/>
                <p:nvPr/>
              </p:nvSpPr>
              <p:spPr>
                <a:xfrm>
                  <a:off x="3467344" y="1713928"/>
                  <a:ext cx="46211" cy="43605"/>
                </a:xfrm>
                <a:custGeom>
                  <a:avLst/>
                  <a:gdLst/>
                  <a:ahLst/>
                  <a:cxnLst/>
                  <a:rect l="l" t="t" r="r" b="b"/>
                  <a:pathLst>
                    <a:path w="1330" h="1255" extrusionOk="0">
                      <a:moveTo>
                        <a:pt x="1" y="0"/>
                      </a:moveTo>
                      <a:lnTo>
                        <a:pt x="1" y="0"/>
                      </a:lnTo>
                      <a:cubicBezTo>
                        <a:pt x="1" y="0"/>
                        <a:pt x="218" y="1255"/>
                        <a:pt x="1268" y="1255"/>
                      </a:cubicBezTo>
                      <a:cubicBezTo>
                        <a:pt x="1288" y="1255"/>
                        <a:pt x="1308" y="1254"/>
                        <a:pt x="1329" y="1253"/>
                      </a:cubicBezTo>
                      <a:cubicBezTo>
                        <a:pt x="1204" y="1003"/>
                        <a:pt x="1104" y="777"/>
                        <a:pt x="978" y="526"/>
                      </a:cubicBezTo>
                      <a:cubicBezTo>
                        <a:pt x="978" y="526"/>
                        <a:pt x="377" y="451"/>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19" name="Google Shape;2319;p49"/>
            <p:cNvSpPr/>
            <p:nvPr/>
          </p:nvSpPr>
          <p:spPr>
            <a:xfrm rot="753">
              <a:off x="6004531" y="2995468"/>
              <a:ext cx="424687" cy="168319"/>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49"/>
            <p:cNvSpPr/>
            <p:nvPr/>
          </p:nvSpPr>
          <p:spPr>
            <a:xfrm rot="1689175">
              <a:off x="6255590" y="2753289"/>
              <a:ext cx="424627" cy="168311"/>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49"/>
            <p:cNvSpPr/>
            <p:nvPr/>
          </p:nvSpPr>
          <p:spPr>
            <a:xfrm rot="-1403998">
              <a:off x="5918979" y="2654144"/>
              <a:ext cx="340373" cy="134932"/>
            </a:xfrm>
            <a:custGeom>
              <a:avLst/>
              <a:gdLst/>
              <a:ahLst/>
              <a:cxnLst/>
              <a:rect l="l" t="t" r="r" b="b"/>
              <a:pathLst>
                <a:path w="37188" h="14739" extrusionOk="0">
                  <a:moveTo>
                    <a:pt x="6922" y="1"/>
                  </a:moveTo>
                  <a:cubicBezTo>
                    <a:pt x="4515" y="1"/>
                    <a:pt x="1" y="4385"/>
                    <a:pt x="1" y="4385"/>
                  </a:cubicBezTo>
                  <a:cubicBezTo>
                    <a:pt x="1" y="4385"/>
                    <a:pt x="29" y="4382"/>
                    <a:pt x="81" y="4382"/>
                  </a:cubicBezTo>
                  <a:cubicBezTo>
                    <a:pt x="402" y="4382"/>
                    <a:pt x="1626" y="4479"/>
                    <a:pt x="2453" y="5889"/>
                  </a:cubicBezTo>
                  <a:cubicBezTo>
                    <a:pt x="3401" y="7382"/>
                    <a:pt x="2856" y="8613"/>
                    <a:pt x="2856" y="8613"/>
                  </a:cubicBezTo>
                  <a:cubicBezTo>
                    <a:pt x="2856" y="8613"/>
                    <a:pt x="4330" y="7631"/>
                    <a:pt x="5881" y="7631"/>
                  </a:cubicBezTo>
                  <a:cubicBezTo>
                    <a:pt x="6331" y="7631"/>
                    <a:pt x="6787" y="7713"/>
                    <a:pt x="7216" y="7927"/>
                  </a:cubicBezTo>
                  <a:cubicBezTo>
                    <a:pt x="9265" y="8886"/>
                    <a:pt x="9265" y="11065"/>
                    <a:pt x="9265" y="11065"/>
                  </a:cubicBezTo>
                  <a:cubicBezTo>
                    <a:pt x="9265" y="11065"/>
                    <a:pt x="10148" y="10067"/>
                    <a:pt x="11613" y="10067"/>
                  </a:cubicBezTo>
                  <a:cubicBezTo>
                    <a:pt x="11775" y="10067"/>
                    <a:pt x="11944" y="10079"/>
                    <a:pt x="12120" y="10106"/>
                  </a:cubicBezTo>
                  <a:cubicBezTo>
                    <a:pt x="13897" y="10379"/>
                    <a:pt x="14572" y="12831"/>
                    <a:pt x="14572" y="12831"/>
                  </a:cubicBezTo>
                  <a:cubicBezTo>
                    <a:pt x="14572" y="12831"/>
                    <a:pt x="15115" y="11970"/>
                    <a:pt x="15618" y="11970"/>
                  </a:cubicBezTo>
                  <a:cubicBezTo>
                    <a:pt x="15681" y="11970"/>
                    <a:pt x="15743" y="11983"/>
                    <a:pt x="15804" y="12014"/>
                  </a:cubicBezTo>
                  <a:cubicBezTo>
                    <a:pt x="16207" y="12155"/>
                    <a:pt x="17166" y="14193"/>
                    <a:pt x="18659" y="14738"/>
                  </a:cubicBezTo>
                  <a:cubicBezTo>
                    <a:pt x="20022" y="14193"/>
                    <a:pt x="20981" y="12155"/>
                    <a:pt x="21384" y="12014"/>
                  </a:cubicBezTo>
                  <a:cubicBezTo>
                    <a:pt x="21445" y="11983"/>
                    <a:pt x="21507" y="11970"/>
                    <a:pt x="21570" y="11970"/>
                  </a:cubicBezTo>
                  <a:cubicBezTo>
                    <a:pt x="22073" y="11970"/>
                    <a:pt x="22616" y="12831"/>
                    <a:pt x="22616" y="12831"/>
                  </a:cubicBezTo>
                  <a:cubicBezTo>
                    <a:pt x="22616" y="12831"/>
                    <a:pt x="23291" y="10379"/>
                    <a:pt x="25068" y="10106"/>
                  </a:cubicBezTo>
                  <a:cubicBezTo>
                    <a:pt x="25244" y="10079"/>
                    <a:pt x="25413" y="10067"/>
                    <a:pt x="25575" y="10067"/>
                  </a:cubicBezTo>
                  <a:cubicBezTo>
                    <a:pt x="27040" y="10067"/>
                    <a:pt x="27923" y="11065"/>
                    <a:pt x="27923" y="11065"/>
                  </a:cubicBezTo>
                  <a:cubicBezTo>
                    <a:pt x="27923" y="11065"/>
                    <a:pt x="27923" y="8886"/>
                    <a:pt x="29972" y="7927"/>
                  </a:cubicBezTo>
                  <a:cubicBezTo>
                    <a:pt x="30401" y="7713"/>
                    <a:pt x="30857" y="7631"/>
                    <a:pt x="31307" y="7631"/>
                  </a:cubicBezTo>
                  <a:cubicBezTo>
                    <a:pt x="32858" y="7631"/>
                    <a:pt x="34332" y="8613"/>
                    <a:pt x="34332" y="8613"/>
                  </a:cubicBezTo>
                  <a:cubicBezTo>
                    <a:pt x="34332" y="8613"/>
                    <a:pt x="33787" y="7382"/>
                    <a:pt x="34735" y="5889"/>
                  </a:cubicBezTo>
                  <a:cubicBezTo>
                    <a:pt x="35562" y="4479"/>
                    <a:pt x="36785" y="4382"/>
                    <a:pt x="37107" y="4382"/>
                  </a:cubicBezTo>
                  <a:cubicBezTo>
                    <a:pt x="37159" y="4382"/>
                    <a:pt x="37187" y="4385"/>
                    <a:pt x="37187" y="4385"/>
                  </a:cubicBezTo>
                  <a:cubicBezTo>
                    <a:pt x="37187" y="4385"/>
                    <a:pt x="32673" y="1"/>
                    <a:pt x="30266" y="1"/>
                  </a:cubicBezTo>
                  <a:cubicBezTo>
                    <a:pt x="30164" y="1"/>
                    <a:pt x="30066" y="9"/>
                    <a:pt x="29972" y="25"/>
                  </a:cubicBezTo>
                  <a:cubicBezTo>
                    <a:pt x="27520" y="439"/>
                    <a:pt x="25068" y="3709"/>
                    <a:pt x="23291" y="5202"/>
                  </a:cubicBezTo>
                  <a:cubicBezTo>
                    <a:pt x="21995" y="6306"/>
                    <a:pt x="21063" y="6453"/>
                    <a:pt x="20659" y="6453"/>
                  </a:cubicBezTo>
                  <a:cubicBezTo>
                    <a:pt x="20513" y="6453"/>
                    <a:pt x="20436" y="6433"/>
                    <a:pt x="20436" y="6433"/>
                  </a:cubicBezTo>
                  <a:cubicBezTo>
                    <a:pt x="20436" y="6433"/>
                    <a:pt x="21929" y="3840"/>
                    <a:pt x="21253" y="3022"/>
                  </a:cubicBezTo>
                  <a:lnTo>
                    <a:pt x="21253" y="3022"/>
                  </a:lnTo>
                  <a:cubicBezTo>
                    <a:pt x="20436" y="3436"/>
                    <a:pt x="19749" y="4657"/>
                    <a:pt x="19749" y="4657"/>
                  </a:cubicBezTo>
                  <a:cubicBezTo>
                    <a:pt x="19379" y="4508"/>
                    <a:pt x="18967" y="4401"/>
                    <a:pt x="18536" y="4401"/>
                  </a:cubicBezTo>
                  <a:cubicBezTo>
                    <a:pt x="18179" y="4401"/>
                    <a:pt x="17809" y="4474"/>
                    <a:pt x="17439" y="4657"/>
                  </a:cubicBezTo>
                  <a:cubicBezTo>
                    <a:pt x="17439" y="4657"/>
                    <a:pt x="16752" y="3436"/>
                    <a:pt x="15935" y="3022"/>
                  </a:cubicBezTo>
                  <a:lnTo>
                    <a:pt x="15935" y="3022"/>
                  </a:lnTo>
                  <a:cubicBezTo>
                    <a:pt x="15259" y="3840"/>
                    <a:pt x="16752" y="6433"/>
                    <a:pt x="16752" y="6433"/>
                  </a:cubicBezTo>
                  <a:cubicBezTo>
                    <a:pt x="16752" y="6433"/>
                    <a:pt x="16675" y="6453"/>
                    <a:pt x="16529" y="6453"/>
                  </a:cubicBezTo>
                  <a:cubicBezTo>
                    <a:pt x="16125" y="6453"/>
                    <a:pt x="15193" y="6306"/>
                    <a:pt x="13897" y="5202"/>
                  </a:cubicBezTo>
                  <a:cubicBezTo>
                    <a:pt x="12120" y="3709"/>
                    <a:pt x="9668" y="439"/>
                    <a:pt x="7216" y="25"/>
                  </a:cubicBezTo>
                  <a:cubicBezTo>
                    <a:pt x="7122" y="9"/>
                    <a:pt x="7024" y="1"/>
                    <a:pt x="69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25"/>
        <p:cNvGrpSpPr/>
        <p:nvPr/>
      </p:nvGrpSpPr>
      <p:grpSpPr>
        <a:xfrm>
          <a:off x="0" y="0"/>
          <a:ext cx="0" cy="0"/>
          <a:chOff x="0" y="0"/>
          <a:chExt cx="0" cy="0"/>
        </a:xfrm>
      </p:grpSpPr>
      <p:sp>
        <p:nvSpPr>
          <p:cNvPr id="2326" name="Google Shape;2326;p5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2327" name="Google Shape;2327;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1"/>
        <p:cNvGrpSpPr/>
        <p:nvPr/>
      </p:nvGrpSpPr>
      <p:grpSpPr>
        <a:xfrm>
          <a:off x="0" y="0"/>
          <a:ext cx="0" cy="0"/>
          <a:chOff x="0" y="0"/>
          <a:chExt cx="0" cy="0"/>
        </a:xfrm>
      </p:grpSpPr>
      <p:sp>
        <p:nvSpPr>
          <p:cNvPr id="2332" name="Google Shape;2332;p51"/>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2333" name="Google Shape;2333;p5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37"/>
        <p:cNvGrpSpPr/>
        <p:nvPr/>
      </p:nvGrpSpPr>
      <p:grpSpPr>
        <a:xfrm>
          <a:off x="0" y="0"/>
          <a:ext cx="0" cy="0"/>
          <a:chOff x="0" y="0"/>
          <a:chExt cx="0" cy="0"/>
        </a:xfrm>
      </p:grpSpPr>
      <p:sp>
        <p:nvSpPr>
          <p:cNvPr id="2338" name="Google Shape;2338;p52"/>
          <p:cNvSpPr txBox="1"/>
          <p:nvPr/>
        </p:nvSpPr>
        <p:spPr>
          <a:xfrm>
            <a:off x="716700" y="1188000"/>
            <a:ext cx="7710600" cy="137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Aclonica</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https://fonts.google.com/specimen/Aclonica</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a:solidFill>
                  <a:schemeClr val="lt1"/>
                </a:solidFill>
              </a:rPr>
              <a:t>Darker Grotesque</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4">
                  <a:extLst>
                    <a:ext uri="{A12FA001-AC4F-418D-AE19-62706E023703}">
                      <ahyp:hlinkClr xmlns:ahyp="http://schemas.microsoft.com/office/drawing/2018/hyperlinkcolor" val="tx"/>
                    </a:ext>
                  </a:extLst>
                </a:hlinkClick>
              </a:rPr>
              <a:t>https://fonts.google.com/specimen/Darker+Grotesque</a:t>
            </a:r>
            <a:r>
              <a:rPr lang="en" sz="1100">
                <a:solidFill>
                  <a:schemeClr val="lt1"/>
                </a:solidFill>
              </a:rPr>
              <a:t>)</a:t>
            </a:r>
            <a:endParaRPr sz="1100">
              <a:solidFill>
                <a:schemeClr val="lt1"/>
              </a:solidFill>
            </a:endParaRPr>
          </a:p>
        </p:txBody>
      </p:sp>
      <p:sp>
        <p:nvSpPr>
          <p:cNvPr id="2339" name="Google Shape;2339;p52"/>
          <p:cNvSpPr/>
          <p:nvPr/>
        </p:nvSpPr>
        <p:spPr>
          <a:xfrm>
            <a:off x="2052650" y="2947175"/>
            <a:ext cx="791400" cy="754200"/>
          </a:xfrm>
          <a:prstGeom prst="roundRect">
            <a:avLst>
              <a:gd name="adj" fmla="val 16667"/>
            </a:avLst>
          </a:prstGeom>
          <a:solidFill>
            <a:srgbClr val="16305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2"/>
          <p:cNvSpPr/>
          <p:nvPr/>
        </p:nvSpPr>
        <p:spPr>
          <a:xfrm>
            <a:off x="3114470" y="2947175"/>
            <a:ext cx="791400" cy="754200"/>
          </a:xfrm>
          <a:prstGeom prst="roundRect">
            <a:avLst>
              <a:gd name="adj" fmla="val 16667"/>
            </a:avLst>
          </a:prstGeom>
          <a:solidFill>
            <a:srgbClr val="E5D2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2"/>
          <p:cNvSpPr/>
          <p:nvPr/>
        </p:nvSpPr>
        <p:spPr>
          <a:xfrm>
            <a:off x="4176289" y="2947175"/>
            <a:ext cx="791400" cy="754200"/>
          </a:xfrm>
          <a:prstGeom prst="roundRect">
            <a:avLst>
              <a:gd name="adj" fmla="val 16667"/>
            </a:avLst>
          </a:prstGeom>
          <a:solidFill>
            <a:srgbClr val="EFE3F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2"/>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#16305b</a:t>
            </a:r>
            <a:endParaRPr sz="1000">
              <a:solidFill>
                <a:srgbClr val="FFFFFF"/>
              </a:solidFill>
            </a:endParaRPr>
          </a:p>
        </p:txBody>
      </p:sp>
      <p:sp>
        <p:nvSpPr>
          <p:cNvPr id="2343" name="Google Shape;2343;p52"/>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#e5d2f3</a:t>
            </a:r>
            <a:endParaRPr sz="1000">
              <a:solidFill>
                <a:schemeClr val="dk1"/>
              </a:solidFill>
            </a:endParaRPr>
          </a:p>
        </p:txBody>
      </p:sp>
      <p:sp>
        <p:nvSpPr>
          <p:cNvPr id="2344" name="Google Shape;2344;p52"/>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#efe3fa</a:t>
            </a:r>
            <a:endParaRPr sz="1000">
              <a:solidFill>
                <a:schemeClr val="dk1"/>
              </a:solidFill>
            </a:endParaRPr>
          </a:p>
        </p:txBody>
      </p:sp>
      <p:sp>
        <p:nvSpPr>
          <p:cNvPr id="2345" name="Google Shape;2345;p52"/>
          <p:cNvSpPr/>
          <p:nvPr/>
        </p:nvSpPr>
        <p:spPr>
          <a:xfrm>
            <a:off x="5238125" y="2947175"/>
            <a:ext cx="791400" cy="754200"/>
          </a:xfrm>
          <a:prstGeom prst="roundRect">
            <a:avLst>
              <a:gd name="adj" fmla="val 16667"/>
            </a:avLst>
          </a:prstGeom>
          <a:solidFill>
            <a:srgbClr val="F9F4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2"/>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#f9f4ff</a:t>
            </a:r>
            <a:endParaRPr sz="1000">
              <a:solidFill>
                <a:schemeClr val="dk1"/>
              </a:solidFill>
            </a:endParaRPr>
          </a:p>
        </p:txBody>
      </p:sp>
      <p:sp>
        <p:nvSpPr>
          <p:cNvPr id="2347" name="Google Shape;2347;p52"/>
          <p:cNvSpPr/>
          <p:nvPr/>
        </p:nvSpPr>
        <p:spPr>
          <a:xfrm>
            <a:off x="2052650" y="3878275"/>
            <a:ext cx="791400" cy="754200"/>
          </a:xfrm>
          <a:prstGeom prst="roundRect">
            <a:avLst>
              <a:gd name="adj" fmla="val 16667"/>
            </a:avLst>
          </a:prstGeom>
          <a:solidFill>
            <a:srgbClr val="EC923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2"/>
          <p:cNvSpPr/>
          <p:nvPr/>
        </p:nvSpPr>
        <p:spPr>
          <a:xfrm>
            <a:off x="3114470" y="3878275"/>
            <a:ext cx="791400" cy="754200"/>
          </a:xfrm>
          <a:prstGeom prst="roundRect">
            <a:avLst>
              <a:gd name="adj" fmla="val 16667"/>
            </a:avLst>
          </a:prstGeom>
          <a:solidFill>
            <a:srgbClr val="A07FB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2"/>
          <p:cNvSpPr/>
          <p:nvPr/>
        </p:nvSpPr>
        <p:spPr>
          <a:xfrm>
            <a:off x="4176289" y="3878275"/>
            <a:ext cx="791400" cy="754200"/>
          </a:xfrm>
          <a:prstGeom prst="roundRect">
            <a:avLst>
              <a:gd name="adj" fmla="val 16667"/>
            </a:avLst>
          </a:prstGeom>
          <a:solidFill>
            <a:srgbClr val="4B439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2"/>
          <p:cNvSpPr txBox="1"/>
          <p:nvPr/>
        </p:nvSpPr>
        <p:spPr>
          <a:xfrm>
            <a:off x="20526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#ec9239</a:t>
            </a:r>
            <a:endParaRPr sz="1000">
              <a:solidFill>
                <a:srgbClr val="FFFFFF"/>
              </a:solidFill>
            </a:endParaRPr>
          </a:p>
        </p:txBody>
      </p:sp>
      <p:sp>
        <p:nvSpPr>
          <p:cNvPr id="2351" name="Google Shape;2351;p52"/>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#a07fbe</a:t>
            </a:r>
            <a:endParaRPr sz="1000">
              <a:solidFill>
                <a:srgbClr val="FFFFFF"/>
              </a:solidFill>
            </a:endParaRPr>
          </a:p>
        </p:txBody>
      </p:sp>
      <p:sp>
        <p:nvSpPr>
          <p:cNvPr id="2352" name="Google Shape;2352;p52"/>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#4b4390</a:t>
            </a:r>
            <a:endParaRPr sz="1000">
              <a:solidFill>
                <a:srgbClr val="FFFFFF"/>
              </a:solidFill>
            </a:endParaRPr>
          </a:p>
        </p:txBody>
      </p:sp>
      <p:sp>
        <p:nvSpPr>
          <p:cNvPr id="2353" name="Google Shape;2353;p52"/>
          <p:cNvSpPr/>
          <p:nvPr/>
        </p:nvSpPr>
        <p:spPr>
          <a:xfrm>
            <a:off x="5238125" y="3878275"/>
            <a:ext cx="791400" cy="754200"/>
          </a:xfrm>
          <a:prstGeom prst="roundRect">
            <a:avLst>
              <a:gd name="adj" fmla="val 16667"/>
            </a:avLst>
          </a:prstGeom>
          <a:solidFill>
            <a:srgbClr val="211F5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2"/>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#211f57</a:t>
            </a:r>
            <a:endParaRPr sz="1000">
              <a:solidFill>
                <a:srgbClr val="FFFFFF"/>
              </a:solidFill>
            </a:endParaRPr>
          </a:p>
        </p:txBody>
      </p:sp>
      <p:sp>
        <p:nvSpPr>
          <p:cNvPr id="2355" name="Google Shape;2355;p52"/>
          <p:cNvSpPr/>
          <p:nvPr/>
        </p:nvSpPr>
        <p:spPr>
          <a:xfrm>
            <a:off x="6299950" y="2947175"/>
            <a:ext cx="791400" cy="754200"/>
          </a:xfrm>
          <a:prstGeom prst="roundRect">
            <a:avLst>
              <a:gd name="adj" fmla="val 16667"/>
            </a:avLst>
          </a:prstGeom>
          <a:solidFill>
            <a:srgbClr val="FEFC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2"/>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#fefcff</a:t>
            </a:r>
            <a:endParaRPr sz="1000">
              <a:solidFill>
                <a:schemeClr val="dk1"/>
              </a:solidFill>
            </a:endParaRPr>
          </a:p>
        </p:txBody>
      </p:sp>
      <p:sp>
        <p:nvSpPr>
          <p:cNvPr id="2357" name="Google Shape;2357;p52"/>
          <p:cNvSpPr/>
          <p:nvPr/>
        </p:nvSpPr>
        <p:spPr>
          <a:xfrm>
            <a:off x="6299950" y="3878275"/>
            <a:ext cx="791400" cy="754200"/>
          </a:xfrm>
          <a:prstGeom prst="roundRect">
            <a:avLst>
              <a:gd name="adj" fmla="val 16667"/>
            </a:avLst>
          </a:prstGeom>
          <a:solidFill>
            <a:schemeClr val="lt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2"/>
          <p:cNvSpPr txBox="1"/>
          <p:nvPr/>
        </p:nvSpPr>
        <p:spPr>
          <a:xfrm>
            <a:off x="62999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#ffffff</a:t>
            </a:r>
            <a:endParaRPr sz="1000">
              <a:solidFill>
                <a:schemeClr val="dk1"/>
              </a:solidFill>
            </a:endParaRPr>
          </a:p>
        </p:txBody>
      </p:sp>
      <p:sp>
        <p:nvSpPr>
          <p:cNvPr id="2359" name="Google Shape;2359;p52"/>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63"/>
        <p:cNvGrpSpPr/>
        <p:nvPr/>
      </p:nvGrpSpPr>
      <p:grpSpPr>
        <a:xfrm>
          <a:off x="0" y="0"/>
          <a:ext cx="0" cy="0"/>
          <a:chOff x="0" y="0"/>
          <a:chExt cx="0" cy="0"/>
        </a:xfrm>
      </p:grpSpPr>
      <p:sp>
        <p:nvSpPr>
          <p:cNvPr id="2364" name="Google Shape;2364;p53"/>
          <p:cNvSpPr txBox="1"/>
          <p:nvPr/>
        </p:nvSpPr>
        <p:spPr>
          <a:xfrm>
            <a:off x="1472200" y="1188000"/>
            <a:ext cx="6199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2365" name="Google Shape;2365;p53"/>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2366" name="Google Shape;2366;p53"/>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2367" name="Google Shape;2367;p53">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2368" name="Google Shape;2368;p53">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2369" name="Google Shape;2369;p53">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2370" name="Google Shape;2370;p53">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2371" name="Google Shape;2371;p53"/>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2372" name="Google Shape;2372;p53"/>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2373" name="Google Shape;2373;p53"/>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2374" name="Google Shape;2374;p53"/>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2375" name="Google Shape;2375;p53">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9"/>
        <p:cNvGrpSpPr/>
        <p:nvPr/>
      </p:nvGrpSpPr>
      <p:grpSpPr>
        <a:xfrm>
          <a:off x="0" y="0"/>
          <a:ext cx="0" cy="0"/>
          <a:chOff x="0" y="0"/>
          <a:chExt cx="0" cy="0"/>
        </a:xfrm>
      </p:grpSpPr>
      <p:sp>
        <p:nvSpPr>
          <p:cNvPr id="2380" name="Google Shape;2380;p54"/>
          <p:cNvSpPr txBox="1"/>
          <p:nvPr/>
        </p:nvSpPr>
        <p:spPr>
          <a:xfrm>
            <a:off x="716700" y="1188004"/>
            <a:ext cx="7710600" cy="895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sp>
        <p:nvSpPr>
          <p:cNvPr id="2381" name="Google Shape;2381;p54"/>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grpSp>
        <p:nvGrpSpPr>
          <p:cNvPr id="2382" name="Google Shape;2382;p54"/>
          <p:cNvGrpSpPr/>
          <p:nvPr/>
        </p:nvGrpSpPr>
        <p:grpSpPr>
          <a:xfrm>
            <a:off x="5048544" y="3019584"/>
            <a:ext cx="442841" cy="514271"/>
            <a:chOff x="4727025" y="1332775"/>
            <a:chExt cx="59900" cy="69625"/>
          </a:xfrm>
        </p:grpSpPr>
        <p:sp>
          <p:nvSpPr>
            <p:cNvPr id="2383" name="Google Shape;2383;p5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5" name="Google Shape;2385;p54"/>
          <p:cNvGrpSpPr/>
          <p:nvPr/>
        </p:nvGrpSpPr>
        <p:grpSpPr>
          <a:xfrm>
            <a:off x="5723860" y="2267072"/>
            <a:ext cx="500909" cy="500899"/>
            <a:chOff x="4820425" y="1329900"/>
            <a:chExt cx="70175" cy="70350"/>
          </a:xfrm>
        </p:grpSpPr>
        <p:sp>
          <p:nvSpPr>
            <p:cNvPr id="2386" name="Google Shape;2386;p5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4"/>
          <p:cNvGrpSpPr/>
          <p:nvPr/>
        </p:nvGrpSpPr>
        <p:grpSpPr>
          <a:xfrm>
            <a:off x="6376484" y="2278862"/>
            <a:ext cx="538135" cy="493119"/>
            <a:chOff x="4903200" y="1331525"/>
            <a:chExt cx="73575" cy="67425"/>
          </a:xfrm>
        </p:grpSpPr>
        <p:sp>
          <p:nvSpPr>
            <p:cNvPr id="2391" name="Google Shape;2391;p5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92" name="Google Shape;2392;p5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3" name="Google Shape;2393;p54"/>
          <p:cNvGrpSpPr/>
          <p:nvPr/>
        </p:nvGrpSpPr>
        <p:grpSpPr>
          <a:xfrm>
            <a:off x="5636435" y="3020840"/>
            <a:ext cx="544563" cy="511895"/>
            <a:chOff x="4815575" y="1416800"/>
            <a:chExt cx="73750" cy="71400"/>
          </a:xfrm>
        </p:grpSpPr>
        <p:sp>
          <p:nvSpPr>
            <p:cNvPr id="2394" name="Google Shape;2394;p5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7" name="Google Shape;2397;p54"/>
          <p:cNvGrpSpPr/>
          <p:nvPr/>
        </p:nvGrpSpPr>
        <p:grpSpPr>
          <a:xfrm>
            <a:off x="6333060" y="3020546"/>
            <a:ext cx="602914" cy="512477"/>
            <a:chOff x="4902475" y="1418875"/>
            <a:chExt cx="74500" cy="63775"/>
          </a:xfrm>
        </p:grpSpPr>
        <p:sp>
          <p:nvSpPr>
            <p:cNvPr id="2398" name="Google Shape;2398;p5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4"/>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0" name="Google Shape;2400;p54"/>
          <p:cNvGrpSpPr/>
          <p:nvPr/>
        </p:nvGrpSpPr>
        <p:grpSpPr>
          <a:xfrm>
            <a:off x="5748932" y="3759785"/>
            <a:ext cx="515391" cy="525699"/>
            <a:chOff x="4818100" y="1507675"/>
            <a:chExt cx="71225" cy="71625"/>
          </a:xfrm>
        </p:grpSpPr>
        <p:sp>
          <p:nvSpPr>
            <p:cNvPr id="2401" name="Google Shape;2401;p5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5" name="Google Shape;2405;p54"/>
          <p:cNvGrpSpPr/>
          <p:nvPr/>
        </p:nvGrpSpPr>
        <p:grpSpPr>
          <a:xfrm>
            <a:off x="5087034" y="3781317"/>
            <a:ext cx="522956" cy="489869"/>
            <a:chOff x="4721450" y="1509475"/>
            <a:chExt cx="79350" cy="74325"/>
          </a:xfrm>
        </p:grpSpPr>
        <p:sp>
          <p:nvSpPr>
            <p:cNvPr id="2406" name="Google Shape;2406;p5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0" name="Google Shape;2410;p54"/>
          <p:cNvGrpSpPr/>
          <p:nvPr/>
        </p:nvGrpSpPr>
        <p:grpSpPr>
          <a:xfrm>
            <a:off x="6410277" y="3761069"/>
            <a:ext cx="525704" cy="535436"/>
            <a:chOff x="4906800" y="1507500"/>
            <a:chExt cx="70350" cy="71075"/>
          </a:xfrm>
        </p:grpSpPr>
        <p:sp>
          <p:nvSpPr>
            <p:cNvPr id="2411" name="Google Shape;2411;p5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6" name="Google Shape;2416;p54"/>
          <p:cNvGrpSpPr/>
          <p:nvPr/>
        </p:nvGrpSpPr>
        <p:grpSpPr>
          <a:xfrm>
            <a:off x="4443099" y="2267050"/>
            <a:ext cx="508054" cy="508095"/>
            <a:chOff x="3736598" y="2170606"/>
            <a:chExt cx="404889" cy="404889"/>
          </a:xfrm>
        </p:grpSpPr>
        <p:sp>
          <p:nvSpPr>
            <p:cNvPr id="2417" name="Google Shape;2417;p5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4"/>
          <p:cNvGrpSpPr/>
          <p:nvPr/>
        </p:nvGrpSpPr>
        <p:grpSpPr>
          <a:xfrm>
            <a:off x="3731139" y="2267145"/>
            <a:ext cx="575790" cy="507904"/>
            <a:chOff x="3161917" y="2170682"/>
            <a:chExt cx="458870" cy="404737"/>
          </a:xfrm>
        </p:grpSpPr>
        <p:sp>
          <p:nvSpPr>
            <p:cNvPr id="2422" name="Google Shape;2422;p5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23" name="Google Shape;2423;p5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5" name="Google Shape;2425;p54"/>
          <p:cNvGrpSpPr/>
          <p:nvPr/>
        </p:nvGrpSpPr>
        <p:grpSpPr>
          <a:xfrm>
            <a:off x="3758669" y="3027517"/>
            <a:ext cx="520730" cy="498567"/>
            <a:chOff x="3179914" y="2889488"/>
            <a:chExt cx="422876" cy="404911"/>
          </a:xfrm>
        </p:grpSpPr>
        <p:sp>
          <p:nvSpPr>
            <p:cNvPr id="2426" name="Google Shape;2426;p5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2" name="Google Shape;2432;p54"/>
          <p:cNvGrpSpPr/>
          <p:nvPr/>
        </p:nvGrpSpPr>
        <p:grpSpPr>
          <a:xfrm>
            <a:off x="4387349" y="3027477"/>
            <a:ext cx="516145" cy="498648"/>
            <a:chOff x="3729467" y="2889422"/>
            <a:chExt cx="419153" cy="404977"/>
          </a:xfrm>
        </p:grpSpPr>
        <p:sp>
          <p:nvSpPr>
            <p:cNvPr id="2433" name="Google Shape;2433;p5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40" name="Google Shape;2440;p54"/>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4"/>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4"/>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4"/>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44" name="Google Shape;2444;p54"/>
          <p:cNvGrpSpPr/>
          <p:nvPr/>
        </p:nvGrpSpPr>
        <p:grpSpPr>
          <a:xfrm>
            <a:off x="7107677" y="2474362"/>
            <a:ext cx="166473" cy="141497"/>
            <a:chOff x="4660325" y="1866850"/>
            <a:chExt cx="68350" cy="58100"/>
          </a:xfrm>
        </p:grpSpPr>
        <p:sp>
          <p:nvSpPr>
            <p:cNvPr id="2445" name="Google Shape;2445;p5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7" name="Google Shape;2447;p54"/>
          <p:cNvGrpSpPr/>
          <p:nvPr/>
        </p:nvGrpSpPr>
        <p:grpSpPr>
          <a:xfrm>
            <a:off x="7417022" y="2500086"/>
            <a:ext cx="162515" cy="90049"/>
            <a:chOff x="4791775" y="1877500"/>
            <a:chExt cx="66725" cy="36975"/>
          </a:xfrm>
        </p:grpSpPr>
        <p:sp>
          <p:nvSpPr>
            <p:cNvPr id="2448" name="Google Shape;2448;p5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0" name="Google Shape;2450;p54"/>
          <p:cNvGrpSpPr/>
          <p:nvPr/>
        </p:nvGrpSpPr>
        <p:grpSpPr>
          <a:xfrm>
            <a:off x="7738734" y="2500086"/>
            <a:ext cx="144979" cy="90049"/>
            <a:chOff x="4923925" y="1877500"/>
            <a:chExt cx="59525" cy="36975"/>
          </a:xfrm>
        </p:grpSpPr>
        <p:sp>
          <p:nvSpPr>
            <p:cNvPr id="2451" name="Google Shape;2451;p5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3" name="Google Shape;2453;p54"/>
          <p:cNvGrpSpPr/>
          <p:nvPr/>
        </p:nvGrpSpPr>
        <p:grpSpPr>
          <a:xfrm>
            <a:off x="8033226" y="2482277"/>
            <a:ext cx="141447" cy="125667"/>
            <a:chOff x="5058450" y="1870100"/>
            <a:chExt cx="58075" cy="51600"/>
          </a:xfrm>
        </p:grpSpPr>
        <p:sp>
          <p:nvSpPr>
            <p:cNvPr id="2454" name="Google Shape;2454;p5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6" name="Google Shape;2456;p54"/>
          <p:cNvGrpSpPr/>
          <p:nvPr/>
        </p:nvGrpSpPr>
        <p:grpSpPr>
          <a:xfrm>
            <a:off x="7447741" y="2904685"/>
            <a:ext cx="101077" cy="107645"/>
            <a:chOff x="4811425" y="2065025"/>
            <a:chExt cx="41500" cy="44200"/>
          </a:xfrm>
        </p:grpSpPr>
        <p:sp>
          <p:nvSpPr>
            <p:cNvPr id="2457" name="Google Shape;2457;p5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9" name="Google Shape;2459;p54"/>
          <p:cNvGrpSpPr/>
          <p:nvPr/>
        </p:nvGrpSpPr>
        <p:grpSpPr>
          <a:xfrm>
            <a:off x="7740178" y="2904898"/>
            <a:ext cx="120867" cy="107218"/>
            <a:chOff x="4929875" y="2065025"/>
            <a:chExt cx="49625" cy="44025"/>
          </a:xfrm>
        </p:grpSpPr>
        <p:sp>
          <p:nvSpPr>
            <p:cNvPr id="2460" name="Google Shape;2460;p5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54"/>
          <p:cNvGrpSpPr/>
          <p:nvPr/>
        </p:nvGrpSpPr>
        <p:grpSpPr>
          <a:xfrm>
            <a:off x="8068847" y="2907912"/>
            <a:ext cx="70206" cy="101191"/>
            <a:chOff x="5083925" y="2066350"/>
            <a:chExt cx="28825" cy="41550"/>
          </a:xfrm>
        </p:grpSpPr>
        <p:sp>
          <p:nvSpPr>
            <p:cNvPr id="2463" name="Google Shape;2463;p5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54"/>
          <p:cNvGrpSpPr/>
          <p:nvPr/>
        </p:nvGrpSpPr>
        <p:grpSpPr>
          <a:xfrm>
            <a:off x="7100401" y="2923559"/>
            <a:ext cx="181026" cy="69896"/>
            <a:chOff x="4659775" y="2072775"/>
            <a:chExt cx="74325" cy="28700"/>
          </a:xfrm>
        </p:grpSpPr>
        <p:sp>
          <p:nvSpPr>
            <p:cNvPr id="2466" name="Google Shape;2466;p5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9" name="Google Shape;2469;p54"/>
          <p:cNvGrpSpPr/>
          <p:nvPr/>
        </p:nvGrpSpPr>
        <p:grpSpPr>
          <a:xfrm>
            <a:off x="8020257" y="2714124"/>
            <a:ext cx="167387" cy="89197"/>
            <a:chOff x="4662475" y="1976500"/>
            <a:chExt cx="68725" cy="36625"/>
          </a:xfrm>
        </p:grpSpPr>
        <p:sp>
          <p:nvSpPr>
            <p:cNvPr id="2470" name="Google Shape;2470;p5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3" name="Google Shape;2473;p54"/>
          <p:cNvGrpSpPr/>
          <p:nvPr/>
        </p:nvGrpSpPr>
        <p:grpSpPr>
          <a:xfrm>
            <a:off x="7717162" y="2717564"/>
            <a:ext cx="166899" cy="82317"/>
            <a:chOff x="4920150" y="1977875"/>
            <a:chExt cx="68525" cy="33800"/>
          </a:xfrm>
        </p:grpSpPr>
        <p:sp>
          <p:nvSpPr>
            <p:cNvPr id="2474" name="Google Shape;2474;p5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7" name="Google Shape;2477;p54"/>
          <p:cNvGrpSpPr/>
          <p:nvPr/>
        </p:nvGrpSpPr>
        <p:grpSpPr>
          <a:xfrm>
            <a:off x="7128319" y="3121482"/>
            <a:ext cx="125190" cy="127858"/>
            <a:chOff x="4676550" y="2160575"/>
            <a:chExt cx="51400" cy="52500"/>
          </a:xfrm>
        </p:grpSpPr>
        <p:sp>
          <p:nvSpPr>
            <p:cNvPr id="2478" name="Google Shape;2478;p5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54"/>
          <p:cNvGrpSpPr/>
          <p:nvPr/>
        </p:nvGrpSpPr>
        <p:grpSpPr>
          <a:xfrm>
            <a:off x="7425577" y="3128514"/>
            <a:ext cx="145405" cy="113794"/>
            <a:chOff x="4768325" y="2163475"/>
            <a:chExt cx="59700" cy="46725"/>
          </a:xfrm>
        </p:grpSpPr>
        <p:sp>
          <p:nvSpPr>
            <p:cNvPr id="2482" name="Google Shape;2482;p5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4" name="Google Shape;2484;p54"/>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4"/>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4"/>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4"/>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4"/>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4"/>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90" name="Google Shape;2490;p54"/>
          <p:cNvGrpSpPr/>
          <p:nvPr/>
        </p:nvGrpSpPr>
        <p:grpSpPr>
          <a:xfrm>
            <a:off x="7441895" y="3383608"/>
            <a:ext cx="112768" cy="106853"/>
            <a:chOff x="4768575" y="2253950"/>
            <a:chExt cx="46300" cy="43875"/>
          </a:xfrm>
        </p:grpSpPr>
        <p:sp>
          <p:nvSpPr>
            <p:cNvPr id="2491" name="Google Shape;2491;p5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3" name="Google Shape;2493;p54"/>
          <p:cNvGrpSpPr/>
          <p:nvPr/>
        </p:nvGrpSpPr>
        <p:grpSpPr>
          <a:xfrm>
            <a:off x="7741518" y="3872634"/>
            <a:ext cx="118187" cy="146246"/>
            <a:chOff x="4960900" y="2433225"/>
            <a:chExt cx="48525" cy="60050"/>
          </a:xfrm>
        </p:grpSpPr>
        <p:sp>
          <p:nvSpPr>
            <p:cNvPr id="2494" name="Google Shape;2494;p5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6" name="Google Shape;2496;p54"/>
          <p:cNvGrpSpPr/>
          <p:nvPr/>
        </p:nvGrpSpPr>
        <p:grpSpPr>
          <a:xfrm>
            <a:off x="7430083" y="4136695"/>
            <a:ext cx="136394" cy="143810"/>
            <a:chOff x="4854075" y="2527625"/>
            <a:chExt cx="56000" cy="59050"/>
          </a:xfrm>
        </p:grpSpPr>
        <p:sp>
          <p:nvSpPr>
            <p:cNvPr id="2497" name="Google Shape;2497;p5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99" name="Google Shape;2499;p54"/>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4"/>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4"/>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02" name="Google Shape;2502;p54"/>
          <p:cNvGrpSpPr/>
          <p:nvPr/>
        </p:nvGrpSpPr>
        <p:grpSpPr>
          <a:xfrm>
            <a:off x="8054294" y="3600439"/>
            <a:ext cx="99312" cy="160797"/>
            <a:chOff x="5059700" y="2334775"/>
            <a:chExt cx="40775" cy="66025"/>
          </a:xfrm>
        </p:grpSpPr>
        <p:sp>
          <p:nvSpPr>
            <p:cNvPr id="2503" name="Google Shape;2503;p5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2" name="Google Shape;2512;p54"/>
          <p:cNvGrpSpPr/>
          <p:nvPr/>
        </p:nvGrpSpPr>
        <p:grpSpPr>
          <a:xfrm>
            <a:off x="8011458" y="3865571"/>
            <a:ext cx="184984" cy="160371"/>
            <a:chOff x="5037700" y="2430325"/>
            <a:chExt cx="75950" cy="65850"/>
          </a:xfrm>
        </p:grpSpPr>
        <p:sp>
          <p:nvSpPr>
            <p:cNvPr id="2513" name="Google Shape;2513;p5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5" name="Google Shape;2515;p54"/>
          <p:cNvGrpSpPr/>
          <p:nvPr/>
        </p:nvGrpSpPr>
        <p:grpSpPr>
          <a:xfrm>
            <a:off x="7430964" y="3632023"/>
            <a:ext cx="173014" cy="97629"/>
            <a:chOff x="4756975" y="2341800"/>
            <a:chExt cx="91975" cy="51925"/>
          </a:xfrm>
        </p:grpSpPr>
        <p:sp>
          <p:nvSpPr>
            <p:cNvPr id="2516" name="Google Shape;2516;p5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6" name="Google Shape;2536;p54"/>
          <p:cNvGrpSpPr/>
          <p:nvPr/>
        </p:nvGrpSpPr>
        <p:grpSpPr>
          <a:xfrm>
            <a:off x="7697901" y="4120720"/>
            <a:ext cx="212497" cy="175761"/>
            <a:chOff x="4943575" y="2516350"/>
            <a:chExt cx="98675" cy="81700"/>
          </a:xfrm>
        </p:grpSpPr>
        <p:sp>
          <p:nvSpPr>
            <p:cNvPr id="2537" name="Google Shape;2537;p5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5" name="Google Shape;2615;p54"/>
          <p:cNvGrpSpPr/>
          <p:nvPr/>
        </p:nvGrpSpPr>
        <p:grpSpPr>
          <a:xfrm>
            <a:off x="1955962" y="3346963"/>
            <a:ext cx="965351" cy="134611"/>
            <a:chOff x="4411970" y="2962952"/>
            <a:chExt cx="706544" cy="104212"/>
          </a:xfrm>
        </p:grpSpPr>
        <p:sp>
          <p:nvSpPr>
            <p:cNvPr id="2616" name="Google Shape;2616;p5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0" name="Google Shape;2620;p54"/>
          <p:cNvGrpSpPr/>
          <p:nvPr/>
        </p:nvGrpSpPr>
        <p:grpSpPr>
          <a:xfrm>
            <a:off x="1955962" y="2935877"/>
            <a:ext cx="960158" cy="289172"/>
            <a:chOff x="4411970" y="2726085"/>
            <a:chExt cx="643107" cy="193659"/>
          </a:xfrm>
        </p:grpSpPr>
        <p:sp>
          <p:nvSpPr>
            <p:cNvPr id="2621" name="Google Shape;2621;p5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4" name="Google Shape;2624;p54"/>
          <p:cNvGrpSpPr/>
          <p:nvPr/>
        </p:nvGrpSpPr>
        <p:grpSpPr>
          <a:xfrm>
            <a:off x="958854" y="3201987"/>
            <a:ext cx="833173" cy="259209"/>
            <a:chOff x="4411970" y="4340222"/>
            <a:chExt cx="779467" cy="242683"/>
          </a:xfrm>
        </p:grpSpPr>
        <p:sp>
          <p:nvSpPr>
            <p:cNvPr id="2625" name="Google Shape;2625;p5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8" name="Google Shape;2628;p54"/>
          <p:cNvGrpSpPr/>
          <p:nvPr/>
        </p:nvGrpSpPr>
        <p:grpSpPr>
          <a:xfrm>
            <a:off x="1955962" y="2597733"/>
            <a:ext cx="965160" cy="216230"/>
            <a:chOff x="4411970" y="2468674"/>
            <a:chExt cx="747317" cy="167425"/>
          </a:xfrm>
        </p:grpSpPr>
        <p:sp>
          <p:nvSpPr>
            <p:cNvPr id="2629" name="Google Shape;2629;p5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1" name="Google Shape;2631;p54"/>
          <p:cNvGrpSpPr/>
          <p:nvPr/>
        </p:nvGrpSpPr>
        <p:grpSpPr>
          <a:xfrm>
            <a:off x="954709" y="2502450"/>
            <a:ext cx="810451" cy="319148"/>
            <a:chOff x="4411970" y="3686602"/>
            <a:chExt cx="797845" cy="314215"/>
          </a:xfrm>
        </p:grpSpPr>
        <p:sp>
          <p:nvSpPr>
            <p:cNvPr id="2632" name="Google Shape;2632;p54"/>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4"/>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4"/>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4"/>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4"/>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37" name="Google Shape;2637;p54"/>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8" name="Google Shape;2638;p54"/>
          <p:cNvGrpSpPr/>
          <p:nvPr/>
        </p:nvGrpSpPr>
        <p:grpSpPr>
          <a:xfrm>
            <a:off x="954806" y="2256974"/>
            <a:ext cx="1970333" cy="208784"/>
            <a:chOff x="6336019" y="3733725"/>
            <a:chExt cx="2566206" cy="351310"/>
          </a:xfrm>
        </p:grpSpPr>
        <p:sp>
          <p:nvSpPr>
            <p:cNvPr id="2639" name="Google Shape;2639;p54"/>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4"/>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4"/>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4"/>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3" name="Google Shape;2643;p54"/>
          <p:cNvGrpSpPr/>
          <p:nvPr/>
        </p:nvGrpSpPr>
        <p:grpSpPr>
          <a:xfrm>
            <a:off x="1955962" y="3864529"/>
            <a:ext cx="946551" cy="153200"/>
            <a:chOff x="4404545" y="3301592"/>
            <a:chExt cx="782403" cy="129272"/>
          </a:xfrm>
        </p:grpSpPr>
        <p:sp>
          <p:nvSpPr>
            <p:cNvPr id="2644" name="Google Shape;2644;p5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4"/>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6" name="Google Shape;2646;p54"/>
          <p:cNvGrpSpPr/>
          <p:nvPr/>
        </p:nvGrpSpPr>
        <p:grpSpPr>
          <a:xfrm>
            <a:off x="1955962" y="3603488"/>
            <a:ext cx="962257" cy="139127"/>
            <a:chOff x="4411970" y="3131459"/>
            <a:chExt cx="710520" cy="117397"/>
          </a:xfrm>
        </p:grpSpPr>
        <p:sp>
          <p:nvSpPr>
            <p:cNvPr id="2647" name="Google Shape;2647;p5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9" name="Google Shape;2649;p54"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0" name="Google Shape;2650;p54"/>
          <p:cNvGrpSpPr/>
          <p:nvPr/>
        </p:nvGrpSpPr>
        <p:grpSpPr>
          <a:xfrm>
            <a:off x="956107" y="3538282"/>
            <a:ext cx="823838" cy="458988"/>
            <a:chOff x="4411970" y="1801825"/>
            <a:chExt cx="734586" cy="409262"/>
          </a:xfrm>
        </p:grpSpPr>
        <p:sp>
          <p:nvSpPr>
            <p:cNvPr id="2651" name="Google Shape;2651;p5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3" name="Google Shape;2653;p54"/>
          <p:cNvGrpSpPr/>
          <p:nvPr/>
        </p:nvGrpSpPr>
        <p:grpSpPr>
          <a:xfrm>
            <a:off x="956107" y="4086708"/>
            <a:ext cx="856348" cy="212039"/>
            <a:chOff x="4411970" y="2233974"/>
            <a:chExt cx="763574" cy="189068"/>
          </a:xfrm>
        </p:grpSpPr>
        <p:sp>
          <p:nvSpPr>
            <p:cNvPr id="2654" name="Google Shape;2654;p54"/>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4"/>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6" name="Google Shape;2656;p54"/>
          <p:cNvGrpSpPr/>
          <p:nvPr/>
        </p:nvGrpSpPr>
        <p:grpSpPr>
          <a:xfrm>
            <a:off x="3066303" y="2262044"/>
            <a:ext cx="511602" cy="511602"/>
            <a:chOff x="5681300" y="2527788"/>
            <a:chExt cx="805800" cy="805800"/>
          </a:xfrm>
        </p:grpSpPr>
        <p:sp>
          <p:nvSpPr>
            <p:cNvPr id="2657" name="Google Shape;2657;p54"/>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9" name="Google Shape;2659;p54"/>
          <p:cNvGrpSpPr/>
          <p:nvPr/>
        </p:nvGrpSpPr>
        <p:grpSpPr>
          <a:xfrm>
            <a:off x="3063497" y="3028627"/>
            <a:ext cx="513021" cy="512935"/>
            <a:chOff x="4049800" y="640400"/>
            <a:chExt cx="858900" cy="858900"/>
          </a:xfrm>
        </p:grpSpPr>
        <p:sp>
          <p:nvSpPr>
            <p:cNvPr id="2660" name="Google Shape;2660;p54"/>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4"/>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54"/>
          <p:cNvGrpSpPr/>
          <p:nvPr/>
        </p:nvGrpSpPr>
        <p:grpSpPr>
          <a:xfrm>
            <a:off x="2980696" y="3680519"/>
            <a:ext cx="686489" cy="686585"/>
            <a:chOff x="5080188" y="927900"/>
            <a:chExt cx="961200" cy="961200"/>
          </a:xfrm>
        </p:grpSpPr>
        <p:sp>
          <p:nvSpPr>
            <p:cNvPr id="2663" name="Google Shape;2663;p54"/>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4"/>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4"/>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4"/>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1" name="Google Shape;2671;p54"/>
          <p:cNvGrpSpPr/>
          <p:nvPr/>
        </p:nvGrpSpPr>
        <p:grpSpPr>
          <a:xfrm>
            <a:off x="3763848" y="3773248"/>
            <a:ext cx="510373" cy="510937"/>
            <a:chOff x="7508249" y="1522825"/>
            <a:chExt cx="1326332" cy="1322987"/>
          </a:xfrm>
        </p:grpSpPr>
        <p:sp>
          <p:nvSpPr>
            <p:cNvPr id="2672" name="Google Shape;2672;p54"/>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4"/>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4"/>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4"/>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4"/>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4"/>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4"/>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4"/>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4"/>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4"/>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2" name="Google Shape;2682;p54"/>
          <p:cNvGrpSpPr/>
          <p:nvPr/>
        </p:nvGrpSpPr>
        <p:grpSpPr>
          <a:xfrm>
            <a:off x="4455441" y="3774653"/>
            <a:ext cx="492652" cy="503348"/>
            <a:chOff x="6039282" y="1042577"/>
            <a:chExt cx="734315" cy="731929"/>
          </a:xfrm>
        </p:grpSpPr>
        <p:sp>
          <p:nvSpPr>
            <p:cNvPr id="2683" name="Google Shape;2683;p5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04" name="Google Shape;2704;p54"/>
          <p:cNvGrpSpPr/>
          <p:nvPr/>
        </p:nvGrpSpPr>
        <p:grpSpPr>
          <a:xfrm>
            <a:off x="5095855" y="2270694"/>
            <a:ext cx="483304" cy="504902"/>
            <a:chOff x="1825800" y="1651625"/>
            <a:chExt cx="568125" cy="591775"/>
          </a:xfrm>
        </p:grpSpPr>
        <p:sp>
          <p:nvSpPr>
            <p:cNvPr id="2705" name="Google Shape;2705;p54"/>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4"/>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4"/>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4"/>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4"/>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1" name="Google Shape;2711;p54"/>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4"/>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4"/>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4"/>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8"/>
        <p:cNvGrpSpPr/>
        <p:nvPr/>
      </p:nvGrpSpPr>
      <p:grpSpPr>
        <a:xfrm>
          <a:off x="0" y="0"/>
          <a:ext cx="0" cy="0"/>
          <a:chOff x="0" y="0"/>
          <a:chExt cx="0" cy="0"/>
        </a:xfrm>
      </p:grpSpPr>
      <p:grpSp>
        <p:nvGrpSpPr>
          <p:cNvPr id="2719" name="Google Shape;2719;p55"/>
          <p:cNvGrpSpPr/>
          <p:nvPr/>
        </p:nvGrpSpPr>
        <p:grpSpPr>
          <a:xfrm>
            <a:off x="722059" y="974193"/>
            <a:ext cx="2492868" cy="1379876"/>
            <a:chOff x="2654821" y="2311071"/>
            <a:chExt cx="2279715" cy="1262120"/>
          </a:xfrm>
        </p:grpSpPr>
        <p:grpSp>
          <p:nvGrpSpPr>
            <p:cNvPr id="2720" name="Google Shape;2720;p55"/>
            <p:cNvGrpSpPr/>
            <p:nvPr/>
          </p:nvGrpSpPr>
          <p:grpSpPr>
            <a:xfrm>
              <a:off x="4034269" y="2840745"/>
              <a:ext cx="40212" cy="36437"/>
              <a:chOff x="4293400" y="2574725"/>
              <a:chExt cx="84425" cy="80100"/>
            </a:xfrm>
          </p:grpSpPr>
          <p:sp>
            <p:nvSpPr>
              <p:cNvPr id="2721" name="Google Shape;2721;p55"/>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a:p>
            </p:txBody>
          </p:sp>
          <p:sp>
            <p:nvSpPr>
              <p:cNvPr id="2722" name="Google Shape;2722;p55"/>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3" name="Google Shape;2723;p55"/>
            <p:cNvGrpSpPr/>
            <p:nvPr/>
          </p:nvGrpSpPr>
          <p:grpSpPr>
            <a:xfrm>
              <a:off x="3894606" y="2334874"/>
              <a:ext cx="913198" cy="518984"/>
              <a:chOff x="4000175" y="1462675"/>
              <a:chExt cx="1917275" cy="1140875"/>
            </a:xfrm>
          </p:grpSpPr>
          <p:sp>
            <p:nvSpPr>
              <p:cNvPr id="2724" name="Google Shape;2724;p55"/>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a:p>
            </p:txBody>
          </p:sp>
          <p:grpSp>
            <p:nvGrpSpPr>
              <p:cNvPr id="2725" name="Google Shape;2725;p55"/>
              <p:cNvGrpSpPr/>
              <p:nvPr/>
            </p:nvGrpSpPr>
            <p:grpSpPr>
              <a:xfrm>
                <a:off x="4000175" y="1462675"/>
                <a:ext cx="1917275" cy="1140875"/>
                <a:chOff x="4000175" y="1462675"/>
                <a:chExt cx="1917275" cy="1140875"/>
              </a:xfrm>
            </p:grpSpPr>
            <p:sp>
              <p:nvSpPr>
                <p:cNvPr id="2726" name="Google Shape;2726;p55"/>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a:p>
              </p:txBody>
            </p:sp>
            <p:sp>
              <p:nvSpPr>
                <p:cNvPr id="2727" name="Google Shape;2727;p55"/>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5"/>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5"/>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5"/>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1" name="Google Shape;2731;p55"/>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32" name="Google Shape;2732;p55"/>
            <p:cNvGrpSpPr/>
            <p:nvPr/>
          </p:nvGrpSpPr>
          <p:grpSpPr>
            <a:xfrm>
              <a:off x="3875768" y="2846704"/>
              <a:ext cx="44796" cy="47366"/>
              <a:chOff x="3960625" y="2587825"/>
              <a:chExt cx="94050" cy="104125"/>
            </a:xfrm>
          </p:grpSpPr>
          <p:sp>
            <p:nvSpPr>
              <p:cNvPr id="2733" name="Google Shape;2733;p55"/>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a:p>
            </p:txBody>
          </p:sp>
          <p:sp>
            <p:nvSpPr>
              <p:cNvPr id="2734" name="Google Shape;2734;p55"/>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55"/>
            <p:cNvGrpSpPr/>
            <p:nvPr/>
          </p:nvGrpSpPr>
          <p:grpSpPr>
            <a:xfrm>
              <a:off x="3782759" y="2807162"/>
              <a:ext cx="82686" cy="85487"/>
              <a:chOff x="3765350" y="2500900"/>
              <a:chExt cx="173600" cy="187925"/>
            </a:xfrm>
          </p:grpSpPr>
          <p:sp>
            <p:nvSpPr>
              <p:cNvPr id="2736" name="Google Shape;2736;p55"/>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a:p>
            </p:txBody>
          </p:sp>
          <p:sp>
            <p:nvSpPr>
              <p:cNvPr id="2737" name="Google Shape;2737;p55"/>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5"/>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5"/>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5"/>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5"/>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42" name="Google Shape;2742;p55"/>
            <p:cNvGrpSpPr/>
            <p:nvPr/>
          </p:nvGrpSpPr>
          <p:grpSpPr>
            <a:xfrm>
              <a:off x="3775674" y="2798496"/>
              <a:ext cx="40545" cy="23564"/>
              <a:chOff x="3750475" y="2481850"/>
              <a:chExt cx="85125" cy="51800"/>
            </a:xfrm>
          </p:grpSpPr>
          <p:sp>
            <p:nvSpPr>
              <p:cNvPr id="2743" name="Google Shape;2743;p55"/>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5"/>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a:p>
            </p:txBody>
          </p:sp>
        </p:grpSp>
        <p:grpSp>
          <p:nvGrpSpPr>
            <p:cNvPr id="2745" name="Google Shape;2745;p55"/>
            <p:cNvGrpSpPr/>
            <p:nvPr/>
          </p:nvGrpSpPr>
          <p:grpSpPr>
            <a:xfrm>
              <a:off x="3716946" y="2776024"/>
              <a:ext cx="81971" cy="76912"/>
              <a:chOff x="3627175" y="2432450"/>
              <a:chExt cx="172100" cy="169075"/>
            </a:xfrm>
          </p:grpSpPr>
          <p:sp>
            <p:nvSpPr>
              <p:cNvPr id="2746" name="Google Shape;2746;p55"/>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5"/>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a:p>
            </p:txBody>
          </p:sp>
          <p:sp>
            <p:nvSpPr>
              <p:cNvPr id="2748" name="Google Shape;2748;p55"/>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a:p>
            </p:txBody>
          </p:sp>
        </p:grpSp>
        <p:grpSp>
          <p:nvGrpSpPr>
            <p:cNvPr id="2749" name="Google Shape;2749;p55"/>
            <p:cNvGrpSpPr/>
            <p:nvPr/>
          </p:nvGrpSpPr>
          <p:grpSpPr>
            <a:xfrm>
              <a:off x="3685682" y="2845624"/>
              <a:ext cx="29311" cy="45055"/>
              <a:chOff x="3561536" y="2585450"/>
              <a:chExt cx="61539" cy="99045"/>
            </a:xfrm>
          </p:grpSpPr>
          <p:sp>
            <p:nvSpPr>
              <p:cNvPr id="2750" name="Google Shape;2750;p55"/>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5"/>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a:p>
            </p:txBody>
          </p:sp>
        </p:grpSp>
        <p:grpSp>
          <p:nvGrpSpPr>
            <p:cNvPr id="2752" name="Google Shape;2752;p55"/>
            <p:cNvGrpSpPr/>
            <p:nvPr/>
          </p:nvGrpSpPr>
          <p:grpSpPr>
            <a:xfrm>
              <a:off x="3849905" y="2572252"/>
              <a:ext cx="74339" cy="119559"/>
              <a:chOff x="3906325" y="1984500"/>
              <a:chExt cx="156075" cy="262825"/>
            </a:xfrm>
          </p:grpSpPr>
          <p:sp>
            <p:nvSpPr>
              <p:cNvPr id="2753" name="Google Shape;2753;p55"/>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a:p>
            </p:txBody>
          </p:sp>
          <p:sp>
            <p:nvSpPr>
              <p:cNvPr id="2754" name="Google Shape;2754;p55"/>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5" name="Google Shape;2755;p55"/>
            <p:cNvGrpSpPr/>
            <p:nvPr/>
          </p:nvGrpSpPr>
          <p:grpSpPr>
            <a:xfrm>
              <a:off x="2654821" y="2414345"/>
              <a:ext cx="667570" cy="558731"/>
              <a:chOff x="1397225" y="1637375"/>
              <a:chExt cx="1401575" cy="1228250"/>
            </a:xfrm>
          </p:grpSpPr>
          <p:sp>
            <p:nvSpPr>
              <p:cNvPr id="2756" name="Google Shape;2756;p55"/>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a:p>
            </p:txBody>
          </p:sp>
          <p:grpSp>
            <p:nvGrpSpPr>
              <p:cNvPr id="2757" name="Google Shape;2757;p55"/>
              <p:cNvGrpSpPr/>
              <p:nvPr/>
            </p:nvGrpSpPr>
            <p:grpSpPr>
              <a:xfrm>
                <a:off x="1397225" y="1637375"/>
                <a:ext cx="1398775" cy="1228250"/>
                <a:chOff x="1397225" y="1637375"/>
                <a:chExt cx="1398775" cy="1228250"/>
              </a:xfrm>
            </p:grpSpPr>
            <p:sp>
              <p:nvSpPr>
                <p:cNvPr id="2758" name="Google Shape;2758;p55"/>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5"/>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760" name="Google Shape;2760;p55"/>
            <p:cNvGrpSpPr/>
            <p:nvPr/>
          </p:nvGrpSpPr>
          <p:grpSpPr>
            <a:xfrm>
              <a:off x="3230417" y="3103734"/>
              <a:ext cx="282982" cy="280332"/>
              <a:chOff x="2605700" y="3152850"/>
              <a:chExt cx="594125" cy="616250"/>
            </a:xfrm>
          </p:grpSpPr>
          <p:sp>
            <p:nvSpPr>
              <p:cNvPr id="2761" name="Google Shape;2761;p55"/>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a:p>
            </p:txBody>
          </p:sp>
          <p:sp>
            <p:nvSpPr>
              <p:cNvPr id="2762" name="Google Shape;2762;p55"/>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763" name="Google Shape;2763;p55"/>
            <p:cNvGrpSpPr/>
            <p:nvPr/>
          </p:nvGrpSpPr>
          <p:grpSpPr>
            <a:xfrm>
              <a:off x="3265985" y="3226989"/>
              <a:ext cx="87151" cy="346202"/>
              <a:chOff x="2680375" y="3423800"/>
              <a:chExt cx="182975" cy="761050"/>
            </a:xfrm>
          </p:grpSpPr>
          <p:sp>
            <p:nvSpPr>
              <p:cNvPr id="2764" name="Google Shape;2764;p55"/>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a:p>
            </p:txBody>
          </p:sp>
          <p:sp>
            <p:nvSpPr>
              <p:cNvPr id="2765" name="Google Shape;2765;p55"/>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6" name="Google Shape;2766;p55"/>
            <p:cNvGrpSpPr/>
            <p:nvPr/>
          </p:nvGrpSpPr>
          <p:grpSpPr>
            <a:xfrm>
              <a:off x="3855466" y="3289811"/>
              <a:ext cx="112514" cy="94210"/>
              <a:chOff x="3918000" y="3561900"/>
              <a:chExt cx="236225" cy="207100"/>
            </a:xfrm>
          </p:grpSpPr>
          <p:sp>
            <p:nvSpPr>
              <p:cNvPr id="2767" name="Google Shape;2767;p55"/>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a:p>
            </p:txBody>
          </p:sp>
          <p:sp>
            <p:nvSpPr>
              <p:cNvPr id="2768" name="Google Shape;2768;p55"/>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69" name="Google Shape;2769;p55"/>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5"/>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5"/>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772" name="Google Shape;2772;p55"/>
            <p:cNvGrpSpPr/>
            <p:nvPr/>
          </p:nvGrpSpPr>
          <p:grpSpPr>
            <a:xfrm>
              <a:off x="2905224" y="2311071"/>
              <a:ext cx="596721" cy="528992"/>
              <a:chOff x="1922950" y="1410350"/>
              <a:chExt cx="1252825" cy="1162875"/>
            </a:xfrm>
          </p:grpSpPr>
          <p:sp>
            <p:nvSpPr>
              <p:cNvPr id="2773" name="Google Shape;2773;p55"/>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5"/>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5"/>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5"/>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5"/>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5"/>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5"/>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5"/>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5"/>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5"/>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5"/>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5"/>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5"/>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5"/>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5"/>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5"/>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789" name="Google Shape;2789;p55"/>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5"/>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5"/>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5"/>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5"/>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5"/>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5"/>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5"/>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5"/>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5"/>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5"/>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5"/>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5"/>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5"/>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5"/>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5"/>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5"/>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5"/>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5"/>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5"/>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809" name="Google Shape;2809;p55"/>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10" name="Google Shape;2810;p55"/>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1" name="Google Shape;2811;p55"/>
            <p:cNvGrpSpPr/>
            <p:nvPr/>
          </p:nvGrpSpPr>
          <p:grpSpPr>
            <a:xfrm>
              <a:off x="3280929" y="3294542"/>
              <a:ext cx="109894" cy="272224"/>
              <a:chOff x="2711750" y="3572300"/>
              <a:chExt cx="230725" cy="598425"/>
            </a:xfrm>
          </p:grpSpPr>
          <p:sp>
            <p:nvSpPr>
              <p:cNvPr id="2812" name="Google Shape;2812;p55"/>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5"/>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4" name="Google Shape;2814;p55"/>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15" name="Google Shape;2815;p55"/>
            <p:cNvGrpSpPr/>
            <p:nvPr/>
          </p:nvGrpSpPr>
          <p:grpSpPr>
            <a:xfrm>
              <a:off x="3790439" y="2408636"/>
              <a:ext cx="73017" cy="75684"/>
              <a:chOff x="3781475" y="1624825"/>
              <a:chExt cx="153300" cy="166375"/>
            </a:xfrm>
          </p:grpSpPr>
          <p:sp>
            <p:nvSpPr>
              <p:cNvPr id="2816" name="Google Shape;2816;p55"/>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5"/>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5"/>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5"/>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20" name="Google Shape;2820;p55"/>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5"/>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5"/>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5"/>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5"/>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5"/>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5"/>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27" name="Google Shape;2827;p55"/>
            <p:cNvGrpSpPr/>
            <p:nvPr/>
          </p:nvGrpSpPr>
          <p:grpSpPr>
            <a:xfrm>
              <a:off x="4403342" y="3107749"/>
              <a:ext cx="316680" cy="101374"/>
              <a:chOff x="5068275" y="3161675"/>
              <a:chExt cx="664875" cy="222850"/>
            </a:xfrm>
          </p:grpSpPr>
          <p:sp>
            <p:nvSpPr>
              <p:cNvPr id="2828" name="Google Shape;2828;p55"/>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5"/>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5"/>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5"/>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2" name="Google Shape;2832;p55"/>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5"/>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5"/>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5"/>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5"/>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5"/>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5"/>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5"/>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5"/>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5"/>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5"/>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5"/>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5"/>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5"/>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5"/>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5"/>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5"/>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5"/>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5"/>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5"/>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5"/>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5"/>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5"/>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5"/>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5"/>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5"/>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5"/>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5"/>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5"/>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1" name="Google Shape;2861;p55"/>
            <p:cNvGrpSpPr/>
            <p:nvPr/>
          </p:nvGrpSpPr>
          <p:grpSpPr>
            <a:xfrm>
              <a:off x="3697513" y="2707266"/>
              <a:ext cx="59549" cy="79733"/>
              <a:chOff x="3586375" y="2281300"/>
              <a:chExt cx="125025" cy="175275"/>
            </a:xfrm>
          </p:grpSpPr>
          <p:sp>
            <p:nvSpPr>
              <p:cNvPr id="2862" name="Google Shape;2862;p55"/>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5"/>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64" name="Google Shape;2864;p55"/>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65" name="Google Shape;2865;p55"/>
            <p:cNvGrpSpPr/>
            <p:nvPr/>
          </p:nvGrpSpPr>
          <p:grpSpPr>
            <a:xfrm>
              <a:off x="4513224" y="3221724"/>
              <a:ext cx="274563" cy="280321"/>
              <a:chOff x="5298975" y="3412225"/>
              <a:chExt cx="576450" cy="616225"/>
            </a:xfrm>
          </p:grpSpPr>
          <p:sp>
            <p:nvSpPr>
              <p:cNvPr id="2866" name="Google Shape;2866;p55"/>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867" name="Google Shape;2867;p55"/>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8" name="Google Shape;2868;p55"/>
            <p:cNvGrpSpPr/>
            <p:nvPr/>
          </p:nvGrpSpPr>
          <p:grpSpPr>
            <a:xfrm>
              <a:off x="4824403" y="3421846"/>
              <a:ext cx="110132" cy="130647"/>
              <a:chOff x="5952300" y="3852150"/>
              <a:chExt cx="231225" cy="287200"/>
            </a:xfrm>
          </p:grpSpPr>
          <p:sp>
            <p:nvSpPr>
              <p:cNvPr id="2869" name="Google Shape;2869;p55"/>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5"/>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71" name="Google Shape;2871;p55"/>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5"/>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5"/>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5"/>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5"/>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5"/>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5"/>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5"/>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79" name="Google Shape;2879;p55"/>
            <p:cNvGrpSpPr/>
            <p:nvPr/>
          </p:nvGrpSpPr>
          <p:grpSpPr>
            <a:xfrm>
              <a:off x="4295710" y="3079670"/>
              <a:ext cx="14968" cy="27135"/>
              <a:chOff x="4842300" y="3099950"/>
              <a:chExt cx="31425" cy="59650"/>
            </a:xfrm>
          </p:grpSpPr>
          <p:sp>
            <p:nvSpPr>
              <p:cNvPr id="2880" name="Google Shape;2880;p55"/>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5"/>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5"/>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5"/>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84" name="Google Shape;2884;p55"/>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5"/>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5"/>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5"/>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5"/>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5"/>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5"/>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5"/>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92" name="Google Shape;2892;p55"/>
            <p:cNvGrpSpPr/>
            <p:nvPr/>
          </p:nvGrpSpPr>
          <p:grpSpPr>
            <a:xfrm>
              <a:off x="3831056" y="2816010"/>
              <a:ext cx="37378" cy="27612"/>
              <a:chOff x="3866750" y="2520350"/>
              <a:chExt cx="78475" cy="60700"/>
            </a:xfrm>
          </p:grpSpPr>
          <p:sp>
            <p:nvSpPr>
              <p:cNvPr id="2893" name="Google Shape;2893;p55"/>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5"/>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5"/>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5"/>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97" name="Google Shape;2897;p55"/>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5"/>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5"/>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5"/>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5"/>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5"/>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5"/>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5"/>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5"/>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5"/>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5"/>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5"/>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5"/>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5"/>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5"/>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5"/>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5"/>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14" name="Google Shape;2914;p55"/>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5"/>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5"/>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5"/>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5"/>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5"/>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5"/>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5"/>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5"/>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5"/>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5"/>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5"/>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26" name="Google Shape;2926;p55"/>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5"/>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5"/>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5"/>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5"/>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5"/>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5"/>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5"/>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5"/>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5"/>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5"/>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5"/>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5"/>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39" name="Google Shape;2939;p55"/>
            <p:cNvGrpSpPr/>
            <p:nvPr/>
          </p:nvGrpSpPr>
          <p:grpSpPr>
            <a:xfrm>
              <a:off x="3632736" y="3051591"/>
              <a:ext cx="63288" cy="45217"/>
              <a:chOff x="3450375" y="3038225"/>
              <a:chExt cx="132875" cy="99400"/>
            </a:xfrm>
          </p:grpSpPr>
          <p:sp>
            <p:nvSpPr>
              <p:cNvPr id="2940" name="Google Shape;2940;p55"/>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5"/>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42" name="Google Shape;2942;p55"/>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5"/>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5"/>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5"/>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5"/>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5"/>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5"/>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5"/>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5"/>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51" name="Google Shape;2951;p55"/>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5"/>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5"/>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5"/>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5"/>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5"/>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5"/>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5"/>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5"/>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5"/>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961" name="Google Shape;2961;p55"/>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5"/>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5"/>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5"/>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5"/>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5"/>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967" name="Google Shape;2967;p55"/>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5"/>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5"/>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5"/>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5"/>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5"/>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5"/>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5"/>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5"/>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7" name="Google Shape;2977;p55"/>
          <p:cNvGrpSpPr/>
          <p:nvPr/>
        </p:nvGrpSpPr>
        <p:grpSpPr>
          <a:xfrm>
            <a:off x="719116" y="2869970"/>
            <a:ext cx="2622876" cy="1333540"/>
            <a:chOff x="238125" y="1038125"/>
            <a:chExt cx="7146800" cy="3633625"/>
          </a:xfrm>
        </p:grpSpPr>
        <p:sp>
          <p:nvSpPr>
            <p:cNvPr id="2978" name="Google Shape;2978;p5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0" name="Google Shape;4550;p55"/>
          <p:cNvGrpSpPr/>
          <p:nvPr/>
        </p:nvGrpSpPr>
        <p:grpSpPr>
          <a:xfrm>
            <a:off x="5834044" y="1012080"/>
            <a:ext cx="2590840" cy="1380235"/>
            <a:chOff x="233350" y="949250"/>
            <a:chExt cx="7137300" cy="3802300"/>
          </a:xfrm>
        </p:grpSpPr>
        <p:sp>
          <p:nvSpPr>
            <p:cNvPr id="4551" name="Google Shape;4551;p5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2" name="Google Shape;4602;p55"/>
          <p:cNvGrpSpPr/>
          <p:nvPr/>
        </p:nvGrpSpPr>
        <p:grpSpPr>
          <a:xfrm>
            <a:off x="7648473" y="3056853"/>
            <a:ext cx="104231" cy="320340"/>
            <a:chOff x="7564426" y="3224343"/>
            <a:chExt cx="119985" cy="368801"/>
          </a:xfrm>
        </p:grpSpPr>
        <p:sp>
          <p:nvSpPr>
            <p:cNvPr id="4603" name="Google Shape;4603;p5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5" name="Google Shape;4605;p55"/>
          <p:cNvGrpSpPr/>
          <p:nvPr/>
        </p:nvGrpSpPr>
        <p:grpSpPr>
          <a:xfrm>
            <a:off x="7347962" y="3050954"/>
            <a:ext cx="189489" cy="332132"/>
            <a:chOff x="8370831" y="3202002"/>
            <a:chExt cx="218129" cy="382376"/>
          </a:xfrm>
        </p:grpSpPr>
        <p:sp>
          <p:nvSpPr>
            <p:cNvPr id="4606" name="Google Shape;4606;p5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8" name="Google Shape;4608;p55"/>
          <p:cNvGrpSpPr/>
          <p:nvPr/>
        </p:nvGrpSpPr>
        <p:grpSpPr>
          <a:xfrm>
            <a:off x="8071351" y="3462086"/>
            <a:ext cx="309429" cy="267000"/>
            <a:chOff x="6742064" y="3750480"/>
            <a:chExt cx="399315" cy="344560"/>
          </a:xfrm>
        </p:grpSpPr>
        <p:sp>
          <p:nvSpPr>
            <p:cNvPr id="4609" name="Google Shape;4609;p5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1" name="Google Shape;4611;p55"/>
          <p:cNvGrpSpPr/>
          <p:nvPr/>
        </p:nvGrpSpPr>
        <p:grpSpPr>
          <a:xfrm>
            <a:off x="7610370" y="3813134"/>
            <a:ext cx="180437" cy="281608"/>
            <a:chOff x="7248525" y="3739696"/>
            <a:chExt cx="230531" cy="359790"/>
          </a:xfrm>
        </p:grpSpPr>
        <p:sp>
          <p:nvSpPr>
            <p:cNvPr id="4612" name="Google Shape;4612;p5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55"/>
          <p:cNvGrpSpPr/>
          <p:nvPr/>
        </p:nvGrpSpPr>
        <p:grpSpPr>
          <a:xfrm>
            <a:off x="7856289" y="3456358"/>
            <a:ext cx="162896" cy="278710"/>
            <a:chOff x="7601242" y="3729267"/>
            <a:chExt cx="222566" cy="380803"/>
          </a:xfrm>
        </p:grpSpPr>
        <p:sp>
          <p:nvSpPr>
            <p:cNvPr id="4615" name="Google Shape;4615;p5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17" name="Google Shape;4617;p55"/>
          <p:cNvSpPr/>
          <p:nvPr/>
        </p:nvSpPr>
        <p:spPr>
          <a:xfrm>
            <a:off x="7822315" y="306871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18" name="Google Shape;4618;p55"/>
          <p:cNvGrpSpPr/>
          <p:nvPr/>
        </p:nvGrpSpPr>
        <p:grpSpPr>
          <a:xfrm>
            <a:off x="7345935" y="3457498"/>
            <a:ext cx="193543" cy="275990"/>
            <a:chOff x="8304647" y="3738687"/>
            <a:chExt cx="225076" cy="320956"/>
          </a:xfrm>
        </p:grpSpPr>
        <p:sp>
          <p:nvSpPr>
            <p:cNvPr id="4619" name="Google Shape;4619;p55"/>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2" name="Google Shape;4622;p55"/>
          <p:cNvGrpSpPr/>
          <p:nvPr/>
        </p:nvGrpSpPr>
        <p:grpSpPr>
          <a:xfrm>
            <a:off x="7618427" y="3457498"/>
            <a:ext cx="178492" cy="275990"/>
            <a:chOff x="8615101" y="3738687"/>
            <a:chExt cx="207573" cy="320956"/>
          </a:xfrm>
        </p:grpSpPr>
        <p:sp>
          <p:nvSpPr>
            <p:cNvPr id="4623" name="Google Shape;4623;p55"/>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6" name="Google Shape;4626;p55"/>
          <p:cNvSpPr/>
          <p:nvPr/>
        </p:nvSpPr>
        <p:spPr>
          <a:xfrm>
            <a:off x="8114867" y="3047381"/>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7" name="Google Shape;4627;p55"/>
          <p:cNvGrpSpPr/>
          <p:nvPr/>
        </p:nvGrpSpPr>
        <p:grpSpPr>
          <a:xfrm>
            <a:off x="6013132" y="3578986"/>
            <a:ext cx="557671" cy="511283"/>
            <a:chOff x="6015419" y="3716859"/>
            <a:chExt cx="557671" cy="511283"/>
          </a:xfrm>
        </p:grpSpPr>
        <p:sp>
          <p:nvSpPr>
            <p:cNvPr id="4628" name="Google Shape;4628;p55"/>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9" name="Google Shape;4629;p55"/>
            <p:cNvGrpSpPr/>
            <p:nvPr/>
          </p:nvGrpSpPr>
          <p:grpSpPr>
            <a:xfrm>
              <a:off x="6036094" y="3716980"/>
              <a:ext cx="529860" cy="510468"/>
              <a:chOff x="6036094" y="3716980"/>
              <a:chExt cx="529860" cy="510468"/>
            </a:xfrm>
          </p:grpSpPr>
          <p:sp>
            <p:nvSpPr>
              <p:cNvPr id="4630" name="Google Shape;4630;p55"/>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5"/>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5"/>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5"/>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5"/>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5"/>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5"/>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5"/>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5"/>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5"/>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55"/>
          <p:cNvGrpSpPr/>
          <p:nvPr/>
        </p:nvGrpSpPr>
        <p:grpSpPr>
          <a:xfrm>
            <a:off x="6642017" y="2935755"/>
            <a:ext cx="576302" cy="511871"/>
            <a:chOff x="6644304" y="3073628"/>
            <a:chExt cx="576302" cy="511871"/>
          </a:xfrm>
        </p:grpSpPr>
        <p:sp>
          <p:nvSpPr>
            <p:cNvPr id="4641" name="Google Shape;4641;p5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42" name="Google Shape;4642;p55"/>
            <p:cNvGrpSpPr/>
            <p:nvPr/>
          </p:nvGrpSpPr>
          <p:grpSpPr>
            <a:xfrm>
              <a:off x="6712169" y="3085440"/>
              <a:ext cx="481622" cy="494913"/>
              <a:chOff x="6712169" y="3085440"/>
              <a:chExt cx="481622" cy="494913"/>
            </a:xfrm>
          </p:grpSpPr>
          <p:sp>
            <p:nvSpPr>
              <p:cNvPr id="4643" name="Google Shape;4643;p55"/>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5"/>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5"/>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5"/>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5"/>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48" name="Google Shape;4648;p55"/>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5"/>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5"/>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51" name="Google Shape;4651;p55"/>
          <p:cNvSpPr/>
          <p:nvPr/>
        </p:nvSpPr>
        <p:spPr>
          <a:xfrm>
            <a:off x="6986052" y="2952384"/>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2" name="Google Shape;4652;p55"/>
          <p:cNvGrpSpPr/>
          <p:nvPr/>
        </p:nvGrpSpPr>
        <p:grpSpPr>
          <a:xfrm>
            <a:off x="6649868" y="3578750"/>
            <a:ext cx="560631" cy="511352"/>
            <a:chOff x="6652154" y="3716623"/>
            <a:chExt cx="560631" cy="511352"/>
          </a:xfrm>
        </p:grpSpPr>
        <p:sp>
          <p:nvSpPr>
            <p:cNvPr id="4653" name="Google Shape;4653;p55"/>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4" name="Google Shape;4654;p55"/>
            <p:cNvGrpSpPr/>
            <p:nvPr/>
          </p:nvGrpSpPr>
          <p:grpSpPr>
            <a:xfrm>
              <a:off x="6669657" y="3716715"/>
              <a:ext cx="466779" cy="464290"/>
              <a:chOff x="6669657" y="3716715"/>
              <a:chExt cx="466779" cy="464290"/>
            </a:xfrm>
          </p:grpSpPr>
          <p:sp>
            <p:nvSpPr>
              <p:cNvPr id="4655" name="Google Shape;4655;p55"/>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5"/>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5"/>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5"/>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5"/>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5"/>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5"/>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5"/>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5"/>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5"/>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5"/>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5"/>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5"/>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55"/>
          <p:cNvGrpSpPr/>
          <p:nvPr/>
        </p:nvGrpSpPr>
        <p:grpSpPr>
          <a:xfrm>
            <a:off x="7843959" y="3860159"/>
            <a:ext cx="187557" cy="187557"/>
            <a:chOff x="8565775" y="671075"/>
            <a:chExt cx="441000" cy="441000"/>
          </a:xfrm>
        </p:grpSpPr>
        <p:sp>
          <p:nvSpPr>
            <p:cNvPr id="4669" name="Google Shape;4669;p55"/>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5"/>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1" name="Google Shape;4671;p55"/>
          <p:cNvSpPr/>
          <p:nvPr/>
        </p:nvSpPr>
        <p:spPr>
          <a:xfrm>
            <a:off x="8145173" y="3856079"/>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5"/>
          <p:cNvSpPr/>
          <p:nvPr/>
        </p:nvSpPr>
        <p:spPr>
          <a:xfrm flipH="1">
            <a:off x="7353412" y="382253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3" name="Google Shape;4673;p55"/>
          <p:cNvGrpSpPr/>
          <p:nvPr/>
        </p:nvGrpSpPr>
        <p:grpSpPr>
          <a:xfrm>
            <a:off x="5997814" y="2938377"/>
            <a:ext cx="587871" cy="512373"/>
            <a:chOff x="6000100" y="3076250"/>
            <a:chExt cx="587871" cy="512373"/>
          </a:xfrm>
        </p:grpSpPr>
        <p:sp>
          <p:nvSpPr>
            <p:cNvPr id="4674" name="Google Shape;4674;p55"/>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5" name="Google Shape;4675;p55"/>
            <p:cNvGrpSpPr/>
            <p:nvPr/>
          </p:nvGrpSpPr>
          <p:grpSpPr>
            <a:xfrm>
              <a:off x="6031360" y="3076713"/>
              <a:ext cx="539107" cy="480965"/>
              <a:chOff x="6031360" y="3076713"/>
              <a:chExt cx="539107" cy="480965"/>
            </a:xfrm>
          </p:grpSpPr>
          <p:sp>
            <p:nvSpPr>
              <p:cNvPr id="4676" name="Google Shape;4676;p55"/>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5"/>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5"/>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5"/>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5"/>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5"/>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5"/>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83" name="Google Shape;4683;p55"/>
          <p:cNvGrpSpPr/>
          <p:nvPr/>
        </p:nvGrpSpPr>
        <p:grpSpPr>
          <a:xfrm>
            <a:off x="3416805" y="919691"/>
            <a:ext cx="2310381" cy="1488888"/>
            <a:chOff x="229225" y="549050"/>
            <a:chExt cx="7161750" cy="4615275"/>
          </a:xfrm>
        </p:grpSpPr>
        <p:sp>
          <p:nvSpPr>
            <p:cNvPr id="4684" name="Google Shape;4684;p55"/>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5"/>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5"/>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5"/>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5"/>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5"/>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5"/>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5"/>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5"/>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5"/>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5"/>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5"/>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5"/>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5"/>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5"/>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5"/>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5"/>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5"/>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5"/>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5"/>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5"/>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5"/>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5"/>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5"/>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5"/>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5"/>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5"/>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5"/>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5"/>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5"/>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5"/>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5"/>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5"/>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5"/>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5"/>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5"/>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5"/>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5"/>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5"/>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5"/>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5"/>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5"/>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5"/>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5"/>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5"/>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5"/>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5"/>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5"/>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5"/>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5"/>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5"/>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5"/>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5"/>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5"/>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5"/>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5"/>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5"/>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5"/>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5"/>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5"/>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5"/>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5"/>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5"/>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5"/>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5"/>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5"/>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5"/>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5"/>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5"/>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5"/>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5"/>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5"/>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5"/>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5"/>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5"/>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5"/>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5"/>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5"/>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5"/>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5"/>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5"/>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5"/>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5"/>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5"/>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5"/>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5"/>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5"/>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5"/>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5"/>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5"/>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5"/>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5"/>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5"/>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5"/>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5"/>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5"/>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5"/>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5"/>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5"/>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5"/>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5"/>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5"/>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5"/>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5"/>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5"/>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5"/>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5"/>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5"/>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5"/>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5"/>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5"/>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5"/>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5"/>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5"/>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5"/>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5"/>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5"/>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1" name="Google Shape;4801;p55"/>
          <p:cNvGrpSpPr/>
          <p:nvPr/>
        </p:nvGrpSpPr>
        <p:grpSpPr>
          <a:xfrm>
            <a:off x="3514723" y="2849588"/>
            <a:ext cx="2310282" cy="1374222"/>
            <a:chOff x="238125" y="732525"/>
            <a:chExt cx="7130500" cy="4241425"/>
          </a:xfrm>
        </p:grpSpPr>
        <p:sp>
          <p:nvSpPr>
            <p:cNvPr id="4802" name="Google Shape;4802;p55"/>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5"/>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5"/>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5"/>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5"/>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5"/>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5"/>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5"/>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5"/>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5"/>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5"/>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5"/>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5"/>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5"/>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5"/>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5"/>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5"/>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5"/>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5"/>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5"/>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5"/>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5"/>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5"/>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5"/>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5"/>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5"/>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5"/>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5"/>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5"/>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5"/>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5"/>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5"/>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5"/>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5"/>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5"/>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5"/>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5"/>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5"/>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5"/>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5"/>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5"/>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5"/>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5"/>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5"/>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5"/>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5"/>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5"/>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5"/>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5"/>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5"/>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5"/>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5"/>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5"/>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5"/>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5"/>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5"/>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5"/>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5"/>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5"/>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5"/>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5"/>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5"/>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5"/>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5"/>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5"/>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5"/>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5"/>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5"/>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5"/>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5"/>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5"/>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5"/>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5"/>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5"/>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5"/>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5"/>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5"/>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5"/>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5"/>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5"/>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5"/>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5"/>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5"/>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5"/>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5"/>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5"/>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5"/>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5"/>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5"/>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5"/>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5"/>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5"/>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5"/>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5"/>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5"/>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5"/>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5"/>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5"/>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5"/>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5"/>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5"/>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5"/>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5"/>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5"/>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5"/>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5"/>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5"/>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5"/>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5"/>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5"/>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5"/>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5"/>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5"/>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5"/>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19"/>
        <p:cNvGrpSpPr/>
        <p:nvPr/>
      </p:nvGrpSpPr>
      <p:grpSpPr>
        <a:xfrm>
          <a:off x="0" y="0"/>
          <a:ext cx="0" cy="0"/>
          <a:chOff x="0" y="0"/>
          <a:chExt cx="0" cy="0"/>
        </a:xfrm>
      </p:grpSpPr>
      <p:grpSp>
        <p:nvGrpSpPr>
          <p:cNvPr id="4920" name="Google Shape;4920;p56"/>
          <p:cNvGrpSpPr/>
          <p:nvPr/>
        </p:nvGrpSpPr>
        <p:grpSpPr>
          <a:xfrm>
            <a:off x="725414" y="969763"/>
            <a:ext cx="2507799" cy="206239"/>
            <a:chOff x="106648" y="895722"/>
            <a:chExt cx="4481413" cy="374300"/>
          </a:xfrm>
        </p:grpSpPr>
        <p:grpSp>
          <p:nvGrpSpPr>
            <p:cNvPr id="4921" name="Google Shape;4921;p56"/>
            <p:cNvGrpSpPr/>
            <p:nvPr/>
          </p:nvGrpSpPr>
          <p:grpSpPr>
            <a:xfrm>
              <a:off x="2233276" y="895722"/>
              <a:ext cx="1082667" cy="223591"/>
              <a:chOff x="4808316" y="2800065"/>
              <a:chExt cx="1999386" cy="412910"/>
            </a:xfrm>
          </p:grpSpPr>
          <p:sp>
            <p:nvSpPr>
              <p:cNvPr id="4922" name="Google Shape;4922;p56"/>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56"/>
              <p:cNvGrpSpPr/>
              <p:nvPr/>
            </p:nvGrpSpPr>
            <p:grpSpPr>
              <a:xfrm>
                <a:off x="4808316" y="2800065"/>
                <a:ext cx="92400" cy="411825"/>
                <a:chOff x="845575" y="2563700"/>
                <a:chExt cx="92400" cy="411825"/>
              </a:xfrm>
            </p:grpSpPr>
            <p:cxnSp>
              <p:nvCxnSpPr>
                <p:cNvPr id="4924" name="Google Shape;4924;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25" name="Google Shape;4925;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26" name="Google Shape;4926;p56"/>
            <p:cNvGrpSpPr/>
            <p:nvPr/>
          </p:nvGrpSpPr>
          <p:grpSpPr>
            <a:xfrm>
              <a:off x="106648" y="895722"/>
              <a:ext cx="1088401" cy="223591"/>
              <a:chOff x="881025" y="2800065"/>
              <a:chExt cx="2009975" cy="412910"/>
            </a:xfrm>
          </p:grpSpPr>
          <p:sp>
            <p:nvSpPr>
              <p:cNvPr id="4927" name="Google Shape;4927;p56"/>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56"/>
              <p:cNvGrpSpPr/>
              <p:nvPr/>
            </p:nvGrpSpPr>
            <p:grpSpPr>
              <a:xfrm>
                <a:off x="881025" y="2800065"/>
                <a:ext cx="92400" cy="411825"/>
                <a:chOff x="845575" y="2563700"/>
                <a:chExt cx="92400" cy="411825"/>
              </a:xfrm>
            </p:grpSpPr>
            <p:cxnSp>
              <p:nvCxnSpPr>
                <p:cNvPr id="4929" name="Google Shape;4929;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0" name="Google Shape;4930;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1" name="Google Shape;4931;p56"/>
            <p:cNvGrpSpPr/>
            <p:nvPr/>
          </p:nvGrpSpPr>
          <p:grpSpPr>
            <a:xfrm>
              <a:off x="1172346" y="1047018"/>
              <a:ext cx="1083151" cy="223003"/>
              <a:chOff x="2849073" y="3079467"/>
              <a:chExt cx="2000279" cy="411825"/>
            </a:xfrm>
          </p:grpSpPr>
          <p:sp>
            <p:nvSpPr>
              <p:cNvPr id="4932" name="Google Shape;4932;p56"/>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56"/>
              <p:cNvGrpSpPr/>
              <p:nvPr/>
            </p:nvGrpSpPr>
            <p:grpSpPr>
              <a:xfrm rot="10800000">
                <a:off x="2849073" y="3079467"/>
                <a:ext cx="92400" cy="411825"/>
                <a:chOff x="2070100" y="2563700"/>
                <a:chExt cx="92400" cy="411825"/>
              </a:xfrm>
            </p:grpSpPr>
            <p:cxnSp>
              <p:nvCxnSpPr>
                <p:cNvPr id="4934" name="Google Shape;4934;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35" name="Google Shape;4935;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36" name="Google Shape;4936;p56"/>
            <p:cNvGrpSpPr/>
            <p:nvPr/>
          </p:nvGrpSpPr>
          <p:grpSpPr>
            <a:xfrm>
              <a:off x="3290132" y="1047018"/>
              <a:ext cx="1297929" cy="223003"/>
              <a:chOff x="6760035" y="3079467"/>
              <a:chExt cx="2396914" cy="411825"/>
            </a:xfrm>
          </p:grpSpPr>
          <p:sp>
            <p:nvSpPr>
              <p:cNvPr id="4937" name="Google Shape;4937;p56"/>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56"/>
              <p:cNvGrpSpPr/>
              <p:nvPr/>
            </p:nvGrpSpPr>
            <p:grpSpPr>
              <a:xfrm rot="10800000">
                <a:off x="6760035" y="3079467"/>
                <a:ext cx="92400" cy="411825"/>
                <a:chOff x="2070100" y="2563700"/>
                <a:chExt cx="92400" cy="411825"/>
              </a:xfrm>
            </p:grpSpPr>
            <p:cxnSp>
              <p:nvCxnSpPr>
                <p:cNvPr id="4939" name="Google Shape;4939;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940" name="Google Shape;4940;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941" name="Google Shape;4941;p56"/>
          <p:cNvGrpSpPr/>
          <p:nvPr/>
        </p:nvGrpSpPr>
        <p:grpSpPr>
          <a:xfrm>
            <a:off x="2143176" y="3369134"/>
            <a:ext cx="1086701" cy="799429"/>
            <a:chOff x="2183288" y="3555572"/>
            <a:chExt cx="1136241" cy="835873"/>
          </a:xfrm>
        </p:grpSpPr>
        <p:sp>
          <p:nvSpPr>
            <p:cNvPr id="4942" name="Google Shape;4942;p56"/>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3" name="Google Shape;4943;p56"/>
            <p:cNvGrpSpPr/>
            <p:nvPr/>
          </p:nvGrpSpPr>
          <p:grpSpPr>
            <a:xfrm>
              <a:off x="2205895" y="3637269"/>
              <a:ext cx="1089848" cy="724993"/>
              <a:chOff x="2205895" y="3637269"/>
              <a:chExt cx="1089848" cy="724993"/>
            </a:xfrm>
          </p:grpSpPr>
          <p:sp>
            <p:nvSpPr>
              <p:cNvPr id="4944" name="Google Shape;4944;p56"/>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6"/>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6"/>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6"/>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6"/>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6"/>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0" name="Google Shape;4950;p56"/>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1" name="Google Shape;4951;p56"/>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52" name="Google Shape;4952;p56"/>
            <p:cNvGrpSpPr/>
            <p:nvPr/>
          </p:nvGrpSpPr>
          <p:grpSpPr>
            <a:xfrm>
              <a:off x="3173850" y="3779426"/>
              <a:ext cx="145679" cy="70048"/>
              <a:chOff x="3173850" y="3779426"/>
              <a:chExt cx="145679" cy="70048"/>
            </a:xfrm>
          </p:grpSpPr>
          <p:cxnSp>
            <p:nvCxnSpPr>
              <p:cNvPr id="4953" name="Google Shape;4953;p56"/>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954" name="Google Shape;4954;p56"/>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5" name="Google Shape;4955;p56"/>
            <p:cNvGrpSpPr/>
            <p:nvPr/>
          </p:nvGrpSpPr>
          <p:grpSpPr>
            <a:xfrm>
              <a:off x="2183288" y="4139483"/>
              <a:ext cx="145133" cy="70048"/>
              <a:chOff x="2183288" y="4139483"/>
              <a:chExt cx="145133" cy="70048"/>
            </a:xfrm>
          </p:grpSpPr>
          <p:cxnSp>
            <p:nvCxnSpPr>
              <p:cNvPr id="4956" name="Google Shape;4956;p56"/>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957" name="Google Shape;4957;p56"/>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8" name="Google Shape;4958;p56"/>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9" name="Google Shape;4959;p56"/>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960" name="Google Shape;4960;p56"/>
            <p:cNvGrpSpPr/>
            <p:nvPr/>
          </p:nvGrpSpPr>
          <p:grpSpPr>
            <a:xfrm>
              <a:off x="2943836" y="4268886"/>
              <a:ext cx="60717" cy="122559"/>
              <a:chOff x="2943836" y="4268886"/>
              <a:chExt cx="60717" cy="122559"/>
            </a:xfrm>
          </p:grpSpPr>
          <p:sp>
            <p:nvSpPr>
              <p:cNvPr id="4961" name="Google Shape;4961;p56"/>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56"/>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963" name="Google Shape;4963;p56"/>
          <p:cNvGrpSpPr/>
          <p:nvPr/>
        </p:nvGrpSpPr>
        <p:grpSpPr>
          <a:xfrm>
            <a:off x="3406121" y="1290134"/>
            <a:ext cx="1675870" cy="758251"/>
            <a:chOff x="3530532" y="1496185"/>
            <a:chExt cx="1562000" cy="706730"/>
          </a:xfrm>
        </p:grpSpPr>
        <p:cxnSp>
          <p:nvCxnSpPr>
            <p:cNvPr id="4964" name="Google Shape;4964;p56"/>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965" name="Google Shape;4965;p56"/>
            <p:cNvGrpSpPr/>
            <p:nvPr/>
          </p:nvGrpSpPr>
          <p:grpSpPr>
            <a:xfrm>
              <a:off x="3530532" y="1496185"/>
              <a:ext cx="323430" cy="463587"/>
              <a:chOff x="3530532" y="1496185"/>
              <a:chExt cx="323430" cy="463587"/>
            </a:xfrm>
          </p:grpSpPr>
          <p:grpSp>
            <p:nvGrpSpPr>
              <p:cNvPr id="4966" name="Google Shape;4966;p56"/>
              <p:cNvGrpSpPr/>
              <p:nvPr/>
            </p:nvGrpSpPr>
            <p:grpSpPr>
              <a:xfrm>
                <a:off x="3567462" y="1496185"/>
                <a:ext cx="286500" cy="361376"/>
                <a:chOff x="3567462" y="1496185"/>
                <a:chExt cx="286500" cy="361376"/>
              </a:xfrm>
            </p:grpSpPr>
            <p:cxnSp>
              <p:nvCxnSpPr>
                <p:cNvPr id="4967" name="Google Shape;4967;p56"/>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68" name="Google Shape;4968;p56"/>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9" name="Google Shape;4969;p56"/>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0" name="Google Shape;4970;p56"/>
            <p:cNvGrpSpPr/>
            <p:nvPr/>
          </p:nvGrpSpPr>
          <p:grpSpPr>
            <a:xfrm>
              <a:off x="3891569" y="1779209"/>
              <a:ext cx="323945" cy="423706"/>
              <a:chOff x="3891569" y="1779209"/>
              <a:chExt cx="323945" cy="423706"/>
            </a:xfrm>
          </p:grpSpPr>
          <p:grpSp>
            <p:nvGrpSpPr>
              <p:cNvPr id="4971" name="Google Shape;4971;p56"/>
              <p:cNvGrpSpPr/>
              <p:nvPr/>
            </p:nvGrpSpPr>
            <p:grpSpPr>
              <a:xfrm>
                <a:off x="3929014" y="1881638"/>
                <a:ext cx="286500" cy="321278"/>
                <a:chOff x="3929014" y="1881638"/>
                <a:chExt cx="286500" cy="321278"/>
              </a:xfrm>
            </p:grpSpPr>
            <p:cxnSp>
              <p:nvCxnSpPr>
                <p:cNvPr id="4972" name="Google Shape;4972;p56"/>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973" name="Google Shape;4973;p56"/>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4" name="Google Shape;4974;p56"/>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5" name="Google Shape;4975;p56"/>
            <p:cNvGrpSpPr/>
            <p:nvPr/>
          </p:nvGrpSpPr>
          <p:grpSpPr>
            <a:xfrm>
              <a:off x="4252606" y="1496185"/>
              <a:ext cx="324721" cy="463587"/>
              <a:chOff x="4252606" y="1496185"/>
              <a:chExt cx="324721" cy="463587"/>
            </a:xfrm>
          </p:grpSpPr>
          <p:grpSp>
            <p:nvGrpSpPr>
              <p:cNvPr id="4976" name="Google Shape;4976;p56"/>
              <p:cNvGrpSpPr/>
              <p:nvPr/>
            </p:nvGrpSpPr>
            <p:grpSpPr>
              <a:xfrm>
                <a:off x="4290828" y="1496185"/>
                <a:ext cx="286500" cy="361376"/>
                <a:chOff x="4290828" y="1496185"/>
                <a:chExt cx="286500" cy="361376"/>
              </a:xfrm>
            </p:grpSpPr>
            <p:cxnSp>
              <p:nvCxnSpPr>
                <p:cNvPr id="4977" name="Google Shape;4977;p56"/>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978" name="Google Shape;4978;p56"/>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79" name="Google Shape;4979;p56"/>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6"/>
            <p:cNvGrpSpPr/>
            <p:nvPr/>
          </p:nvGrpSpPr>
          <p:grpSpPr>
            <a:xfrm>
              <a:off x="4613643" y="1763716"/>
              <a:ext cx="325308" cy="439200"/>
              <a:chOff x="4613643" y="1763716"/>
              <a:chExt cx="325308" cy="439200"/>
            </a:xfrm>
          </p:grpSpPr>
          <p:grpSp>
            <p:nvGrpSpPr>
              <p:cNvPr id="4981" name="Google Shape;4981;p56"/>
              <p:cNvGrpSpPr/>
              <p:nvPr/>
            </p:nvGrpSpPr>
            <p:grpSpPr>
              <a:xfrm>
                <a:off x="4652451" y="1879538"/>
                <a:ext cx="286500" cy="323378"/>
                <a:chOff x="4652451" y="1879538"/>
                <a:chExt cx="286500" cy="323378"/>
              </a:xfrm>
            </p:grpSpPr>
            <p:cxnSp>
              <p:nvCxnSpPr>
                <p:cNvPr id="4982" name="Google Shape;4982;p56"/>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983" name="Google Shape;4983;p56"/>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84" name="Google Shape;4984;p56"/>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985" name="Google Shape;4985;p56"/>
          <p:cNvGrpSpPr/>
          <p:nvPr/>
        </p:nvGrpSpPr>
        <p:grpSpPr>
          <a:xfrm>
            <a:off x="3417981" y="2143759"/>
            <a:ext cx="1652173" cy="391517"/>
            <a:chOff x="3512551" y="2358270"/>
            <a:chExt cx="1597383" cy="378533"/>
          </a:xfrm>
        </p:grpSpPr>
        <p:cxnSp>
          <p:nvCxnSpPr>
            <p:cNvPr id="4986" name="Google Shape;4986;p56"/>
            <p:cNvCxnSpPr>
              <a:stCxn id="4987" idx="6"/>
              <a:endCxn id="498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989" name="Google Shape;4989;p56"/>
            <p:cNvGrpSpPr/>
            <p:nvPr/>
          </p:nvGrpSpPr>
          <p:grpSpPr>
            <a:xfrm>
              <a:off x="3512551" y="2358270"/>
              <a:ext cx="225647" cy="307714"/>
              <a:chOff x="2182679" y="2004714"/>
              <a:chExt cx="792300" cy="1080458"/>
            </a:xfrm>
          </p:grpSpPr>
          <p:cxnSp>
            <p:nvCxnSpPr>
              <p:cNvPr id="4990" name="Google Shape;4990;p56"/>
              <p:cNvCxnSpPr>
                <a:stCxn id="499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87" name="Google Shape;4987;p56"/>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6"/>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6"/>
            <p:cNvGrpSpPr/>
            <p:nvPr/>
          </p:nvGrpSpPr>
          <p:grpSpPr>
            <a:xfrm>
              <a:off x="3969644" y="2440153"/>
              <a:ext cx="225853" cy="296651"/>
              <a:chOff x="3775710" y="1729289"/>
              <a:chExt cx="136500" cy="179289"/>
            </a:xfrm>
          </p:grpSpPr>
          <p:cxnSp>
            <p:nvCxnSpPr>
              <p:cNvPr id="4993" name="Google Shape;4993;p56"/>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994" name="Google Shape;4994;p56"/>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6"/>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6" name="Google Shape;4996;p56"/>
            <p:cNvGrpSpPr/>
            <p:nvPr/>
          </p:nvGrpSpPr>
          <p:grpSpPr>
            <a:xfrm>
              <a:off x="4427051" y="2358270"/>
              <a:ext cx="225647" cy="307714"/>
              <a:chOff x="5393704" y="2004714"/>
              <a:chExt cx="792300" cy="1080458"/>
            </a:xfrm>
          </p:grpSpPr>
          <p:cxnSp>
            <p:nvCxnSpPr>
              <p:cNvPr id="4997" name="Google Shape;4997;p56"/>
              <p:cNvCxnSpPr>
                <a:stCxn id="499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999" name="Google Shape;4999;p56"/>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6"/>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0" name="Google Shape;5000;p56"/>
            <p:cNvGrpSpPr/>
            <p:nvPr/>
          </p:nvGrpSpPr>
          <p:grpSpPr>
            <a:xfrm>
              <a:off x="4884287" y="2440252"/>
              <a:ext cx="225647" cy="296532"/>
              <a:chOff x="6999166" y="2292572"/>
              <a:chExt cx="792300" cy="1041192"/>
            </a:xfrm>
          </p:grpSpPr>
          <p:cxnSp>
            <p:nvCxnSpPr>
              <p:cNvPr id="5001" name="Google Shape;5001;p56"/>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988" name="Google Shape;4988;p56"/>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6"/>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03" name="Google Shape;5003;p56"/>
          <p:cNvGrpSpPr/>
          <p:nvPr/>
        </p:nvGrpSpPr>
        <p:grpSpPr>
          <a:xfrm>
            <a:off x="6838789" y="979959"/>
            <a:ext cx="1581844" cy="732818"/>
            <a:chOff x="634175" y="2986275"/>
            <a:chExt cx="3147949" cy="1458344"/>
          </a:xfrm>
        </p:grpSpPr>
        <p:cxnSp>
          <p:nvCxnSpPr>
            <p:cNvPr id="5004" name="Google Shape;5004;p56"/>
            <p:cNvCxnSpPr>
              <a:stCxn id="5005" idx="4"/>
              <a:endCxn id="500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007" name="Google Shape;5007;p56"/>
            <p:cNvCxnSpPr>
              <a:stCxn id="5006" idx="0"/>
              <a:endCxn id="500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09" name="Google Shape;5009;p56"/>
            <p:cNvCxnSpPr>
              <a:stCxn id="5008" idx="4"/>
              <a:endCxn id="501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011" name="Google Shape;5011;p56"/>
            <p:cNvCxnSpPr>
              <a:stCxn id="5010" idx="0"/>
              <a:endCxn id="501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012" name="Google Shape;5012;p56"/>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8" name="Google Shape;5008;p56"/>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5" name="Google Shape;5005;p56"/>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10" name="Google Shape;5010;p56"/>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006" name="Google Shape;5006;p56"/>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013" name="Google Shape;5013;p56"/>
          <p:cNvGrpSpPr/>
          <p:nvPr/>
        </p:nvGrpSpPr>
        <p:grpSpPr>
          <a:xfrm>
            <a:off x="3406504" y="2674269"/>
            <a:ext cx="1675128" cy="313674"/>
            <a:chOff x="998425" y="1182125"/>
            <a:chExt cx="1065400" cy="199500"/>
          </a:xfrm>
        </p:grpSpPr>
        <p:sp>
          <p:nvSpPr>
            <p:cNvPr id="5014" name="Google Shape;5014;p5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9" name="Google Shape;5019;p56"/>
          <p:cNvGrpSpPr/>
          <p:nvPr/>
        </p:nvGrpSpPr>
        <p:grpSpPr>
          <a:xfrm>
            <a:off x="3406503" y="3630235"/>
            <a:ext cx="1675129" cy="525345"/>
            <a:chOff x="5194708" y="3484366"/>
            <a:chExt cx="3148148" cy="987304"/>
          </a:xfrm>
        </p:grpSpPr>
        <p:grpSp>
          <p:nvGrpSpPr>
            <p:cNvPr id="5020" name="Google Shape;5020;p56"/>
            <p:cNvGrpSpPr/>
            <p:nvPr/>
          </p:nvGrpSpPr>
          <p:grpSpPr>
            <a:xfrm>
              <a:off x="7531521" y="3484366"/>
              <a:ext cx="811335" cy="987304"/>
              <a:chOff x="3379425" y="1617275"/>
              <a:chExt cx="1090650" cy="1327200"/>
            </a:xfrm>
          </p:grpSpPr>
          <p:sp>
            <p:nvSpPr>
              <p:cNvPr id="5021" name="Google Shape;5021;p5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6"/>
            <p:cNvGrpSpPr/>
            <p:nvPr/>
          </p:nvGrpSpPr>
          <p:grpSpPr>
            <a:xfrm>
              <a:off x="6752546" y="3484366"/>
              <a:ext cx="811428" cy="987304"/>
              <a:chOff x="2332275" y="1617275"/>
              <a:chExt cx="1090775" cy="1327200"/>
            </a:xfrm>
          </p:grpSpPr>
          <p:sp>
            <p:nvSpPr>
              <p:cNvPr id="5025" name="Google Shape;5025;p5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8" name="Google Shape;5028;p56"/>
            <p:cNvGrpSpPr/>
            <p:nvPr/>
          </p:nvGrpSpPr>
          <p:grpSpPr>
            <a:xfrm>
              <a:off x="5973664" y="3484366"/>
              <a:ext cx="811335" cy="987304"/>
              <a:chOff x="1285250" y="1617275"/>
              <a:chExt cx="1090650" cy="1327200"/>
            </a:xfrm>
          </p:grpSpPr>
          <p:sp>
            <p:nvSpPr>
              <p:cNvPr id="5029" name="Google Shape;5029;p5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2" name="Google Shape;5032;p56"/>
            <p:cNvGrpSpPr/>
            <p:nvPr/>
          </p:nvGrpSpPr>
          <p:grpSpPr>
            <a:xfrm>
              <a:off x="5194708" y="3484366"/>
              <a:ext cx="811409" cy="987304"/>
              <a:chOff x="238125" y="1617275"/>
              <a:chExt cx="1090750" cy="1327200"/>
            </a:xfrm>
          </p:grpSpPr>
          <p:sp>
            <p:nvSpPr>
              <p:cNvPr id="5033" name="Google Shape;5033;p5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36" name="Google Shape;5036;p56"/>
          <p:cNvGrpSpPr/>
          <p:nvPr/>
        </p:nvGrpSpPr>
        <p:grpSpPr>
          <a:xfrm>
            <a:off x="6840188" y="2276124"/>
            <a:ext cx="1579046" cy="522230"/>
            <a:chOff x="6853641" y="2534077"/>
            <a:chExt cx="1515545" cy="501229"/>
          </a:xfrm>
        </p:grpSpPr>
        <p:grpSp>
          <p:nvGrpSpPr>
            <p:cNvPr id="5037" name="Google Shape;5037;p56"/>
            <p:cNvGrpSpPr/>
            <p:nvPr/>
          </p:nvGrpSpPr>
          <p:grpSpPr>
            <a:xfrm>
              <a:off x="6853641" y="2618923"/>
              <a:ext cx="1515545" cy="324556"/>
              <a:chOff x="6853641" y="2618923"/>
              <a:chExt cx="1515545" cy="324556"/>
            </a:xfrm>
          </p:grpSpPr>
          <p:sp>
            <p:nvSpPr>
              <p:cNvPr id="5038" name="Google Shape;5038;p56"/>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6"/>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6"/>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6"/>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6"/>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43" name="Google Shape;5043;p56"/>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6"/>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6"/>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6"/>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6"/>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6"/>
          <p:cNvGrpSpPr/>
          <p:nvPr/>
        </p:nvGrpSpPr>
        <p:grpSpPr>
          <a:xfrm>
            <a:off x="3435080" y="3151165"/>
            <a:ext cx="1617976" cy="346616"/>
            <a:chOff x="1808063" y="4294338"/>
            <a:chExt cx="3370782" cy="721817"/>
          </a:xfrm>
        </p:grpSpPr>
        <p:sp>
          <p:nvSpPr>
            <p:cNvPr id="5049" name="Google Shape;5049;p5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9" name="Google Shape;5059;p56"/>
          <p:cNvGrpSpPr/>
          <p:nvPr/>
        </p:nvGrpSpPr>
        <p:grpSpPr>
          <a:xfrm>
            <a:off x="5261076" y="3817915"/>
            <a:ext cx="1417067" cy="350605"/>
            <a:chOff x="4234950" y="2101012"/>
            <a:chExt cx="4219974" cy="1044090"/>
          </a:xfrm>
        </p:grpSpPr>
        <p:sp>
          <p:nvSpPr>
            <p:cNvPr id="5060" name="Google Shape;5060;p56"/>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6"/>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6"/>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6"/>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6"/>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6"/>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6"/>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6"/>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6"/>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6"/>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6"/>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6"/>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6"/>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6"/>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6"/>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6"/>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6" name="Google Shape;5076;p56"/>
          <p:cNvGrpSpPr/>
          <p:nvPr/>
        </p:nvGrpSpPr>
        <p:grpSpPr>
          <a:xfrm>
            <a:off x="6836548" y="1808672"/>
            <a:ext cx="1586327" cy="371557"/>
            <a:chOff x="1247650" y="2075423"/>
            <a:chExt cx="6648477" cy="1557238"/>
          </a:xfrm>
        </p:grpSpPr>
        <p:sp>
          <p:nvSpPr>
            <p:cNvPr id="5077" name="Google Shape;5077;p5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56"/>
          <p:cNvGrpSpPr/>
          <p:nvPr/>
        </p:nvGrpSpPr>
        <p:grpSpPr>
          <a:xfrm>
            <a:off x="5267818" y="961862"/>
            <a:ext cx="1415601" cy="1648533"/>
            <a:chOff x="1839112" y="2209163"/>
            <a:chExt cx="1918159" cy="2233784"/>
          </a:xfrm>
        </p:grpSpPr>
        <p:sp>
          <p:nvSpPr>
            <p:cNvPr id="5084" name="Google Shape;5084;p56"/>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6"/>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6"/>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87" name="Google Shape;5087;p56"/>
            <p:cNvCxnSpPr>
              <a:stCxn id="5084" idx="6"/>
              <a:endCxn id="508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88" name="Google Shape;5088;p56"/>
            <p:cNvCxnSpPr>
              <a:stCxn id="5085" idx="4"/>
              <a:endCxn id="508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090" name="Google Shape;5090;p56"/>
            <p:cNvCxnSpPr>
              <a:stCxn id="5089" idx="6"/>
              <a:endCxn id="508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091" name="Google Shape;5091;p56"/>
            <p:cNvCxnSpPr>
              <a:stCxn id="5086" idx="4"/>
              <a:endCxn id="509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089" name="Google Shape;5089;p56"/>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6"/>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6"/>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94" name="Google Shape;5094;p56"/>
            <p:cNvCxnSpPr>
              <a:endCxn id="509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095" name="Google Shape;5095;p56"/>
          <p:cNvGrpSpPr/>
          <p:nvPr/>
        </p:nvGrpSpPr>
        <p:grpSpPr>
          <a:xfrm>
            <a:off x="3425084" y="979946"/>
            <a:ext cx="1637968" cy="154942"/>
            <a:chOff x="238125" y="2506075"/>
            <a:chExt cx="7115411" cy="673075"/>
          </a:xfrm>
        </p:grpSpPr>
        <p:sp>
          <p:nvSpPr>
            <p:cNvPr id="5096" name="Google Shape;5096;p5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1" name="Google Shape;5101;p56"/>
          <p:cNvGrpSpPr/>
          <p:nvPr/>
        </p:nvGrpSpPr>
        <p:grpSpPr>
          <a:xfrm>
            <a:off x="1965820" y="1294664"/>
            <a:ext cx="1262932" cy="785408"/>
            <a:chOff x="548861" y="389676"/>
            <a:chExt cx="3843371" cy="2390163"/>
          </a:xfrm>
        </p:grpSpPr>
        <p:cxnSp>
          <p:nvCxnSpPr>
            <p:cNvPr id="5102" name="Google Shape;5102;p56"/>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3" name="Google Shape;5103;p56"/>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4" name="Google Shape;5104;p56"/>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105" name="Google Shape;5105;p56"/>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106" name="Google Shape;5106;p56"/>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107" name="Google Shape;5107;p56"/>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08" name="Google Shape;5108;p56"/>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109" name="Google Shape;5109;p56"/>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6"/>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6"/>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6"/>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6"/>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6"/>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5" name="Google Shape;5115;p56"/>
          <p:cNvGrpSpPr/>
          <p:nvPr/>
        </p:nvGrpSpPr>
        <p:grpSpPr>
          <a:xfrm>
            <a:off x="753952" y="2401541"/>
            <a:ext cx="1412054" cy="633562"/>
            <a:chOff x="1187400" y="2529299"/>
            <a:chExt cx="6769193" cy="2241903"/>
          </a:xfrm>
        </p:grpSpPr>
        <p:sp>
          <p:nvSpPr>
            <p:cNvPr id="5116" name="Google Shape;5116;p56"/>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117" name="Google Shape;5117;p56"/>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8" name="Google Shape;5118;p56"/>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19" name="Google Shape;5119;p56"/>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0" name="Google Shape;5120;p56"/>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1" name="Google Shape;5121;p56"/>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122" name="Google Shape;5122;p56"/>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123" name="Google Shape;5123;p56"/>
            <p:cNvCxnSpPr>
              <a:stCxn id="5116" idx="2"/>
              <a:endCxn id="511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4" name="Google Shape;5124;p56"/>
            <p:cNvCxnSpPr>
              <a:stCxn id="5118" idx="0"/>
              <a:endCxn id="511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5" name="Google Shape;5125;p56"/>
            <p:cNvCxnSpPr>
              <a:stCxn id="5118" idx="2"/>
              <a:endCxn id="512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6" name="Google Shape;5126;p56"/>
            <p:cNvCxnSpPr>
              <a:stCxn id="5119" idx="0"/>
              <a:endCxn id="511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7" name="Google Shape;5127;p56"/>
            <p:cNvCxnSpPr>
              <a:stCxn id="5117" idx="2"/>
              <a:endCxn id="512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128" name="Google Shape;5128;p56"/>
            <p:cNvCxnSpPr>
              <a:stCxn id="5121" idx="0"/>
              <a:endCxn id="511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129" name="Google Shape;5129;p56"/>
          <p:cNvGrpSpPr/>
          <p:nvPr/>
        </p:nvGrpSpPr>
        <p:grpSpPr>
          <a:xfrm>
            <a:off x="6840198" y="2894250"/>
            <a:ext cx="1579035" cy="540873"/>
            <a:chOff x="6895650" y="3126697"/>
            <a:chExt cx="1436662" cy="492105"/>
          </a:xfrm>
        </p:grpSpPr>
        <p:sp>
          <p:nvSpPr>
            <p:cNvPr id="5130" name="Google Shape;5130;p56"/>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6"/>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6"/>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6"/>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6"/>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35" name="Google Shape;5135;p56"/>
            <p:cNvGrpSpPr/>
            <p:nvPr/>
          </p:nvGrpSpPr>
          <p:grpSpPr>
            <a:xfrm>
              <a:off x="6995957" y="3335810"/>
              <a:ext cx="1230393" cy="71754"/>
              <a:chOff x="6995957" y="3287964"/>
              <a:chExt cx="1230393" cy="71754"/>
            </a:xfrm>
          </p:grpSpPr>
          <p:sp>
            <p:nvSpPr>
              <p:cNvPr id="5136" name="Google Shape;5136;p56"/>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6"/>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6"/>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6"/>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6"/>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41" name="Google Shape;5141;p56"/>
          <p:cNvGrpSpPr/>
          <p:nvPr/>
        </p:nvGrpSpPr>
        <p:grpSpPr>
          <a:xfrm>
            <a:off x="6838780" y="3531013"/>
            <a:ext cx="1581862" cy="650625"/>
            <a:chOff x="6777990" y="3710194"/>
            <a:chExt cx="1646915" cy="677382"/>
          </a:xfrm>
        </p:grpSpPr>
        <p:grpSp>
          <p:nvGrpSpPr>
            <p:cNvPr id="5142" name="Google Shape;5142;p56"/>
            <p:cNvGrpSpPr/>
            <p:nvPr/>
          </p:nvGrpSpPr>
          <p:grpSpPr>
            <a:xfrm>
              <a:off x="6777990" y="3874492"/>
              <a:ext cx="411129" cy="513083"/>
              <a:chOff x="6777990" y="3874492"/>
              <a:chExt cx="411129" cy="513083"/>
            </a:xfrm>
          </p:grpSpPr>
          <p:cxnSp>
            <p:nvCxnSpPr>
              <p:cNvPr id="5143" name="Google Shape;5143;p56"/>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4" name="Google Shape;5144;p56"/>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5" name="Google Shape;5145;p56"/>
            <p:cNvGrpSpPr/>
            <p:nvPr/>
          </p:nvGrpSpPr>
          <p:grpSpPr>
            <a:xfrm>
              <a:off x="7188425" y="3710194"/>
              <a:ext cx="411123" cy="520535"/>
              <a:chOff x="7188425" y="3710194"/>
              <a:chExt cx="411123" cy="520535"/>
            </a:xfrm>
          </p:grpSpPr>
          <p:cxnSp>
            <p:nvCxnSpPr>
              <p:cNvPr id="5146" name="Google Shape;5146;p56"/>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47" name="Google Shape;5147;p56"/>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8" name="Google Shape;5148;p56"/>
            <p:cNvGrpSpPr/>
            <p:nvPr/>
          </p:nvGrpSpPr>
          <p:grpSpPr>
            <a:xfrm>
              <a:off x="7603341" y="3874492"/>
              <a:ext cx="411474" cy="513083"/>
              <a:chOff x="7603341" y="3874492"/>
              <a:chExt cx="411474" cy="513083"/>
            </a:xfrm>
          </p:grpSpPr>
          <p:cxnSp>
            <p:nvCxnSpPr>
              <p:cNvPr id="5149" name="Google Shape;5149;p56"/>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150" name="Google Shape;5150;p56"/>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1" name="Google Shape;5151;p56"/>
            <p:cNvGrpSpPr/>
            <p:nvPr/>
          </p:nvGrpSpPr>
          <p:grpSpPr>
            <a:xfrm>
              <a:off x="8013776" y="3722847"/>
              <a:ext cx="411129" cy="507881"/>
              <a:chOff x="8013776" y="3722847"/>
              <a:chExt cx="411129" cy="507881"/>
            </a:xfrm>
          </p:grpSpPr>
          <p:cxnSp>
            <p:nvCxnSpPr>
              <p:cNvPr id="5152" name="Google Shape;5152;p56"/>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153" name="Google Shape;5153;p56"/>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54" name="Google Shape;5154;p56"/>
          <p:cNvGrpSpPr/>
          <p:nvPr/>
        </p:nvGrpSpPr>
        <p:grpSpPr>
          <a:xfrm>
            <a:off x="5258295" y="2703853"/>
            <a:ext cx="1421889" cy="1020603"/>
            <a:chOff x="5190863" y="2824811"/>
            <a:chExt cx="1544860" cy="1108869"/>
          </a:xfrm>
        </p:grpSpPr>
        <p:grpSp>
          <p:nvGrpSpPr>
            <p:cNvPr id="5155" name="Google Shape;5155;p56"/>
            <p:cNvGrpSpPr/>
            <p:nvPr/>
          </p:nvGrpSpPr>
          <p:grpSpPr>
            <a:xfrm>
              <a:off x="5938695" y="3176919"/>
              <a:ext cx="685761" cy="404739"/>
              <a:chOff x="5938695" y="3176919"/>
              <a:chExt cx="685761" cy="404739"/>
            </a:xfrm>
          </p:grpSpPr>
          <p:grpSp>
            <p:nvGrpSpPr>
              <p:cNvPr id="5156" name="Google Shape;5156;p56"/>
              <p:cNvGrpSpPr/>
              <p:nvPr/>
            </p:nvGrpSpPr>
            <p:grpSpPr>
              <a:xfrm>
                <a:off x="5938695" y="3176919"/>
                <a:ext cx="685761" cy="404739"/>
                <a:chOff x="5938695" y="3176919"/>
                <a:chExt cx="685761" cy="404739"/>
              </a:xfrm>
            </p:grpSpPr>
            <p:sp>
              <p:nvSpPr>
                <p:cNvPr id="5157" name="Google Shape;5157;p56"/>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6"/>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59" name="Google Shape;5159;p56"/>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56"/>
            <p:cNvGrpSpPr/>
            <p:nvPr/>
          </p:nvGrpSpPr>
          <p:grpSpPr>
            <a:xfrm>
              <a:off x="5305233" y="3176835"/>
              <a:ext cx="685971" cy="404655"/>
              <a:chOff x="5305233" y="3176835"/>
              <a:chExt cx="685971" cy="404655"/>
            </a:xfrm>
          </p:grpSpPr>
          <p:grpSp>
            <p:nvGrpSpPr>
              <p:cNvPr id="5161" name="Google Shape;5161;p56"/>
              <p:cNvGrpSpPr/>
              <p:nvPr/>
            </p:nvGrpSpPr>
            <p:grpSpPr>
              <a:xfrm>
                <a:off x="5305233" y="3176835"/>
                <a:ext cx="685971" cy="404655"/>
                <a:chOff x="5305233" y="3176835"/>
                <a:chExt cx="685971" cy="404655"/>
              </a:xfrm>
            </p:grpSpPr>
            <p:sp>
              <p:nvSpPr>
                <p:cNvPr id="5162" name="Google Shape;5162;p56"/>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6"/>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4" name="Google Shape;5164;p56"/>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5" name="Google Shape;5165;p56"/>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6" name="Google Shape;5166;p56"/>
            <p:cNvGrpSpPr/>
            <p:nvPr/>
          </p:nvGrpSpPr>
          <p:grpSpPr>
            <a:xfrm>
              <a:off x="5657361" y="2824811"/>
              <a:ext cx="1078361" cy="404655"/>
              <a:chOff x="5657361" y="2824811"/>
              <a:chExt cx="1078361" cy="404655"/>
            </a:xfrm>
          </p:grpSpPr>
          <p:grpSp>
            <p:nvGrpSpPr>
              <p:cNvPr id="5167" name="Google Shape;5167;p56"/>
              <p:cNvGrpSpPr/>
              <p:nvPr/>
            </p:nvGrpSpPr>
            <p:grpSpPr>
              <a:xfrm>
                <a:off x="5657361" y="2824811"/>
                <a:ext cx="1078361" cy="404655"/>
                <a:chOff x="5657361" y="2824811"/>
                <a:chExt cx="1078361" cy="404655"/>
              </a:xfrm>
            </p:grpSpPr>
            <p:grpSp>
              <p:nvGrpSpPr>
                <p:cNvPr id="5168" name="Google Shape;5168;p56"/>
                <p:cNvGrpSpPr/>
                <p:nvPr/>
              </p:nvGrpSpPr>
              <p:grpSpPr>
                <a:xfrm>
                  <a:off x="5938485" y="2824811"/>
                  <a:ext cx="797237" cy="404655"/>
                  <a:chOff x="5938485" y="2824811"/>
                  <a:chExt cx="797237" cy="404655"/>
                </a:xfrm>
              </p:grpSpPr>
              <p:sp>
                <p:nvSpPr>
                  <p:cNvPr id="5169" name="Google Shape;5169;p56"/>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6"/>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1" name="Google Shape;5171;p56"/>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2" name="Google Shape;5172;p56"/>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3" name="Google Shape;5173;p56"/>
            <p:cNvGrpSpPr/>
            <p:nvPr/>
          </p:nvGrpSpPr>
          <p:grpSpPr>
            <a:xfrm>
              <a:off x="5190863" y="3528942"/>
              <a:ext cx="1078026" cy="404739"/>
              <a:chOff x="5190863" y="3528942"/>
              <a:chExt cx="1078026" cy="404739"/>
            </a:xfrm>
          </p:grpSpPr>
          <p:sp>
            <p:nvSpPr>
              <p:cNvPr id="5174" name="Google Shape;5174;p56"/>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5" name="Google Shape;5175;p56"/>
              <p:cNvGrpSpPr/>
              <p:nvPr/>
            </p:nvGrpSpPr>
            <p:grpSpPr>
              <a:xfrm>
                <a:off x="5190863" y="3528942"/>
                <a:ext cx="1078026" cy="404739"/>
                <a:chOff x="5190863" y="3528942"/>
                <a:chExt cx="1078026" cy="404739"/>
              </a:xfrm>
            </p:grpSpPr>
            <p:sp>
              <p:nvSpPr>
                <p:cNvPr id="5176" name="Google Shape;5176;p56"/>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6"/>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178" name="Google Shape;5178;p56"/>
          <p:cNvGrpSpPr/>
          <p:nvPr/>
        </p:nvGrpSpPr>
        <p:grpSpPr>
          <a:xfrm>
            <a:off x="724302" y="1268321"/>
            <a:ext cx="1086719" cy="879487"/>
            <a:chOff x="803162" y="1474292"/>
            <a:chExt cx="1086719" cy="879487"/>
          </a:xfrm>
        </p:grpSpPr>
        <p:grpSp>
          <p:nvGrpSpPr>
            <p:cNvPr id="5179" name="Google Shape;5179;p56"/>
            <p:cNvGrpSpPr/>
            <p:nvPr/>
          </p:nvGrpSpPr>
          <p:grpSpPr>
            <a:xfrm>
              <a:off x="803162" y="1625948"/>
              <a:ext cx="445856" cy="576579"/>
              <a:chOff x="803162" y="1625948"/>
              <a:chExt cx="445856" cy="576579"/>
            </a:xfrm>
          </p:grpSpPr>
          <p:sp>
            <p:nvSpPr>
              <p:cNvPr id="5180" name="Google Shape;5180;p56"/>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81" name="Google Shape;5181;p56"/>
              <p:cNvGrpSpPr/>
              <p:nvPr/>
            </p:nvGrpSpPr>
            <p:grpSpPr>
              <a:xfrm>
                <a:off x="1056023" y="1625948"/>
                <a:ext cx="192995" cy="576579"/>
                <a:chOff x="1056023" y="1625948"/>
                <a:chExt cx="192995" cy="576579"/>
              </a:xfrm>
            </p:grpSpPr>
            <p:sp>
              <p:nvSpPr>
                <p:cNvPr id="5182" name="Google Shape;5182;p56"/>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6"/>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6"/>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6"/>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6"/>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87" name="Google Shape;5187;p56"/>
            <p:cNvGrpSpPr/>
            <p:nvPr/>
          </p:nvGrpSpPr>
          <p:grpSpPr>
            <a:xfrm>
              <a:off x="1371406" y="1474292"/>
              <a:ext cx="518475" cy="879487"/>
              <a:chOff x="1398231" y="1474292"/>
              <a:chExt cx="518475" cy="879487"/>
            </a:xfrm>
          </p:grpSpPr>
          <p:grpSp>
            <p:nvGrpSpPr>
              <p:cNvPr id="5188" name="Google Shape;5188;p56"/>
              <p:cNvGrpSpPr/>
              <p:nvPr/>
            </p:nvGrpSpPr>
            <p:grpSpPr>
              <a:xfrm>
                <a:off x="1398231" y="1474292"/>
                <a:ext cx="518475" cy="341643"/>
                <a:chOff x="1398231" y="1474292"/>
                <a:chExt cx="518475" cy="341643"/>
              </a:xfrm>
            </p:grpSpPr>
            <p:sp>
              <p:nvSpPr>
                <p:cNvPr id="5189" name="Google Shape;5189;p56"/>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0" name="Google Shape;5190;p56"/>
                <p:cNvGrpSpPr/>
                <p:nvPr/>
              </p:nvGrpSpPr>
              <p:grpSpPr>
                <a:xfrm>
                  <a:off x="1616453" y="1474292"/>
                  <a:ext cx="300253" cy="341643"/>
                  <a:chOff x="1616453" y="1475379"/>
                  <a:chExt cx="300253" cy="341643"/>
                </a:xfrm>
              </p:grpSpPr>
              <p:sp>
                <p:nvSpPr>
                  <p:cNvPr id="5191" name="Google Shape;5191;p56"/>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6"/>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6"/>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6"/>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6"/>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6"/>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6"/>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98" name="Google Shape;5198;p56"/>
                  <p:cNvGrpSpPr/>
                  <p:nvPr/>
                </p:nvGrpSpPr>
                <p:grpSpPr>
                  <a:xfrm>
                    <a:off x="1839639" y="1475379"/>
                    <a:ext cx="77067" cy="341643"/>
                    <a:chOff x="1839639" y="1475379"/>
                    <a:chExt cx="77067" cy="341643"/>
                  </a:xfrm>
                </p:grpSpPr>
                <p:sp>
                  <p:nvSpPr>
                    <p:cNvPr id="5199" name="Google Shape;5199;p56"/>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6"/>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01" name="Google Shape;5201;p56"/>
              <p:cNvGrpSpPr/>
              <p:nvPr/>
            </p:nvGrpSpPr>
            <p:grpSpPr>
              <a:xfrm>
                <a:off x="1398451" y="2012951"/>
                <a:ext cx="518255" cy="340828"/>
                <a:chOff x="1398451" y="2012951"/>
                <a:chExt cx="518255" cy="340828"/>
              </a:xfrm>
            </p:grpSpPr>
            <p:sp>
              <p:nvSpPr>
                <p:cNvPr id="5202" name="Google Shape;5202;p56"/>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03" name="Google Shape;5203;p56"/>
                <p:cNvGrpSpPr/>
                <p:nvPr/>
              </p:nvGrpSpPr>
              <p:grpSpPr>
                <a:xfrm>
                  <a:off x="1616453" y="2012951"/>
                  <a:ext cx="300253" cy="340828"/>
                  <a:chOff x="1616453" y="2013538"/>
                  <a:chExt cx="300253" cy="340828"/>
                </a:xfrm>
              </p:grpSpPr>
              <p:sp>
                <p:nvSpPr>
                  <p:cNvPr id="5204" name="Google Shape;5204;p56"/>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6"/>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6"/>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6"/>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6"/>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6"/>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6"/>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1" name="Google Shape;5211;p56"/>
                  <p:cNvGrpSpPr/>
                  <p:nvPr/>
                </p:nvGrpSpPr>
                <p:grpSpPr>
                  <a:xfrm>
                    <a:off x="1839639" y="2013538"/>
                    <a:ext cx="77067" cy="340828"/>
                    <a:chOff x="1839639" y="2013538"/>
                    <a:chExt cx="77067" cy="340828"/>
                  </a:xfrm>
                </p:grpSpPr>
                <p:sp>
                  <p:nvSpPr>
                    <p:cNvPr id="5212" name="Google Shape;5212;p56"/>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6"/>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214" name="Google Shape;5214;p56"/>
          <p:cNvGrpSpPr/>
          <p:nvPr/>
        </p:nvGrpSpPr>
        <p:grpSpPr>
          <a:xfrm>
            <a:off x="721126" y="3399508"/>
            <a:ext cx="1368681" cy="682918"/>
            <a:chOff x="724986" y="3605478"/>
            <a:chExt cx="1368681" cy="682918"/>
          </a:xfrm>
        </p:grpSpPr>
        <p:grpSp>
          <p:nvGrpSpPr>
            <p:cNvPr id="5215" name="Google Shape;5215;p56"/>
            <p:cNvGrpSpPr/>
            <p:nvPr/>
          </p:nvGrpSpPr>
          <p:grpSpPr>
            <a:xfrm>
              <a:off x="1289102" y="3823629"/>
              <a:ext cx="240442" cy="250435"/>
              <a:chOff x="-165066" y="3843615"/>
              <a:chExt cx="221259" cy="230455"/>
            </a:xfrm>
          </p:grpSpPr>
          <p:sp>
            <p:nvSpPr>
              <p:cNvPr id="5216" name="Google Shape;5216;p56"/>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6"/>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6"/>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6"/>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6"/>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6"/>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6"/>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6"/>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6"/>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6"/>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6"/>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6"/>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6"/>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6"/>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6"/>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6"/>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6"/>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6"/>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6"/>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6"/>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6"/>
            <p:cNvGrpSpPr/>
            <p:nvPr/>
          </p:nvGrpSpPr>
          <p:grpSpPr>
            <a:xfrm>
              <a:off x="724986" y="3605478"/>
              <a:ext cx="1368681" cy="682918"/>
              <a:chOff x="724986" y="3605478"/>
              <a:chExt cx="1368681" cy="682918"/>
            </a:xfrm>
          </p:grpSpPr>
          <p:grpSp>
            <p:nvGrpSpPr>
              <p:cNvPr id="5237" name="Google Shape;5237;p56"/>
              <p:cNvGrpSpPr/>
              <p:nvPr/>
            </p:nvGrpSpPr>
            <p:grpSpPr>
              <a:xfrm>
                <a:off x="1498221" y="4047614"/>
                <a:ext cx="529172" cy="240783"/>
                <a:chOff x="1498221" y="4047614"/>
                <a:chExt cx="529172" cy="240783"/>
              </a:xfrm>
            </p:grpSpPr>
            <p:grpSp>
              <p:nvGrpSpPr>
                <p:cNvPr id="5238" name="Google Shape;5238;p56"/>
                <p:cNvGrpSpPr/>
                <p:nvPr/>
              </p:nvGrpSpPr>
              <p:grpSpPr>
                <a:xfrm>
                  <a:off x="1826655" y="4224370"/>
                  <a:ext cx="200738" cy="25631"/>
                  <a:chOff x="1826655" y="4224370"/>
                  <a:chExt cx="200738" cy="25631"/>
                </a:xfrm>
              </p:grpSpPr>
              <p:sp>
                <p:nvSpPr>
                  <p:cNvPr id="5239" name="Google Shape;5239;p56"/>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6"/>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1" name="Google Shape;5241;p56"/>
                <p:cNvGrpSpPr/>
                <p:nvPr/>
              </p:nvGrpSpPr>
              <p:grpSpPr>
                <a:xfrm>
                  <a:off x="1498221" y="4047614"/>
                  <a:ext cx="328444" cy="240783"/>
                  <a:chOff x="1498221" y="4047614"/>
                  <a:chExt cx="328444" cy="240783"/>
                </a:xfrm>
              </p:grpSpPr>
              <p:sp>
                <p:nvSpPr>
                  <p:cNvPr id="5242" name="Google Shape;5242;p56"/>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3" name="Google Shape;5243;p56"/>
                  <p:cNvGrpSpPr/>
                  <p:nvPr/>
                </p:nvGrpSpPr>
                <p:grpSpPr>
                  <a:xfrm>
                    <a:off x="1498221" y="4047614"/>
                    <a:ext cx="150566" cy="190416"/>
                    <a:chOff x="1498221" y="4047614"/>
                    <a:chExt cx="150566" cy="190416"/>
                  </a:xfrm>
                </p:grpSpPr>
                <p:sp>
                  <p:nvSpPr>
                    <p:cNvPr id="5244" name="Google Shape;5244;p56"/>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6"/>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46" name="Google Shape;5246;p56"/>
              <p:cNvGrpSpPr/>
              <p:nvPr/>
            </p:nvGrpSpPr>
            <p:grpSpPr>
              <a:xfrm>
                <a:off x="1560718" y="3800594"/>
                <a:ext cx="532948" cy="302090"/>
                <a:chOff x="1560718" y="3800594"/>
                <a:chExt cx="532948" cy="302090"/>
              </a:xfrm>
            </p:grpSpPr>
            <p:grpSp>
              <p:nvGrpSpPr>
                <p:cNvPr id="5247" name="Google Shape;5247;p56"/>
                <p:cNvGrpSpPr/>
                <p:nvPr/>
              </p:nvGrpSpPr>
              <p:grpSpPr>
                <a:xfrm>
                  <a:off x="1912179" y="3827344"/>
                  <a:ext cx="181487" cy="25631"/>
                  <a:chOff x="1912179" y="3827344"/>
                  <a:chExt cx="181487" cy="25631"/>
                </a:xfrm>
              </p:grpSpPr>
              <p:sp>
                <p:nvSpPr>
                  <p:cNvPr id="5248" name="Google Shape;5248;p56"/>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6"/>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0" name="Google Shape;5250;p56"/>
                <p:cNvGrpSpPr/>
                <p:nvPr/>
              </p:nvGrpSpPr>
              <p:grpSpPr>
                <a:xfrm>
                  <a:off x="1912179" y="4044505"/>
                  <a:ext cx="181487" cy="25622"/>
                  <a:chOff x="1912179" y="4044506"/>
                  <a:chExt cx="181487" cy="25622"/>
                </a:xfrm>
              </p:grpSpPr>
              <p:sp>
                <p:nvSpPr>
                  <p:cNvPr id="5251" name="Google Shape;5251;p56"/>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6"/>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3" name="Google Shape;5253;p56"/>
                <p:cNvGrpSpPr/>
                <p:nvPr/>
              </p:nvGrpSpPr>
              <p:grpSpPr>
                <a:xfrm>
                  <a:off x="1560718" y="3800594"/>
                  <a:ext cx="351472" cy="302090"/>
                  <a:chOff x="1560718" y="3800594"/>
                  <a:chExt cx="351472" cy="302090"/>
                </a:xfrm>
              </p:grpSpPr>
              <p:grpSp>
                <p:nvGrpSpPr>
                  <p:cNvPr id="5254" name="Google Shape;5254;p56"/>
                  <p:cNvGrpSpPr/>
                  <p:nvPr/>
                </p:nvGrpSpPr>
                <p:grpSpPr>
                  <a:xfrm>
                    <a:off x="1560718" y="3842857"/>
                    <a:ext cx="173586" cy="217131"/>
                    <a:chOff x="1560718" y="3842857"/>
                    <a:chExt cx="173586" cy="217131"/>
                  </a:xfrm>
                </p:grpSpPr>
                <p:sp>
                  <p:nvSpPr>
                    <p:cNvPr id="5255" name="Google Shape;5255;p56"/>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6"/>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6"/>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58" name="Google Shape;5258;p56"/>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6"/>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60" name="Google Shape;5260;p56"/>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61" name="Google Shape;5261;p56"/>
              <p:cNvGrpSpPr/>
              <p:nvPr/>
            </p:nvGrpSpPr>
            <p:grpSpPr>
              <a:xfrm>
                <a:off x="785350" y="3605478"/>
                <a:ext cx="535311" cy="249245"/>
                <a:chOff x="785350" y="3605478"/>
                <a:chExt cx="535311" cy="249245"/>
              </a:xfrm>
            </p:grpSpPr>
            <p:grpSp>
              <p:nvGrpSpPr>
                <p:cNvPr id="5262" name="Google Shape;5262;p56"/>
                <p:cNvGrpSpPr/>
                <p:nvPr/>
              </p:nvGrpSpPr>
              <p:grpSpPr>
                <a:xfrm>
                  <a:off x="785350" y="3605478"/>
                  <a:ext cx="376191" cy="102736"/>
                  <a:chOff x="785350" y="3605478"/>
                  <a:chExt cx="376191" cy="102736"/>
                </a:xfrm>
              </p:grpSpPr>
              <p:sp>
                <p:nvSpPr>
                  <p:cNvPr id="5263" name="Google Shape;5263;p56"/>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6"/>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6"/>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6"/>
                <p:cNvGrpSpPr/>
                <p:nvPr/>
              </p:nvGrpSpPr>
              <p:grpSpPr>
                <a:xfrm>
                  <a:off x="1161530" y="3655851"/>
                  <a:ext cx="159131" cy="198872"/>
                  <a:chOff x="1161530" y="3655851"/>
                  <a:chExt cx="159131" cy="198872"/>
                </a:xfrm>
              </p:grpSpPr>
              <p:sp>
                <p:nvSpPr>
                  <p:cNvPr id="5267" name="Google Shape;5267;p56"/>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6"/>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69" name="Google Shape;5269;p56"/>
              <p:cNvGrpSpPr/>
              <p:nvPr/>
            </p:nvGrpSpPr>
            <p:grpSpPr>
              <a:xfrm>
                <a:off x="785350" y="4047614"/>
                <a:ext cx="535311" cy="240783"/>
                <a:chOff x="785350" y="4047614"/>
                <a:chExt cx="535311" cy="240783"/>
              </a:xfrm>
            </p:grpSpPr>
            <p:grpSp>
              <p:nvGrpSpPr>
                <p:cNvPr id="5270" name="Google Shape;5270;p56"/>
                <p:cNvGrpSpPr/>
                <p:nvPr/>
              </p:nvGrpSpPr>
              <p:grpSpPr>
                <a:xfrm>
                  <a:off x="1161636" y="4047614"/>
                  <a:ext cx="159025" cy="190415"/>
                  <a:chOff x="1161636" y="4047614"/>
                  <a:chExt cx="159025" cy="190415"/>
                </a:xfrm>
              </p:grpSpPr>
              <p:sp>
                <p:nvSpPr>
                  <p:cNvPr id="5271" name="Google Shape;5271;p56"/>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6"/>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3" name="Google Shape;5273;p56"/>
                <p:cNvGrpSpPr/>
                <p:nvPr/>
              </p:nvGrpSpPr>
              <p:grpSpPr>
                <a:xfrm>
                  <a:off x="785350" y="4185661"/>
                  <a:ext cx="376191" cy="102736"/>
                  <a:chOff x="785350" y="4185661"/>
                  <a:chExt cx="376191" cy="102736"/>
                </a:xfrm>
              </p:grpSpPr>
              <p:sp>
                <p:nvSpPr>
                  <p:cNvPr id="5274" name="Google Shape;5274;p56"/>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6"/>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6"/>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77" name="Google Shape;5277;p56"/>
              <p:cNvGrpSpPr/>
              <p:nvPr/>
            </p:nvGrpSpPr>
            <p:grpSpPr>
              <a:xfrm>
                <a:off x="1501054" y="3605478"/>
                <a:ext cx="526340" cy="249240"/>
                <a:chOff x="1501054" y="3605478"/>
                <a:chExt cx="526340" cy="249240"/>
              </a:xfrm>
            </p:grpSpPr>
            <p:grpSp>
              <p:nvGrpSpPr>
                <p:cNvPr id="5278" name="Google Shape;5278;p56"/>
                <p:cNvGrpSpPr/>
                <p:nvPr/>
              </p:nvGrpSpPr>
              <p:grpSpPr>
                <a:xfrm>
                  <a:off x="1834208" y="3643867"/>
                  <a:ext cx="193185" cy="25622"/>
                  <a:chOff x="1834208" y="3643867"/>
                  <a:chExt cx="193185" cy="25622"/>
                </a:xfrm>
              </p:grpSpPr>
              <p:sp>
                <p:nvSpPr>
                  <p:cNvPr id="5279" name="Google Shape;5279;p56"/>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6"/>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1" name="Google Shape;5281;p56"/>
                <p:cNvGrpSpPr/>
                <p:nvPr/>
              </p:nvGrpSpPr>
              <p:grpSpPr>
                <a:xfrm>
                  <a:off x="1501054" y="3605478"/>
                  <a:ext cx="333165" cy="249240"/>
                  <a:chOff x="1501054" y="3605478"/>
                  <a:chExt cx="333165" cy="249240"/>
                </a:xfrm>
              </p:grpSpPr>
              <p:sp>
                <p:nvSpPr>
                  <p:cNvPr id="5282" name="Google Shape;5282;p56"/>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3" name="Google Shape;5283;p56"/>
                  <p:cNvGrpSpPr/>
                  <p:nvPr/>
                </p:nvGrpSpPr>
                <p:grpSpPr>
                  <a:xfrm>
                    <a:off x="1501054" y="3655851"/>
                    <a:ext cx="155286" cy="198867"/>
                    <a:chOff x="1501054" y="3655851"/>
                    <a:chExt cx="155286" cy="198867"/>
                  </a:xfrm>
                </p:grpSpPr>
                <p:sp>
                  <p:nvSpPr>
                    <p:cNvPr id="5284" name="Google Shape;5284;p56"/>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6"/>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86" name="Google Shape;5286;p56"/>
              <p:cNvGrpSpPr/>
              <p:nvPr/>
            </p:nvGrpSpPr>
            <p:grpSpPr>
              <a:xfrm>
                <a:off x="724986" y="3800594"/>
                <a:ext cx="532950" cy="302090"/>
                <a:chOff x="724986" y="3800594"/>
                <a:chExt cx="532950" cy="302090"/>
              </a:xfrm>
            </p:grpSpPr>
            <p:grpSp>
              <p:nvGrpSpPr>
                <p:cNvPr id="5287" name="Google Shape;5287;p56"/>
                <p:cNvGrpSpPr/>
                <p:nvPr/>
              </p:nvGrpSpPr>
              <p:grpSpPr>
                <a:xfrm>
                  <a:off x="724986" y="4044367"/>
                  <a:ext cx="181314" cy="25626"/>
                  <a:chOff x="724986" y="4044367"/>
                  <a:chExt cx="181314" cy="25626"/>
                </a:xfrm>
              </p:grpSpPr>
              <p:sp>
                <p:nvSpPr>
                  <p:cNvPr id="5288" name="Google Shape;5288;p56"/>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6"/>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0" name="Google Shape;5290;p56"/>
                <p:cNvGrpSpPr/>
                <p:nvPr/>
              </p:nvGrpSpPr>
              <p:grpSpPr>
                <a:xfrm>
                  <a:off x="906290" y="3800594"/>
                  <a:ext cx="351646" cy="302090"/>
                  <a:chOff x="906290" y="3800594"/>
                  <a:chExt cx="351646" cy="302090"/>
                </a:xfrm>
              </p:grpSpPr>
              <p:grpSp>
                <p:nvGrpSpPr>
                  <p:cNvPr id="5291" name="Google Shape;5291;p56"/>
                  <p:cNvGrpSpPr/>
                  <p:nvPr/>
                </p:nvGrpSpPr>
                <p:grpSpPr>
                  <a:xfrm>
                    <a:off x="1084172" y="3842857"/>
                    <a:ext cx="173764" cy="217131"/>
                    <a:chOff x="1084172" y="3842857"/>
                    <a:chExt cx="173764" cy="217131"/>
                  </a:xfrm>
                </p:grpSpPr>
                <p:grpSp>
                  <p:nvGrpSpPr>
                    <p:cNvPr id="5292" name="Google Shape;5292;p56"/>
                    <p:cNvGrpSpPr/>
                    <p:nvPr/>
                  </p:nvGrpSpPr>
                  <p:grpSpPr>
                    <a:xfrm>
                      <a:off x="1156862" y="3936509"/>
                      <a:ext cx="101073" cy="25622"/>
                      <a:chOff x="1156862" y="3936509"/>
                      <a:chExt cx="101073" cy="25622"/>
                    </a:xfrm>
                  </p:grpSpPr>
                  <p:sp>
                    <p:nvSpPr>
                      <p:cNvPr id="5293" name="Google Shape;5293;p56"/>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6"/>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5" name="Google Shape;5295;p56"/>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96" name="Google Shape;5296;p56"/>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6"/>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98" name="Google Shape;5298;p56"/>
                <p:cNvGrpSpPr/>
                <p:nvPr/>
              </p:nvGrpSpPr>
              <p:grpSpPr>
                <a:xfrm>
                  <a:off x="724986" y="3830189"/>
                  <a:ext cx="189533" cy="25626"/>
                  <a:chOff x="724986" y="3830189"/>
                  <a:chExt cx="189533" cy="25626"/>
                </a:xfrm>
              </p:grpSpPr>
              <p:sp>
                <p:nvSpPr>
                  <p:cNvPr id="5299" name="Google Shape;5299;p56"/>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6"/>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301" name="Google Shape;5301;p56"/>
          <p:cNvGrpSpPr/>
          <p:nvPr/>
        </p:nvGrpSpPr>
        <p:grpSpPr>
          <a:xfrm>
            <a:off x="2249438" y="2249669"/>
            <a:ext cx="948701" cy="935378"/>
            <a:chOff x="2253298" y="2428317"/>
            <a:chExt cx="948701" cy="935378"/>
          </a:xfrm>
        </p:grpSpPr>
        <p:sp>
          <p:nvSpPr>
            <p:cNvPr id="5302" name="Google Shape;5302;p56"/>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6"/>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6"/>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6"/>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6"/>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6"/>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6"/>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6"/>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6"/>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6"/>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6"/>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6"/>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6"/>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6"/>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6"/>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6"/>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6"/>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6"/>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6"/>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6"/>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6"/>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6"/>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6"/>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6"/>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6"/>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6"/>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6"/>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6"/>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6"/>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6"/>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6"/>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6"/>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6"/>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38"/>
        <p:cNvGrpSpPr/>
        <p:nvPr/>
      </p:nvGrpSpPr>
      <p:grpSpPr>
        <a:xfrm>
          <a:off x="0" y="0"/>
          <a:ext cx="0" cy="0"/>
          <a:chOff x="0" y="0"/>
          <a:chExt cx="0" cy="0"/>
        </a:xfrm>
      </p:grpSpPr>
      <p:graphicFrame>
        <p:nvGraphicFramePr>
          <p:cNvPr id="5339" name="Google Shape;5339;p57"/>
          <p:cNvGraphicFramePr/>
          <p:nvPr/>
        </p:nvGraphicFramePr>
        <p:xfrm>
          <a:off x="3342575" y="2130461"/>
          <a:ext cx="2363400" cy="868575"/>
        </p:xfrm>
        <a:graphic>
          <a:graphicData uri="http://schemas.openxmlformats.org/drawingml/2006/table">
            <a:tbl>
              <a:tblPr>
                <a:noFill/>
                <a:tableStyleId>{C45671E9-3E22-431C-94F4-C79F7631B32A}</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340" name="Google Shape;5340;p57"/>
          <p:cNvGrpSpPr/>
          <p:nvPr/>
        </p:nvGrpSpPr>
        <p:grpSpPr>
          <a:xfrm>
            <a:off x="3339745" y="952988"/>
            <a:ext cx="2363393" cy="1017867"/>
            <a:chOff x="3292400" y="1219146"/>
            <a:chExt cx="2615240" cy="1110239"/>
          </a:xfrm>
        </p:grpSpPr>
        <p:sp>
          <p:nvSpPr>
            <p:cNvPr id="5341" name="Google Shape;5341;p57"/>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5342" name="Google Shape;5342;p57"/>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43" name="Google Shape;5343;p57"/>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5344" name="Google Shape;5344;p57"/>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5345" name="Google Shape;5345;p57"/>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5346" name="Google Shape;5346;p57"/>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5347" name="Google Shape;5347;p57"/>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5348" name="Google Shape;5348;p57"/>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5349" name="Google Shape;5349;p57"/>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5350" name="Google Shape;5350;p57"/>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5351" name="Google Shape;5351;p57"/>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2" name="Google Shape;5352;p57"/>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5353" name="Google Shape;5353;p57"/>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5354" name="Google Shape;5354;p57"/>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5355" name="Google Shape;5355;p57"/>
            <p:cNvGrpSpPr/>
            <p:nvPr/>
          </p:nvGrpSpPr>
          <p:grpSpPr>
            <a:xfrm>
              <a:off x="3748438" y="1378608"/>
              <a:ext cx="2159202" cy="903971"/>
              <a:chOff x="1683525" y="2179850"/>
              <a:chExt cx="4519050" cy="2134525"/>
            </a:xfrm>
          </p:grpSpPr>
          <p:sp>
            <p:nvSpPr>
              <p:cNvPr id="5356" name="Google Shape;5356;p5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7" name="Google Shape;5357;p5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8" name="Google Shape;5358;p5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59" name="Google Shape;5359;p5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0" name="Google Shape;5360;p5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1" name="Google Shape;5361;p5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2" name="Google Shape;5362;p5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3" name="Google Shape;5363;p5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4" name="Google Shape;5364;p5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5" name="Google Shape;5365;p5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6" name="Google Shape;5366;p5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5367" name="Google Shape;5367;p5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5368" name="Google Shape;5368;p57"/>
          <p:cNvGraphicFramePr/>
          <p:nvPr/>
        </p:nvGraphicFramePr>
        <p:xfrm>
          <a:off x="5935838" y="2130461"/>
          <a:ext cx="2491300" cy="868600"/>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369" name="Google Shape;5369;p57"/>
          <p:cNvGrpSpPr/>
          <p:nvPr/>
        </p:nvGrpSpPr>
        <p:grpSpPr>
          <a:xfrm>
            <a:off x="5910045" y="3189058"/>
            <a:ext cx="2522867" cy="1001454"/>
            <a:chOff x="1904318" y="789980"/>
            <a:chExt cx="1489472" cy="606868"/>
          </a:xfrm>
        </p:grpSpPr>
        <p:cxnSp>
          <p:nvCxnSpPr>
            <p:cNvPr id="5370" name="Google Shape;5370;p5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1" name="Google Shape;5371;p5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372" name="Google Shape;5372;p5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373" name="Google Shape;5373;p57"/>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5374" name="Google Shape;5374;p57"/>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5375" name="Google Shape;5375;p57"/>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5376" name="Google Shape;5376;p57"/>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5377" name="Google Shape;5377;p5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5384" name="Google Shape;5384;p57"/>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5385" name="Google Shape;5385;p57"/>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5386" name="Google Shape;5386;p5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7" name="Google Shape;5387;p57"/>
          <p:cNvGrpSpPr/>
          <p:nvPr/>
        </p:nvGrpSpPr>
        <p:grpSpPr>
          <a:xfrm>
            <a:off x="712562" y="998017"/>
            <a:ext cx="2394370" cy="976502"/>
            <a:chOff x="749309" y="1112739"/>
            <a:chExt cx="2371603" cy="976502"/>
          </a:xfrm>
        </p:grpSpPr>
        <p:sp>
          <p:nvSpPr>
            <p:cNvPr id="5388" name="Google Shape;5388;p57"/>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420" name="Google Shape;5420;p57"/>
          <p:cNvGraphicFramePr/>
          <p:nvPr/>
        </p:nvGraphicFramePr>
        <p:xfrm>
          <a:off x="5935863" y="996311"/>
          <a:ext cx="2491300" cy="976425"/>
        </p:xfrm>
        <a:graphic>
          <a:graphicData uri="http://schemas.openxmlformats.org/drawingml/2006/table">
            <a:tbl>
              <a:tblPr>
                <a:noFill/>
                <a:tableStyleId>{C45671E9-3E22-431C-94F4-C79F7631B32A}</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pSp>
        <p:nvGrpSpPr>
          <p:cNvPr id="5421" name="Google Shape;5421;p57"/>
          <p:cNvGrpSpPr/>
          <p:nvPr/>
        </p:nvGrpSpPr>
        <p:grpSpPr>
          <a:xfrm>
            <a:off x="4086505" y="2517104"/>
            <a:ext cx="1517436" cy="74460"/>
            <a:chOff x="3980086" y="2804397"/>
            <a:chExt cx="1227600" cy="66900"/>
          </a:xfrm>
        </p:grpSpPr>
        <p:sp>
          <p:nvSpPr>
            <p:cNvPr id="5422" name="Google Shape;5422;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4" name="Google Shape;5424;p57"/>
          <p:cNvGrpSpPr/>
          <p:nvPr/>
        </p:nvGrpSpPr>
        <p:grpSpPr>
          <a:xfrm>
            <a:off x="4711569" y="2809692"/>
            <a:ext cx="892956" cy="74460"/>
            <a:chOff x="3980086" y="2804397"/>
            <a:chExt cx="1227600" cy="66900"/>
          </a:xfrm>
        </p:grpSpPr>
        <p:sp>
          <p:nvSpPr>
            <p:cNvPr id="5425" name="Google Shape;5425;p57"/>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7" name="Google Shape;5427;p57"/>
          <p:cNvGrpSpPr/>
          <p:nvPr/>
        </p:nvGrpSpPr>
        <p:grpSpPr>
          <a:xfrm>
            <a:off x="3344661" y="3168575"/>
            <a:ext cx="2363244" cy="1005943"/>
            <a:chOff x="3358415" y="3361302"/>
            <a:chExt cx="2363244" cy="1024695"/>
          </a:xfrm>
        </p:grpSpPr>
        <p:grpSp>
          <p:nvGrpSpPr>
            <p:cNvPr id="5428" name="Google Shape;5428;p57"/>
            <p:cNvGrpSpPr/>
            <p:nvPr/>
          </p:nvGrpSpPr>
          <p:grpSpPr>
            <a:xfrm>
              <a:off x="3358415" y="3361302"/>
              <a:ext cx="441300" cy="1024695"/>
              <a:chOff x="3358415" y="3361302"/>
              <a:chExt cx="441300" cy="1024695"/>
            </a:xfrm>
          </p:grpSpPr>
          <p:sp>
            <p:nvSpPr>
              <p:cNvPr id="5429" name="Google Shape;5429;p57"/>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57"/>
            <p:cNvGrpSpPr/>
            <p:nvPr/>
          </p:nvGrpSpPr>
          <p:grpSpPr>
            <a:xfrm>
              <a:off x="3838901" y="3361302"/>
              <a:ext cx="441300" cy="1024695"/>
              <a:chOff x="3838901" y="3361302"/>
              <a:chExt cx="441300" cy="1024695"/>
            </a:xfrm>
          </p:grpSpPr>
          <p:sp>
            <p:nvSpPr>
              <p:cNvPr id="5436" name="Google Shape;5436;p57"/>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2" name="Google Shape;5442;p57"/>
            <p:cNvGrpSpPr/>
            <p:nvPr/>
          </p:nvGrpSpPr>
          <p:grpSpPr>
            <a:xfrm>
              <a:off x="4319387" y="3361302"/>
              <a:ext cx="441300" cy="1024695"/>
              <a:chOff x="4319387" y="3361302"/>
              <a:chExt cx="441300" cy="1024695"/>
            </a:xfrm>
          </p:grpSpPr>
          <p:sp>
            <p:nvSpPr>
              <p:cNvPr id="5443" name="Google Shape;5443;p57"/>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9" name="Google Shape;5449;p57"/>
            <p:cNvGrpSpPr/>
            <p:nvPr/>
          </p:nvGrpSpPr>
          <p:grpSpPr>
            <a:xfrm>
              <a:off x="4799873" y="3361302"/>
              <a:ext cx="441300" cy="1024695"/>
              <a:chOff x="4799873" y="3361302"/>
              <a:chExt cx="441300" cy="1024695"/>
            </a:xfrm>
          </p:grpSpPr>
          <p:sp>
            <p:nvSpPr>
              <p:cNvPr id="5450" name="Google Shape;5450;p57"/>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6" name="Google Shape;5456;p57"/>
            <p:cNvGrpSpPr/>
            <p:nvPr/>
          </p:nvGrpSpPr>
          <p:grpSpPr>
            <a:xfrm>
              <a:off x="5280360" y="3361302"/>
              <a:ext cx="441300" cy="1024695"/>
              <a:chOff x="5280360" y="3361302"/>
              <a:chExt cx="441300" cy="1024695"/>
            </a:xfrm>
          </p:grpSpPr>
          <p:sp>
            <p:nvSpPr>
              <p:cNvPr id="5457" name="Google Shape;5457;p57"/>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463" name="Google Shape;5463;p57"/>
          <p:cNvGraphicFramePr/>
          <p:nvPr/>
        </p:nvGraphicFramePr>
        <p:xfrm>
          <a:off x="711088" y="2130461"/>
          <a:ext cx="2403600" cy="881400"/>
        </p:xfrm>
        <a:graphic>
          <a:graphicData uri="http://schemas.openxmlformats.org/drawingml/2006/table">
            <a:tbl>
              <a:tblPr>
                <a:noFill/>
                <a:tableStyleId>{C45671E9-3E22-431C-94F4-C79F7631B32A}</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464" name="Google Shape;5464;p57"/>
          <p:cNvGrpSpPr/>
          <p:nvPr/>
        </p:nvGrpSpPr>
        <p:grpSpPr>
          <a:xfrm>
            <a:off x="712613" y="3180186"/>
            <a:ext cx="2403614" cy="1005900"/>
            <a:chOff x="726450" y="3372825"/>
            <a:chExt cx="2403614" cy="1005900"/>
          </a:xfrm>
        </p:grpSpPr>
        <p:grpSp>
          <p:nvGrpSpPr>
            <p:cNvPr id="5465" name="Google Shape;5465;p57"/>
            <p:cNvGrpSpPr/>
            <p:nvPr/>
          </p:nvGrpSpPr>
          <p:grpSpPr>
            <a:xfrm>
              <a:off x="726450" y="3696000"/>
              <a:ext cx="2403614" cy="500898"/>
              <a:chOff x="726450" y="3696000"/>
              <a:chExt cx="2403614" cy="500898"/>
            </a:xfrm>
          </p:grpSpPr>
          <p:sp>
            <p:nvSpPr>
              <p:cNvPr id="5466" name="Google Shape;5466;p57"/>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67" name="Google Shape;5467;p57"/>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68" name="Google Shape;5468;p57"/>
            <p:cNvGrpSpPr/>
            <p:nvPr/>
          </p:nvGrpSpPr>
          <p:grpSpPr>
            <a:xfrm>
              <a:off x="1348050" y="3372825"/>
              <a:ext cx="1720425" cy="1005900"/>
              <a:chOff x="1348050" y="3372825"/>
              <a:chExt cx="1720425" cy="1005900"/>
            </a:xfrm>
          </p:grpSpPr>
          <p:sp>
            <p:nvSpPr>
              <p:cNvPr id="5469" name="Google Shape;5469;p57"/>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0" name="Google Shape;5470;p57"/>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1" name="Google Shape;5471;p57"/>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2" name="Google Shape;5472;p57"/>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473" name="Google Shape;5473;p57"/>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474" name="Google Shape;5474;p57"/>
            <p:cNvGrpSpPr/>
            <p:nvPr/>
          </p:nvGrpSpPr>
          <p:grpSpPr>
            <a:xfrm>
              <a:off x="1455707" y="3731058"/>
              <a:ext cx="1491150" cy="417657"/>
              <a:chOff x="1455707" y="3731058"/>
              <a:chExt cx="1491150" cy="417657"/>
            </a:xfrm>
          </p:grpSpPr>
          <p:grpSp>
            <p:nvGrpSpPr>
              <p:cNvPr id="5475" name="Google Shape;5475;p57"/>
              <p:cNvGrpSpPr/>
              <p:nvPr/>
            </p:nvGrpSpPr>
            <p:grpSpPr>
              <a:xfrm>
                <a:off x="1472938" y="3745828"/>
                <a:ext cx="72126" cy="53788"/>
                <a:chOff x="1472938" y="3745828"/>
                <a:chExt cx="72126" cy="53788"/>
              </a:xfrm>
            </p:grpSpPr>
            <p:sp>
              <p:nvSpPr>
                <p:cNvPr id="5476" name="Google Shape;5476;p57"/>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57"/>
              <p:cNvGrpSpPr/>
              <p:nvPr/>
            </p:nvGrpSpPr>
            <p:grpSpPr>
              <a:xfrm>
                <a:off x="1819181" y="4089633"/>
                <a:ext cx="72126" cy="53788"/>
                <a:chOff x="1819181" y="4089633"/>
                <a:chExt cx="72126" cy="53788"/>
              </a:xfrm>
            </p:grpSpPr>
            <p:sp>
              <p:nvSpPr>
                <p:cNvPr id="5479" name="Google Shape;5479;p57"/>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57"/>
              <p:cNvGrpSpPr/>
              <p:nvPr/>
            </p:nvGrpSpPr>
            <p:grpSpPr>
              <a:xfrm>
                <a:off x="1455707" y="4084171"/>
                <a:ext cx="64321" cy="64544"/>
                <a:chOff x="1455707" y="4084171"/>
                <a:chExt cx="64321" cy="64544"/>
              </a:xfrm>
            </p:grpSpPr>
            <p:sp>
              <p:nvSpPr>
                <p:cNvPr id="5482" name="Google Shape;5482;p57"/>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4" name="Google Shape;5484;p57"/>
              <p:cNvGrpSpPr/>
              <p:nvPr/>
            </p:nvGrpSpPr>
            <p:grpSpPr>
              <a:xfrm>
                <a:off x="1818610" y="3731058"/>
                <a:ext cx="64321" cy="64544"/>
                <a:chOff x="1818610" y="3731058"/>
                <a:chExt cx="64321" cy="64544"/>
              </a:xfrm>
            </p:grpSpPr>
            <p:sp>
              <p:nvSpPr>
                <p:cNvPr id="5485" name="Google Shape;5485;p57"/>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7" name="Google Shape;5487;p57"/>
              <p:cNvGrpSpPr/>
              <p:nvPr/>
            </p:nvGrpSpPr>
            <p:grpSpPr>
              <a:xfrm>
                <a:off x="2172491" y="4089633"/>
                <a:ext cx="72126" cy="53788"/>
                <a:chOff x="2172491" y="4089633"/>
                <a:chExt cx="72126" cy="53788"/>
              </a:xfrm>
            </p:grpSpPr>
            <p:sp>
              <p:nvSpPr>
                <p:cNvPr id="5488" name="Google Shape;5488;p57"/>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0" name="Google Shape;5490;p57"/>
              <p:cNvGrpSpPr/>
              <p:nvPr/>
            </p:nvGrpSpPr>
            <p:grpSpPr>
              <a:xfrm>
                <a:off x="2171920" y="3731058"/>
                <a:ext cx="64321" cy="64544"/>
                <a:chOff x="2171920" y="3731058"/>
                <a:chExt cx="64321" cy="64544"/>
              </a:xfrm>
            </p:grpSpPr>
            <p:sp>
              <p:nvSpPr>
                <p:cNvPr id="5491" name="Google Shape;5491;p57"/>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3" name="Google Shape;5493;p57"/>
              <p:cNvGrpSpPr/>
              <p:nvPr/>
            </p:nvGrpSpPr>
            <p:grpSpPr>
              <a:xfrm>
                <a:off x="2874730" y="3745828"/>
                <a:ext cx="72126" cy="53788"/>
                <a:chOff x="2874730" y="3745828"/>
                <a:chExt cx="72126" cy="53788"/>
              </a:xfrm>
            </p:grpSpPr>
            <p:sp>
              <p:nvSpPr>
                <p:cNvPr id="5494" name="Google Shape;5494;p57"/>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6" name="Google Shape;5496;p57"/>
              <p:cNvGrpSpPr/>
              <p:nvPr/>
            </p:nvGrpSpPr>
            <p:grpSpPr>
              <a:xfrm>
                <a:off x="2878589" y="4081481"/>
                <a:ext cx="64321" cy="64544"/>
                <a:chOff x="2878589" y="4081481"/>
                <a:chExt cx="64321" cy="64544"/>
              </a:xfrm>
            </p:grpSpPr>
            <p:sp>
              <p:nvSpPr>
                <p:cNvPr id="5497" name="Google Shape;5497;p57"/>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9" name="Google Shape;5499;p57"/>
              <p:cNvGrpSpPr/>
              <p:nvPr/>
            </p:nvGrpSpPr>
            <p:grpSpPr>
              <a:xfrm>
                <a:off x="2525796" y="4089633"/>
                <a:ext cx="72126" cy="53788"/>
                <a:chOff x="2525796" y="4089633"/>
                <a:chExt cx="72126" cy="53788"/>
              </a:xfrm>
            </p:grpSpPr>
            <p:sp>
              <p:nvSpPr>
                <p:cNvPr id="5500" name="Google Shape;5500;p57"/>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2" name="Google Shape;5502;p57"/>
              <p:cNvGrpSpPr/>
              <p:nvPr/>
            </p:nvGrpSpPr>
            <p:grpSpPr>
              <a:xfrm>
                <a:off x="2525225" y="3731058"/>
                <a:ext cx="64321" cy="64544"/>
                <a:chOff x="2525225" y="3731058"/>
                <a:chExt cx="64321" cy="64544"/>
              </a:xfrm>
            </p:grpSpPr>
            <p:sp>
              <p:nvSpPr>
                <p:cNvPr id="5503" name="Google Shape;5503;p57"/>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508"/>
        <p:cNvGrpSpPr/>
        <p:nvPr/>
      </p:nvGrpSpPr>
      <p:grpSpPr>
        <a:xfrm>
          <a:off x="0" y="0"/>
          <a:ext cx="0" cy="0"/>
          <a:chOff x="0" y="0"/>
          <a:chExt cx="0" cy="0"/>
        </a:xfrm>
      </p:grpSpPr>
      <p:grpSp>
        <p:nvGrpSpPr>
          <p:cNvPr id="5509" name="Google Shape;5509;p58"/>
          <p:cNvGrpSpPr/>
          <p:nvPr/>
        </p:nvGrpSpPr>
        <p:grpSpPr>
          <a:xfrm>
            <a:off x="716996" y="971307"/>
            <a:ext cx="845921" cy="690752"/>
            <a:chOff x="732428" y="1198513"/>
            <a:chExt cx="845921" cy="690752"/>
          </a:xfrm>
        </p:grpSpPr>
        <p:grpSp>
          <p:nvGrpSpPr>
            <p:cNvPr id="5510" name="Google Shape;5510;p58"/>
            <p:cNvGrpSpPr/>
            <p:nvPr/>
          </p:nvGrpSpPr>
          <p:grpSpPr>
            <a:xfrm>
              <a:off x="823030" y="1198513"/>
              <a:ext cx="755319" cy="690752"/>
              <a:chOff x="823030" y="1198513"/>
              <a:chExt cx="755319" cy="690752"/>
            </a:xfrm>
          </p:grpSpPr>
          <p:sp>
            <p:nvSpPr>
              <p:cNvPr id="5511" name="Google Shape;5511;p58"/>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8"/>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8"/>
            <p:cNvGrpSpPr/>
            <p:nvPr/>
          </p:nvGrpSpPr>
          <p:grpSpPr>
            <a:xfrm>
              <a:off x="732428" y="1239937"/>
              <a:ext cx="739912" cy="607886"/>
              <a:chOff x="732428" y="1239937"/>
              <a:chExt cx="739912" cy="607886"/>
            </a:xfrm>
          </p:grpSpPr>
          <p:sp>
            <p:nvSpPr>
              <p:cNvPr id="5514" name="Google Shape;5514;p58"/>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8"/>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58"/>
            <p:cNvGrpSpPr/>
            <p:nvPr/>
          </p:nvGrpSpPr>
          <p:grpSpPr>
            <a:xfrm>
              <a:off x="732428" y="1277018"/>
              <a:ext cx="702832" cy="533758"/>
              <a:chOff x="732428" y="1277018"/>
              <a:chExt cx="702832" cy="533758"/>
            </a:xfrm>
          </p:grpSpPr>
          <p:sp>
            <p:nvSpPr>
              <p:cNvPr id="5517" name="Google Shape;5517;p58"/>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8"/>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58"/>
            <p:cNvGrpSpPr/>
            <p:nvPr/>
          </p:nvGrpSpPr>
          <p:grpSpPr>
            <a:xfrm>
              <a:off x="931170" y="1306653"/>
              <a:ext cx="647179" cy="474455"/>
              <a:chOff x="931170" y="1306653"/>
              <a:chExt cx="647179" cy="474455"/>
            </a:xfrm>
          </p:grpSpPr>
          <p:sp>
            <p:nvSpPr>
              <p:cNvPr id="5520" name="Google Shape;5520;p58"/>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8"/>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2" name="Google Shape;5522;p58"/>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3" name="Google Shape;5523;p58"/>
          <p:cNvGrpSpPr/>
          <p:nvPr/>
        </p:nvGrpSpPr>
        <p:grpSpPr>
          <a:xfrm>
            <a:off x="3948605" y="971313"/>
            <a:ext cx="634656" cy="699982"/>
            <a:chOff x="5985650" y="2860025"/>
            <a:chExt cx="1396075" cy="1539775"/>
          </a:xfrm>
        </p:grpSpPr>
        <p:sp>
          <p:nvSpPr>
            <p:cNvPr id="5524" name="Google Shape;5524;p58"/>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8"/>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8"/>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8"/>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8"/>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8"/>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8"/>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8"/>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8"/>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8"/>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8"/>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8"/>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8"/>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8"/>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8"/>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8"/>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8"/>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8"/>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8"/>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8"/>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8"/>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8"/>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8"/>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8"/>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8"/>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8"/>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8"/>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8"/>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8"/>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8"/>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8"/>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8"/>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58"/>
          <p:cNvGrpSpPr/>
          <p:nvPr/>
        </p:nvGrpSpPr>
        <p:grpSpPr>
          <a:xfrm>
            <a:off x="4704254" y="971307"/>
            <a:ext cx="725845" cy="699975"/>
            <a:chOff x="4249973" y="1201875"/>
            <a:chExt cx="1958568" cy="1888762"/>
          </a:xfrm>
        </p:grpSpPr>
        <p:sp>
          <p:nvSpPr>
            <p:cNvPr id="5557" name="Google Shape;5557;p58"/>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8" name="Google Shape;5558;p58"/>
            <p:cNvGrpSpPr/>
            <p:nvPr/>
          </p:nvGrpSpPr>
          <p:grpSpPr>
            <a:xfrm>
              <a:off x="5853086" y="1789142"/>
              <a:ext cx="355454" cy="1048099"/>
              <a:chOff x="5576108" y="2016725"/>
              <a:chExt cx="565200" cy="1666560"/>
            </a:xfrm>
          </p:grpSpPr>
          <p:sp>
            <p:nvSpPr>
              <p:cNvPr id="5559" name="Google Shape;5559;p58"/>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0" name="Google Shape;5560;p5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1" name="Google Shape;5561;p58"/>
            <p:cNvGrpSpPr/>
            <p:nvPr/>
          </p:nvGrpSpPr>
          <p:grpSpPr>
            <a:xfrm>
              <a:off x="4869455" y="2691676"/>
              <a:ext cx="1013897" cy="398961"/>
              <a:chOff x="4012057" y="3451825"/>
              <a:chExt cx="1612175" cy="634379"/>
            </a:xfrm>
          </p:grpSpPr>
          <p:sp>
            <p:nvSpPr>
              <p:cNvPr id="5562" name="Google Shape;5562;p58"/>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3" name="Google Shape;5563;p5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4" name="Google Shape;5564;p58"/>
            <p:cNvGrpSpPr/>
            <p:nvPr/>
          </p:nvGrpSpPr>
          <p:grpSpPr>
            <a:xfrm>
              <a:off x="4276937" y="2155961"/>
              <a:ext cx="651965" cy="891358"/>
              <a:chOff x="3069908" y="2599997"/>
              <a:chExt cx="1036675" cy="1417328"/>
            </a:xfrm>
          </p:grpSpPr>
          <p:sp>
            <p:nvSpPr>
              <p:cNvPr id="5565" name="Google Shape;5565;p58"/>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6" name="Google Shape;5566;p5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7" name="Google Shape;5567;p58"/>
            <p:cNvGrpSpPr/>
            <p:nvPr/>
          </p:nvGrpSpPr>
          <p:grpSpPr>
            <a:xfrm>
              <a:off x="5054918" y="1201875"/>
              <a:ext cx="999548" cy="602711"/>
              <a:chOff x="4306958" y="1082925"/>
              <a:chExt cx="1589359" cy="958358"/>
            </a:xfrm>
          </p:grpSpPr>
          <p:sp>
            <p:nvSpPr>
              <p:cNvPr id="5568" name="Google Shape;5568;p58"/>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69" name="Google Shape;5569;p5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0" name="Google Shape;5570;p58"/>
            <p:cNvGrpSpPr/>
            <p:nvPr/>
          </p:nvGrpSpPr>
          <p:grpSpPr>
            <a:xfrm>
              <a:off x="4249973" y="1303451"/>
              <a:ext cx="799317" cy="841334"/>
              <a:chOff x="3027033" y="1244439"/>
              <a:chExt cx="1270977" cy="1337786"/>
            </a:xfrm>
          </p:grpSpPr>
          <p:sp>
            <p:nvSpPr>
              <p:cNvPr id="5571" name="Google Shape;5571;p58"/>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572" name="Google Shape;5572;p5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73" name="Google Shape;5573;p58"/>
          <p:cNvGrpSpPr/>
          <p:nvPr/>
        </p:nvGrpSpPr>
        <p:grpSpPr>
          <a:xfrm>
            <a:off x="4057119" y="1858087"/>
            <a:ext cx="750769" cy="683784"/>
            <a:chOff x="4204684" y="2104422"/>
            <a:chExt cx="699822" cy="637382"/>
          </a:xfrm>
        </p:grpSpPr>
        <p:grpSp>
          <p:nvGrpSpPr>
            <p:cNvPr id="5574" name="Google Shape;5574;p58"/>
            <p:cNvGrpSpPr/>
            <p:nvPr/>
          </p:nvGrpSpPr>
          <p:grpSpPr>
            <a:xfrm>
              <a:off x="4204684" y="2430067"/>
              <a:ext cx="342957" cy="311738"/>
              <a:chOff x="4204684" y="2430067"/>
              <a:chExt cx="342957" cy="311738"/>
            </a:xfrm>
          </p:grpSpPr>
          <p:sp>
            <p:nvSpPr>
              <p:cNvPr id="5575" name="Google Shape;5575;p58"/>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8"/>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7" name="Google Shape;5577;p58"/>
            <p:cNvGrpSpPr/>
            <p:nvPr/>
          </p:nvGrpSpPr>
          <p:grpSpPr>
            <a:xfrm>
              <a:off x="4561586" y="2430067"/>
              <a:ext cx="342920" cy="311738"/>
              <a:chOff x="4561586" y="2430067"/>
              <a:chExt cx="342920" cy="311738"/>
            </a:xfrm>
          </p:grpSpPr>
          <p:sp>
            <p:nvSpPr>
              <p:cNvPr id="5578" name="Google Shape;5578;p58"/>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8"/>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0" name="Google Shape;5580;p58"/>
            <p:cNvGrpSpPr/>
            <p:nvPr/>
          </p:nvGrpSpPr>
          <p:grpSpPr>
            <a:xfrm>
              <a:off x="4561586" y="2104422"/>
              <a:ext cx="342920" cy="311738"/>
              <a:chOff x="4561586" y="2104422"/>
              <a:chExt cx="342920" cy="311738"/>
            </a:xfrm>
          </p:grpSpPr>
          <p:sp>
            <p:nvSpPr>
              <p:cNvPr id="5581" name="Google Shape;5581;p58"/>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8"/>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3" name="Google Shape;5583;p58"/>
            <p:cNvGrpSpPr/>
            <p:nvPr/>
          </p:nvGrpSpPr>
          <p:grpSpPr>
            <a:xfrm>
              <a:off x="4204684" y="2104422"/>
              <a:ext cx="342957" cy="311664"/>
              <a:chOff x="4204684" y="2104422"/>
              <a:chExt cx="342957" cy="311664"/>
            </a:xfrm>
          </p:grpSpPr>
          <p:sp>
            <p:nvSpPr>
              <p:cNvPr id="5584" name="Google Shape;5584;p58"/>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8"/>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86" name="Google Shape;5586;p58"/>
          <p:cNvGrpSpPr/>
          <p:nvPr/>
        </p:nvGrpSpPr>
        <p:grpSpPr>
          <a:xfrm>
            <a:off x="5521552" y="971301"/>
            <a:ext cx="660591" cy="688867"/>
            <a:chOff x="5830645" y="1267368"/>
            <a:chExt cx="530340" cy="553040"/>
          </a:xfrm>
        </p:grpSpPr>
        <p:sp>
          <p:nvSpPr>
            <p:cNvPr id="5587" name="Google Shape;5587;p58"/>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88" name="Google Shape;5588;p58"/>
            <p:cNvGrpSpPr/>
            <p:nvPr/>
          </p:nvGrpSpPr>
          <p:grpSpPr>
            <a:xfrm>
              <a:off x="5830645" y="1267368"/>
              <a:ext cx="259743" cy="269909"/>
              <a:chOff x="5830645" y="1267368"/>
              <a:chExt cx="259743" cy="269909"/>
            </a:xfrm>
          </p:grpSpPr>
          <p:sp>
            <p:nvSpPr>
              <p:cNvPr id="5589" name="Google Shape;5589;p58"/>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8"/>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1" name="Google Shape;5591;p58"/>
            <p:cNvGrpSpPr/>
            <p:nvPr/>
          </p:nvGrpSpPr>
          <p:grpSpPr>
            <a:xfrm>
              <a:off x="6101293" y="1267368"/>
              <a:ext cx="259692" cy="269909"/>
              <a:chOff x="6101293" y="1267368"/>
              <a:chExt cx="259692" cy="269909"/>
            </a:xfrm>
          </p:grpSpPr>
          <p:sp>
            <p:nvSpPr>
              <p:cNvPr id="5592" name="Google Shape;5592;p58"/>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8"/>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4" name="Google Shape;5594;p58"/>
            <p:cNvGrpSpPr/>
            <p:nvPr/>
          </p:nvGrpSpPr>
          <p:grpSpPr>
            <a:xfrm>
              <a:off x="5830645" y="1550500"/>
              <a:ext cx="259692" cy="269909"/>
              <a:chOff x="5830645" y="1550500"/>
              <a:chExt cx="259692" cy="269909"/>
            </a:xfrm>
          </p:grpSpPr>
          <p:sp>
            <p:nvSpPr>
              <p:cNvPr id="5595" name="Google Shape;5595;p58"/>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8"/>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7" name="Google Shape;5597;p58"/>
            <p:cNvGrpSpPr/>
            <p:nvPr/>
          </p:nvGrpSpPr>
          <p:grpSpPr>
            <a:xfrm>
              <a:off x="6101293" y="1550500"/>
              <a:ext cx="259692" cy="269909"/>
              <a:chOff x="6101293" y="1550500"/>
              <a:chExt cx="259692" cy="269909"/>
            </a:xfrm>
          </p:grpSpPr>
          <p:sp>
            <p:nvSpPr>
              <p:cNvPr id="5598" name="Google Shape;5598;p58"/>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8"/>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00" name="Google Shape;5600;p58"/>
          <p:cNvGrpSpPr/>
          <p:nvPr/>
        </p:nvGrpSpPr>
        <p:grpSpPr>
          <a:xfrm>
            <a:off x="723705" y="1861761"/>
            <a:ext cx="697154" cy="679574"/>
            <a:chOff x="2679875" y="2361475"/>
            <a:chExt cx="780425" cy="760575"/>
          </a:xfrm>
        </p:grpSpPr>
        <p:sp>
          <p:nvSpPr>
            <p:cNvPr id="5601" name="Google Shape;5601;p58"/>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8"/>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8"/>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7" name="Google Shape;5607;p58"/>
          <p:cNvGrpSpPr/>
          <p:nvPr/>
        </p:nvGrpSpPr>
        <p:grpSpPr>
          <a:xfrm>
            <a:off x="3122864" y="971353"/>
            <a:ext cx="735829" cy="684547"/>
            <a:chOff x="3351965" y="1148808"/>
            <a:chExt cx="750770" cy="698375"/>
          </a:xfrm>
        </p:grpSpPr>
        <p:grpSp>
          <p:nvGrpSpPr>
            <p:cNvPr id="5608" name="Google Shape;5608;p58"/>
            <p:cNvGrpSpPr/>
            <p:nvPr/>
          </p:nvGrpSpPr>
          <p:grpSpPr>
            <a:xfrm>
              <a:off x="3586796" y="1148808"/>
              <a:ext cx="294857" cy="286830"/>
              <a:chOff x="3750225" y="1774000"/>
              <a:chExt cx="149575" cy="145525"/>
            </a:xfrm>
          </p:grpSpPr>
          <p:sp>
            <p:nvSpPr>
              <p:cNvPr id="5609" name="Google Shape;5609;p5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1" name="Google Shape;5611;p58"/>
            <p:cNvGrpSpPr/>
            <p:nvPr/>
          </p:nvGrpSpPr>
          <p:grpSpPr>
            <a:xfrm>
              <a:off x="3779245" y="1375768"/>
              <a:ext cx="323490" cy="286978"/>
              <a:chOff x="3847850" y="1889150"/>
              <a:chExt cx="164100" cy="145600"/>
            </a:xfrm>
          </p:grpSpPr>
          <p:sp>
            <p:nvSpPr>
              <p:cNvPr id="5612" name="Google Shape;5612;p5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4" name="Google Shape;5614;p58"/>
            <p:cNvGrpSpPr/>
            <p:nvPr/>
          </p:nvGrpSpPr>
          <p:grpSpPr>
            <a:xfrm>
              <a:off x="3351965" y="1330435"/>
              <a:ext cx="295449" cy="285401"/>
              <a:chOff x="3631100" y="1866150"/>
              <a:chExt cx="149875" cy="144800"/>
            </a:xfrm>
          </p:grpSpPr>
          <p:sp>
            <p:nvSpPr>
              <p:cNvPr id="5615" name="Google Shape;5615;p58"/>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8"/>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7" name="Google Shape;5617;p58"/>
            <p:cNvGrpSpPr/>
            <p:nvPr/>
          </p:nvGrpSpPr>
          <p:grpSpPr>
            <a:xfrm>
              <a:off x="3548208" y="1560352"/>
              <a:ext cx="294808" cy="286830"/>
              <a:chOff x="3730650" y="1982800"/>
              <a:chExt cx="149550" cy="145525"/>
            </a:xfrm>
          </p:grpSpPr>
          <p:sp>
            <p:nvSpPr>
              <p:cNvPr id="5618" name="Google Shape;5618;p5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20" name="Google Shape;5620;p58"/>
          <p:cNvGrpSpPr/>
          <p:nvPr/>
        </p:nvGrpSpPr>
        <p:grpSpPr>
          <a:xfrm>
            <a:off x="7624517" y="971307"/>
            <a:ext cx="804565" cy="677795"/>
            <a:chOff x="7636443" y="1204988"/>
            <a:chExt cx="804565" cy="677795"/>
          </a:xfrm>
        </p:grpSpPr>
        <p:grpSp>
          <p:nvGrpSpPr>
            <p:cNvPr id="5621" name="Google Shape;5621;p58"/>
            <p:cNvGrpSpPr/>
            <p:nvPr/>
          </p:nvGrpSpPr>
          <p:grpSpPr>
            <a:xfrm>
              <a:off x="7636443" y="1509705"/>
              <a:ext cx="804565" cy="373078"/>
              <a:chOff x="7636443" y="1509705"/>
              <a:chExt cx="804565" cy="373078"/>
            </a:xfrm>
          </p:grpSpPr>
          <p:sp>
            <p:nvSpPr>
              <p:cNvPr id="5622" name="Google Shape;5622;p58"/>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8"/>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58"/>
            <p:cNvGrpSpPr/>
            <p:nvPr/>
          </p:nvGrpSpPr>
          <p:grpSpPr>
            <a:xfrm>
              <a:off x="7636443" y="1408133"/>
              <a:ext cx="804565" cy="373078"/>
              <a:chOff x="7636443" y="1408133"/>
              <a:chExt cx="804565" cy="373078"/>
            </a:xfrm>
          </p:grpSpPr>
          <p:sp>
            <p:nvSpPr>
              <p:cNvPr id="5625" name="Google Shape;5625;p58"/>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8"/>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7" name="Google Shape;5627;p58"/>
            <p:cNvGrpSpPr/>
            <p:nvPr/>
          </p:nvGrpSpPr>
          <p:grpSpPr>
            <a:xfrm>
              <a:off x="7636443" y="1306560"/>
              <a:ext cx="804565" cy="373078"/>
              <a:chOff x="7636443" y="1306560"/>
              <a:chExt cx="804565" cy="373078"/>
            </a:xfrm>
          </p:grpSpPr>
          <p:sp>
            <p:nvSpPr>
              <p:cNvPr id="5628" name="Google Shape;5628;p58"/>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8"/>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0" name="Google Shape;5630;p58"/>
            <p:cNvGrpSpPr/>
            <p:nvPr/>
          </p:nvGrpSpPr>
          <p:grpSpPr>
            <a:xfrm>
              <a:off x="7636443" y="1204988"/>
              <a:ext cx="804565" cy="373078"/>
              <a:chOff x="7636443" y="1204988"/>
              <a:chExt cx="804565" cy="373078"/>
            </a:xfrm>
          </p:grpSpPr>
          <p:sp>
            <p:nvSpPr>
              <p:cNvPr id="5631" name="Google Shape;5631;p58"/>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8"/>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3" name="Google Shape;5633;p58"/>
          <p:cNvGrpSpPr/>
          <p:nvPr/>
        </p:nvGrpSpPr>
        <p:grpSpPr>
          <a:xfrm>
            <a:off x="4963363" y="1878721"/>
            <a:ext cx="661339" cy="661188"/>
            <a:chOff x="3990000" y="975400"/>
            <a:chExt cx="3934200" cy="3933300"/>
          </a:xfrm>
        </p:grpSpPr>
        <p:sp>
          <p:nvSpPr>
            <p:cNvPr id="5634" name="Google Shape;5634;p58"/>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8"/>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8"/>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8"/>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8" name="Google Shape;5638;p58"/>
          <p:cNvGrpSpPr/>
          <p:nvPr/>
        </p:nvGrpSpPr>
        <p:grpSpPr>
          <a:xfrm>
            <a:off x="6607011" y="1857359"/>
            <a:ext cx="868881" cy="684241"/>
            <a:chOff x="6598259" y="2078634"/>
            <a:chExt cx="868881" cy="684241"/>
          </a:xfrm>
        </p:grpSpPr>
        <p:sp>
          <p:nvSpPr>
            <p:cNvPr id="5639" name="Google Shape;5639;p58"/>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8"/>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8"/>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8"/>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8"/>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8"/>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8"/>
            <p:cNvGrpSpPr/>
            <p:nvPr/>
          </p:nvGrpSpPr>
          <p:grpSpPr>
            <a:xfrm>
              <a:off x="6808175" y="2078634"/>
              <a:ext cx="452229" cy="684241"/>
              <a:chOff x="6808175" y="2078634"/>
              <a:chExt cx="452229" cy="684241"/>
            </a:xfrm>
          </p:grpSpPr>
          <p:sp>
            <p:nvSpPr>
              <p:cNvPr id="5646" name="Google Shape;5646;p58"/>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8"/>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8"/>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8"/>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8"/>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8"/>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52" name="Google Shape;5652;p58"/>
              <p:cNvGrpSpPr/>
              <p:nvPr/>
            </p:nvGrpSpPr>
            <p:grpSpPr>
              <a:xfrm>
                <a:off x="6821586" y="2078634"/>
                <a:ext cx="426871" cy="684241"/>
                <a:chOff x="6821586" y="2078634"/>
                <a:chExt cx="426871" cy="684241"/>
              </a:xfrm>
            </p:grpSpPr>
            <p:grpSp>
              <p:nvGrpSpPr>
                <p:cNvPr id="5653" name="Google Shape;5653;p58"/>
                <p:cNvGrpSpPr/>
                <p:nvPr/>
              </p:nvGrpSpPr>
              <p:grpSpPr>
                <a:xfrm>
                  <a:off x="6821586" y="2078634"/>
                  <a:ext cx="426871" cy="684241"/>
                  <a:chOff x="6821586" y="2078634"/>
                  <a:chExt cx="426871" cy="684241"/>
                </a:xfrm>
              </p:grpSpPr>
              <p:sp>
                <p:nvSpPr>
                  <p:cNvPr id="5654" name="Google Shape;5654;p58"/>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8"/>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8"/>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8"/>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8"/>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8"/>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8"/>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8"/>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8"/>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8"/>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8"/>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8"/>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8"/>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8"/>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8"/>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8"/>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8"/>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8"/>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8"/>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3" name="Google Shape;5673;p58"/>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8"/>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8"/>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8"/>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8"/>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8"/>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79" name="Google Shape;5679;p58"/>
          <p:cNvGrpSpPr/>
          <p:nvPr/>
        </p:nvGrpSpPr>
        <p:grpSpPr>
          <a:xfrm>
            <a:off x="5780178" y="1862968"/>
            <a:ext cx="671358" cy="671358"/>
            <a:chOff x="6535625" y="760425"/>
            <a:chExt cx="1665900" cy="1665900"/>
          </a:xfrm>
        </p:grpSpPr>
        <p:sp>
          <p:nvSpPr>
            <p:cNvPr id="5680" name="Google Shape;5680;p58"/>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8"/>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8"/>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8"/>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58"/>
          <p:cNvGrpSpPr/>
          <p:nvPr/>
        </p:nvGrpSpPr>
        <p:grpSpPr>
          <a:xfrm>
            <a:off x="716994" y="3531369"/>
            <a:ext cx="1340789" cy="640830"/>
            <a:chOff x="238125" y="1151100"/>
            <a:chExt cx="7139450" cy="3412300"/>
          </a:xfrm>
        </p:grpSpPr>
        <p:sp>
          <p:nvSpPr>
            <p:cNvPr id="5685" name="Google Shape;5685;p58"/>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8"/>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8"/>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8"/>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8"/>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8"/>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8"/>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8"/>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8"/>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8"/>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8"/>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8"/>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58"/>
          <p:cNvGrpSpPr/>
          <p:nvPr/>
        </p:nvGrpSpPr>
        <p:grpSpPr>
          <a:xfrm>
            <a:off x="5584217" y="2734650"/>
            <a:ext cx="985357" cy="585764"/>
            <a:chOff x="5145061" y="2881789"/>
            <a:chExt cx="1107641" cy="658458"/>
          </a:xfrm>
        </p:grpSpPr>
        <p:grpSp>
          <p:nvGrpSpPr>
            <p:cNvPr id="5698" name="Google Shape;5698;p58"/>
            <p:cNvGrpSpPr/>
            <p:nvPr/>
          </p:nvGrpSpPr>
          <p:grpSpPr>
            <a:xfrm>
              <a:off x="5722989" y="3244587"/>
              <a:ext cx="529713" cy="295659"/>
              <a:chOff x="5722989" y="3244587"/>
              <a:chExt cx="529713" cy="295659"/>
            </a:xfrm>
          </p:grpSpPr>
          <p:sp>
            <p:nvSpPr>
              <p:cNvPr id="5699" name="Google Shape;5699;p58"/>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0" name="Google Shape;5700;p58"/>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1" name="Google Shape;5701;p58"/>
            <p:cNvGrpSpPr/>
            <p:nvPr/>
          </p:nvGrpSpPr>
          <p:grpSpPr>
            <a:xfrm>
              <a:off x="5145061" y="3244587"/>
              <a:ext cx="536807" cy="295659"/>
              <a:chOff x="5145061" y="3244587"/>
              <a:chExt cx="536807" cy="295659"/>
            </a:xfrm>
          </p:grpSpPr>
          <p:sp>
            <p:nvSpPr>
              <p:cNvPr id="5702" name="Google Shape;5702;p58"/>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3" name="Google Shape;5703;p58"/>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4" name="Google Shape;5704;p58"/>
            <p:cNvGrpSpPr/>
            <p:nvPr/>
          </p:nvGrpSpPr>
          <p:grpSpPr>
            <a:xfrm>
              <a:off x="5341327" y="2898245"/>
              <a:ext cx="532309" cy="614891"/>
              <a:chOff x="5341327" y="2898245"/>
              <a:chExt cx="532309" cy="614891"/>
            </a:xfrm>
          </p:grpSpPr>
          <p:sp>
            <p:nvSpPr>
              <p:cNvPr id="5705" name="Google Shape;5705;p58"/>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6" name="Google Shape;5706;p58"/>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707" name="Google Shape;5707;p58"/>
            <p:cNvGrpSpPr/>
            <p:nvPr/>
          </p:nvGrpSpPr>
          <p:grpSpPr>
            <a:xfrm>
              <a:off x="5532290" y="2881789"/>
              <a:ext cx="620516" cy="305456"/>
              <a:chOff x="5532290" y="2881789"/>
              <a:chExt cx="620516" cy="305456"/>
            </a:xfrm>
          </p:grpSpPr>
          <p:sp>
            <p:nvSpPr>
              <p:cNvPr id="5708" name="Google Shape;5708;p58"/>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709" name="Google Shape;5709;p58"/>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710" name="Google Shape;5710;p58"/>
          <p:cNvGrpSpPr/>
          <p:nvPr/>
        </p:nvGrpSpPr>
        <p:grpSpPr>
          <a:xfrm>
            <a:off x="8163140" y="3526708"/>
            <a:ext cx="269068" cy="645491"/>
            <a:chOff x="7026852" y="3311869"/>
            <a:chExt cx="434331" cy="1041954"/>
          </a:xfrm>
        </p:grpSpPr>
        <p:sp>
          <p:nvSpPr>
            <p:cNvPr id="5711" name="Google Shape;5711;p58"/>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8"/>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8"/>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4" name="Google Shape;5714;p58"/>
          <p:cNvGrpSpPr/>
          <p:nvPr/>
        </p:nvGrpSpPr>
        <p:grpSpPr>
          <a:xfrm>
            <a:off x="6179721" y="3565945"/>
            <a:ext cx="293882" cy="293836"/>
            <a:chOff x="4873519" y="3311869"/>
            <a:chExt cx="499374" cy="499296"/>
          </a:xfrm>
        </p:grpSpPr>
        <p:sp>
          <p:nvSpPr>
            <p:cNvPr id="5715" name="Google Shape;5715;p58"/>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8"/>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17" name="Google Shape;5717;p58"/>
          <p:cNvGrpSpPr/>
          <p:nvPr/>
        </p:nvGrpSpPr>
        <p:grpSpPr>
          <a:xfrm>
            <a:off x="6179721" y="3878317"/>
            <a:ext cx="293882" cy="293882"/>
            <a:chOff x="4873519" y="3875839"/>
            <a:chExt cx="499374" cy="499374"/>
          </a:xfrm>
        </p:grpSpPr>
        <p:sp>
          <p:nvSpPr>
            <p:cNvPr id="5718" name="Google Shape;5718;p58"/>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8"/>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0" name="Google Shape;5720;p58"/>
          <p:cNvGrpSpPr/>
          <p:nvPr/>
        </p:nvGrpSpPr>
        <p:grpSpPr>
          <a:xfrm>
            <a:off x="2410248" y="1850269"/>
            <a:ext cx="698104" cy="698208"/>
            <a:chOff x="2565073" y="2075876"/>
            <a:chExt cx="672482" cy="672518"/>
          </a:xfrm>
        </p:grpSpPr>
        <p:sp>
          <p:nvSpPr>
            <p:cNvPr id="5721" name="Google Shape;5721;p58"/>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8"/>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8"/>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8"/>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8"/>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8"/>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7" name="Google Shape;5727;p58"/>
          <p:cNvGrpSpPr/>
          <p:nvPr/>
        </p:nvGrpSpPr>
        <p:grpSpPr>
          <a:xfrm>
            <a:off x="5633660" y="3534870"/>
            <a:ext cx="438354" cy="637329"/>
            <a:chOff x="1697726" y="3244179"/>
            <a:chExt cx="788124" cy="1146069"/>
          </a:xfrm>
        </p:grpSpPr>
        <p:sp>
          <p:nvSpPr>
            <p:cNvPr id="5728" name="Google Shape;5728;p5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0" name="Google Shape;5730;p58"/>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1" name="Google Shape;5731;p58"/>
          <p:cNvGrpSpPr/>
          <p:nvPr/>
        </p:nvGrpSpPr>
        <p:grpSpPr>
          <a:xfrm>
            <a:off x="7634874" y="1863232"/>
            <a:ext cx="799565" cy="670282"/>
            <a:chOff x="7617850" y="2063282"/>
            <a:chExt cx="799565" cy="670282"/>
          </a:xfrm>
        </p:grpSpPr>
        <p:cxnSp>
          <p:nvCxnSpPr>
            <p:cNvPr id="5732" name="Google Shape;5732;p58"/>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3" name="Google Shape;5733;p58"/>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4" name="Google Shape;5734;p58"/>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5" name="Google Shape;5735;p58"/>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736" name="Google Shape;5736;p58"/>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737" name="Google Shape;5737;p58"/>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738" name="Google Shape;5738;p58"/>
            <p:cNvGrpSpPr/>
            <p:nvPr/>
          </p:nvGrpSpPr>
          <p:grpSpPr>
            <a:xfrm>
              <a:off x="7734309" y="2063282"/>
              <a:ext cx="570957" cy="620095"/>
              <a:chOff x="7734309" y="2063282"/>
              <a:chExt cx="570957" cy="620095"/>
            </a:xfrm>
          </p:grpSpPr>
          <p:grpSp>
            <p:nvGrpSpPr>
              <p:cNvPr id="5739" name="Google Shape;5739;p58"/>
              <p:cNvGrpSpPr/>
              <p:nvPr/>
            </p:nvGrpSpPr>
            <p:grpSpPr>
              <a:xfrm>
                <a:off x="8031573" y="2063282"/>
                <a:ext cx="273693" cy="620095"/>
                <a:chOff x="8031573" y="2063282"/>
                <a:chExt cx="273693" cy="620095"/>
              </a:xfrm>
            </p:grpSpPr>
            <p:sp>
              <p:nvSpPr>
                <p:cNvPr id="5740" name="Google Shape;5740;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4" name="Google Shape;5744;p58"/>
              <p:cNvGrpSpPr/>
              <p:nvPr/>
            </p:nvGrpSpPr>
            <p:grpSpPr>
              <a:xfrm flipH="1">
                <a:off x="7734309" y="2063282"/>
                <a:ext cx="273693" cy="620095"/>
                <a:chOff x="8031573" y="2063282"/>
                <a:chExt cx="273693" cy="620095"/>
              </a:xfrm>
            </p:grpSpPr>
            <p:sp>
              <p:nvSpPr>
                <p:cNvPr id="5745" name="Google Shape;5745;p58"/>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8"/>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8"/>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8"/>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749" name="Google Shape;5749;p58"/>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8"/>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51" name="Google Shape;5751;p58"/>
          <p:cNvGrpSpPr/>
          <p:nvPr/>
        </p:nvGrpSpPr>
        <p:grpSpPr>
          <a:xfrm>
            <a:off x="7821480" y="2716716"/>
            <a:ext cx="602567" cy="601884"/>
            <a:chOff x="1186975" y="238125"/>
            <a:chExt cx="5244275" cy="5238325"/>
          </a:xfrm>
        </p:grpSpPr>
        <p:sp>
          <p:nvSpPr>
            <p:cNvPr id="5752" name="Google Shape;5752;p5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8"/>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8"/>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8"/>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6" name="Google Shape;5756;p58"/>
          <p:cNvGrpSpPr/>
          <p:nvPr/>
        </p:nvGrpSpPr>
        <p:grpSpPr>
          <a:xfrm>
            <a:off x="3264218" y="1856199"/>
            <a:ext cx="651848" cy="687338"/>
            <a:chOff x="3400515" y="2056248"/>
            <a:chExt cx="698134" cy="735987"/>
          </a:xfrm>
        </p:grpSpPr>
        <p:grpSp>
          <p:nvGrpSpPr>
            <p:cNvPr id="5757" name="Google Shape;5757;p58"/>
            <p:cNvGrpSpPr/>
            <p:nvPr/>
          </p:nvGrpSpPr>
          <p:grpSpPr>
            <a:xfrm>
              <a:off x="3400515" y="2283913"/>
              <a:ext cx="312919" cy="219900"/>
              <a:chOff x="3400515" y="2283913"/>
              <a:chExt cx="312919" cy="219900"/>
            </a:xfrm>
          </p:grpSpPr>
          <p:sp>
            <p:nvSpPr>
              <p:cNvPr id="5758" name="Google Shape;5758;p58"/>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59" name="Google Shape;5759;p58"/>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760" name="Google Shape;5760;p58"/>
            <p:cNvGrpSpPr/>
            <p:nvPr/>
          </p:nvGrpSpPr>
          <p:grpSpPr>
            <a:xfrm>
              <a:off x="3547823" y="2461089"/>
              <a:ext cx="219900" cy="331146"/>
              <a:chOff x="3547823" y="2461089"/>
              <a:chExt cx="219900" cy="331146"/>
            </a:xfrm>
          </p:grpSpPr>
          <p:sp>
            <p:nvSpPr>
              <p:cNvPr id="5761" name="Google Shape;5761;p58"/>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2" name="Google Shape;5762;p58"/>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763" name="Google Shape;5763;p58"/>
            <p:cNvGrpSpPr/>
            <p:nvPr/>
          </p:nvGrpSpPr>
          <p:grpSpPr>
            <a:xfrm>
              <a:off x="3734138" y="2461089"/>
              <a:ext cx="219900" cy="331146"/>
              <a:chOff x="3734138" y="2461089"/>
              <a:chExt cx="219900" cy="331146"/>
            </a:xfrm>
          </p:grpSpPr>
          <p:sp>
            <p:nvSpPr>
              <p:cNvPr id="5764" name="Google Shape;5764;p58"/>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5" name="Google Shape;5765;p58"/>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766" name="Google Shape;5766;p58"/>
            <p:cNvGrpSpPr/>
            <p:nvPr/>
          </p:nvGrpSpPr>
          <p:grpSpPr>
            <a:xfrm>
              <a:off x="3787560" y="2281742"/>
              <a:ext cx="311089" cy="219900"/>
              <a:chOff x="3787560" y="2281742"/>
              <a:chExt cx="311089" cy="219900"/>
            </a:xfrm>
          </p:grpSpPr>
          <p:sp>
            <p:nvSpPr>
              <p:cNvPr id="5767" name="Google Shape;5767;p58"/>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768" name="Google Shape;5768;p58"/>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769" name="Google Shape;5769;p58"/>
            <p:cNvGrpSpPr/>
            <p:nvPr/>
          </p:nvGrpSpPr>
          <p:grpSpPr>
            <a:xfrm>
              <a:off x="3637290" y="2056248"/>
              <a:ext cx="219900" cy="330736"/>
              <a:chOff x="3637290" y="2056248"/>
              <a:chExt cx="219900" cy="330736"/>
            </a:xfrm>
          </p:grpSpPr>
          <p:sp>
            <p:nvSpPr>
              <p:cNvPr id="5770" name="Google Shape;5770;p58"/>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771" name="Google Shape;5771;p58"/>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772" name="Google Shape;5772;p58"/>
          <p:cNvGrpSpPr/>
          <p:nvPr/>
        </p:nvGrpSpPr>
        <p:grpSpPr>
          <a:xfrm>
            <a:off x="2555923" y="2726206"/>
            <a:ext cx="1268144" cy="592394"/>
            <a:chOff x="238125" y="1188750"/>
            <a:chExt cx="7140450" cy="3335550"/>
          </a:xfrm>
        </p:grpSpPr>
        <p:sp>
          <p:nvSpPr>
            <p:cNvPr id="5773" name="Google Shape;5773;p5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8" name="Google Shape;5778;p58"/>
          <p:cNvGrpSpPr/>
          <p:nvPr/>
        </p:nvGrpSpPr>
        <p:grpSpPr>
          <a:xfrm>
            <a:off x="6663824" y="2728360"/>
            <a:ext cx="1053944" cy="590147"/>
            <a:chOff x="238125" y="1335475"/>
            <a:chExt cx="5418735" cy="3034175"/>
          </a:xfrm>
        </p:grpSpPr>
        <p:sp>
          <p:nvSpPr>
            <p:cNvPr id="5779" name="Google Shape;5779;p5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2" name="Google Shape;5782;p58"/>
          <p:cNvGrpSpPr/>
          <p:nvPr/>
        </p:nvGrpSpPr>
        <p:grpSpPr>
          <a:xfrm>
            <a:off x="4094633" y="3533260"/>
            <a:ext cx="1268207" cy="638939"/>
            <a:chOff x="3967651" y="3645904"/>
            <a:chExt cx="1479304" cy="745292"/>
          </a:xfrm>
        </p:grpSpPr>
        <p:grpSp>
          <p:nvGrpSpPr>
            <p:cNvPr id="5783" name="Google Shape;5783;p58"/>
            <p:cNvGrpSpPr/>
            <p:nvPr/>
          </p:nvGrpSpPr>
          <p:grpSpPr>
            <a:xfrm>
              <a:off x="3967651" y="4009026"/>
              <a:ext cx="1479304" cy="382170"/>
              <a:chOff x="3967651" y="4009026"/>
              <a:chExt cx="1479304" cy="382170"/>
            </a:xfrm>
          </p:grpSpPr>
          <p:grpSp>
            <p:nvGrpSpPr>
              <p:cNvPr id="5784" name="Google Shape;5784;p58"/>
              <p:cNvGrpSpPr/>
              <p:nvPr/>
            </p:nvGrpSpPr>
            <p:grpSpPr>
              <a:xfrm>
                <a:off x="4892216" y="4195630"/>
                <a:ext cx="554739" cy="195566"/>
                <a:chOff x="3604375" y="4892160"/>
                <a:chExt cx="1651500" cy="582215"/>
              </a:xfrm>
            </p:grpSpPr>
            <p:sp>
              <p:nvSpPr>
                <p:cNvPr id="5785" name="Google Shape;5785;p58"/>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8"/>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7" name="Google Shape;5787;p58"/>
              <p:cNvGrpSpPr/>
              <p:nvPr/>
            </p:nvGrpSpPr>
            <p:grpSpPr>
              <a:xfrm>
                <a:off x="3967651" y="4146303"/>
                <a:ext cx="579402" cy="244893"/>
                <a:chOff x="851875" y="4745310"/>
                <a:chExt cx="1724925" cy="729065"/>
              </a:xfrm>
            </p:grpSpPr>
            <p:sp>
              <p:nvSpPr>
                <p:cNvPr id="5788" name="Google Shape;5788;p58"/>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8"/>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0" name="Google Shape;5790;p58"/>
              <p:cNvGrpSpPr/>
              <p:nvPr/>
            </p:nvGrpSpPr>
            <p:grpSpPr>
              <a:xfrm>
                <a:off x="4460753" y="4009026"/>
                <a:ext cx="493110" cy="382170"/>
                <a:chOff x="2319875" y="4336625"/>
                <a:chExt cx="1468025" cy="1137750"/>
              </a:xfrm>
            </p:grpSpPr>
            <p:sp>
              <p:nvSpPr>
                <p:cNvPr id="5791" name="Google Shape;5791;p58"/>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8"/>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93" name="Google Shape;5793;p58"/>
            <p:cNvGrpSpPr/>
            <p:nvPr/>
          </p:nvGrpSpPr>
          <p:grpSpPr>
            <a:xfrm>
              <a:off x="4479443" y="3645904"/>
              <a:ext cx="455965" cy="388789"/>
              <a:chOff x="2957425" y="238100"/>
              <a:chExt cx="1910200" cy="1628775"/>
            </a:xfrm>
          </p:grpSpPr>
          <p:sp>
            <p:nvSpPr>
              <p:cNvPr id="5794" name="Google Shape;5794;p58"/>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8"/>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8"/>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8"/>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8"/>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8"/>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8"/>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8"/>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8"/>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8"/>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04" name="Google Shape;5804;p58"/>
          <p:cNvGrpSpPr/>
          <p:nvPr/>
        </p:nvGrpSpPr>
        <p:grpSpPr>
          <a:xfrm>
            <a:off x="2480746" y="3534460"/>
            <a:ext cx="1243128" cy="637739"/>
            <a:chOff x="2496310" y="3693351"/>
            <a:chExt cx="1342906" cy="688926"/>
          </a:xfrm>
        </p:grpSpPr>
        <p:grpSp>
          <p:nvGrpSpPr>
            <p:cNvPr id="5805" name="Google Shape;5805;p58"/>
            <p:cNvGrpSpPr/>
            <p:nvPr/>
          </p:nvGrpSpPr>
          <p:grpSpPr>
            <a:xfrm>
              <a:off x="2496310" y="3693351"/>
              <a:ext cx="1342906" cy="688875"/>
              <a:chOff x="2496310" y="3693351"/>
              <a:chExt cx="1342906" cy="688875"/>
            </a:xfrm>
          </p:grpSpPr>
          <p:sp>
            <p:nvSpPr>
              <p:cNvPr id="5806" name="Google Shape;5806;p58"/>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8"/>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8"/>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8"/>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8"/>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8"/>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12" name="Google Shape;5812;p58"/>
              <p:cNvCxnSpPr>
                <a:stCxn id="581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813" name="Google Shape;5813;p58"/>
              <p:cNvCxnSpPr>
                <a:stCxn id="580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814" name="Google Shape;5814;p58"/>
              <p:cNvCxnSpPr>
                <a:stCxn id="580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5" name="Google Shape;5815;p58"/>
              <p:cNvCxnSpPr>
                <a:stCxn id="581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816" name="Google Shape;5816;p58"/>
              <p:cNvCxnSpPr>
                <a:stCxn id="580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817" name="Google Shape;5817;p58"/>
            <p:cNvGrpSpPr/>
            <p:nvPr/>
          </p:nvGrpSpPr>
          <p:grpSpPr>
            <a:xfrm>
              <a:off x="2675275" y="3930557"/>
              <a:ext cx="1003306" cy="451719"/>
              <a:chOff x="2675275" y="4174282"/>
              <a:chExt cx="1003306" cy="451719"/>
            </a:xfrm>
          </p:grpSpPr>
          <p:sp>
            <p:nvSpPr>
              <p:cNvPr id="5818" name="Google Shape;5818;p58"/>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8"/>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8"/>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21" name="Google Shape;5821;p58"/>
          <p:cNvGrpSpPr/>
          <p:nvPr/>
        </p:nvGrpSpPr>
        <p:grpSpPr>
          <a:xfrm>
            <a:off x="1654417" y="971307"/>
            <a:ext cx="574511" cy="874709"/>
            <a:chOff x="1715404" y="1112080"/>
            <a:chExt cx="642270" cy="977984"/>
          </a:xfrm>
        </p:grpSpPr>
        <p:grpSp>
          <p:nvGrpSpPr>
            <p:cNvPr id="5822" name="Google Shape;5822;p58"/>
            <p:cNvGrpSpPr/>
            <p:nvPr/>
          </p:nvGrpSpPr>
          <p:grpSpPr>
            <a:xfrm>
              <a:off x="1715404" y="1112080"/>
              <a:ext cx="642270" cy="977984"/>
              <a:chOff x="1715404" y="1112080"/>
              <a:chExt cx="642270" cy="977984"/>
            </a:xfrm>
          </p:grpSpPr>
          <p:sp>
            <p:nvSpPr>
              <p:cNvPr id="5823" name="Google Shape;5823;p58"/>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8"/>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5" name="Google Shape;5825;p58"/>
            <p:cNvGrpSpPr/>
            <p:nvPr/>
          </p:nvGrpSpPr>
          <p:grpSpPr>
            <a:xfrm>
              <a:off x="1768927" y="1165603"/>
              <a:ext cx="535225" cy="851367"/>
              <a:chOff x="1768927" y="1165603"/>
              <a:chExt cx="535225" cy="851367"/>
            </a:xfrm>
          </p:grpSpPr>
          <p:sp>
            <p:nvSpPr>
              <p:cNvPr id="5826" name="Google Shape;5826;p58"/>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8"/>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58"/>
            <p:cNvGrpSpPr/>
            <p:nvPr/>
          </p:nvGrpSpPr>
          <p:grpSpPr>
            <a:xfrm>
              <a:off x="1822449" y="1219125"/>
              <a:ext cx="428180" cy="718859"/>
              <a:chOff x="1822449" y="1219125"/>
              <a:chExt cx="428180" cy="718859"/>
            </a:xfrm>
          </p:grpSpPr>
          <p:sp>
            <p:nvSpPr>
              <p:cNvPr id="5829" name="Google Shape;5829;p58"/>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8"/>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58"/>
            <p:cNvGrpSpPr/>
            <p:nvPr/>
          </p:nvGrpSpPr>
          <p:grpSpPr>
            <a:xfrm>
              <a:off x="1875972" y="1272648"/>
              <a:ext cx="321135" cy="586939"/>
              <a:chOff x="1875972" y="1272648"/>
              <a:chExt cx="321135" cy="586939"/>
            </a:xfrm>
          </p:grpSpPr>
          <p:sp>
            <p:nvSpPr>
              <p:cNvPr id="5832" name="Google Shape;5832;p58"/>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8"/>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34" name="Google Shape;5834;p58"/>
          <p:cNvGrpSpPr/>
          <p:nvPr/>
        </p:nvGrpSpPr>
        <p:grpSpPr>
          <a:xfrm>
            <a:off x="7761578" y="3528028"/>
            <a:ext cx="293855" cy="644170"/>
            <a:chOff x="241025" y="3151575"/>
            <a:chExt cx="293855" cy="644170"/>
          </a:xfrm>
        </p:grpSpPr>
        <p:sp>
          <p:nvSpPr>
            <p:cNvPr id="5835" name="Google Shape;5835;p58"/>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8"/>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7" name="Google Shape;5837;p58"/>
          <p:cNvGrpSpPr/>
          <p:nvPr/>
        </p:nvGrpSpPr>
        <p:grpSpPr>
          <a:xfrm>
            <a:off x="709562" y="2728028"/>
            <a:ext cx="1779649" cy="591620"/>
            <a:chOff x="246070" y="1983375"/>
            <a:chExt cx="1855347" cy="616849"/>
          </a:xfrm>
        </p:grpSpPr>
        <p:sp>
          <p:nvSpPr>
            <p:cNvPr id="5838" name="Google Shape;5838;p58"/>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8"/>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8"/>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8"/>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8"/>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8"/>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8"/>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8"/>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8"/>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7" name="Google Shape;5847;p58"/>
          <p:cNvGrpSpPr/>
          <p:nvPr/>
        </p:nvGrpSpPr>
        <p:grpSpPr>
          <a:xfrm>
            <a:off x="2320428" y="971307"/>
            <a:ext cx="711055" cy="745993"/>
            <a:chOff x="2496269" y="1171698"/>
            <a:chExt cx="761953" cy="799392"/>
          </a:xfrm>
        </p:grpSpPr>
        <p:grpSp>
          <p:nvGrpSpPr>
            <p:cNvPr id="5848" name="Google Shape;5848;p58"/>
            <p:cNvGrpSpPr/>
            <p:nvPr/>
          </p:nvGrpSpPr>
          <p:grpSpPr>
            <a:xfrm>
              <a:off x="2496269" y="1171698"/>
              <a:ext cx="761953" cy="723022"/>
              <a:chOff x="2496269" y="1171698"/>
              <a:chExt cx="761953" cy="723022"/>
            </a:xfrm>
          </p:grpSpPr>
          <p:sp>
            <p:nvSpPr>
              <p:cNvPr id="5849" name="Google Shape;5849;p58"/>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8"/>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1" name="Google Shape;5851;p58"/>
              <p:cNvGrpSpPr/>
              <p:nvPr/>
            </p:nvGrpSpPr>
            <p:grpSpPr>
              <a:xfrm>
                <a:off x="2496269" y="1171698"/>
                <a:ext cx="761953" cy="723022"/>
                <a:chOff x="2496269" y="1120652"/>
                <a:chExt cx="761953" cy="723022"/>
              </a:xfrm>
            </p:grpSpPr>
            <p:grpSp>
              <p:nvGrpSpPr>
                <p:cNvPr id="5852" name="Google Shape;5852;p58"/>
                <p:cNvGrpSpPr/>
                <p:nvPr/>
              </p:nvGrpSpPr>
              <p:grpSpPr>
                <a:xfrm>
                  <a:off x="2496269" y="1120652"/>
                  <a:ext cx="761953" cy="723022"/>
                  <a:chOff x="2496269" y="1120652"/>
                  <a:chExt cx="761953" cy="723022"/>
                </a:xfrm>
              </p:grpSpPr>
              <p:grpSp>
                <p:nvGrpSpPr>
                  <p:cNvPr id="5853" name="Google Shape;5853;p58"/>
                  <p:cNvGrpSpPr/>
                  <p:nvPr/>
                </p:nvGrpSpPr>
                <p:grpSpPr>
                  <a:xfrm>
                    <a:off x="2496269" y="1304589"/>
                    <a:ext cx="407089" cy="305057"/>
                    <a:chOff x="2496269" y="1304589"/>
                    <a:chExt cx="407089" cy="305057"/>
                  </a:xfrm>
                </p:grpSpPr>
                <p:sp>
                  <p:nvSpPr>
                    <p:cNvPr id="5854" name="Google Shape;5854;p58"/>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8"/>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6" name="Google Shape;5856;p58"/>
                  <p:cNvGrpSpPr/>
                  <p:nvPr/>
                </p:nvGrpSpPr>
                <p:grpSpPr>
                  <a:xfrm>
                    <a:off x="2586468" y="1493376"/>
                    <a:ext cx="358850" cy="349656"/>
                    <a:chOff x="2586468" y="1493376"/>
                    <a:chExt cx="358850" cy="349656"/>
                  </a:xfrm>
                </p:grpSpPr>
                <p:sp>
                  <p:nvSpPr>
                    <p:cNvPr id="5857" name="Google Shape;5857;p58"/>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8"/>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9" name="Google Shape;5859;p58"/>
                  <p:cNvGrpSpPr/>
                  <p:nvPr/>
                </p:nvGrpSpPr>
                <p:grpSpPr>
                  <a:xfrm>
                    <a:off x="2807939" y="1494024"/>
                    <a:ext cx="358857" cy="349650"/>
                    <a:chOff x="2807939" y="1494024"/>
                    <a:chExt cx="358857" cy="349650"/>
                  </a:xfrm>
                </p:grpSpPr>
                <p:sp>
                  <p:nvSpPr>
                    <p:cNvPr id="5860" name="Google Shape;5860;p58"/>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8"/>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58"/>
                  <p:cNvGrpSpPr/>
                  <p:nvPr/>
                </p:nvGrpSpPr>
                <p:grpSpPr>
                  <a:xfrm>
                    <a:off x="2851133" y="1305635"/>
                    <a:ext cx="407089" cy="305057"/>
                    <a:chOff x="2851133" y="1305635"/>
                    <a:chExt cx="407089" cy="305057"/>
                  </a:xfrm>
                </p:grpSpPr>
                <p:sp>
                  <p:nvSpPr>
                    <p:cNvPr id="5863" name="Google Shape;5863;p58"/>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8"/>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5" name="Google Shape;5865;p58"/>
                  <p:cNvGrpSpPr/>
                  <p:nvPr/>
                </p:nvGrpSpPr>
                <p:grpSpPr>
                  <a:xfrm>
                    <a:off x="2727495" y="1120652"/>
                    <a:ext cx="300271" cy="396358"/>
                    <a:chOff x="2727495" y="1120652"/>
                    <a:chExt cx="300271" cy="396358"/>
                  </a:xfrm>
                </p:grpSpPr>
                <p:sp>
                  <p:nvSpPr>
                    <p:cNvPr id="5866" name="Google Shape;5866;p58"/>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8"/>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68" name="Google Shape;5868;p58"/>
                <p:cNvGrpSpPr/>
                <p:nvPr/>
              </p:nvGrpSpPr>
              <p:grpSpPr>
                <a:xfrm>
                  <a:off x="2722305" y="1350460"/>
                  <a:ext cx="308357" cy="308344"/>
                  <a:chOff x="2722305" y="1350460"/>
                  <a:chExt cx="308357" cy="308344"/>
                </a:xfrm>
              </p:grpSpPr>
              <p:sp>
                <p:nvSpPr>
                  <p:cNvPr id="5869" name="Google Shape;5869;p58"/>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0" name="Google Shape;5870;p58"/>
                  <p:cNvGrpSpPr/>
                  <p:nvPr/>
                </p:nvGrpSpPr>
                <p:grpSpPr>
                  <a:xfrm>
                    <a:off x="2725064" y="1364529"/>
                    <a:ext cx="297954" cy="280182"/>
                    <a:chOff x="2725064" y="1364529"/>
                    <a:chExt cx="297954" cy="280182"/>
                  </a:xfrm>
                </p:grpSpPr>
                <p:sp>
                  <p:nvSpPr>
                    <p:cNvPr id="5871" name="Google Shape;5871;p58"/>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8"/>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8"/>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8"/>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8"/>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876" name="Google Shape;5876;p58"/>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8"/>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8"/>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8"/>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8"/>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58"/>
          <p:cNvGrpSpPr/>
          <p:nvPr/>
        </p:nvGrpSpPr>
        <p:grpSpPr>
          <a:xfrm>
            <a:off x="3909129" y="2727412"/>
            <a:ext cx="1569144" cy="591015"/>
            <a:chOff x="3820100" y="3023049"/>
            <a:chExt cx="1303926" cy="491162"/>
          </a:xfrm>
        </p:grpSpPr>
        <p:grpSp>
          <p:nvGrpSpPr>
            <p:cNvPr id="5882" name="Google Shape;5882;p58"/>
            <p:cNvGrpSpPr/>
            <p:nvPr/>
          </p:nvGrpSpPr>
          <p:grpSpPr>
            <a:xfrm>
              <a:off x="3820100" y="3023072"/>
              <a:ext cx="1303926" cy="491139"/>
              <a:chOff x="3820100" y="3023072"/>
              <a:chExt cx="1303926" cy="491139"/>
            </a:xfrm>
          </p:grpSpPr>
          <p:sp>
            <p:nvSpPr>
              <p:cNvPr id="5883" name="Google Shape;5883;p58"/>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8"/>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58"/>
            <p:cNvGrpSpPr/>
            <p:nvPr/>
          </p:nvGrpSpPr>
          <p:grpSpPr>
            <a:xfrm>
              <a:off x="4132439" y="3023645"/>
              <a:ext cx="393633" cy="177096"/>
              <a:chOff x="4132439" y="3023645"/>
              <a:chExt cx="393633" cy="177096"/>
            </a:xfrm>
          </p:grpSpPr>
          <p:sp>
            <p:nvSpPr>
              <p:cNvPr id="5886" name="Google Shape;5886;p58"/>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8"/>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8" name="Google Shape;5888;p58"/>
            <p:cNvGrpSpPr/>
            <p:nvPr/>
          </p:nvGrpSpPr>
          <p:grpSpPr>
            <a:xfrm>
              <a:off x="3921811" y="3023049"/>
              <a:ext cx="1002397" cy="388943"/>
              <a:chOff x="3921811" y="3023049"/>
              <a:chExt cx="1002397" cy="388943"/>
            </a:xfrm>
          </p:grpSpPr>
          <p:sp>
            <p:nvSpPr>
              <p:cNvPr id="5889" name="Google Shape;5889;p58"/>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8"/>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1" name="Google Shape;5891;p58"/>
            <p:cNvGrpSpPr/>
            <p:nvPr/>
          </p:nvGrpSpPr>
          <p:grpSpPr>
            <a:xfrm>
              <a:off x="4023645" y="3023049"/>
              <a:ext cx="683032" cy="286722"/>
              <a:chOff x="4023645" y="3023049"/>
              <a:chExt cx="683032" cy="286722"/>
            </a:xfrm>
          </p:grpSpPr>
          <p:sp>
            <p:nvSpPr>
              <p:cNvPr id="5892" name="Google Shape;5892;p58"/>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8"/>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894" name="Google Shape;5894;p58"/>
          <p:cNvGrpSpPr/>
          <p:nvPr/>
        </p:nvGrpSpPr>
        <p:grpSpPr>
          <a:xfrm>
            <a:off x="1541251" y="1854258"/>
            <a:ext cx="713522" cy="688025"/>
            <a:chOff x="1706078" y="2092648"/>
            <a:chExt cx="660913" cy="637296"/>
          </a:xfrm>
        </p:grpSpPr>
        <p:sp>
          <p:nvSpPr>
            <p:cNvPr id="5895" name="Google Shape;5895;p58"/>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6" name="Google Shape;5896;p58"/>
            <p:cNvGrpSpPr/>
            <p:nvPr/>
          </p:nvGrpSpPr>
          <p:grpSpPr>
            <a:xfrm>
              <a:off x="1706078" y="2092648"/>
              <a:ext cx="660913" cy="575241"/>
              <a:chOff x="1706078" y="2092648"/>
              <a:chExt cx="660913" cy="575241"/>
            </a:xfrm>
          </p:grpSpPr>
          <p:sp>
            <p:nvSpPr>
              <p:cNvPr id="5897" name="Google Shape;5897;p58"/>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8"/>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8"/>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00" name="Google Shape;5900;p58"/>
          <p:cNvGrpSpPr/>
          <p:nvPr/>
        </p:nvGrpSpPr>
        <p:grpSpPr>
          <a:xfrm>
            <a:off x="6303109" y="971806"/>
            <a:ext cx="1317459" cy="684168"/>
            <a:chOff x="238125" y="999450"/>
            <a:chExt cx="7140700" cy="3708225"/>
          </a:xfrm>
        </p:grpSpPr>
        <p:sp>
          <p:nvSpPr>
            <p:cNvPr id="5901" name="Google Shape;5901;p5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8"/>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913"/>
        <p:cNvGrpSpPr/>
        <p:nvPr/>
      </p:nvGrpSpPr>
      <p:grpSpPr>
        <a:xfrm>
          <a:off x="0" y="0"/>
          <a:ext cx="0" cy="0"/>
          <a:chOff x="0" y="0"/>
          <a:chExt cx="0" cy="0"/>
        </a:xfrm>
      </p:grpSpPr>
      <p:grpSp>
        <p:nvGrpSpPr>
          <p:cNvPr id="5914" name="Google Shape;5914;p59"/>
          <p:cNvGrpSpPr/>
          <p:nvPr/>
        </p:nvGrpSpPr>
        <p:grpSpPr>
          <a:xfrm>
            <a:off x="717027" y="967622"/>
            <a:ext cx="1636117" cy="1526144"/>
            <a:chOff x="729238" y="1179665"/>
            <a:chExt cx="1636117" cy="1526144"/>
          </a:xfrm>
        </p:grpSpPr>
        <p:grpSp>
          <p:nvGrpSpPr>
            <p:cNvPr id="5915" name="Google Shape;5915;p59"/>
            <p:cNvGrpSpPr/>
            <p:nvPr/>
          </p:nvGrpSpPr>
          <p:grpSpPr>
            <a:xfrm>
              <a:off x="729238" y="1179665"/>
              <a:ext cx="80700" cy="1526144"/>
              <a:chOff x="729238" y="1179665"/>
              <a:chExt cx="80700" cy="1526144"/>
            </a:xfrm>
          </p:grpSpPr>
          <p:sp>
            <p:nvSpPr>
              <p:cNvPr id="5916" name="Google Shape;5916;p59"/>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9"/>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9"/>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9"/>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59"/>
            <p:cNvGrpSpPr/>
            <p:nvPr/>
          </p:nvGrpSpPr>
          <p:grpSpPr>
            <a:xfrm>
              <a:off x="903098" y="1179665"/>
              <a:ext cx="80700" cy="1526144"/>
              <a:chOff x="903098" y="1179665"/>
              <a:chExt cx="80700" cy="1526144"/>
            </a:xfrm>
          </p:grpSpPr>
          <p:sp>
            <p:nvSpPr>
              <p:cNvPr id="5927" name="Google Shape;5927;p59"/>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9"/>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9"/>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9"/>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9"/>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9"/>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59"/>
            <p:cNvGrpSpPr/>
            <p:nvPr/>
          </p:nvGrpSpPr>
          <p:grpSpPr>
            <a:xfrm>
              <a:off x="1076958" y="1179665"/>
              <a:ext cx="80700" cy="1526144"/>
              <a:chOff x="1076958" y="1179665"/>
              <a:chExt cx="80700" cy="1526144"/>
            </a:xfrm>
          </p:grpSpPr>
          <p:sp>
            <p:nvSpPr>
              <p:cNvPr id="5938" name="Google Shape;5938;p59"/>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9"/>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9"/>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9"/>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9"/>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9"/>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9"/>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8" name="Google Shape;5948;p59"/>
            <p:cNvGrpSpPr/>
            <p:nvPr/>
          </p:nvGrpSpPr>
          <p:grpSpPr>
            <a:xfrm>
              <a:off x="1247707" y="1179665"/>
              <a:ext cx="80700" cy="1526144"/>
              <a:chOff x="1247707" y="1179665"/>
              <a:chExt cx="80700" cy="1526144"/>
            </a:xfrm>
          </p:grpSpPr>
          <p:sp>
            <p:nvSpPr>
              <p:cNvPr id="5949" name="Google Shape;5949;p59"/>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9"/>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9"/>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59"/>
            <p:cNvGrpSpPr/>
            <p:nvPr/>
          </p:nvGrpSpPr>
          <p:grpSpPr>
            <a:xfrm>
              <a:off x="1421567" y="1179665"/>
              <a:ext cx="80700" cy="1526144"/>
              <a:chOff x="1421567" y="1179665"/>
              <a:chExt cx="80700" cy="1526144"/>
            </a:xfrm>
          </p:grpSpPr>
          <p:sp>
            <p:nvSpPr>
              <p:cNvPr id="5960" name="Google Shape;5960;p59"/>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9"/>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9"/>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9"/>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9"/>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9"/>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9"/>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9"/>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0" name="Google Shape;5970;p59"/>
            <p:cNvGrpSpPr/>
            <p:nvPr/>
          </p:nvGrpSpPr>
          <p:grpSpPr>
            <a:xfrm>
              <a:off x="1592327" y="1179665"/>
              <a:ext cx="80700" cy="1526144"/>
              <a:chOff x="1592327" y="1179665"/>
              <a:chExt cx="80700" cy="1526144"/>
            </a:xfrm>
          </p:grpSpPr>
          <p:sp>
            <p:nvSpPr>
              <p:cNvPr id="5971" name="Google Shape;5971;p59"/>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9"/>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9"/>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9"/>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9"/>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9"/>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1" name="Google Shape;5981;p59"/>
            <p:cNvGrpSpPr/>
            <p:nvPr/>
          </p:nvGrpSpPr>
          <p:grpSpPr>
            <a:xfrm>
              <a:off x="1766187" y="1179665"/>
              <a:ext cx="80700" cy="1526144"/>
              <a:chOff x="1766187" y="1179665"/>
              <a:chExt cx="80700" cy="1526144"/>
            </a:xfrm>
          </p:grpSpPr>
          <p:sp>
            <p:nvSpPr>
              <p:cNvPr id="5982" name="Google Shape;5982;p59"/>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9"/>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9"/>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9"/>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9"/>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9"/>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9"/>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9"/>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9"/>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59"/>
            <p:cNvGrpSpPr/>
            <p:nvPr/>
          </p:nvGrpSpPr>
          <p:grpSpPr>
            <a:xfrm>
              <a:off x="1936935" y="1179665"/>
              <a:ext cx="80700" cy="1526144"/>
              <a:chOff x="1936935" y="1179665"/>
              <a:chExt cx="80700" cy="1526144"/>
            </a:xfrm>
          </p:grpSpPr>
          <p:sp>
            <p:nvSpPr>
              <p:cNvPr id="5993" name="Google Shape;5993;p59"/>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9"/>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9"/>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9"/>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9"/>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3" name="Google Shape;6003;p59"/>
            <p:cNvGrpSpPr/>
            <p:nvPr/>
          </p:nvGrpSpPr>
          <p:grpSpPr>
            <a:xfrm>
              <a:off x="2110795" y="1179665"/>
              <a:ext cx="80700" cy="1526144"/>
              <a:chOff x="2110795" y="1179665"/>
              <a:chExt cx="80700" cy="1526144"/>
            </a:xfrm>
          </p:grpSpPr>
          <p:sp>
            <p:nvSpPr>
              <p:cNvPr id="6004" name="Google Shape;6004;p59"/>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9"/>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9"/>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9"/>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4" name="Google Shape;6014;p59"/>
            <p:cNvGrpSpPr/>
            <p:nvPr/>
          </p:nvGrpSpPr>
          <p:grpSpPr>
            <a:xfrm>
              <a:off x="2284655" y="1179665"/>
              <a:ext cx="80700" cy="1526144"/>
              <a:chOff x="2284655" y="1179665"/>
              <a:chExt cx="80700" cy="1526144"/>
            </a:xfrm>
          </p:grpSpPr>
          <p:sp>
            <p:nvSpPr>
              <p:cNvPr id="6015" name="Google Shape;6015;p59"/>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9"/>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9"/>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9"/>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9"/>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9"/>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25" name="Google Shape;6025;p59"/>
          <p:cNvGrpSpPr/>
          <p:nvPr/>
        </p:nvGrpSpPr>
        <p:grpSpPr>
          <a:xfrm>
            <a:off x="2611693" y="986760"/>
            <a:ext cx="1364248" cy="1102133"/>
            <a:chOff x="2623904" y="1198803"/>
            <a:chExt cx="1364248" cy="1102133"/>
          </a:xfrm>
        </p:grpSpPr>
        <p:grpSp>
          <p:nvGrpSpPr>
            <p:cNvPr id="6026" name="Google Shape;6026;p59"/>
            <p:cNvGrpSpPr/>
            <p:nvPr/>
          </p:nvGrpSpPr>
          <p:grpSpPr>
            <a:xfrm>
              <a:off x="2623907" y="1198803"/>
              <a:ext cx="1364245" cy="273000"/>
              <a:chOff x="2623907" y="1198803"/>
              <a:chExt cx="1364245" cy="273000"/>
            </a:xfrm>
          </p:grpSpPr>
          <p:sp>
            <p:nvSpPr>
              <p:cNvPr id="6027" name="Google Shape;6027;p5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9"/>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59"/>
            <p:cNvGrpSpPr/>
            <p:nvPr/>
          </p:nvGrpSpPr>
          <p:grpSpPr>
            <a:xfrm>
              <a:off x="2623904" y="1476964"/>
              <a:ext cx="1364245" cy="273000"/>
              <a:chOff x="2623904" y="1476964"/>
              <a:chExt cx="1364245" cy="273000"/>
            </a:xfrm>
          </p:grpSpPr>
          <p:sp>
            <p:nvSpPr>
              <p:cNvPr id="6033" name="Google Shape;6033;p5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9"/>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9"/>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9"/>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59"/>
            <p:cNvGrpSpPr/>
            <p:nvPr/>
          </p:nvGrpSpPr>
          <p:grpSpPr>
            <a:xfrm>
              <a:off x="2623907" y="1749775"/>
              <a:ext cx="1364245" cy="273000"/>
              <a:chOff x="2623907" y="1749775"/>
              <a:chExt cx="1364245" cy="273000"/>
            </a:xfrm>
          </p:grpSpPr>
          <p:sp>
            <p:nvSpPr>
              <p:cNvPr id="6039" name="Google Shape;6039;p5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9"/>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9"/>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4" name="Google Shape;6044;p59"/>
            <p:cNvGrpSpPr/>
            <p:nvPr/>
          </p:nvGrpSpPr>
          <p:grpSpPr>
            <a:xfrm>
              <a:off x="2623904" y="2027936"/>
              <a:ext cx="1364245" cy="273000"/>
              <a:chOff x="2623904" y="2027936"/>
              <a:chExt cx="1364245" cy="273000"/>
            </a:xfrm>
          </p:grpSpPr>
          <p:sp>
            <p:nvSpPr>
              <p:cNvPr id="6045" name="Google Shape;6045;p5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050" name="Google Shape;6050;p59"/>
          <p:cNvGrpSpPr/>
          <p:nvPr/>
        </p:nvGrpSpPr>
        <p:grpSpPr>
          <a:xfrm>
            <a:off x="2601154" y="2445833"/>
            <a:ext cx="1387541" cy="159124"/>
            <a:chOff x="3200660" y="2180272"/>
            <a:chExt cx="2563824" cy="378237"/>
          </a:xfrm>
        </p:grpSpPr>
        <p:sp>
          <p:nvSpPr>
            <p:cNvPr id="6051" name="Google Shape;6051;p5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9" name="Google Shape;6069;p59"/>
          <p:cNvGrpSpPr/>
          <p:nvPr/>
        </p:nvGrpSpPr>
        <p:grpSpPr>
          <a:xfrm>
            <a:off x="2597679" y="2723597"/>
            <a:ext cx="1390502" cy="159625"/>
            <a:chOff x="3530150" y="2790075"/>
            <a:chExt cx="1962600" cy="225300"/>
          </a:xfrm>
        </p:grpSpPr>
        <p:sp>
          <p:nvSpPr>
            <p:cNvPr id="6070" name="Google Shape;6070;p59"/>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9"/>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2" name="Google Shape;6072;p59"/>
          <p:cNvGrpSpPr/>
          <p:nvPr/>
        </p:nvGrpSpPr>
        <p:grpSpPr>
          <a:xfrm>
            <a:off x="2597736" y="3001862"/>
            <a:ext cx="1411629" cy="154175"/>
            <a:chOff x="3558802" y="4011244"/>
            <a:chExt cx="1866000" cy="111600"/>
          </a:xfrm>
        </p:grpSpPr>
        <p:sp>
          <p:nvSpPr>
            <p:cNvPr id="6073" name="Google Shape;6073;p59"/>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9"/>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5" name="Google Shape;6075;p59"/>
          <p:cNvGrpSpPr/>
          <p:nvPr/>
        </p:nvGrpSpPr>
        <p:grpSpPr>
          <a:xfrm>
            <a:off x="2598024" y="2207432"/>
            <a:ext cx="1383503" cy="119761"/>
            <a:chOff x="3465975" y="2270258"/>
            <a:chExt cx="1986364" cy="171947"/>
          </a:xfrm>
        </p:grpSpPr>
        <p:sp>
          <p:nvSpPr>
            <p:cNvPr id="6076" name="Google Shape;6076;p5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9"/>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9"/>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9"/>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9"/>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9"/>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59"/>
          <p:cNvGrpSpPr/>
          <p:nvPr/>
        </p:nvGrpSpPr>
        <p:grpSpPr>
          <a:xfrm>
            <a:off x="2609031" y="3571205"/>
            <a:ext cx="1369531" cy="195460"/>
            <a:chOff x="723300" y="4253549"/>
            <a:chExt cx="2276482" cy="324900"/>
          </a:xfrm>
        </p:grpSpPr>
        <p:sp>
          <p:nvSpPr>
            <p:cNvPr id="6085" name="Google Shape;6085;p5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9"/>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0" name="Google Shape;6090;p59"/>
          <p:cNvGrpSpPr/>
          <p:nvPr/>
        </p:nvGrpSpPr>
        <p:grpSpPr>
          <a:xfrm>
            <a:off x="2598592" y="3272446"/>
            <a:ext cx="1389066" cy="180119"/>
            <a:chOff x="705948" y="3788465"/>
            <a:chExt cx="2308953" cy="299400"/>
          </a:xfrm>
        </p:grpSpPr>
        <p:sp>
          <p:nvSpPr>
            <p:cNvPr id="6091" name="Google Shape;6091;p5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9"/>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9"/>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6" name="Google Shape;6096;p59"/>
          <p:cNvGrpSpPr/>
          <p:nvPr/>
        </p:nvGrpSpPr>
        <p:grpSpPr>
          <a:xfrm>
            <a:off x="4195583" y="1876400"/>
            <a:ext cx="1433821" cy="191501"/>
            <a:chOff x="4273350" y="2088443"/>
            <a:chExt cx="1433821" cy="191501"/>
          </a:xfrm>
        </p:grpSpPr>
        <p:grpSp>
          <p:nvGrpSpPr>
            <p:cNvPr id="6097" name="Google Shape;6097;p59"/>
            <p:cNvGrpSpPr/>
            <p:nvPr/>
          </p:nvGrpSpPr>
          <p:grpSpPr>
            <a:xfrm>
              <a:off x="4273350" y="2088443"/>
              <a:ext cx="1433821" cy="0"/>
              <a:chOff x="5224975" y="2962250"/>
              <a:chExt cx="1544400" cy="0"/>
            </a:xfrm>
          </p:grpSpPr>
          <p:cxnSp>
            <p:nvCxnSpPr>
              <p:cNvPr id="6098" name="Google Shape;6098;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099" name="Google Shape;6099;p59"/>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100" name="Google Shape;6100;p59"/>
            <p:cNvGrpSpPr/>
            <p:nvPr/>
          </p:nvGrpSpPr>
          <p:grpSpPr>
            <a:xfrm>
              <a:off x="4273350" y="2279944"/>
              <a:ext cx="1433821" cy="0"/>
              <a:chOff x="5224975" y="2962250"/>
              <a:chExt cx="1544400" cy="0"/>
            </a:xfrm>
          </p:grpSpPr>
          <p:cxnSp>
            <p:nvCxnSpPr>
              <p:cNvPr id="6101" name="Google Shape;6101;p59"/>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102" name="Google Shape;6102;p59"/>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103" name="Google Shape;6103;p59"/>
          <p:cNvGrpSpPr/>
          <p:nvPr/>
        </p:nvGrpSpPr>
        <p:grpSpPr>
          <a:xfrm>
            <a:off x="2646529" y="3885304"/>
            <a:ext cx="1304609" cy="294074"/>
            <a:chOff x="2658741" y="4097347"/>
            <a:chExt cx="1304609" cy="294074"/>
          </a:xfrm>
        </p:grpSpPr>
        <p:grpSp>
          <p:nvGrpSpPr>
            <p:cNvPr id="6104" name="Google Shape;6104;p59"/>
            <p:cNvGrpSpPr/>
            <p:nvPr/>
          </p:nvGrpSpPr>
          <p:grpSpPr>
            <a:xfrm>
              <a:off x="2658741" y="4097347"/>
              <a:ext cx="118572" cy="294074"/>
              <a:chOff x="3343310" y="4475555"/>
              <a:chExt cx="127717" cy="316753"/>
            </a:xfrm>
          </p:grpSpPr>
          <p:sp>
            <p:nvSpPr>
              <p:cNvPr id="6105" name="Google Shape;6105;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7" name="Google Shape;6107;p59"/>
            <p:cNvGrpSpPr/>
            <p:nvPr/>
          </p:nvGrpSpPr>
          <p:grpSpPr>
            <a:xfrm>
              <a:off x="3815519" y="4098388"/>
              <a:ext cx="147831" cy="291991"/>
              <a:chOff x="3527539" y="4476677"/>
              <a:chExt cx="159232" cy="314510"/>
            </a:xfrm>
          </p:grpSpPr>
          <p:sp>
            <p:nvSpPr>
              <p:cNvPr id="6108" name="Google Shape;6108;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0" name="Google Shape;6110;p59"/>
            <p:cNvGrpSpPr/>
            <p:nvPr/>
          </p:nvGrpSpPr>
          <p:grpSpPr>
            <a:xfrm>
              <a:off x="3511696" y="4098388"/>
              <a:ext cx="147831" cy="291991"/>
              <a:chOff x="3527539" y="4476677"/>
              <a:chExt cx="159232" cy="314510"/>
            </a:xfrm>
          </p:grpSpPr>
          <p:sp>
            <p:nvSpPr>
              <p:cNvPr id="6111" name="Google Shape;6111;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59"/>
            <p:cNvGrpSpPr/>
            <p:nvPr/>
          </p:nvGrpSpPr>
          <p:grpSpPr>
            <a:xfrm>
              <a:off x="3207874" y="4098388"/>
              <a:ext cx="147831" cy="291991"/>
              <a:chOff x="3527539" y="4476677"/>
              <a:chExt cx="159232" cy="314510"/>
            </a:xfrm>
          </p:grpSpPr>
          <p:sp>
            <p:nvSpPr>
              <p:cNvPr id="6114" name="Google Shape;6114;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6" name="Google Shape;6116;p59"/>
            <p:cNvGrpSpPr/>
            <p:nvPr/>
          </p:nvGrpSpPr>
          <p:grpSpPr>
            <a:xfrm>
              <a:off x="2933305" y="4097347"/>
              <a:ext cx="118572" cy="294074"/>
              <a:chOff x="3343310" y="4475555"/>
              <a:chExt cx="127717" cy="316753"/>
            </a:xfrm>
          </p:grpSpPr>
          <p:sp>
            <p:nvSpPr>
              <p:cNvPr id="6117" name="Google Shape;6117;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19" name="Google Shape;6119;p59"/>
          <p:cNvGrpSpPr/>
          <p:nvPr/>
        </p:nvGrpSpPr>
        <p:grpSpPr>
          <a:xfrm>
            <a:off x="4197138" y="963998"/>
            <a:ext cx="1430711" cy="751237"/>
            <a:chOff x="5159450" y="1919950"/>
            <a:chExt cx="1541050" cy="862500"/>
          </a:xfrm>
        </p:grpSpPr>
        <p:sp>
          <p:nvSpPr>
            <p:cNvPr id="6120" name="Google Shape;6120;p5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6121" name="Google Shape;6121;p59"/>
            <p:cNvGrpSpPr/>
            <p:nvPr/>
          </p:nvGrpSpPr>
          <p:grpSpPr>
            <a:xfrm>
              <a:off x="5159450" y="1919950"/>
              <a:ext cx="1541050" cy="862500"/>
              <a:chOff x="5159450" y="1919950"/>
              <a:chExt cx="1541050" cy="862500"/>
            </a:xfrm>
          </p:grpSpPr>
          <p:cxnSp>
            <p:nvCxnSpPr>
              <p:cNvPr id="6122" name="Google Shape;6122;p5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123" name="Google Shape;6123;p5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124" name="Google Shape;6124;p59"/>
          <p:cNvGrpSpPr/>
          <p:nvPr/>
        </p:nvGrpSpPr>
        <p:grpSpPr>
          <a:xfrm>
            <a:off x="4245275" y="2227768"/>
            <a:ext cx="1334436" cy="967914"/>
            <a:chOff x="4294923" y="2439811"/>
            <a:chExt cx="1334436" cy="967914"/>
          </a:xfrm>
        </p:grpSpPr>
        <p:grpSp>
          <p:nvGrpSpPr>
            <p:cNvPr id="6125" name="Google Shape;6125;p59"/>
            <p:cNvGrpSpPr/>
            <p:nvPr/>
          </p:nvGrpSpPr>
          <p:grpSpPr>
            <a:xfrm>
              <a:off x="4960455" y="2469658"/>
              <a:ext cx="668904" cy="885524"/>
              <a:chOff x="4960455" y="2469658"/>
              <a:chExt cx="668904" cy="885524"/>
            </a:xfrm>
          </p:grpSpPr>
          <p:sp>
            <p:nvSpPr>
              <p:cNvPr id="6126" name="Google Shape;6126;p59"/>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9"/>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9"/>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9"/>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9"/>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9"/>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59"/>
            <p:cNvGrpSpPr/>
            <p:nvPr/>
          </p:nvGrpSpPr>
          <p:grpSpPr>
            <a:xfrm>
              <a:off x="4294923" y="2469658"/>
              <a:ext cx="668951" cy="885524"/>
              <a:chOff x="4294923" y="2469658"/>
              <a:chExt cx="668951" cy="885524"/>
            </a:xfrm>
          </p:grpSpPr>
          <p:sp>
            <p:nvSpPr>
              <p:cNvPr id="6133" name="Google Shape;6133;p59"/>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9"/>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9"/>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9"/>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9"/>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9"/>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39" name="Google Shape;6139;p59"/>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59"/>
          <p:cNvGrpSpPr/>
          <p:nvPr/>
        </p:nvGrpSpPr>
        <p:grpSpPr>
          <a:xfrm>
            <a:off x="4231478" y="3282213"/>
            <a:ext cx="1430949" cy="897289"/>
            <a:chOff x="4351371" y="3547942"/>
            <a:chExt cx="1345130" cy="843475"/>
          </a:xfrm>
        </p:grpSpPr>
        <p:grpSp>
          <p:nvGrpSpPr>
            <p:cNvPr id="6141" name="Google Shape;6141;p59"/>
            <p:cNvGrpSpPr/>
            <p:nvPr/>
          </p:nvGrpSpPr>
          <p:grpSpPr>
            <a:xfrm>
              <a:off x="4351371" y="4209917"/>
              <a:ext cx="1345130" cy="181500"/>
              <a:chOff x="4351371" y="4209917"/>
              <a:chExt cx="1345130" cy="181500"/>
            </a:xfrm>
          </p:grpSpPr>
          <p:sp>
            <p:nvSpPr>
              <p:cNvPr id="6142" name="Google Shape;6142;p59"/>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3" name="Google Shape;6143;p59"/>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144" name="Google Shape;6144;p59"/>
            <p:cNvGrpSpPr/>
            <p:nvPr/>
          </p:nvGrpSpPr>
          <p:grpSpPr>
            <a:xfrm>
              <a:off x="4403010" y="3985221"/>
              <a:ext cx="1109518" cy="181500"/>
              <a:chOff x="4403010" y="3985221"/>
              <a:chExt cx="1109518" cy="181500"/>
            </a:xfrm>
          </p:grpSpPr>
          <p:sp>
            <p:nvSpPr>
              <p:cNvPr id="6145" name="Google Shape;6145;p59"/>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6" name="Google Shape;6146;p59"/>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147" name="Google Shape;6147;p59"/>
            <p:cNvGrpSpPr/>
            <p:nvPr/>
          </p:nvGrpSpPr>
          <p:grpSpPr>
            <a:xfrm>
              <a:off x="4618704" y="3766582"/>
              <a:ext cx="807858" cy="181500"/>
              <a:chOff x="4618704" y="3766582"/>
              <a:chExt cx="807858" cy="181500"/>
            </a:xfrm>
          </p:grpSpPr>
          <p:sp>
            <p:nvSpPr>
              <p:cNvPr id="6148" name="Google Shape;6148;p59"/>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49" name="Google Shape;6149;p59"/>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150" name="Google Shape;6150;p59"/>
            <p:cNvGrpSpPr/>
            <p:nvPr/>
          </p:nvGrpSpPr>
          <p:grpSpPr>
            <a:xfrm>
              <a:off x="4735238" y="3547942"/>
              <a:ext cx="462839" cy="181500"/>
              <a:chOff x="4735238" y="3547942"/>
              <a:chExt cx="462839" cy="181500"/>
            </a:xfrm>
          </p:grpSpPr>
          <p:sp>
            <p:nvSpPr>
              <p:cNvPr id="6151" name="Google Shape;6151;p59"/>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52" name="Google Shape;6152;p59"/>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53" name="Google Shape;6153;p59"/>
          <p:cNvGrpSpPr/>
          <p:nvPr/>
        </p:nvGrpSpPr>
        <p:grpSpPr>
          <a:xfrm>
            <a:off x="7407836" y="2217537"/>
            <a:ext cx="1020955" cy="928853"/>
            <a:chOff x="926675" y="238125"/>
            <a:chExt cx="5755100" cy="5232975"/>
          </a:xfrm>
        </p:grpSpPr>
        <p:sp>
          <p:nvSpPr>
            <p:cNvPr id="6154" name="Google Shape;6154;p59"/>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9"/>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9"/>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9"/>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8" name="Google Shape;6158;p59"/>
          <p:cNvGrpSpPr/>
          <p:nvPr/>
        </p:nvGrpSpPr>
        <p:grpSpPr>
          <a:xfrm>
            <a:off x="715210" y="2616272"/>
            <a:ext cx="1695374" cy="1560837"/>
            <a:chOff x="727421" y="2828315"/>
            <a:chExt cx="1695374" cy="1560837"/>
          </a:xfrm>
        </p:grpSpPr>
        <p:grpSp>
          <p:nvGrpSpPr>
            <p:cNvPr id="6159" name="Google Shape;6159;p59"/>
            <p:cNvGrpSpPr/>
            <p:nvPr/>
          </p:nvGrpSpPr>
          <p:grpSpPr>
            <a:xfrm>
              <a:off x="727421" y="2828315"/>
              <a:ext cx="1695374" cy="1560837"/>
              <a:chOff x="734799" y="2782450"/>
              <a:chExt cx="1571100" cy="1577400"/>
            </a:xfrm>
          </p:grpSpPr>
          <p:cxnSp>
            <p:nvCxnSpPr>
              <p:cNvPr id="6160" name="Google Shape;6160;p5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161" name="Google Shape;6161;p5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162" name="Google Shape;6162;p59"/>
            <p:cNvGrpSpPr/>
            <p:nvPr/>
          </p:nvGrpSpPr>
          <p:grpSpPr>
            <a:xfrm>
              <a:off x="819108" y="2882501"/>
              <a:ext cx="1556791" cy="1426186"/>
              <a:chOff x="819108" y="2882501"/>
              <a:chExt cx="1556791" cy="1426186"/>
            </a:xfrm>
          </p:grpSpPr>
          <p:grpSp>
            <p:nvGrpSpPr>
              <p:cNvPr id="6163" name="Google Shape;6163;p59"/>
              <p:cNvGrpSpPr/>
              <p:nvPr/>
            </p:nvGrpSpPr>
            <p:grpSpPr>
              <a:xfrm>
                <a:off x="819108" y="2882501"/>
                <a:ext cx="103104" cy="1426186"/>
                <a:chOff x="4674013" y="3100904"/>
                <a:chExt cx="122758" cy="1698043"/>
              </a:xfrm>
            </p:grpSpPr>
            <p:sp>
              <p:nvSpPr>
                <p:cNvPr id="6164" name="Google Shape;6164;p5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1" name="Google Shape;6171;p59"/>
              <p:cNvGrpSpPr/>
              <p:nvPr/>
            </p:nvGrpSpPr>
            <p:grpSpPr>
              <a:xfrm>
                <a:off x="1062475" y="2882501"/>
                <a:ext cx="103104" cy="1426186"/>
                <a:chOff x="4940438" y="3100904"/>
                <a:chExt cx="122758" cy="1698043"/>
              </a:xfrm>
            </p:grpSpPr>
            <p:sp>
              <p:nvSpPr>
                <p:cNvPr id="6172" name="Google Shape;6172;p5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9" name="Google Shape;6179;p59"/>
              <p:cNvGrpSpPr/>
              <p:nvPr/>
            </p:nvGrpSpPr>
            <p:grpSpPr>
              <a:xfrm>
                <a:off x="1299324" y="2882501"/>
                <a:ext cx="103104" cy="1426186"/>
                <a:chOff x="5206863" y="3100904"/>
                <a:chExt cx="122758" cy="1698043"/>
              </a:xfrm>
            </p:grpSpPr>
            <p:sp>
              <p:nvSpPr>
                <p:cNvPr id="6180" name="Google Shape;6180;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59"/>
              <p:cNvGrpSpPr/>
              <p:nvPr/>
            </p:nvGrpSpPr>
            <p:grpSpPr>
              <a:xfrm>
                <a:off x="1786057" y="2882501"/>
                <a:ext cx="103104" cy="1426186"/>
                <a:chOff x="6006138" y="3143629"/>
                <a:chExt cx="122758" cy="1698043"/>
              </a:xfrm>
            </p:grpSpPr>
            <p:sp>
              <p:nvSpPr>
                <p:cNvPr id="6188" name="Google Shape;6188;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5" name="Google Shape;6195;p59"/>
              <p:cNvGrpSpPr/>
              <p:nvPr/>
            </p:nvGrpSpPr>
            <p:grpSpPr>
              <a:xfrm>
                <a:off x="2029422" y="2882501"/>
                <a:ext cx="103104" cy="1426186"/>
                <a:chOff x="6805413" y="3100904"/>
                <a:chExt cx="122758" cy="1698043"/>
              </a:xfrm>
            </p:grpSpPr>
            <p:sp>
              <p:nvSpPr>
                <p:cNvPr id="6196" name="Google Shape;6196;p5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3" name="Google Shape;6203;p59"/>
              <p:cNvGrpSpPr/>
              <p:nvPr/>
            </p:nvGrpSpPr>
            <p:grpSpPr>
              <a:xfrm>
                <a:off x="2272795" y="2882501"/>
                <a:ext cx="103104" cy="1426186"/>
                <a:chOff x="5206863" y="3100904"/>
                <a:chExt cx="122758" cy="1698043"/>
              </a:xfrm>
            </p:grpSpPr>
            <p:sp>
              <p:nvSpPr>
                <p:cNvPr id="6204" name="Google Shape;6204;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59"/>
              <p:cNvGrpSpPr/>
              <p:nvPr/>
            </p:nvGrpSpPr>
            <p:grpSpPr>
              <a:xfrm>
                <a:off x="1542694" y="2882501"/>
                <a:ext cx="103104" cy="1426186"/>
                <a:chOff x="6006138" y="3143629"/>
                <a:chExt cx="122758" cy="1698043"/>
              </a:xfrm>
            </p:grpSpPr>
            <p:sp>
              <p:nvSpPr>
                <p:cNvPr id="6212" name="Google Shape;6212;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219" name="Google Shape;6219;p59"/>
          <p:cNvGrpSpPr/>
          <p:nvPr/>
        </p:nvGrpSpPr>
        <p:grpSpPr>
          <a:xfrm>
            <a:off x="5671260" y="3305994"/>
            <a:ext cx="2749952" cy="870677"/>
            <a:chOff x="238125" y="1725700"/>
            <a:chExt cx="7139025" cy="2260325"/>
          </a:xfrm>
        </p:grpSpPr>
        <p:sp>
          <p:nvSpPr>
            <p:cNvPr id="6220" name="Google Shape;6220;p59"/>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9"/>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9"/>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9"/>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9"/>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9"/>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9"/>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9"/>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9"/>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9"/>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0" name="Google Shape;6230;p59"/>
          <p:cNvGrpSpPr/>
          <p:nvPr/>
        </p:nvGrpSpPr>
        <p:grpSpPr>
          <a:xfrm>
            <a:off x="5941424" y="2247740"/>
            <a:ext cx="1105452" cy="916747"/>
            <a:chOff x="5249100" y="1210600"/>
            <a:chExt cx="3502700" cy="2904775"/>
          </a:xfrm>
        </p:grpSpPr>
        <p:sp>
          <p:nvSpPr>
            <p:cNvPr id="6231" name="Google Shape;6231;p5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35" name="Google Shape;6235;p59"/>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236" name="Google Shape;6236;p59"/>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237" name="Google Shape;6237;p59"/>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238" name="Google Shape;6238;p59"/>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239" name="Google Shape;6239;p59"/>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0" name="Google Shape;6240;p59"/>
          <p:cNvGrpSpPr/>
          <p:nvPr/>
        </p:nvGrpSpPr>
        <p:grpSpPr>
          <a:xfrm>
            <a:off x="7123972" y="967158"/>
            <a:ext cx="1304650" cy="1124856"/>
            <a:chOff x="7287122" y="1165658"/>
            <a:chExt cx="1219413" cy="1051365"/>
          </a:xfrm>
        </p:grpSpPr>
        <p:grpSp>
          <p:nvGrpSpPr>
            <p:cNvPr id="6241" name="Google Shape;6241;p59"/>
            <p:cNvGrpSpPr/>
            <p:nvPr/>
          </p:nvGrpSpPr>
          <p:grpSpPr>
            <a:xfrm>
              <a:off x="7287122" y="1969723"/>
              <a:ext cx="1219413" cy="247300"/>
              <a:chOff x="7287122" y="1969723"/>
              <a:chExt cx="1219413" cy="247300"/>
            </a:xfrm>
          </p:grpSpPr>
          <p:sp>
            <p:nvSpPr>
              <p:cNvPr id="6242" name="Google Shape;6242;p5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3" name="Google Shape;6243;p59"/>
              <p:cNvGrpSpPr/>
              <p:nvPr/>
            </p:nvGrpSpPr>
            <p:grpSpPr>
              <a:xfrm>
                <a:off x="7287122" y="2063892"/>
                <a:ext cx="1151753" cy="73428"/>
                <a:chOff x="7287122" y="2063892"/>
                <a:chExt cx="1151753" cy="73428"/>
              </a:xfrm>
            </p:grpSpPr>
            <p:sp>
              <p:nvSpPr>
                <p:cNvPr id="6244" name="Google Shape;6244;p5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45" name="Google Shape;6245;p5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246" name="Google Shape;6246;p59"/>
            <p:cNvGrpSpPr/>
            <p:nvPr/>
          </p:nvGrpSpPr>
          <p:grpSpPr>
            <a:xfrm>
              <a:off x="7287122" y="1712201"/>
              <a:ext cx="1219403" cy="246767"/>
              <a:chOff x="7287122" y="1712201"/>
              <a:chExt cx="1219403" cy="246767"/>
            </a:xfrm>
          </p:grpSpPr>
          <p:sp>
            <p:nvSpPr>
              <p:cNvPr id="6247" name="Google Shape;6247;p5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8" name="Google Shape;6248;p59"/>
              <p:cNvGrpSpPr/>
              <p:nvPr/>
            </p:nvGrpSpPr>
            <p:grpSpPr>
              <a:xfrm>
                <a:off x="7287122" y="1842861"/>
                <a:ext cx="1005303" cy="73419"/>
                <a:chOff x="7287122" y="1842861"/>
                <a:chExt cx="1005303" cy="73419"/>
              </a:xfrm>
            </p:grpSpPr>
            <p:sp>
              <p:nvSpPr>
                <p:cNvPr id="6249" name="Google Shape;6249;p5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0" name="Google Shape;6250;p5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251" name="Google Shape;6251;p59"/>
            <p:cNvGrpSpPr/>
            <p:nvPr/>
          </p:nvGrpSpPr>
          <p:grpSpPr>
            <a:xfrm>
              <a:off x="7287122" y="1447520"/>
              <a:ext cx="1219403" cy="286667"/>
              <a:chOff x="7287122" y="1447520"/>
              <a:chExt cx="1219403" cy="286667"/>
            </a:xfrm>
          </p:grpSpPr>
          <p:sp>
            <p:nvSpPr>
              <p:cNvPr id="6252" name="Google Shape;6252;p5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3" name="Google Shape;6253;p59"/>
              <p:cNvGrpSpPr/>
              <p:nvPr/>
            </p:nvGrpSpPr>
            <p:grpSpPr>
              <a:xfrm>
                <a:off x="7287122" y="1581977"/>
                <a:ext cx="852803" cy="73428"/>
                <a:chOff x="7287122" y="1581977"/>
                <a:chExt cx="852803" cy="73428"/>
              </a:xfrm>
            </p:grpSpPr>
            <p:sp>
              <p:nvSpPr>
                <p:cNvPr id="6254" name="Google Shape;6254;p5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55" name="Google Shape;6255;p5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256" name="Google Shape;6256;p59"/>
            <p:cNvGrpSpPr/>
            <p:nvPr/>
          </p:nvGrpSpPr>
          <p:grpSpPr>
            <a:xfrm>
              <a:off x="7287122" y="1165658"/>
              <a:ext cx="1219403" cy="344253"/>
              <a:chOff x="7287122" y="1165658"/>
              <a:chExt cx="1219403" cy="344253"/>
            </a:xfrm>
          </p:grpSpPr>
          <p:sp>
            <p:nvSpPr>
              <p:cNvPr id="6257" name="Google Shape;6257;p5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59"/>
              <p:cNvGrpSpPr/>
              <p:nvPr/>
            </p:nvGrpSpPr>
            <p:grpSpPr>
              <a:xfrm>
                <a:off x="7287122" y="1341025"/>
                <a:ext cx="695703" cy="73419"/>
                <a:chOff x="7287122" y="1341025"/>
                <a:chExt cx="695703" cy="73419"/>
              </a:xfrm>
            </p:grpSpPr>
            <p:sp>
              <p:nvSpPr>
                <p:cNvPr id="6259" name="Google Shape;6259;p5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0" name="Google Shape;6260;p5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261" name="Google Shape;6261;p59"/>
          <p:cNvGrpSpPr/>
          <p:nvPr/>
        </p:nvGrpSpPr>
        <p:grpSpPr>
          <a:xfrm>
            <a:off x="5790464" y="973181"/>
            <a:ext cx="1397729" cy="1098540"/>
            <a:chOff x="5900602" y="1193063"/>
            <a:chExt cx="1299851" cy="1021707"/>
          </a:xfrm>
        </p:grpSpPr>
        <p:grpSp>
          <p:nvGrpSpPr>
            <p:cNvPr id="6262" name="Google Shape;6262;p59"/>
            <p:cNvGrpSpPr/>
            <p:nvPr/>
          </p:nvGrpSpPr>
          <p:grpSpPr>
            <a:xfrm>
              <a:off x="6520337" y="1193063"/>
              <a:ext cx="341815" cy="799959"/>
              <a:chOff x="6520337" y="1193063"/>
              <a:chExt cx="341815" cy="799959"/>
            </a:xfrm>
          </p:grpSpPr>
          <p:grpSp>
            <p:nvGrpSpPr>
              <p:cNvPr id="6263" name="Google Shape;6263;p59"/>
              <p:cNvGrpSpPr/>
              <p:nvPr/>
            </p:nvGrpSpPr>
            <p:grpSpPr>
              <a:xfrm>
                <a:off x="6520337" y="1589527"/>
                <a:ext cx="213950" cy="403494"/>
                <a:chOff x="6520337" y="1589527"/>
                <a:chExt cx="213950" cy="403494"/>
              </a:xfrm>
            </p:grpSpPr>
            <p:sp>
              <p:nvSpPr>
                <p:cNvPr id="6264" name="Google Shape;6264;p5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9"/>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6" name="Google Shape;6266;p59"/>
              <p:cNvGrpSpPr/>
              <p:nvPr/>
            </p:nvGrpSpPr>
            <p:grpSpPr>
              <a:xfrm>
                <a:off x="6577204" y="1193063"/>
                <a:ext cx="284947" cy="464512"/>
                <a:chOff x="6577204" y="1193063"/>
                <a:chExt cx="284947" cy="464512"/>
              </a:xfrm>
            </p:grpSpPr>
            <p:sp>
              <p:nvSpPr>
                <p:cNvPr id="6267" name="Google Shape;6267;p5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68" name="Google Shape;6268;p59"/>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269" name="Google Shape;6269;p59"/>
            <p:cNvGrpSpPr/>
            <p:nvPr/>
          </p:nvGrpSpPr>
          <p:grpSpPr>
            <a:xfrm>
              <a:off x="6238903" y="1193063"/>
              <a:ext cx="300475" cy="900152"/>
              <a:chOff x="6238903" y="1193063"/>
              <a:chExt cx="300475" cy="900152"/>
            </a:xfrm>
          </p:grpSpPr>
          <p:grpSp>
            <p:nvGrpSpPr>
              <p:cNvPr id="6270" name="Google Shape;6270;p59"/>
              <p:cNvGrpSpPr/>
              <p:nvPr/>
            </p:nvGrpSpPr>
            <p:grpSpPr>
              <a:xfrm>
                <a:off x="6290865" y="1489315"/>
                <a:ext cx="248514" cy="603900"/>
                <a:chOff x="6290865" y="1489315"/>
                <a:chExt cx="248514" cy="603900"/>
              </a:xfrm>
            </p:grpSpPr>
            <p:sp>
              <p:nvSpPr>
                <p:cNvPr id="6271" name="Google Shape;6271;p5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9"/>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3" name="Google Shape;6273;p59"/>
              <p:cNvGrpSpPr/>
              <p:nvPr/>
            </p:nvGrpSpPr>
            <p:grpSpPr>
              <a:xfrm>
                <a:off x="6238903" y="1193063"/>
                <a:ext cx="284947" cy="333087"/>
                <a:chOff x="6238903" y="1193063"/>
                <a:chExt cx="284947" cy="333087"/>
              </a:xfrm>
            </p:grpSpPr>
            <p:sp>
              <p:nvSpPr>
                <p:cNvPr id="6274" name="Google Shape;6274;p5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75" name="Google Shape;6275;p59"/>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276" name="Google Shape;6276;p59"/>
            <p:cNvGrpSpPr/>
            <p:nvPr/>
          </p:nvGrpSpPr>
          <p:grpSpPr>
            <a:xfrm>
              <a:off x="5900602" y="1193063"/>
              <a:ext cx="444345" cy="1021707"/>
              <a:chOff x="5900602" y="1193063"/>
              <a:chExt cx="444345" cy="1021707"/>
            </a:xfrm>
          </p:grpSpPr>
          <p:grpSp>
            <p:nvGrpSpPr>
              <p:cNvPr id="6277" name="Google Shape;6277;p59"/>
              <p:cNvGrpSpPr/>
              <p:nvPr/>
            </p:nvGrpSpPr>
            <p:grpSpPr>
              <a:xfrm>
                <a:off x="6046501" y="1367785"/>
                <a:ext cx="298446" cy="846986"/>
                <a:chOff x="6046501" y="1367785"/>
                <a:chExt cx="298446" cy="846986"/>
              </a:xfrm>
            </p:grpSpPr>
            <p:sp>
              <p:nvSpPr>
                <p:cNvPr id="6278" name="Google Shape;6278;p5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9"/>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0" name="Google Shape;6280;p59"/>
              <p:cNvGrpSpPr/>
              <p:nvPr/>
            </p:nvGrpSpPr>
            <p:grpSpPr>
              <a:xfrm>
                <a:off x="5900602" y="1193063"/>
                <a:ext cx="284947" cy="182312"/>
                <a:chOff x="5900602" y="1193063"/>
                <a:chExt cx="284947" cy="182312"/>
              </a:xfrm>
            </p:grpSpPr>
            <p:sp>
              <p:nvSpPr>
                <p:cNvPr id="6281" name="Google Shape;6281;p5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2" name="Google Shape;6282;p5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283" name="Google Shape;6283;p59"/>
            <p:cNvGrpSpPr/>
            <p:nvPr/>
          </p:nvGrpSpPr>
          <p:grpSpPr>
            <a:xfrm>
              <a:off x="6738300" y="1193063"/>
              <a:ext cx="462153" cy="707634"/>
              <a:chOff x="6738300" y="1193063"/>
              <a:chExt cx="462153" cy="707634"/>
            </a:xfrm>
          </p:grpSpPr>
          <p:grpSp>
            <p:nvGrpSpPr>
              <p:cNvPr id="6284" name="Google Shape;6284;p59"/>
              <p:cNvGrpSpPr/>
              <p:nvPr/>
            </p:nvGrpSpPr>
            <p:grpSpPr>
              <a:xfrm>
                <a:off x="6915505" y="1193063"/>
                <a:ext cx="284947" cy="597387"/>
                <a:chOff x="6915505" y="1193063"/>
                <a:chExt cx="284947" cy="597387"/>
              </a:xfrm>
            </p:grpSpPr>
            <p:sp>
              <p:nvSpPr>
                <p:cNvPr id="6285" name="Google Shape;6285;p5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286" name="Google Shape;6286;p59"/>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287" name="Google Shape;6287;p59"/>
              <p:cNvGrpSpPr/>
              <p:nvPr/>
            </p:nvGrpSpPr>
            <p:grpSpPr>
              <a:xfrm>
                <a:off x="6738300" y="1684725"/>
                <a:ext cx="230066" cy="215971"/>
                <a:chOff x="6738300" y="1684725"/>
                <a:chExt cx="230066" cy="215971"/>
              </a:xfrm>
            </p:grpSpPr>
            <p:sp>
              <p:nvSpPr>
                <p:cNvPr id="6288" name="Google Shape;6288;p59"/>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9"/>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93"/>
        <p:cNvGrpSpPr/>
        <p:nvPr/>
      </p:nvGrpSpPr>
      <p:grpSpPr>
        <a:xfrm>
          <a:off x="0" y="0"/>
          <a:ext cx="0" cy="0"/>
          <a:chOff x="0" y="0"/>
          <a:chExt cx="0" cy="0"/>
        </a:xfrm>
      </p:grpSpPr>
      <p:grpSp>
        <p:nvGrpSpPr>
          <p:cNvPr id="6294" name="Google Shape;6294;p60"/>
          <p:cNvGrpSpPr/>
          <p:nvPr/>
        </p:nvGrpSpPr>
        <p:grpSpPr>
          <a:xfrm>
            <a:off x="826133" y="2318098"/>
            <a:ext cx="387992" cy="329326"/>
            <a:chOff x="839307" y="2318098"/>
            <a:chExt cx="387992" cy="329326"/>
          </a:xfrm>
        </p:grpSpPr>
        <p:sp>
          <p:nvSpPr>
            <p:cNvPr id="6295" name="Google Shape;6295;p60"/>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0"/>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0"/>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0"/>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0"/>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0"/>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0"/>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0"/>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0"/>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0"/>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5" name="Google Shape;6305;p60"/>
          <p:cNvGrpSpPr/>
          <p:nvPr/>
        </p:nvGrpSpPr>
        <p:grpSpPr>
          <a:xfrm>
            <a:off x="1401816" y="2289671"/>
            <a:ext cx="387073" cy="385996"/>
            <a:chOff x="1414990" y="2289671"/>
            <a:chExt cx="387073" cy="385996"/>
          </a:xfrm>
        </p:grpSpPr>
        <p:sp>
          <p:nvSpPr>
            <p:cNvPr id="6306" name="Google Shape;6306;p60"/>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0"/>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0"/>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0"/>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0"/>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60"/>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0"/>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0"/>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0"/>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0"/>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0"/>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0"/>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0"/>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0"/>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0"/>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0"/>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0"/>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0"/>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60"/>
          <p:cNvGrpSpPr/>
          <p:nvPr/>
        </p:nvGrpSpPr>
        <p:grpSpPr>
          <a:xfrm>
            <a:off x="1976737" y="2306065"/>
            <a:ext cx="387099" cy="353207"/>
            <a:chOff x="1989911" y="2306065"/>
            <a:chExt cx="387099" cy="353207"/>
          </a:xfrm>
        </p:grpSpPr>
        <p:sp>
          <p:nvSpPr>
            <p:cNvPr id="6325" name="Google Shape;6325;p60"/>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0"/>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0"/>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0"/>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0"/>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0"/>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0"/>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0"/>
          <p:cNvGrpSpPr/>
          <p:nvPr/>
        </p:nvGrpSpPr>
        <p:grpSpPr>
          <a:xfrm>
            <a:off x="2579927" y="2288778"/>
            <a:ext cx="204663" cy="363007"/>
            <a:chOff x="2593102" y="2288778"/>
            <a:chExt cx="204663" cy="363007"/>
          </a:xfrm>
        </p:grpSpPr>
        <p:sp>
          <p:nvSpPr>
            <p:cNvPr id="6333" name="Google Shape;6333;p60"/>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0"/>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0"/>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0"/>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0"/>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0"/>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0"/>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0"/>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0"/>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2" name="Google Shape;6342;p60"/>
          <p:cNvGrpSpPr/>
          <p:nvPr/>
        </p:nvGrpSpPr>
        <p:grpSpPr>
          <a:xfrm>
            <a:off x="2957699" y="2329763"/>
            <a:ext cx="403651" cy="305996"/>
            <a:chOff x="2970874" y="2329763"/>
            <a:chExt cx="403651" cy="305996"/>
          </a:xfrm>
        </p:grpSpPr>
        <p:sp>
          <p:nvSpPr>
            <p:cNvPr id="6343" name="Google Shape;6343;p60"/>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0"/>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0"/>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0"/>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0"/>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0"/>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0"/>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0"/>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0"/>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2" name="Google Shape;6352;p60"/>
          <p:cNvGrpSpPr/>
          <p:nvPr/>
        </p:nvGrpSpPr>
        <p:grpSpPr>
          <a:xfrm>
            <a:off x="3532620" y="2318755"/>
            <a:ext cx="387835" cy="327933"/>
            <a:chOff x="3545795" y="2318755"/>
            <a:chExt cx="387835" cy="327933"/>
          </a:xfrm>
        </p:grpSpPr>
        <p:sp>
          <p:nvSpPr>
            <p:cNvPr id="6353" name="Google Shape;6353;p60"/>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60"/>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0"/>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6" name="Google Shape;6356;p60"/>
            <p:cNvGrpSpPr/>
            <p:nvPr/>
          </p:nvGrpSpPr>
          <p:grpSpPr>
            <a:xfrm>
              <a:off x="3545795" y="2322301"/>
              <a:ext cx="387835" cy="324387"/>
              <a:chOff x="3545795" y="2322301"/>
              <a:chExt cx="387835" cy="324387"/>
            </a:xfrm>
          </p:grpSpPr>
          <p:sp>
            <p:nvSpPr>
              <p:cNvPr id="6357" name="Google Shape;6357;p60"/>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0"/>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0"/>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0"/>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0"/>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0"/>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0"/>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64" name="Google Shape;6364;p60"/>
          <p:cNvGrpSpPr/>
          <p:nvPr/>
        </p:nvGrpSpPr>
        <p:grpSpPr>
          <a:xfrm>
            <a:off x="4705294" y="2306984"/>
            <a:ext cx="364294" cy="351552"/>
            <a:chOff x="4718468" y="2306984"/>
            <a:chExt cx="364294" cy="351552"/>
          </a:xfrm>
        </p:grpSpPr>
        <p:sp>
          <p:nvSpPr>
            <p:cNvPr id="6365" name="Google Shape;6365;p60"/>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0"/>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0"/>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0"/>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0"/>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0"/>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0"/>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0"/>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0"/>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0"/>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5" name="Google Shape;6375;p60"/>
          <p:cNvGrpSpPr/>
          <p:nvPr/>
        </p:nvGrpSpPr>
        <p:grpSpPr>
          <a:xfrm>
            <a:off x="4134734" y="2303017"/>
            <a:ext cx="361194" cy="359355"/>
            <a:chOff x="4147908" y="2303017"/>
            <a:chExt cx="361194" cy="359355"/>
          </a:xfrm>
        </p:grpSpPr>
        <p:sp>
          <p:nvSpPr>
            <p:cNvPr id="6376" name="Google Shape;6376;p60"/>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0"/>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0"/>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0"/>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0"/>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0"/>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0"/>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0"/>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0"/>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0"/>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0"/>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0"/>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0"/>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0"/>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0" name="Google Shape;6390;p60"/>
          <p:cNvGrpSpPr/>
          <p:nvPr/>
        </p:nvGrpSpPr>
        <p:grpSpPr>
          <a:xfrm>
            <a:off x="5278954" y="2299891"/>
            <a:ext cx="367027" cy="365214"/>
            <a:chOff x="5292128" y="2299891"/>
            <a:chExt cx="367027" cy="365214"/>
          </a:xfrm>
        </p:grpSpPr>
        <p:sp>
          <p:nvSpPr>
            <p:cNvPr id="6391" name="Google Shape;6391;p60"/>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0"/>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0"/>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60"/>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60"/>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0"/>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7" name="Google Shape;6397;p60"/>
          <p:cNvGrpSpPr/>
          <p:nvPr/>
        </p:nvGrpSpPr>
        <p:grpSpPr>
          <a:xfrm>
            <a:off x="5860443" y="2309901"/>
            <a:ext cx="345720" cy="345720"/>
            <a:chOff x="5873617" y="2309901"/>
            <a:chExt cx="345720" cy="345720"/>
          </a:xfrm>
        </p:grpSpPr>
        <p:sp>
          <p:nvSpPr>
            <p:cNvPr id="6398" name="Google Shape;6398;p60"/>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0"/>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0"/>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60"/>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0"/>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0"/>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0"/>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0"/>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60"/>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60"/>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0"/>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0"/>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0"/>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0"/>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0"/>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60"/>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0"/>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0"/>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0"/>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60"/>
          <p:cNvGrpSpPr/>
          <p:nvPr/>
        </p:nvGrpSpPr>
        <p:grpSpPr>
          <a:xfrm>
            <a:off x="6850154" y="2297710"/>
            <a:ext cx="391460" cy="370127"/>
            <a:chOff x="6863329" y="2297710"/>
            <a:chExt cx="391460" cy="370127"/>
          </a:xfrm>
        </p:grpSpPr>
        <p:sp>
          <p:nvSpPr>
            <p:cNvPr id="6418" name="Google Shape;6418;p60"/>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0"/>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0"/>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0"/>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0"/>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0"/>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0"/>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0"/>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0"/>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60"/>
          <p:cNvGrpSpPr/>
          <p:nvPr/>
        </p:nvGrpSpPr>
        <p:grpSpPr>
          <a:xfrm>
            <a:off x="7408313" y="2318518"/>
            <a:ext cx="342620" cy="328459"/>
            <a:chOff x="7421488" y="2318518"/>
            <a:chExt cx="342620" cy="328459"/>
          </a:xfrm>
        </p:grpSpPr>
        <p:sp>
          <p:nvSpPr>
            <p:cNvPr id="6428" name="Google Shape;6428;p60"/>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0"/>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0"/>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0"/>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0"/>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0"/>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60"/>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5" name="Google Shape;6435;p60"/>
          <p:cNvGrpSpPr/>
          <p:nvPr/>
        </p:nvGrpSpPr>
        <p:grpSpPr>
          <a:xfrm>
            <a:off x="2495198" y="2779889"/>
            <a:ext cx="337523" cy="337680"/>
            <a:chOff x="2508373" y="2779889"/>
            <a:chExt cx="337523" cy="337680"/>
          </a:xfrm>
        </p:grpSpPr>
        <p:sp>
          <p:nvSpPr>
            <p:cNvPr id="6436" name="Google Shape;6436;p60"/>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0"/>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0"/>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0"/>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0"/>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0"/>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2" name="Google Shape;6442;p60"/>
          <p:cNvGrpSpPr/>
          <p:nvPr/>
        </p:nvGrpSpPr>
        <p:grpSpPr>
          <a:xfrm>
            <a:off x="2137900" y="4141593"/>
            <a:ext cx="410613" cy="372229"/>
            <a:chOff x="1884401" y="4141593"/>
            <a:chExt cx="410613" cy="372229"/>
          </a:xfrm>
        </p:grpSpPr>
        <p:sp>
          <p:nvSpPr>
            <p:cNvPr id="6443" name="Google Shape;6443;p60"/>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0"/>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0"/>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0"/>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60"/>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0"/>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0"/>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60"/>
          <p:cNvGrpSpPr/>
          <p:nvPr/>
        </p:nvGrpSpPr>
        <p:grpSpPr>
          <a:xfrm>
            <a:off x="1417658" y="2773689"/>
            <a:ext cx="294515" cy="349897"/>
            <a:chOff x="1430832" y="2773689"/>
            <a:chExt cx="294515" cy="349897"/>
          </a:xfrm>
        </p:grpSpPr>
        <p:sp>
          <p:nvSpPr>
            <p:cNvPr id="6451" name="Google Shape;6451;p60"/>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0"/>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0"/>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0"/>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0"/>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0"/>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0"/>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0"/>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0"/>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0"/>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0"/>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0"/>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0"/>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4" name="Google Shape;6464;p60"/>
          <p:cNvGrpSpPr/>
          <p:nvPr/>
        </p:nvGrpSpPr>
        <p:grpSpPr>
          <a:xfrm>
            <a:off x="3069042" y="2788586"/>
            <a:ext cx="288866" cy="320236"/>
            <a:chOff x="3082217" y="2788586"/>
            <a:chExt cx="288866" cy="320236"/>
          </a:xfrm>
        </p:grpSpPr>
        <p:sp>
          <p:nvSpPr>
            <p:cNvPr id="6465" name="Google Shape;6465;p60"/>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0"/>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0"/>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0"/>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0"/>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0"/>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0"/>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0"/>
          <p:cNvGrpSpPr/>
          <p:nvPr/>
        </p:nvGrpSpPr>
        <p:grpSpPr>
          <a:xfrm>
            <a:off x="3597382" y="2780704"/>
            <a:ext cx="325017" cy="336052"/>
            <a:chOff x="3610557" y="2780704"/>
            <a:chExt cx="325017" cy="336052"/>
          </a:xfrm>
        </p:grpSpPr>
        <p:sp>
          <p:nvSpPr>
            <p:cNvPr id="6473" name="Google Shape;6473;p60"/>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0"/>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0"/>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6" name="Google Shape;6476;p60"/>
          <p:cNvGrpSpPr/>
          <p:nvPr/>
        </p:nvGrpSpPr>
        <p:grpSpPr>
          <a:xfrm>
            <a:off x="4165893" y="2811495"/>
            <a:ext cx="286475" cy="274390"/>
            <a:chOff x="4179067" y="2811495"/>
            <a:chExt cx="286475" cy="274390"/>
          </a:xfrm>
        </p:grpSpPr>
        <p:sp>
          <p:nvSpPr>
            <p:cNvPr id="6477" name="Google Shape;6477;p60"/>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60"/>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60"/>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0"/>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0"/>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0"/>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0"/>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0"/>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0"/>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6" name="Google Shape;6486;p60"/>
          <p:cNvGrpSpPr/>
          <p:nvPr/>
        </p:nvGrpSpPr>
        <p:grpSpPr>
          <a:xfrm>
            <a:off x="4673583" y="2762156"/>
            <a:ext cx="371047" cy="374199"/>
            <a:chOff x="4686757" y="2762156"/>
            <a:chExt cx="371047" cy="374199"/>
          </a:xfrm>
        </p:grpSpPr>
        <p:sp>
          <p:nvSpPr>
            <p:cNvPr id="6487" name="Google Shape;6487;p60"/>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0"/>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0"/>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0"/>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0"/>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0"/>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0"/>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0"/>
          <p:cNvGrpSpPr/>
          <p:nvPr/>
        </p:nvGrpSpPr>
        <p:grpSpPr>
          <a:xfrm>
            <a:off x="5208438" y="2784802"/>
            <a:ext cx="406567" cy="327855"/>
            <a:chOff x="5221613" y="2784802"/>
            <a:chExt cx="406567" cy="327855"/>
          </a:xfrm>
        </p:grpSpPr>
        <p:sp>
          <p:nvSpPr>
            <p:cNvPr id="6495" name="Google Shape;6495;p60"/>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0"/>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0"/>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0"/>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0"/>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0"/>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60"/>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60"/>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0"/>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0"/>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0"/>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60"/>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60"/>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0"/>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0"/>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0"/>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0"/>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60"/>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0"/>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0"/>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60"/>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60"/>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0"/>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0"/>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0"/>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0"/>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0"/>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0"/>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60"/>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60"/>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5" name="Google Shape;6525;p60"/>
          <p:cNvGrpSpPr/>
          <p:nvPr/>
        </p:nvGrpSpPr>
        <p:grpSpPr>
          <a:xfrm>
            <a:off x="5799412" y="2760921"/>
            <a:ext cx="303605" cy="375434"/>
            <a:chOff x="5812586" y="2760921"/>
            <a:chExt cx="303605" cy="375434"/>
          </a:xfrm>
        </p:grpSpPr>
        <p:sp>
          <p:nvSpPr>
            <p:cNvPr id="6526" name="Google Shape;6526;p60"/>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0"/>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0"/>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0"/>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0"/>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0"/>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0"/>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60"/>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60"/>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0"/>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0"/>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7" name="Google Shape;6537;p60"/>
          <p:cNvGrpSpPr/>
          <p:nvPr/>
        </p:nvGrpSpPr>
        <p:grpSpPr>
          <a:xfrm>
            <a:off x="6321499" y="2759633"/>
            <a:ext cx="378508" cy="378166"/>
            <a:chOff x="6334673" y="2759633"/>
            <a:chExt cx="378508" cy="378166"/>
          </a:xfrm>
        </p:grpSpPr>
        <p:sp>
          <p:nvSpPr>
            <p:cNvPr id="6538" name="Google Shape;6538;p60"/>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0"/>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0"/>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0"/>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60"/>
          <p:cNvGrpSpPr/>
          <p:nvPr/>
        </p:nvGrpSpPr>
        <p:grpSpPr>
          <a:xfrm>
            <a:off x="7999471" y="2806477"/>
            <a:ext cx="319763" cy="284505"/>
            <a:chOff x="8012645" y="2806477"/>
            <a:chExt cx="319763" cy="284505"/>
          </a:xfrm>
        </p:grpSpPr>
        <p:sp>
          <p:nvSpPr>
            <p:cNvPr id="6543" name="Google Shape;6543;p60"/>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0"/>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0"/>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0"/>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0"/>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0"/>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60"/>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60"/>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0"/>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0"/>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60"/>
          <p:cNvGrpSpPr/>
          <p:nvPr/>
        </p:nvGrpSpPr>
        <p:grpSpPr>
          <a:xfrm>
            <a:off x="2707935" y="4162138"/>
            <a:ext cx="385339" cy="388071"/>
            <a:chOff x="2454435" y="4162138"/>
            <a:chExt cx="385339" cy="388071"/>
          </a:xfrm>
        </p:grpSpPr>
        <p:sp>
          <p:nvSpPr>
            <p:cNvPr id="6554" name="Google Shape;6554;p60"/>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0"/>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0"/>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60"/>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60"/>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0"/>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0"/>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0"/>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0"/>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0"/>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0"/>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0"/>
          <p:cNvGrpSpPr/>
          <p:nvPr/>
        </p:nvGrpSpPr>
        <p:grpSpPr>
          <a:xfrm>
            <a:off x="3855439" y="4161192"/>
            <a:ext cx="275178" cy="388912"/>
            <a:chOff x="3601939" y="4161192"/>
            <a:chExt cx="275178" cy="388912"/>
          </a:xfrm>
        </p:grpSpPr>
        <p:sp>
          <p:nvSpPr>
            <p:cNvPr id="6566" name="Google Shape;6566;p60"/>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0"/>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0"/>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0"/>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0"/>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0"/>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0"/>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0"/>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0"/>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0"/>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60"/>
          <p:cNvGrpSpPr/>
          <p:nvPr/>
        </p:nvGrpSpPr>
        <p:grpSpPr>
          <a:xfrm>
            <a:off x="822849" y="3215146"/>
            <a:ext cx="375802" cy="371677"/>
            <a:chOff x="836023" y="3215146"/>
            <a:chExt cx="375802" cy="371677"/>
          </a:xfrm>
        </p:grpSpPr>
        <p:sp>
          <p:nvSpPr>
            <p:cNvPr id="6577" name="Google Shape;6577;p60"/>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0"/>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0"/>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0"/>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0"/>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0"/>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0"/>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0"/>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0"/>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0"/>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0"/>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0"/>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0"/>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0"/>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0"/>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60"/>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3" name="Google Shape;6593;p60"/>
          <p:cNvGrpSpPr/>
          <p:nvPr/>
        </p:nvGrpSpPr>
        <p:grpSpPr>
          <a:xfrm>
            <a:off x="1343123" y="3210890"/>
            <a:ext cx="431368" cy="380189"/>
            <a:chOff x="1356297" y="3210890"/>
            <a:chExt cx="431368" cy="380189"/>
          </a:xfrm>
        </p:grpSpPr>
        <p:sp>
          <p:nvSpPr>
            <p:cNvPr id="6594" name="Google Shape;6594;p60"/>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0"/>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0"/>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0"/>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0"/>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0"/>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0"/>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0"/>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0"/>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60"/>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60"/>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0"/>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0"/>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7" name="Google Shape;6607;p60"/>
          <p:cNvGrpSpPr/>
          <p:nvPr/>
        </p:nvGrpSpPr>
        <p:grpSpPr>
          <a:xfrm>
            <a:off x="1890563" y="3215540"/>
            <a:ext cx="411874" cy="370731"/>
            <a:chOff x="1903737" y="3215540"/>
            <a:chExt cx="411874" cy="370731"/>
          </a:xfrm>
        </p:grpSpPr>
        <p:sp>
          <p:nvSpPr>
            <p:cNvPr id="6608" name="Google Shape;6608;p60"/>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60"/>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0"/>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0"/>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0"/>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60"/>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60"/>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0"/>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0"/>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7" name="Google Shape;6617;p60"/>
          <p:cNvGrpSpPr/>
          <p:nvPr/>
        </p:nvGrpSpPr>
        <p:grpSpPr>
          <a:xfrm>
            <a:off x="2455290" y="3248854"/>
            <a:ext cx="397818" cy="304078"/>
            <a:chOff x="2468465" y="3248854"/>
            <a:chExt cx="397818" cy="304078"/>
          </a:xfrm>
        </p:grpSpPr>
        <p:sp>
          <p:nvSpPr>
            <p:cNvPr id="6618" name="Google Shape;6618;p60"/>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60"/>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60"/>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60"/>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0"/>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0"/>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60"/>
          <p:cNvGrpSpPr/>
          <p:nvPr/>
        </p:nvGrpSpPr>
        <p:grpSpPr>
          <a:xfrm>
            <a:off x="3003992" y="3216013"/>
            <a:ext cx="394376" cy="369812"/>
            <a:chOff x="3017166" y="3216013"/>
            <a:chExt cx="394376" cy="369812"/>
          </a:xfrm>
        </p:grpSpPr>
        <p:sp>
          <p:nvSpPr>
            <p:cNvPr id="6625" name="Google Shape;6625;p60"/>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0"/>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7" name="Google Shape;6627;p60"/>
          <p:cNvGrpSpPr/>
          <p:nvPr/>
        </p:nvGrpSpPr>
        <p:grpSpPr>
          <a:xfrm>
            <a:off x="4196868" y="3213228"/>
            <a:ext cx="199014" cy="375408"/>
            <a:chOff x="4210043" y="3213228"/>
            <a:chExt cx="199014" cy="375408"/>
          </a:xfrm>
        </p:grpSpPr>
        <p:sp>
          <p:nvSpPr>
            <p:cNvPr id="6628" name="Google Shape;6628;p60"/>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60"/>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60"/>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60"/>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60"/>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0"/>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0"/>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0"/>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0"/>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0"/>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8" name="Google Shape;6638;p60"/>
          <p:cNvGrpSpPr/>
          <p:nvPr/>
        </p:nvGrpSpPr>
        <p:grpSpPr>
          <a:xfrm>
            <a:off x="4804971" y="3203323"/>
            <a:ext cx="77845" cy="395165"/>
            <a:chOff x="4818146" y="3203323"/>
            <a:chExt cx="77845" cy="395165"/>
          </a:xfrm>
        </p:grpSpPr>
        <p:sp>
          <p:nvSpPr>
            <p:cNvPr id="6639" name="Google Shape;6639;p60"/>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60"/>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0"/>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0"/>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60"/>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60"/>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0"/>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0"/>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7" name="Google Shape;6647;p60"/>
          <p:cNvGrpSpPr/>
          <p:nvPr/>
        </p:nvGrpSpPr>
        <p:grpSpPr>
          <a:xfrm>
            <a:off x="5215716" y="3235428"/>
            <a:ext cx="344091" cy="332767"/>
            <a:chOff x="5228890" y="3235428"/>
            <a:chExt cx="344091" cy="332767"/>
          </a:xfrm>
        </p:grpSpPr>
        <p:sp>
          <p:nvSpPr>
            <p:cNvPr id="6648" name="Google Shape;6648;p60"/>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60"/>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60"/>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0"/>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0"/>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60"/>
          <p:cNvGrpSpPr/>
          <p:nvPr/>
        </p:nvGrpSpPr>
        <p:grpSpPr>
          <a:xfrm>
            <a:off x="5744739" y="3227047"/>
            <a:ext cx="388544" cy="347927"/>
            <a:chOff x="5757913" y="3227047"/>
            <a:chExt cx="388544" cy="347927"/>
          </a:xfrm>
        </p:grpSpPr>
        <p:sp>
          <p:nvSpPr>
            <p:cNvPr id="6654" name="Google Shape;6654;p60"/>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60"/>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6" name="Google Shape;6656;p60"/>
          <p:cNvSpPr/>
          <p:nvPr/>
        </p:nvSpPr>
        <p:spPr>
          <a:xfrm>
            <a:off x="7189280"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7" name="Google Shape;6657;p60"/>
          <p:cNvGrpSpPr/>
          <p:nvPr/>
        </p:nvGrpSpPr>
        <p:grpSpPr>
          <a:xfrm>
            <a:off x="6881681" y="3227074"/>
            <a:ext cx="324938" cy="347717"/>
            <a:chOff x="6894856" y="3227074"/>
            <a:chExt cx="324938" cy="347717"/>
          </a:xfrm>
        </p:grpSpPr>
        <p:sp>
          <p:nvSpPr>
            <p:cNvPr id="6658" name="Google Shape;6658;p60"/>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60"/>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60"/>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60"/>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60"/>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60"/>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0"/>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0"/>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0"/>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0"/>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0"/>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0"/>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60"/>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60"/>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60"/>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3" name="Google Shape;6673;p60"/>
          <p:cNvGrpSpPr/>
          <p:nvPr/>
        </p:nvGrpSpPr>
        <p:grpSpPr>
          <a:xfrm>
            <a:off x="7401772" y="3220873"/>
            <a:ext cx="360091" cy="360117"/>
            <a:chOff x="7414946" y="3220873"/>
            <a:chExt cx="360091" cy="360117"/>
          </a:xfrm>
        </p:grpSpPr>
        <p:sp>
          <p:nvSpPr>
            <p:cNvPr id="6674" name="Google Shape;6674;p60"/>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0"/>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0"/>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0"/>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0"/>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0"/>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60"/>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60"/>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0"/>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0"/>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60"/>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60"/>
          <p:cNvGrpSpPr/>
          <p:nvPr/>
        </p:nvGrpSpPr>
        <p:grpSpPr>
          <a:xfrm>
            <a:off x="8014052" y="3215041"/>
            <a:ext cx="231829" cy="371782"/>
            <a:chOff x="8027227" y="3215041"/>
            <a:chExt cx="231829" cy="371782"/>
          </a:xfrm>
        </p:grpSpPr>
        <p:sp>
          <p:nvSpPr>
            <p:cNvPr id="6686" name="Google Shape;6686;p60"/>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0"/>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0"/>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0"/>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0"/>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0"/>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0"/>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60"/>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60"/>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0"/>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6" name="Google Shape;6696;p60"/>
          <p:cNvGrpSpPr/>
          <p:nvPr/>
        </p:nvGrpSpPr>
        <p:grpSpPr>
          <a:xfrm>
            <a:off x="4347102" y="4146138"/>
            <a:ext cx="395638" cy="420544"/>
            <a:chOff x="4093603" y="4146138"/>
            <a:chExt cx="395638" cy="420544"/>
          </a:xfrm>
        </p:grpSpPr>
        <p:sp>
          <p:nvSpPr>
            <p:cNvPr id="6697" name="Google Shape;6697;p60"/>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60"/>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60"/>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0"/>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0"/>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60"/>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60"/>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0"/>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0"/>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0"/>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60"/>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60"/>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0"/>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0"/>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0"/>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0"/>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0"/>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4" name="Google Shape;6714;p60"/>
          <p:cNvGrpSpPr/>
          <p:nvPr/>
        </p:nvGrpSpPr>
        <p:grpSpPr>
          <a:xfrm>
            <a:off x="4897905" y="4162322"/>
            <a:ext cx="392065" cy="387887"/>
            <a:chOff x="4644406" y="4162322"/>
            <a:chExt cx="392065" cy="387887"/>
          </a:xfrm>
        </p:grpSpPr>
        <p:sp>
          <p:nvSpPr>
            <p:cNvPr id="6715" name="Google Shape;6715;p60"/>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60"/>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0"/>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0"/>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0"/>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0"/>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1" name="Google Shape;6721;p60"/>
          <p:cNvGrpSpPr/>
          <p:nvPr/>
        </p:nvGrpSpPr>
        <p:grpSpPr>
          <a:xfrm>
            <a:off x="5981882" y="4221698"/>
            <a:ext cx="417128" cy="269162"/>
            <a:chOff x="5728383" y="4221698"/>
            <a:chExt cx="417128" cy="269162"/>
          </a:xfrm>
        </p:grpSpPr>
        <p:sp>
          <p:nvSpPr>
            <p:cNvPr id="6722" name="Google Shape;6722;p60"/>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60"/>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60"/>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60"/>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0"/>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0"/>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60"/>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60"/>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0"/>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0"/>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60"/>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60"/>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4" name="Google Shape;6734;p60"/>
          <p:cNvGrpSpPr/>
          <p:nvPr/>
        </p:nvGrpSpPr>
        <p:grpSpPr>
          <a:xfrm>
            <a:off x="821036" y="3696905"/>
            <a:ext cx="371782" cy="342751"/>
            <a:chOff x="834210" y="3696905"/>
            <a:chExt cx="371782" cy="342751"/>
          </a:xfrm>
        </p:grpSpPr>
        <p:sp>
          <p:nvSpPr>
            <p:cNvPr id="6735" name="Google Shape;6735;p60"/>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0"/>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0"/>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0"/>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0"/>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60"/>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60"/>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60"/>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60"/>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60"/>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60"/>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0"/>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60"/>
          <p:cNvGrpSpPr/>
          <p:nvPr/>
        </p:nvGrpSpPr>
        <p:grpSpPr>
          <a:xfrm>
            <a:off x="1346223" y="3682271"/>
            <a:ext cx="395296" cy="371966"/>
            <a:chOff x="1359398" y="3682271"/>
            <a:chExt cx="395296" cy="371966"/>
          </a:xfrm>
        </p:grpSpPr>
        <p:sp>
          <p:nvSpPr>
            <p:cNvPr id="6748" name="Google Shape;6748;p60"/>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0"/>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60"/>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60"/>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0"/>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0"/>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0"/>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5" name="Google Shape;6755;p60"/>
          <p:cNvGrpSpPr/>
          <p:nvPr/>
        </p:nvGrpSpPr>
        <p:grpSpPr>
          <a:xfrm>
            <a:off x="1894924" y="3682271"/>
            <a:ext cx="395296" cy="371966"/>
            <a:chOff x="1908099" y="3682271"/>
            <a:chExt cx="395296" cy="371966"/>
          </a:xfrm>
        </p:grpSpPr>
        <p:sp>
          <p:nvSpPr>
            <p:cNvPr id="6756" name="Google Shape;6756;p60"/>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0"/>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0"/>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0"/>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0"/>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60"/>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60"/>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3" name="Google Shape;6763;p60"/>
          <p:cNvGrpSpPr/>
          <p:nvPr/>
        </p:nvGrpSpPr>
        <p:grpSpPr>
          <a:xfrm>
            <a:off x="2443625" y="3682271"/>
            <a:ext cx="395270" cy="371966"/>
            <a:chOff x="2456800" y="3682271"/>
            <a:chExt cx="395270" cy="371966"/>
          </a:xfrm>
        </p:grpSpPr>
        <p:sp>
          <p:nvSpPr>
            <p:cNvPr id="6764" name="Google Shape;6764;p60"/>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0"/>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0"/>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0"/>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0"/>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60"/>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60"/>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0"/>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0"/>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60"/>
          <p:cNvGrpSpPr/>
          <p:nvPr/>
        </p:nvGrpSpPr>
        <p:grpSpPr>
          <a:xfrm>
            <a:off x="3001075" y="3682271"/>
            <a:ext cx="391092" cy="371940"/>
            <a:chOff x="3014250" y="3682271"/>
            <a:chExt cx="391092" cy="371940"/>
          </a:xfrm>
        </p:grpSpPr>
        <p:sp>
          <p:nvSpPr>
            <p:cNvPr id="6774" name="Google Shape;6774;p60"/>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0"/>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60"/>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7" name="Google Shape;6777;p60"/>
          <p:cNvGrpSpPr/>
          <p:nvPr/>
        </p:nvGrpSpPr>
        <p:grpSpPr>
          <a:xfrm>
            <a:off x="3555950" y="3702947"/>
            <a:ext cx="388728" cy="330692"/>
            <a:chOff x="3569125" y="3702947"/>
            <a:chExt cx="388728" cy="330692"/>
          </a:xfrm>
        </p:grpSpPr>
        <p:sp>
          <p:nvSpPr>
            <p:cNvPr id="6778" name="Google Shape;6778;p60"/>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60"/>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60"/>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60"/>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60"/>
          <p:cNvGrpSpPr/>
          <p:nvPr/>
        </p:nvGrpSpPr>
        <p:grpSpPr>
          <a:xfrm>
            <a:off x="4098819" y="3682455"/>
            <a:ext cx="387992" cy="371625"/>
            <a:chOff x="4111994" y="3682455"/>
            <a:chExt cx="387992" cy="371625"/>
          </a:xfrm>
        </p:grpSpPr>
        <p:sp>
          <p:nvSpPr>
            <p:cNvPr id="6783" name="Google Shape;6783;p60"/>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0"/>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5" name="Google Shape;6785;p60"/>
          <p:cNvGrpSpPr/>
          <p:nvPr/>
        </p:nvGrpSpPr>
        <p:grpSpPr>
          <a:xfrm>
            <a:off x="4661734" y="3682271"/>
            <a:ext cx="371966" cy="371966"/>
            <a:chOff x="4674908" y="3682271"/>
            <a:chExt cx="371966" cy="371966"/>
          </a:xfrm>
        </p:grpSpPr>
        <p:sp>
          <p:nvSpPr>
            <p:cNvPr id="6786" name="Google Shape;6786;p60"/>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0"/>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0"/>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60"/>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60"/>
          <p:cNvGrpSpPr/>
          <p:nvPr/>
        </p:nvGrpSpPr>
        <p:grpSpPr>
          <a:xfrm>
            <a:off x="5210435" y="3731112"/>
            <a:ext cx="371782" cy="274285"/>
            <a:chOff x="5223609" y="3731112"/>
            <a:chExt cx="371782" cy="274285"/>
          </a:xfrm>
        </p:grpSpPr>
        <p:sp>
          <p:nvSpPr>
            <p:cNvPr id="6791" name="Google Shape;6791;p60"/>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0"/>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93" name="Google Shape;6793;p60"/>
          <p:cNvSpPr/>
          <p:nvPr/>
        </p:nvSpPr>
        <p:spPr>
          <a:xfrm>
            <a:off x="5799044"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94" name="Google Shape;6794;p60"/>
          <p:cNvGrpSpPr/>
          <p:nvPr/>
        </p:nvGrpSpPr>
        <p:grpSpPr>
          <a:xfrm>
            <a:off x="6306734" y="3696721"/>
            <a:ext cx="373963" cy="343119"/>
            <a:chOff x="6319908" y="3696721"/>
            <a:chExt cx="373963" cy="343119"/>
          </a:xfrm>
        </p:grpSpPr>
        <p:sp>
          <p:nvSpPr>
            <p:cNvPr id="6795" name="Google Shape;6795;p60"/>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0"/>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0"/>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60"/>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60"/>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60"/>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0"/>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0"/>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0"/>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4" name="Google Shape;6804;p60"/>
          <p:cNvGrpSpPr/>
          <p:nvPr/>
        </p:nvGrpSpPr>
        <p:grpSpPr>
          <a:xfrm>
            <a:off x="6858167" y="3740044"/>
            <a:ext cx="371966" cy="256420"/>
            <a:chOff x="6871342" y="3740044"/>
            <a:chExt cx="371966" cy="256420"/>
          </a:xfrm>
        </p:grpSpPr>
        <p:sp>
          <p:nvSpPr>
            <p:cNvPr id="6805" name="Google Shape;6805;p60"/>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60"/>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0"/>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0"/>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0"/>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0"/>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60"/>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60"/>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0"/>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60"/>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60"/>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60"/>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7" name="Google Shape;6817;p60"/>
          <p:cNvGrpSpPr/>
          <p:nvPr/>
        </p:nvGrpSpPr>
        <p:grpSpPr>
          <a:xfrm>
            <a:off x="7389187" y="3681535"/>
            <a:ext cx="402757" cy="372728"/>
            <a:chOff x="7402362" y="3681535"/>
            <a:chExt cx="402757" cy="372728"/>
          </a:xfrm>
        </p:grpSpPr>
        <p:sp>
          <p:nvSpPr>
            <p:cNvPr id="6818" name="Google Shape;6818;p60"/>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0"/>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60"/>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0"/>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60"/>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60"/>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0"/>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0"/>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0"/>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60"/>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60"/>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60"/>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0"/>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0"/>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0"/>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0"/>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60"/>
          <p:cNvGrpSpPr/>
          <p:nvPr/>
        </p:nvGrpSpPr>
        <p:grpSpPr>
          <a:xfrm>
            <a:off x="7947530" y="3736235"/>
            <a:ext cx="378902" cy="264065"/>
            <a:chOff x="7960705" y="3736235"/>
            <a:chExt cx="378902" cy="264065"/>
          </a:xfrm>
        </p:grpSpPr>
        <p:sp>
          <p:nvSpPr>
            <p:cNvPr id="6835" name="Google Shape;6835;p60"/>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60"/>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60"/>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60"/>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60"/>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60"/>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60"/>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0"/>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0"/>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0"/>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0"/>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0"/>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0"/>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60"/>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9" name="Google Shape;6849;p60"/>
          <p:cNvGrpSpPr/>
          <p:nvPr/>
        </p:nvGrpSpPr>
        <p:grpSpPr>
          <a:xfrm>
            <a:off x="6654327" y="4162270"/>
            <a:ext cx="166200" cy="388019"/>
            <a:chOff x="6400828" y="4162270"/>
            <a:chExt cx="166200" cy="388019"/>
          </a:xfrm>
        </p:grpSpPr>
        <p:sp>
          <p:nvSpPr>
            <p:cNvPr id="6850" name="Google Shape;6850;p60"/>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0"/>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0"/>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0"/>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0"/>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0"/>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0"/>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7" name="Google Shape;6857;p60"/>
          <p:cNvGrpSpPr/>
          <p:nvPr/>
        </p:nvGrpSpPr>
        <p:grpSpPr>
          <a:xfrm>
            <a:off x="7173314" y="4162270"/>
            <a:ext cx="225260" cy="388019"/>
            <a:chOff x="6919815" y="4162270"/>
            <a:chExt cx="225260" cy="388019"/>
          </a:xfrm>
        </p:grpSpPr>
        <p:sp>
          <p:nvSpPr>
            <p:cNvPr id="6858" name="Google Shape;6858;p60"/>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0"/>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60"/>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60"/>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0"/>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60"/>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60"/>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0"/>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60"/>
          <p:cNvGrpSpPr/>
          <p:nvPr/>
        </p:nvGrpSpPr>
        <p:grpSpPr>
          <a:xfrm>
            <a:off x="7639099" y="4177035"/>
            <a:ext cx="388728" cy="358383"/>
            <a:chOff x="7385600" y="4177035"/>
            <a:chExt cx="388728" cy="358383"/>
          </a:xfrm>
        </p:grpSpPr>
        <p:sp>
          <p:nvSpPr>
            <p:cNvPr id="6867" name="Google Shape;6867;p60"/>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0"/>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0"/>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0"/>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60"/>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60"/>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0"/>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4" name="Google Shape;6874;p60"/>
          <p:cNvGrpSpPr/>
          <p:nvPr/>
        </p:nvGrpSpPr>
        <p:grpSpPr>
          <a:xfrm>
            <a:off x="3611911" y="3259862"/>
            <a:ext cx="369207" cy="258259"/>
            <a:chOff x="3625085" y="3259862"/>
            <a:chExt cx="369207" cy="258259"/>
          </a:xfrm>
        </p:grpSpPr>
        <p:sp>
          <p:nvSpPr>
            <p:cNvPr id="6875" name="Google Shape;6875;p60"/>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60"/>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60"/>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0"/>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0"/>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60"/>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60"/>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0"/>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0"/>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60"/>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60"/>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0"/>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0"/>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8" name="Google Shape;6888;p60"/>
          <p:cNvGrpSpPr/>
          <p:nvPr/>
        </p:nvGrpSpPr>
        <p:grpSpPr>
          <a:xfrm>
            <a:off x="6304185" y="3276808"/>
            <a:ext cx="363217" cy="248590"/>
            <a:chOff x="6317360" y="3276808"/>
            <a:chExt cx="363217" cy="248590"/>
          </a:xfrm>
        </p:grpSpPr>
        <p:sp>
          <p:nvSpPr>
            <p:cNvPr id="6889" name="Google Shape;6889;p60"/>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0"/>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0"/>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0"/>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0"/>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0"/>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60"/>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60"/>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60"/>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0"/>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0"/>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60"/>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60"/>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0"/>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60"/>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60"/>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60"/>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60"/>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60"/>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0"/>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0"/>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0"/>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0"/>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0"/>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0"/>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60"/>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60"/>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6" name="Google Shape;6916;p60"/>
          <p:cNvGrpSpPr/>
          <p:nvPr/>
        </p:nvGrpSpPr>
        <p:grpSpPr>
          <a:xfrm>
            <a:off x="5337891" y="4183682"/>
            <a:ext cx="504064" cy="325595"/>
            <a:chOff x="5084391" y="4183682"/>
            <a:chExt cx="504064" cy="325595"/>
          </a:xfrm>
        </p:grpSpPr>
        <p:sp>
          <p:nvSpPr>
            <p:cNvPr id="6917" name="Google Shape;6917;p60"/>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0"/>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0"/>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60"/>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60"/>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60"/>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0"/>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60"/>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60"/>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60"/>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0"/>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0"/>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0"/>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60"/>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60"/>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60"/>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3" name="Google Shape;6933;p60"/>
          <p:cNvGrpSpPr/>
          <p:nvPr/>
        </p:nvGrpSpPr>
        <p:grpSpPr>
          <a:xfrm>
            <a:off x="7934420" y="2347996"/>
            <a:ext cx="379795" cy="267165"/>
            <a:chOff x="7947595" y="2347996"/>
            <a:chExt cx="379795" cy="267165"/>
          </a:xfrm>
        </p:grpSpPr>
        <p:sp>
          <p:nvSpPr>
            <p:cNvPr id="6934" name="Google Shape;6934;p60"/>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60"/>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60"/>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0"/>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60"/>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60"/>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0"/>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0"/>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0"/>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3" name="Google Shape;6943;p60"/>
          <p:cNvGrpSpPr/>
          <p:nvPr/>
        </p:nvGrpSpPr>
        <p:grpSpPr>
          <a:xfrm>
            <a:off x="6387469" y="2310269"/>
            <a:ext cx="275362" cy="338784"/>
            <a:chOff x="6400644" y="2310269"/>
            <a:chExt cx="275362" cy="338784"/>
          </a:xfrm>
        </p:grpSpPr>
        <p:sp>
          <p:nvSpPr>
            <p:cNvPr id="6944" name="Google Shape;6944;p60"/>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60"/>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0"/>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0"/>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60"/>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60"/>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60"/>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0"/>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0"/>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0"/>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60"/>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60"/>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60"/>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60"/>
          <p:cNvGrpSpPr/>
          <p:nvPr/>
        </p:nvGrpSpPr>
        <p:grpSpPr>
          <a:xfrm>
            <a:off x="1595767" y="4161009"/>
            <a:ext cx="359565" cy="358094"/>
            <a:chOff x="1342268" y="4161009"/>
            <a:chExt cx="359565" cy="358094"/>
          </a:xfrm>
        </p:grpSpPr>
        <p:sp>
          <p:nvSpPr>
            <p:cNvPr id="6958" name="Google Shape;6958;p60"/>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0"/>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0"/>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60"/>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60"/>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0"/>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0"/>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0"/>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0"/>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7" name="Google Shape;6967;p60"/>
          <p:cNvGrpSpPr/>
          <p:nvPr/>
        </p:nvGrpSpPr>
        <p:grpSpPr>
          <a:xfrm>
            <a:off x="1899837" y="2764940"/>
            <a:ext cx="417523" cy="374252"/>
            <a:chOff x="1913012" y="2764940"/>
            <a:chExt cx="417523" cy="374252"/>
          </a:xfrm>
        </p:grpSpPr>
        <p:sp>
          <p:nvSpPr>
            <p:cNvPr id="6968" name="Google Shape;6968;p60"/>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0"/>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60"/>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60"/>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60"/>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0"/>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0"/>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0"/>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0"/>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60"/>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60"/>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0"/>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0" name="Google Shape;6980;p60"/>
          <p:cNvGrpSpPr/>
          <p:nvPr/>
        </p:nvGrpSpPr>
        <p:grpSpPr>
          <a:xfrm>
            <a:off x="817568" y="2763601"/>
            <a:ext cx="384734" cy="381556"/>
            <a:chOff x="830742" y="2763601"/>
            <a:chExt cx="384734" cy="381556"/>
          </a:xfrm>
        </p:grpSpPr>
        <p:sp>
          <p:nvSpPr>
            <p:cNvPr id="6981" name="Google Shape;6981;p60"/>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0"/>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0"/>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0"/>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60"/>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60"/>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0"/>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0"/>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0"/>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0"/>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0"/>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0"/>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60"/>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60"/>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60"/>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60"/>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60"/>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0"/>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0"/>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60"/>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2" name="Google Shape;7002;p60"/>
          <p:cNvGrpSpPr/>
          <p:nvPr/>
        </p:nvGrpSpPr>
        <p:grpSpPr>
          <a:xfrm>
            <a:off x="3260997" y="4183419"/>
            <a:ext cx="375434" cy="329667"/>
            <a:chOff x="3007498" y="4183419"/>
            <a:chExt cx="375434" cy="329667"/>
          </a:xfrm>
        </p:grpSpPr>
        <p:sp>
          <p:nvSpPr>
            <p:cNvPr id="7003" name="Google Shape;7003;p60"/>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60"/>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0"/>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0"/>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0"/>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60"/>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60"/>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0"/>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60"/>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60"/>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60"/>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0"/>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0"/>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0"/>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0"/>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0"/>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0"/>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60"/>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60"/>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0"/>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3" name="Google Shape;7023;p60"/>
          <p:cNvGrpSpPr/>
          <p:nvPr/>
        </p:nvGrpSpPr>
        <p:grpSpPr>
          <a:xfrm>
            <a:off x="6906101" y="2766990"/>
            <a:ext cx="274550" cy="354728"/>
            <a:chOff x="7606826" y="2419290"/>
            <a:chExt cx="274550" cy="354728"/>
          </a:xfrm>
        </p:grpSpPr>
        <p:sp>
          <p:nvSpPr>
            <p:cNvPr id="7024" name="Google Shape;7024;p60"/>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0"/>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60"/>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60"/>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0"/>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60"/>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60"/>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0"/>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0"/>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0"/>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60"/>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60"/>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0"/>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60"/>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60"/>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9" name="Google Shape;7039;p60"/>
          <p:cNvGrpSpPr/>
          <p:nvPr/>
        </p:nvGrpSpPr>
        <p:grpSpPr>
          <a:xfrm>
            <a:off x="7536994" y="2777003"/>
            <a:ext cx="263316" cy="354728"/>
            <a:chOff x="8062968" y="2419290"/>
            <a:chExt cx="263316" cy="354728"/>
          </a:xfrm>
        </p:grpSpPr>
        <p:sp>
          <p:nvSpPr>
            <p:cNvPr id="7040" name="Google Shape;7040;p60"/>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60"/>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60"/>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60"/>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60"/>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60"/>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0"/>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0"/>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0"/>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0"/>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0"/>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0"/>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60"/>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60"/>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0"/>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60"/>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60"/>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57" name="Google Shape;7057;p60"/>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7058" name="Google Shape;7058;p60"/>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7059" name="Google Shape;7059;p60"/>
          <p:cNvGrpSpPr/>
          <p:nvPr/>
        </p:nvGrpSpPr>
        <p:grpSpPr>
          <a:xfrm>
            <a:off x="1089824" y="4149725"/>
            <a:ext cx="364280" cy="363684"/>
            <a:chOff x="836325" y="4149725"/>
            <a:chExt cx="364280" cy="363684"/>
          </a:xfrm>
        </p:grpSpPr>
        <p:sp>
          <p:nvSpPr>
            <p:cNvPr id="7060" name="Google Shape;7060;p60"/>
            <p:cNvSpPr/>
            <p:nvPr/>
          </p:nvSpPr>
          <p:spPr>
            <a:xfrm>
              <a:off x="836325" y="4428035"/>
              <a:ext cx="86394" cy="85374"/>
            </a:xfrm>
            <a:custGeom>
              <a:avLst/>
              <a:gdLst/>
              <a:ahLst/>
              <a:cxnLst/>
              <a:rect l="l" t="t" r="r" b="b"/>
              <a:pathLst>
                <a:path w="10325" h="10203" extrusionOk="0">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0"/>
            <p:cNvSpPr/>
            <p:nvPr/>
          </p:nvSpPr>
          <p:spPr>
            <a:xfrm>
              <a:off x="836325" y="4373908"/>
              <a:ext cx="60045" cy="58999"/>
            </a:xfrm>
            <a:custGeom>
              <a:avLst/>
              <a:gdLst/>
              <a:ahLst/>
              <a:cxnLst/>
              <a:rect l="l" t="t" r="r" b="b"/>
              <a:pathLst>
                <a:path w="7176" h="7051" extrusionOk="0">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0"/>
            <p:cNvSpPr/>
            <p:nvPr/>
          </p:nvSpPr>
          <p:spPr>
            <a:xfrm>
              <a:off x="916801" y="4454384"/>
              <a:ext cx="60045" cy="58999"/>
            </a:xfrm>
            <a:custGeom>
              <a:avLst/>
              <a:gdLst/>
              <a:ahLst/>
              <a:cxnLst/>
              <a:rect l="l" t="t" r="r" b="b"/>
              <a:pathLst>
                <a:path w="7176" h="7051" extrusionOk="0">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60"/>
            <p:cNvSpPr/>
            <p:nvPr/>
          </p:nvSpPr>
          <p:spPr>
            <a:xfrm>
              <a:off x="901229" y="4149725"/>
              <a:ext cx="298594" cy="157234"/>
            </a:xfrm>
            <a:custGeom>
              <a:avLst/>
              <a:gdLst/>
              <a:ahLst/>
              <a:cxnLst/>
              <a:rect l="l" t="t" r="r" b="b"/>
              <a:pathLst>
                <a:path w="35685" h="18791" extrusionOk="0">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60"/>
            <p:cNvSpPr/>
            <p:nvPr/>
          </p:nvSpPr>
          <p:spPr>
            <a:xfrm>
              <a:off x="951985" y="4150026"/>
              <a:ext cx="248255" cy="248163"/>
            </a:xfrm>
            <a:custGeom>
              <a:avLst/>
              <a:gdLst/>
              <a:ahLst/>
              <a:cxnLst/>
              <a:rect l="l" t="t" r="r" b="b"/>
              <a:pathLst>
                <a:path w="29669" h="29658" extrusionOk="0">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0"/>
            <p:cNvSpPr/>
            <p:nvPr/>
          </p:nvSpPr>
          <p:spPr>
            <a:xfrm>
              <a:off x="1046141" y="4150445"/>
              <a:ext cx="154464" cy="298017"/>
            </a:xfrm>
            <a:custGeom>
              <a:avLst/>
              <a:gdLst/>
              <a:ahLst/>
              <a:cxnLst/>
              <a:rect l="l" t="t" r="r" b="b"/>
              <a:pathLst>
                <a:path w="18460" h="35616" extrusionOk="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0"/>
            <p:cNvSpPr/>
            <p:nvPr/>
          </p:nvSpPr>
          <p:spPr>
            <a:xfrm>
              <a:off x="952454" y="4150244"/>
              <a:ext cx="247787" cy="247946"/>
            </a:xfrm>
            <a:custGeom>
              <a:avLst/>
              <a:gdLst/>
              <a:ahLst/>
              <a:cxnLst/>
              <a:rect l="l" t="t" r="r" b="b"/>
              <a:pathLst>
                <a:path w="29613" h="29632" extrusionOk="0">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070"/>
        <p:cNvGrpSpPr/>
        <p:nvPr/>
      </p:nvGrpSpPr>
      <p:grpSpPr>
        <a:xfrm>
          <a:off x="0" y="0"/>
          <a:ext cx="0" cy="0"/>
          <a:chOff x="0" y="0"/>
          <a:chExt cx="0" cy="0"/>
        </a:xfrm>
      </p:grpSpPr>
      <p:grpSp>
        <p:nvGrpSpPr>
          <p:cNvPr id="7071" name="Google Shape;7071;p61"/>
          <p:cNvGrpSpPr/>
          <p:nvPr/>
        </p:nvGrpSpPr>
        <p:grpSpPr>
          <a:xfrm>
            <a:off x="7071588" y="2263554"/>
            <a:ext cx="362163" cy="347098"/>
            <a:chOff x="7075663" y="2444129"/>
            <a:chExt cx="362163" cy="347098"/>
          </a:xfrm>
        </p:grpSpPr>
        <p:sp>
          <p:nvSpPr>
            <p:cNvPr id="7072" name="Google Shape;7072;p61"/>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61"/>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1"/>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1"/>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1"/>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1"/>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1"/>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1"/>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1"/>
          <p:cNvGrpSpPr/>
          <p:nvPr/>
        </p:nvGrpSpPr>
        <p:grpSpPr>
          <a:xfrm>
            <a:off x="6634100" y="2256009"/>
            <a:ext cx="372197" cy="362163"/>
            <a:chOff x="6638175" y="2436584"/>
            <a:chExt cx="372197" cy="362163"/>
          </a:xfrm>
        </p:grpSpPr>
        <p:sp>
          <p:nvSpPr>
            <p:cNvPr id="7081" name="Google Shape;7081;p61"/>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1"/>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1"/>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1"/>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1"/>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1"/>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1"/>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1"/>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61"/>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61"/>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1"/>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1"/>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61"/>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4" name="Google Shape;7094;p61"/>
          <p:cNvGrpSpPr/>
          <p:nvPr/>
        </p:nvGrpSpPr>
        <p:grpSpPr>
          <a:xfrm>
            <a:off x="6188831" y="2258865"/>
            <a:ext cx="371699" cy="356084"/>
            <a:chOff x="6192906" y="2439440"/>
            <a:chExt cx="371699" cy="356084"/>
          </a:xfrm>
        </p:grpSpPr>
        <p:sp>
          <p:nvSpPr>
            <p:cNvPr id="7095" name="Google Shape;7095;p61"/>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1"/>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61"/>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1"/>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1"/>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1"/>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1"/>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61"/>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1"/>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1"/>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1"/>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1"/>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1"/>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8" name="Google Shape;7108;p61"/>
          <p:cNvGrpSpPr/>
          <p:nvPr/>
        </p:nvGrpSpPr>
        <p:grpSpPr>
          <a:xfrm>
            <a:off x="5758392" y="2256009"/>
            <a:ext cx="362163" cy="362163"/>
            <a:chOff x="5762467" y="2436584"/>
            <a:chExt cx="362163" cy="362163"/>
          </a:xfrm>
        </p:grpSpPr>
        <p:sp>
          <p:nvSpPr>
            <p:cNvPr id="7109" name="Google Shape;7109;p61"/>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1"/>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1"/>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1"/>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1"/>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1"/>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1"/>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1"/>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1"/>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1"/>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1"/>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1"/>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1"/>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1"/>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1"/>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61"/>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1"/>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1"/>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1"/>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61"/>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1"/>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1"/>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1"/>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1"/>
          <p:cNvGrpSpPr/>
          <p:nvPr/>
        </p:nvGrpSpPr>
        <p:grpSpPr>
          <a:xfrm>
            <a:off x="5319646" y="2256454"/>
            <a:ext cx="362922" cy="361219"/>
            <a:chOff x="5323721" y="2437029"/>
            <a:chExt cx="362922" cy="361219"/>
          </a:xfrm>
        </p:grpSpPr>
        <p:sp>
          <p:nvSpPr>
            <p:cNvPr id="7135" name="Google Shape;7135;p61"/>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1"/>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1"/>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1"/>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1"/>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61"/>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1"/>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1"/>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1"/>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1"/>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1"/>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1"/>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61"/>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61"/>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1"/>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1"/>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1"/>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1"/>
          <p:cNvGrpSpPr/>
          <p:nvPr/>
        </p:nvGrpSpPr>
        <p:grpSpPr>
          <a:xfrm>
            <a:off x="4871862" y="2288156"/>
            <a:ext cx="407122" cy="315448"/>
            <a:chOff x="4875937" y="2468731"/>
            <a:chExt cx="407122" cy="315448"/>
          </a:xfrm>
        </p:grpSpPr>
        <p:sp>
          <p:nvSpPr>
            <p:cNvPr id="7153" name="Google Shape;7153;p61"/>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1"/>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1"/>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61"/>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1"/>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1"/>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1"/>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1"/>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61"/>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1"/>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1"/>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1"/>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1"/>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1"/>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61"/>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1"/>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1"/>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1"/>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1"/>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1"/>
          <p:cNvGrpSpPr/>
          <p:nvPr/>
        </p:nvGrpSpPr>
        <p:grpSpPr>
          <a:xfrm>
            <a:off x="4889207" y="3624199"/>
            <a:ext cx="242114" cy="362163"/>
            <a:chOff x="4893282" y="3804774"/>
            <a:chExt cx="242114" cy="362163"/>
          </a:xfrm>
        </p:grpSpPr>
        <p:sp>
          <p:nvSpPr>
            <p:cNvPr id="7173" name="Google Shape;7173;p61"/>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1"/>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1"/>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1"/>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1"/>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61"/>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1"/>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1"/>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1"/>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1"/>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61"/>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1"/>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1"/>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61"/>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1"/>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1"/>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1"/>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1"/>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1"/>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61"/>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1"/>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1"/>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1"/>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1"/>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1"/>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1"/>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9" name="Google Shape;7199;p61"/>
          <p:cNvGrpSpPr/>
          <p:nvPr/>
        </p:nvGrpSpPr>
        <p:grpSpPr>
          <a:xfrm>
            <a:off x="6244087" y="3624199"/>
            <a:ext cx="231058" cy="362425"/>
            <a:chOff x="6248162" y="3804774"/>
            <a:chExt cx="231058" cy="362425"/>
          </a:xfrm>
        </p:grpSpPr>
        <p:sp>
          <p:nvSpPr>
            <p:cNvPr id="7200" name="Google Shape;7200;p61"/>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1"/>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1"/>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1"/>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4" name="Google Shape;7204;p61"/>
          <p:cNvGrpSpPr/>
          <p:nvPr/>
        </p:nvGrpSpPr>
        <p:grpSpPr>
          <a:xfrm>
            <a:off x="5342493" y="3624199"/>
            <a:ext cx="233337" cy="362163"/>
            <a:chOff x="5346568" y="3804774"/>
            <a:chExt cx="233337" cy="362163"/>
          </a:xfrm>
        </p:grpSpPr>
        <p:sp>
          <p:nvSpPr>
            <p:cNvPr id="7205" name="Google Shape;7205;p61"/>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61"/>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61"/>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61"/>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1"/>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1"/>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61"/>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1"/>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61"/>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61"/>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1"/>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1"/>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1"/>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1"/>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1"/>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61"/>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1"/>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1"/>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1"/>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4" name="Google Shape;7224;p61"/>
          <p:cNvGrpSpPr/>
          <p:nvPr/>
        </p:nvGrpSpPr>
        <p:grpSpPr>
          <a:xfrm>
            <a:off x="6700910" y="3624566"/>
            <a:ext cx="209967" cy="361639"/>
            <a:chOff x="6704985" y="3805141"/>
            <a:chExt cx="209967" cy="361639"/>
          </a:xfrm>
        </p:grpSpPr>
        <p:sp>
          <p:nvSpPr>
            <p:cNvPr id="7225" name="Google Shape;7225;p61"/>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61"/>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1"/>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1"/>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61"/>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1"/>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1"/>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1"/>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1"/>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1"/>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1"/>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1"/>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61"/>
          <p:cNvGrpSpPr/>
          <p:nvPr/>
        </p:nvGrpSpPr>
        <p:grpSpPr>
          <a:xfrm>
            <a:off x="7509809" y="2267694"/>
            <a:ext cx="363184" cy="338792"/>
            <a:chOff x="7513884" y="2448269"/>
            <a:chExt cx="363184" cy="338792"/>
          </a:xfrm>
        </p:grpSpPr>
        <p:sp>
          <p:nvSpPr>
            <p:cNvPr id="7238" name="Google Shape;7238;p61"/>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1"/>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1"/>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1"/>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1"/>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1"/>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61"/>
          <p:cNvGrpSpPr/>
          <p:nvPr/>
        </p:nvGrpSpPr>
        <p:grpSpPr>
          <a:xfrm>
            <a:off x="5773692" y="3624251"/>
            <a:ext cx="258699" cy="362136"/>
            <a:chOff x="5777767" y="3804826"/>
            <a:chExt cx="258699" cy="362136"/>
          </a:xfrm>
        </p:grpSpPr>
        <p:sp>
          <p:nvSpPr>
            <p:cNvPr id="7245" name="Google Shape;7245;p61"/>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1"/>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1"/>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8" name="Google Shape;7248;p61"/>
          <p:cNvGrpSpPr/>
          <p:nvPr/>
        </p:nvGrpSpPr>
        <p:grpSpPr>
          <a:xfrm>
            <a:off x="7949026" y="2256009"/>
            <a:ext cx="361691" cy="362163"/>
            <a:chOff x="7953101" y="2436584"/>
            <a:chExt cx="361691" cy="362163"/>
          </a:xfrm>
        </p:grpSpPr>
        <p:sp>
          <p:nvSpPr>
            <p:cNvPr id="7249" name="Google Shape;7249;p61"/>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61"/>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61"/>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1"/>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1"/>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61"/>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1"/>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1"/>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1"/>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8" name="Google Shape;7258;p61"/>
          <p:cNvGrpSpPr/>
          <p:nvPr/>
        </p:nvGrpSpPr>
        <p:grpSpPr>
          <a:xfrm>
            <a:off x="4855278" y="3174555"/>
            <a:ext cx="373481" cy="362267"/>
            <a:chOff x="4859353" y="3355130"/>
            <a:chExt cx="373481" cy="362267"/>
          </a:xfrm>
        </p:grpSpPr>
        <p:sp>
          <p:nvSpPr>
            <p:cNvPr id="7259" name="Google Shape;7259;p61"/>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61"/>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1"/>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1"/>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1"/>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1"/>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1"/>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1"/>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1"/>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1"/>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1"/>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1"/>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1"/>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1"/>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3" name="Google Shape;7273;p61"/>
          <p:cNvGrpSpPr/>
          <p:nvPr/>
        </p:nvGrpSpPr>
        <p:grpSpPr>
          <a:xfrm>
            <a:off x="6633603" y="1320407"/>
            <a:ext cx="378721" cy="362005"/>
            <a:chOff x="6637678" y="1500982"/>
            <a:chExt cx="378721" cy="362005"/>
          </a:xfrm>
        </p:grpSpPr>
        <p:sp>
          <p:nvSpPr>
            <p:cNvPr id="7274" name="Google Shape;7274;p61"/>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61"/>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1"/>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1"/>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61"/>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1"/>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1"/>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1"/>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1"/>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1"/>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1"/>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1"/>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1"/>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1"/>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61"/>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1"/>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61"/>
          <p:cNvGrpSpPr/>
          <p:nvPr/>
        </p:nvGrpSpPr>
        <p:grpSpPr>
          <a:xfrm>
            <a:off x="5823918" y="3174921"/>
            <a:ext cx="223041" cy="362163"/>
            <a:chOff x="5827993" y="3355496"/>
            <a:chExt cx="223041" cy="362163"/>
          </a:xfrm>
        </p:grpSpPr>
        <p:sp>
          <p:nvSpPr>
            <p:cNvPr id="7291" name="Google Shape;7291;p61"/>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1"/>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61"/>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1"/>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1"/>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1"/>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1"/>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61"/>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61"/>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1"/>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1"/>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61"/>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61"/>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1"/>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1"/>
          <p:cNvGrpSpPr/>
          <p:nvPr/>
        </p:nvGrpSpPr>
        <p:grpSpPr>
          <a:xfrm>
            <a:off x="7524638" y="1320066"/>
            <a:ext cx="370520" cy="361586"/>
            <a:chOff x="7528713" y="1500641"/>
            <a:chExt cx="370520" cy="361586"/>
          </a:xfrm>
        </p:grpSpPr>
        <p:sp>
          <p:nvSpPr>
            <p:cNvPr id="7307" name="Google Shape;7307;p61"/>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1"/>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1"/>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1"/>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1"/>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1"/>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1"/>
          <p:cNvGrpSpPr/>
          <p:nvPr/>
        </p:nvGrpSpPr>
        <p:grpSpPr>
          <a:xfrm>
            <a:off x="5313123" y="3174921"/>
            <a:ext cx="367429" cy="362163"/>
            <a:chOff x="5317198" y="3355496"/>
            <a:chExt cx="367429" cy="362163"/>
          </a:xfrm>
        </p:grpSpPr>
        <p:sp>
          <p:nvSpPr>
            <p:cNvPr id="7315" name="Google Shape;7315;p61"/>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1"/>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1"/>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61"/>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1"/>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1"/>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1"/>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1"/>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1"/>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1"/>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1"/>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1"/>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1"/>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1"/>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61"/>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61"/>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1" name="Google Shape;7331;p61"/>
          <p:cNvGrpSpPr/>
          <p:nvPr/>
        </p:nvGrpSpPr>
        <p:grpSpPr>
          <a:xfrm>
            <a:off x="5298896" y="1319988"/>
            <a:ext cx="383175" cy="362241"/>
            <a:chOff x="5302971" y="1500563"/>
            <a:chExt cx="383175" cy="362241"/>
          </a:xfrm>
        </p:grpSpPr>
        <p:sp>
          <p:nvSpPr>
            <p:cNvPr id="7332" name="Google Shape;7332;p61"/>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1"/>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4" name="Google Shape;7334;p61"/>
          <p:cNvGrpSpPr/>
          <p:nvPr/>
        </p:nvGrpSpPr>
        <p:grpSpPr>
          <a:xfrm>
            <a:off x="6198630" y="1344878"/>
            <a:ext cx="364180" cy="312461"/>
            <a:chOff x="6202705" y="1525453"/>
            <a:chExt cx="364180" cy="312461"/>
          </a:xfrm>
        </p:grpSpPr>
        <p:sp>
          <p:nvSpPr>
            <p:cNvPr id="7335" name="Google Shape;7335;p61"/>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1"/>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1"/>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1"/>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61"/>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1"/>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1"/>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1"/>
          <p:cNvGrpSpPr/>
          <p:nvPr/>
        </p:nvGrpSpPr>
        <p:grpSpPr>
          <a:xfrm>
            <a:off x="7083142" y="1323027"/>
            <a:ext cx="362398" cy="356163"/>
            <a:chOff x="7087217" y="1503602"/>
            <a:chExt cx="362398" cy="356163"/>
          </a:xfrm>
        </p:grpSpPr>
        <p:sp>
          <p:nvSpPr>
            <p:cNvPr id="7343" name="Google Shape;7343;p61"/>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1"/>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1"/>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1"/>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61"/>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1"/>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1"/>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1"/>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1"/>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61"/>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1"/>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1"/>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1"/>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1"/>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1"/>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1"/>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1"/>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1"/>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61"/>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61"/>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1"/>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4" name="Google Shape;7364;p61"/>
          <p:cNvGrpSpPr/>
          <p:nvPr/>
        </p:nvGrpSpPr>
        <p:grpSpPr>
          <a:xfrm>
            <a:off x="7964877" y="1320302"/>
            <a:ext cx="378747" cy="361455"/>
            <a:chOff x="7968952" y="1500877"/>
            <a:chExt cx="378747" cy="361455"/>
          </a:xfrm>
        </p:grpSpPr>
        <p:sp>
          <p:nvSpPr>
            <p:cNvPr id="7365" name="Google Shape;7365;p61"/>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1"/>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1"/>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1"/>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61"/>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1"/>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1"/>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1"/>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1"/>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1"/>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1"/>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1"/>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1"/>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61"/>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1"/>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0" name="Google Shape;7380;p61"/>
          <p:cNvGrpSpPr/>
          <p:nvPr/>
        </p:nvGrpSpPr>
        <p:grpSpPr>
          <a:xfrm>
            <a:off x="5757370" y="1361148"/>
            <a:ext cx="362163" cy="279737"/>
            <a:chOff x="5761445" y="1541723"/>
            <a:chExt cx="362163" cy="279737"/>
          </a:xfrm>
        </p:grpSpPr>
        <p:sp>
          <p:nvSpPr>
            <p:cNvPr id="7381" name="Google Shape;7381;p61"/>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1"/>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1"/>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1"/>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1"/>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1"/>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7" name="Google Shape;7387;p61"/>
          <p:cNvGrpSpPr/>
          <p:nvPr/>
        </p:nvGrpSpPr>
        <p:grpSpPr>
          <a:xfrm>
            <a:off x="6200883" y="3175000"/>
            <a:ext cx="358390" cy="362320"/>
            <a:chOff x="6204958" y="3355575"/>
            <a:chExt cx="358390" cy="362320"/>
          </a:xfrm>
        </p:grpSpPr>
        <p:sp>
          <p:nvSpPr>
            <p:cNvPr id="7388" name="Google Shape;7388;p61"/>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1"/>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1"/>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1"/>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1"/>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1"/>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1"/>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1"/>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1"/>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1"/>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61"/>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61"/>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1"/>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1"/>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61"/>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61"/>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4" name="Google Shape;7404;p61"/>
          <p:cNvGrpSpPr/>
          <p:nvPr/>
        </p:nvGrpSpPr>
        <p:grpSpPr>
          <a:xfrm>
            <a:off x="4935895" y="1319280"/>
            <a:ext cx="242979" cy="362660"/>
            <a:chOff x="4939970" y="1499855"/>
            <a:chExt cx="242979" cy="362660"/>
          </a:xfrm>
        </p:grpSpPr>
        <p:sp>
          <p:nvSpPr>
            <p:cNvPr id="7405" name="Google Shape;7405;p61"/>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1"/>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1"/>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1"/>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1"/>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1"/>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61"/>
          <p:cNvGrpSpPr/>
          <p:nvPr/>
        </p:nvGrpSpPr>
        <p:grpSpPr>
          <a:xfrm>
            <a:off x="8019373" y="3174921"/>
            <a:ext cx="284322" cy="362163"/>
            <a:chOff x="8023448" y="3355496"/>
            <a:chExt cx="284322" cy="362163"/>
          </a:xfrm>
        </p:grpSpPr>
        <p:sp>
          <p:nvSpPr>
            <p:cNvPr id="7412" name="Google Shape;7412;p61"/>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1"/>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1"/>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1"/>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1"/>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1"/>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1"/>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1"/>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1"/>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61"/>
          <p:cNvGrpSpPr/>
          <p:nvPr/>
        </p:nvGrpSpPr>
        <p:grpSpPr>
          <a:xfrm>
            <a:off x="6640126" y="3174921"/>
            <a:ext cx="366695" cy="361979"/>
            <a:chOff x="6644201" y="3355496"/>
            <a:chExt cx="366695" cy="361979"/>
          </a:xfrm>
        </p:grpSpPr>
        <p:sp>
          <p:nvSpPr>
            <p:cNvPr id="7422" name="Google Shape;7422;p61"/>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1"/>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1"/>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1"/>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1"/>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1"/>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1"/>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1"/>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1"/>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1"/>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61"/>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61"/>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1"/>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1"/>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1"/>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61"/>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61"/>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1"/>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1"/>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1"/>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1"/>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61"/>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4" name="Google Shape;7444;p61"/>
          <p:cNvGrpSpPr/>
          <p:nvPr/>
        </p:nvGrpSpPr>
        <p:grpSpPr>
          <a:xfrm>
            <a:off x="7951070" y="1838617"/>
            <a:ext cx="365176" cy="271013"/>
            <a:chOff x="7955145" y="2019192"/>
            <a:chExt cx="365176" cy="271013"/>
          </a:xfrm>
        </p:grpSpPr>
        <p:sp>
          <p:nvSpPr>
            <p:cNvPr id="7445" name="Google Shape;7445;p61"/>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1"/>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1"/>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1"/>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1"/>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1"/>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1"/>
          <p:cNvGrpSpPr/>
          <p:nvPr/>
        </p:nvGrpSpPr>
        <p:grpSpPr>
          <a:xfrm>
            <a:off x="7514080" y="1828896"/>
            <a:ext cx="361927" cy="290270"/>
            <a:chOff x="7518155" y="2009471"/>
            <a:chExt cx="361927" cy="290270"/>
          </a:xfrm>
        </p:grpSpPr>
        <p:sp>
          <p:nvSpPr>
            <p:cNvPr id="7452" name="Google Shape;7452;p61"/>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1"/>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1"/>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1"/>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1"/>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61"/>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1"/>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1"/>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1"/>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1"/>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1"/>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1"/>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1"/>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5" name="Google Shape;7465;p61"/>
          <p:cNvGrpSpPr/>
          <p:nvPr/>
        </p:nvGrpSpPr>
        <p:grpSpPr>
          <a:xfrm>
            <a:off x="7075597" y="1810478"/>
            <a:ext cx="362163" cy="327264"/>
            <a:chOff x="7079672" y="1991053"/>
            <a:chExt cx="362163" cy="327264"/>
          </a:xfrm>
        </p:grpSpPr>
        <p:sp>
          <p:nvSpPr>
            <p:cNvPr id="7466" name="Google Shape;7466;p61"/>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1"/>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61"/>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1"/>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1"/>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1"/>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1"/>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1"/>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1"/>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1"/>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1"/>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1"/>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1"/>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1"/>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1"/>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1"/>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2" name="Google Shape;7482;p61"/>
          <p:cNvGrpSpPr/>
          <p:nvPr/>
        </p:nvGrpSpPr>
        <p:grpSpPr>
          <a:xfrm>
            <a:off x="6637113" y="1854939"/>
            <a:ext cx="361901" cy="238132"/>
            <a:chOff x="6641188" y="2035514"/>
            <a:chExt cx="361901" cy="238132"/>
          </a:xfrm>
        </p:grpSpPr>
        <p:sp>
          <p:nvSpPr>
            <p:cNvPr id="7483" name="Google Shape;7483;p61"/>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1"/>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61"/>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61"/>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1"/>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1"/>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1"/>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1"/>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1"/>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1"/>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1"/>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1"/>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1"/>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1"/>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1"/>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1"/>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1"/>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61"/>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61"/>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2" name="Google Shape;7502;p61"/>
          <p:cNvGrpSpPr/>
          <p:nvPr/>
        </p:nvGrpSpPr>
        <p:grpSpPr>
          <a:xfrm>
            <a:off x="6198368" y="1806102"/>
            <a:ext cx="362425" cy="335884"/>
            <a:chOff x="6202443" y="1986677"/>
            <a:chExt cx="362425" cy="335884"/>
          </a:xfrm>
        </p:grpSpPr>
        <p:sp>
          <p:nvSpPr>
            <p:cNvPr id="7503" name="Google Shape;7503;p61"/>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1"/>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1"/>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1"/>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61"/>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1"/>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1"/>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1"/>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1"/>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1"/>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1"/>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1"/>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1"/>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1"/>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1"/>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1"/>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1"/>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1"/>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1"/>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1"/>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3" name="Google Shape;7523;p61"/>
          <p:cNvGrpSpPr/>
          <p:nvPr/>
        </p:nvGrpSpPr>
        <p:grpSpPr>
          <a:xfrm>
            <a:off x="5760147" y="1836023"/>
            <a:ext cx="374293" cy="276069"/>
            <a:chOff x="5764222" y="2016598"/>
            <a:chExt cx="374293" cy="276069"/>
          </a:xfrm>
        </p:grpSpPr>
        <p:sp>
          <p:nvSpPr>
            <p:cNvPr id="7524" name="Google Shape;7524;p61"/>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61"/>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61"/>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1"/>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1"/>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1"/>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1"/>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1"/>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1"/>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1"/>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1"/>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61"/>
          <p:cNvGrpSpPr/>
          <p:nvPr/>
        </p:nvGrpSpPr>
        <p:grpSpPr>
          <a:xfrm>
            <a:off x="5321402" y="1835866"/>
            <a:ext cx="361927" cy="276515"/>
            <a:chOff x="5325477" y="2016441"/>
            <a:chExt cx="361927" cy="276515"/>
          </a:xfrm>
        </p:grpSpPr>
        <p:sp>
          <p:nvSpPr>
            <p:cNvPr id="7536" name="Google Shape;7536;p61"/>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1"/>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1"/>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1"/>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1"/>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1"/>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1"/>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1"/>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1"/>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1"/>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1"/>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1"/>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1"/>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1"/>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1"/>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1"/>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1"/>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1"/>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1"/>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1"/>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61"/>
          <p:cNvGrpSpPr/>
          <p:nvPr/>
        </p:nvGrpSpPr>
        <p:grpSpPr>
          <a:xfrm>
            <a:off x="4866596" y="1836625"/>
            <a:ext cx="364180" cy="274812"/>
            <a:chOff x="4870671" y="2017200"/>
            <a:chExt cx="364180" cy="274812"/>
          </a:xfrm>
        </p:grpSpPr>
        <p:sp>
          <p:nvSpPr>
            <p:cNvPr id="7557" name="Google Shape;7557;p61"/>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61"/>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61"/>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1"/>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1"/>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1"/>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1"/>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1"/>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1"/>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61"/>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1"/>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1"/>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1"/>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0" name="Google Shape;7570;p61"/>
          <p:cNvGrpSpPr/>
          <p:nvPr/>
        </p:nvGrpSpPr>
        <p:grpSpPr>
          <a:xfrm>
            <a:off x="7140651" y="3174921"/>
            <a:ext cx="260690" cy="362032"/>
            <a:chOff x="7144726" y="3355496"/>
            <a:chExt cx="260690" cy="362032"/>
          </a:xfrm>
        </p:grpSpPr>
        <p:sp>
          <p:nvSpPr>
            <p:cNvPr id="7571" name="Google Shape;7571;p61"/>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61"/>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1"/>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1"/>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1"/>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1"/>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1"/>
          <p:cNvGrpSpPr/>
          <p:nvPr/>
        </p:nvGrpSpPr>
        <p:grpSpPr>
          <a:xfrm>
            <a:off x="6701644" y="4097476"/>
            <a:ext cx="261712" cy="361770"/>
            <a:chOff x="6705719" y="4278051"/>
            <a:chExt cx="261712" cy="361770"/>
          </a:xfrm>
        </p:grpSpPr>
        <p:sp>
          <p:nvSpPr>
            <p:cNvPr id="7578" name="Google Shape;7578;p61"/>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1"/>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1"/>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1"/>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1"/>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1"/>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1"/>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1"/>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1"/>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61"/>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61"/>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1"/>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1"/>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1"/>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1"/>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3" name="Google Shape;7593;p61"/>
          <p:cNvGrpSpPr/>
          <p:nvPr/>
        </p:nvGrpSpPr>
        <p:grpSpPr>
          <a:xfrm>
            <a:off x="5746575" y="2711077"/>
            <a:ext cx="320216" cy="361403"/>
            <a:chOff x="5750650" y="2891652"/>
            <a:chExt cx="320216" cy="361403"/>
          </a:xfrm>
        </p:grpSpPr>
        <p:sp>
          <p:nvSpPr>
            <p:cNvPr id="7594" name="Google Shape;7594;p61"/>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61"/>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61"/>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1"/>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1"/>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1"/>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1"/>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1"/>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1"/>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1"/>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61"/>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61"/>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61"/>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1"/>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1"/>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1"/>
          <p:cNvGrpSpPr/>
          <p:nvPr/>
        </p:nvGrpSpPr>
        <p:grpSpPr>
          <a:xfrm>
            <a:off x="6653934" y="2710815"/>
            <a:ext cx="315972" cy="361927"/>
            <a:chOff x="6658009" y="2891390"/>
            <a:chExt cx="315972" cy="361927"/>
          </a:xfrm>
        </p:grpSpPr>
        <p:sp>
          <p:nvSpPr>
            <p:cNvPr id="7610" name="Google Shape;7610;p61"/>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1"/>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1"/>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1"/>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1"/>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1"/>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1"/>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1"/>
          <p:cNvGrpSpPr/>
          <p:nvPr/>
        </p:nvGrpSpPr>
        <p:grpSpPr>
          <a:xfrm>
            <a:off x="6199390" y="2710631"/>
            <a:ext cx="320478" cy="362110"/>
            <a:chOff x="6203465" y="2891206"/>
            <a:chExt cx="320478" cy="362110"/>
          </a:xfrm>
        </p:grpSpPr>
        <p:sp>
          <p:nvSpPr>
            <p:cNvPr id="7618" name="Google Shape;7618;p61"/>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1"/>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1"/>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1"/>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1"/>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3" name="Google Shape;7623;p61"/>
          <p:cNvGrpSpPr/>
          <p:nvPr/>
        </p:nvGrpSpPr>
        <p:grpSpPr>
          <a:xfrm>
            <a:off x="7563205" y="2710684"/>
            <a:ext cx="307116" cy="362294"/>
            <a:chOff x="7567280" y="2891259"/>
            <a:chExt cx="307116" cy="362294"/>
          </a:xfrm>
        </p:grpSpPr>
        <p:sp>
          <p:nvSpPr>
            <p:cNvPr id="7624" name="Google Shape;7624;p61"/>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1"/>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1"/>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1"/>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1"/>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1"/>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1"/>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1"/>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1"/>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1"/>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1"/>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1"/>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1"/>
          <p:cNvGrpSpPr/>
          <p:nvPr/>
        </p:nvGrpSpPr>
        <p:grpSpPr>
          <a:xfrm>
            <a:off x="7108504" y="2710946"/>
            <a:ext cx="338556" cy="361534"/>
            <a:chOff x="7112579" y="2891521"/>
            <a:chExt cx="338556" cy="361534"/>
          </a:xfrm>
        </p:grpSpPr>
        <p:sp>
          <p:nvSpPr>
            <p:cNvPr id="7637" name="Google Shape;7637;p61"/>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1"/>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9" name="Google Shape;7639;p61"/>
          <p:cNvGrpSpPr/>
          <p:nvPr/>
        </p:nvGrpSpPr>
        <p:grpSpPr>
          <a:xfrm>
            <a:off x="7151184" y="3624461"/>
            <a:ext cx="207478" cy="361272"/>
            <a:chOff x="7155259" y="3805036"/>
            <a:chExt cx="207478" cy="361272"/>
          </a:xfrm>
        </p:grpSpPr>
        <p:sp>
          <p:nvSpPr>
            <p:cNvPr id="7640" name="Google Shape;7640;p61"/>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1"/>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1"/>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1"/>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1"/>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1"/>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1"/>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1"/>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1"/>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1"/>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1"/>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1"/>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2" name="Google Shape;7652;p61"/>
          <p:cNvGrpSpPr/>
          <p:nvPr/>
        </p:nvGrpSpPr>
        <p:grpSpPr>
          <a:xfrm>
            <a:off x="4911293" y="2710815"/>
            <a:ext cx="182850" cy="361927"/>
            <a:chOff x="4915368" y="2891390"/>
            <a:chExt cx="182850" cy="361927"/>
          </a:xfrm>
        </p:grpSpPr>
        <p:sp>
          <p:nvSpPr>
            <p:cNvPr id="7653" name="Google Shape;7653;p61"/>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61"/>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1"/>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1"/>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1"/>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1"/>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61"/>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1"/>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1"/>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1"/>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61"/>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61"/>
          <p:cNvGrpSpPr/>
          <p:nvPr/>
        </p:nvGrpSpPr>
        <p:grpSpPr>
          <a:xfrm>
            <a:off x="8024639" y="2711077"/>
            <a:ext cx="289589" cy="361403"/>
            <a:chOff x="8028714" y="2891652"/>
            <a:chExt cx="289589" cy="361403"/>
          </a:xfrm>
        </p:grpSpPr>
        <p:sp>
          <p:nvSpPr>
            <p:cNvPr id="7665" name="Google Shape;7665;p61"/>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1"/>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61"/>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61"/>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1"/>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1"/>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1"/>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1"/>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61"/>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1"/>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1"/>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1"/>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1"/>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1"/>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1"/>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1"/>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1"/>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1"/>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1"/>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61"/>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5" name="Google Shape;7685;p61"/>
          <p:cNvGrpSpPr/>
          <p:nvPr/>
        </p:nvGrpSpPr>
        <p:grpSpPr>
          <a:xfrm>
            <a:off x="7547747" y="3624199"/>
            <a:ext cx="293335" cy="361927"/>
            <a:chOff x="7551822" y="3804774"/>
            <a:chExt cx="293335" cy="361927"/>
          </a:xfrm>
        </p:grpSpPr>
        <p:sp>
          <p:nvSpPr>
            <p:cNvPr id="7686" name="Google Shape;7686;p61"/>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1"/>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1"/>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1"/>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1"/>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1"/>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1"/>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61"/>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1"/>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1"/>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1"/>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61"/>
          <p:cNvGrpSpPr/>
          <p:nvPr/>
        </p:nvGrpSpPr>
        <p:grpSpPr>
          <a:xfrm>
            <a:off x="6259650" y="4097083"/>
            <a:ext cx="210491" cy="362163"/>
            <a:chOff x="6263725" y="4277658"/>
            <a:chExt cx="210491" cy="362163"/>
          </a:xfrm>
        </p:grpSpPr>
        <p:sp>
          <p:nvSpPr>
            <p:cNvPr id="7698" name="Google Shape;7698;p61"/>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1"/>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1"/>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1"/>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1"/>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1"/>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1"/>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61"/>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1"/>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1"/>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1"/>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1"/>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61"/>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1"/>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1"/>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3" name="Google Shape;7713;p61"/>
          <p:cNvGrpSpPr/>
          <p:nvPr/>
        </p:nvGrpSpPr>
        <p:grpSpPr>
          <a:xfrm>
            <a:off x="7983715" y="3624120"/>
            <a:ext cx="336303" cy="362005"/>
            <a:chOff x="7987790" y="3804695"/>
            <a:chExt cx="336303" cy="362005"/>
          </a:xfrm>
        </p:grpSpPr>
        <p:sp>
          <p:nvSpPr>
            <p:cNvPr id="7714" name="Google Shape;7714;p61"/>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1"/>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1"/>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1"/>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1"/>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1"/>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61"/>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1"/>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1"/>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1"/>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4" name="Google Shape;7724;p61"/>
          <p:cNvGrpSpPr/>
          <p:nvPr/>
        </p:nvGrpSpPr>
        <p:grpSpPr>
          <a:xfrm>
            <a:off x="5269369" y="2710710"/>
            <a:ext cx="371123" cy="362267"/>
            <a:chOff x="5273444" y="2891285"/>
            <a:chExt cx="371123" cy="362267"/>
          </a:xfrm>
        </p:grpSpPr>
        <p:sp>
          <p:nvSpPr>
            <p:cNvPr id="7725" name="Google Shape;7725;p61"/>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61"/>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1"/>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1"/>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1"/>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61"/>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1"/>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1"/>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1"/>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1"/>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1"/>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61"/>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61"/>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1"/>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61"/>
          <p:cNvGrpSpPr/>
          <p:nvPr/>
        </p:nvGrpSpPr>
        <p:grpSpPr>
          <a:xfrm>
            <a:off x="7626322" y="3177824"/>
            <a:ext cx="214759" cy="357030"/>
            <a:chOff x="2235125" y="238075"/>
            <a:chExt cx="3144350" cy="5227375"/>
          </a:xfrm>
        </p:grpSpPr>
        <p:sp>
          <p:nvSpPr>
            <p:cNvPr id="7740" name="Google Shape;7740;p61"/>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1"/>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1"/>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1"/>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1"/>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1"/>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1"/>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1"/>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1"/>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1"/>
          <p:cNvGrpSpPr/>
          <p:nvPr/>
        </p:nvGrpSpPr>
        <p:grpSpPr>
          <a:xfrm>
            <a:off x="2818791" y="4097368"/>
            <a:ext cx="342496" cy="351944"/>
            <a:chOff x="2810729" y="4267107"/>
            <a:chExt cx="342496" cy="351944"/>
          </a:xfrm>
        </p:grpSpPr>
        <p:sp>
          <p:nvSpPr>
            <p:cNvPr id="7750" name="Google Shape;7750;p61"/>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1"/>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1"/>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1"/>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1"/>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1"/>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61"/>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1"/>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1"/>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1"/>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1"/>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1"/>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1"/>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1"/>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1"/>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1"/>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1"/>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1"/>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61"/>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1"/>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1"/>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1"/>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1"/>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1"/>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1"/>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1"/>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1"/>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1"/>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1"/>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1"/>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61"/>
          <p:cNvGrpSpPr/>
          <p:nvPr/>
        </p:nvGrpSpPr>
        <p:grpSpPr>
          <a:xfrm>
            <a:off x="1787231" y="3635885"/>
            <a:ext cx="282381" cy="343454"/>
            <a:chOff x="1779168" y="3805625"/>
            <a:chExt cx="282381" cy="343454"/>
          </a:xfrm>
        </p:grpSpPr>
        <p:sp>
          <p:nvSpPr>
            <p:cNvPr id="7781" name="Google Shape;7781;p61"/>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1"/>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1"/>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1"/>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1"/>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61"/>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1"/>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1"/>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1"/>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1"/>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1"/>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1"/>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1"/>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1"/>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1"/>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1"/>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1"/>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1"/>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1"/>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61"/>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61"/>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1"/>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1"/>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1"/>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1"/>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1"/>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1"/>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1"/>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61"/>
          <p:cNvGrpSpPr/>
          <p:nvPr/>
        </p:nvGrpSpPr>
        <p:grpSpPr>
          <a:xfrm>
            <a:off x="2601585" y="2237289"/>
            <a:ext cx="391606" cy="364535"/>
            <a:chOff x="2593522" y="2407029"/>
            <a:chExt cx="391606" cy="364535"/>
          </a:xfrm>
        </p:grpSpPr>
        <p:sp>
          <p:nvSpPr>
            <p:cNvPr id="7810" name="Google Shape;7810;p61"/>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61"/>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1"/>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1"/>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1"/>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1"/>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1"/>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1"/>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1"/>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1"/>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1"/>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1"/>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1"/>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1"/>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1"/>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1"/>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1"/>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1"/>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1"/>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1"/>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1"/>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1"/>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61"/>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61"/>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1"/>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1"/>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1"/>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1"/>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1"/>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1"/>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1"/>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1"/>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1"/>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1"/>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61"/>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1"/>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1"/>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1"/>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61"/>
          <p:cNvGrpSpPr/>
          <p:nvPr/>
        </p:nvGrpSpPr>
        <p:grpSpPr>
          <a:xfrm>
            <a:off x="3963109" y="2262503"/>
            <a:ext cx="322912" cy="334396"/>
            <a:chOff x="3955047" y="2432242"/>
            <a:chExt cx="322912" cy="334396"/>
          </a:xfrm>
        </p:grpSpPr>
        <p:sp>
          <p:nvSpPr>
            <p:cNvPr id="7850" name="Google Shape;7850;p61"/>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1"/>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1"/>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61"/>
          <p:cNvGrpSpPr/>
          <p:nvPr/>
        </p:nvGrpSpPr>
        <p:grpSpPr>
          <a:xfrm>
            <a:off x="1810528" y="1793115"/>
            <a:ext cx="265373" cy="351944"/>
            <a:chOff x="1802465" y="1962854"/>
            <a:chExt cx="265373" cy="351944"/>
          </a:xfrm>
        </p:grpSpPr>
        <p:sp>
          <p:nvSpPr>
            <p:cNvPr id="7854" name="Google Shape;7854;p61"/>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1"/>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1"/>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1"/>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1"/>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1"/>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1"/>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1" name="Google Shape;7861;p61"/>
          <p:cNvGrpSpPr/>
          <p:nvPr/>
        </p:nvGrpSpPr>
        <p:grpSpPr>
          <a:xfrm>
            <a:off x="3520133" y="1786482"/>
            <a:ext cx="373983" cy="363622"/>
            <a:chOff x="3512070" y="1956222"/>
            <a:chExt cx="373983" cy="363622"/>
          </a:xfrm>
        </p:grpSpPr>
        <p:sp>
          <p:nvSpPr>
            <p:cNvPr id="7862" name="Google Shape;7862;p61"/>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1"/>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1"/>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1"/>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1"/>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1"/>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61"/>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61"/>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1"/>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1"/>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1"/>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1"/>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1"/>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1"/>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1"/>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1"/>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1"/>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61"/>
          <p:cNvGrpSpPr/>
          <p:nvPr/>
        </p:nvGrpSpPr>
        <p:grpSpPr>
          <a:xfrm>
            <a:off x="850746" y="2225012"/>
            <a:ext cx="345640" cy="356660"/>
            <a:chOff x="842683" y="2394751"/>
            <a:chExt cx="345640" cy="356660"/>
          </a:xfrm>
        </p:grpSpPr>
        <p:sp>
          <p:nvSpPr>
            <p:cNvPr id="7880" name="Google Shape;7880;p61"/>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1"/>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1"/>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1"/>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1"/>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1"/>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1"/>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1"/>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1"/>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1"/>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1"/>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1"/>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1"/>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1"/>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61"/>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1"/>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61"/>
          <p:cNvGrpSpPr/>
          <p:nvPr/>
        </p:nvGrpSpPr>
        <p:grpSpPr>
          <a:xfrm>
            <a:off x="1298678" y="2229728"/>
            <a:ext cx="336836" cy="342511"/>
            <a:chOff x="1290615" y="2399467"/>
            <a:chExt cx="336836" cy="342511"/>
          </a:xfrm>
        </p:grpSpPr>
        <p:sp>
          <p:nvSpPr>
            <p:cNvPr id="7897" name="Google Shape;7897;p61"/>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1"/>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1"/>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1"/>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1"/>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1"/>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1"/>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1"/>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1"/>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1"/>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1"/>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1"/>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1"/>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1"/>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1"/>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1"/>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1"/>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1"/>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1"/>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1"/>
          <p:cNvGrpSpPr/>
          <p:nvPr/>
        </p:nvGrpSpPr>
        <p:grpSpPr>
          <a:xfrm>
            <a:off x="1756372" y="2238861"/>
            <a:ext cx="308508" cy="333378"/>
            <a:chOff x="1748310" y="2408601"/>
            <a:chExt cx="308508" cy="333378"/>
          </a:xfrm>
        </p:grpSpPr>
        <p:sp>
          <p:nvSpPr>
            <p:cNvPr id="7917" name="Google Shape;7917;p61"/>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1"/>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1"/>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1"/>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1"/>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61"/>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61"/>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1"/>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61"/>
          <p:cNvGrpSpPr/>
          <p:nvPr/>
        </p:nvGrpSpPr>
        <p:grpSpPr>
          <a:xfrm>
            <a:off x="3052676" y="2248294"/>
            <a:ext cx="376184" cy="315141"/>
            <a:chOff x="3044614" y="2418033"/>
            <a:chExt cx="376184" cy="315141"/>
          </a:xfrm>
        </p:grpSpPr>
        <p:sp>
          <p:nvSpPr>
            <p:cNvPr id="7926" name="Google Shape;7926;p61"/>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1"/>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1"/>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1"/>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61"/>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61"/>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1"/>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1"/>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1"/>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5" name="Google Shape;7935;p61"/>
          <p:cNvGrpSpPr/>
          <p:nvPr/>
        </p:nvGrpSpPr>
        <p:grpSpPr>
          <a:xfrm>
            <a:off x="3951700" y="3645333"/>
            <a:ext cx="357933" cy="342676"/>
            <a:chOff x="3943638" y="3815072"/>
            <a:chExt cx="357933" cy="342676"/>
          </a:xfrm>
        </p:grpSpPr>
        <p:sp>
          <p:nvSpPr>
            <p:cNvPr id="7936" name="Google Shape;7936;p61"/>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1"/>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1"/>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1"/>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61"/>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61"/>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1"/>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1"/>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1"/>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5" name="Google Shape;7945;p61"/>
          <p:cNvGrpSpPr/>
          <p:nvPr/>
        </p:nvGrpSpPr>
        <p:grpSpPr>
          <a:xfrm>
            <a:off x="3516345" y="3640602"/>
            <a:ext cx="351644" cy="351959"/>
            <a:chOff x="3508282" y="3810341"/>
            <a:chExt cx="351644" cy="351959"/>
          </a:xfrm>
        </p:grpSpPr>
        <p:sp>
          <p:nvSpPr>
            <p:cNvPr id="7946" name="Google Shape;7946;p61"/>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1"/>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1"/>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1"/>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1"/>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61"/>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61"/>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1"/>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1"/>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1"/>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1"/>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1"/>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1"/>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9" name="Google Shape;7959;p61"/>
          <p:cNvGrpSpPr/>
          <p:nvPr/>
        </p:nvGrpSpPr>
        <p:grpSpPr>
          <a:xfrm>
            <a:off x="2232648" y="1793115"/>
            <a:ext cx="303163" cy="351809"/>
            <a:chOff x="2224585" y="1962854"/>
            <a:chExt cx="303163" cy="351809"/>
          </a:xfrm>
        </p:grpSpPr>
        <p:sp>
          <p:nvSpPr>
            <p:cNvPr id="7960" name="Google Shape;7960;p61"/>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1"/>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1"/>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1"/>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1"/>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1"/>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61"/>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61"/>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61"/>
          <p:cNvGrpSpPr/>
          <p:nvPr/>
        </p:nvGrpSpPr>
        <p:grpSpPr>
          <a:xfrm>
            <a:off x="2630856" y="1821128"/>
            <a:ext cx="389090" cy="296231"/>
            <a:chOff x="2622794" y="1990868"/>
            <a:chExt cx="389090" cy="296231"/>
          </a:xfrm>
        </p:grpSpPr>
        <p:sp>
          <p:nvSpPr>
            <p:cNvPr id="7969" name="Google Shape;7969;p61"/>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1"/>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1"/>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1"/>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1"/>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1"/>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1"/>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1"/>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61"/>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8" name="Google Shape;7978;p61"/>
          <p:cNvGrpSpPr/>
          <p:nvPr/>
        </p:nvGrpSpPr>
        <p:grpSpPr>
          <a:xfrm>
            <a:off x="3985388" y="1782409"/>
            <a:ext cx="327074" cy="375241"/>
            <a:chOff x="3977326" y="1952149"/>
            <a:chExt cx="327074" cy="375241"/>
          </a:xfrm>
        </p:grpSpPr>
        <p:sp>
          <p:nvSpPr>
            <p:cNvPr id="7979" name="Google Shape;7979;p61"/>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1"/>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1"/>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1"/>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1"/>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1"/>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1"/>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1"/>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1"/>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1"/>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1"/>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61"/>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1"/>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1"/>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1"/>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1"/>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1"/>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61"/>
          <p:cNvGrpSpPr/>
          <p:nvPr/>
        </p:nvGrpSpPr>
        <p:grpSpPr>
          <a:xfrm>
            <a:off x="1349674" y="3170315"/>
            <a:ext cx="259399" cy="370524"/>
            <a:chOff x="1341612" y="3340055"/>
            <a:chExt cx="259399" cy="370524"/>
          </a:xfrm>
        </p:grpSpPr>
        <p:sp>
          <p:nvSpPr>
            <p:cNvPr id="7997" name="Google Shape;7997;p61"/>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1"/>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1"/>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1"/>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61"/>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61"/>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1"/>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1"/>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1"/>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1"/>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1"/>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1"/>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1"/>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1"/>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1"/>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1"/>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1"/>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1"/>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5" name="Google Shape;8015;p61"/>
          <p:cNvGrpSpPr/>
          <p:nvPr/>
        </p:nvGrpSpPr>
        <p:grpSpPr>
          <a:xfrm>
            <a:off x="2187955" y="3675233"/>
            <a:ext cx="351629" cy="282381"/>
            <a:chOff x="2179892" y="3844972"/>
            <a:chExt cx="351629" cy="282381"/>
          </a:xfrm>
        </p:grpSpPr>
        <p:sp>
          <p:nvSpPr>
            <p:cNvPr id="8016" name="Google Shape;8016;p61"/>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1"/>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1"/>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1"/>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1"/>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61"/>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61"/>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1"/>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1"/>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1"/>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1"/>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1"/>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1"/>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1"/>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1"/>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1"/>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1"/>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1"/>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1"/>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1"/>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61"/>
          <p:cNvGrpSpPr/>
          <p:nvPr/>
        </p:nvGrpSpPr>
        <p:grpSpPr>
          <a:xfrm>
            <a:off x="3139232" y="3647145"/>
            <a:ext cx="220051" cy="338169"/>
            <a:chOff x="3131170" y="3816884"/>
            <a:chExt cx="220051" cy="338169"/>
          </a:xfrm>
        </p:grpSpPr>
        <p:sp>
          <p:nvSpPr>
            <p:cNvPr id="8037" name="Google Shape;8037;p61"/>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1"/>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1"/>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1"/>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1"/>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1"/>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1"/>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1"/>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1"/>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61"/>
          <p:cNvGrpSpPr/>
          <p:nvPr/>
        </p:nvGrpSpPr>
        <p:grpSpPr>
          <a:xfrm>
            <a:off x="911564" y="3189824"/>
            <a:ext cx="247990" cy="333393"/>
            <a:chOff x="903502" y="3359564"/>
            <a:chExt cx="247990" cy="333393"/>
          </a:xfrm>
        </p:grpSpPr>
        <p:sp>
          <p:nvSpPr>
            <p:cNvPr id="8047" name="Google Shape;8047;p61"/>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1"/>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1"/>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61"/>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1"/>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1"/>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1"/>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1"/>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1"/>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61"/>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1"/>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1"/>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1"/>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1"/>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1"/>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61"/>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1"/>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61"/>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61"/>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1"/>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61"/>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61"/>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61"/>
          <p:cNvGrpSpPr/>
          <p:nvPr/>
        </p:nvGrpSpPr>
        <p:grpSpPr>
          <a:xfrm>
            <a:off x="2624253" y="2720721"/>
            <a:ext cx="365793" cy="361152"/>
            <a:chOff x="2616191" y="2890461"/>
            <a:chExt cx="365793" cy="361152"/>
          </a:xfrm>
        </p:grpSpPr>
        <p:sp>
          <p:nvSpPr>
            <p:cNvPr id="8070" name="Google Shape;8070;p61"/>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1"/>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1"/>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1"/>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1"/>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1"/>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1"/>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1"/>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1"/>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1"/>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1"/>
          <p:cNvGrpSpPr/>
          <p:nvPr/>
        </p:nvGrpSpPr>
        <p:grpSpPr>
          <a:xfrm>
            <a:off x="3058022" y="1776121"/>
            <a:ext cx="402940" cy="388536"/>
            <a:chOff x="3049959" y="1945861"/>
            <a:chExt cx="402940" cy="388536"/>
          </a:xfrm>
        </p:grpSpPr>
        <p:sp>
          <p:nvSpPr>
            <p:cNvPr id="8082" name="Google Shape;8082;p61"/>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1"/>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1"/>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1"/>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1"/>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1"/>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8" name="Google Shape;8088;p61"/>
          <p:cNvGrpSpPr/>
          <p:nvPr/>
        </p:nvGrpSpPr>
        <p:grpSpPr>
          <a:xfrm>
            <a:off x="2491088" y="4098940"/>
            <a:ext cx="202428" cy="349114"/>
            <a:chOff x="2483025" y="4268679"/>
            <a:chExt cx="202428" cy="349114"/>
          </a:xfrm>
        </p:grpSpPr>
        <p:sp>
          <p:nvSpPr>
            <p:cNvPr id="8089" name="Google Shape;8089;p61"/>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1"/>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1"/>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1"/>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1"/>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1"/>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5" name="Google Shape;8095;p61"/>
          <p:cNvGrpSpPr/>
          <p:nvPr/>
        </p:nvGrpSpPr>
        <p:grpSpPr>
          <a:xfrm>
            <a:off x="870569" y="2716244"/>
            <a:ext cx="329590" cy="365000"/>
            <a:chOff x="862507" y="2885984"/>
            <a:chExt cx="329590" cy="365000"/>
          </a:xfrm>
        </p:grpSpPr>
        <p:sp>
          <p:nvSpPr>
            <p:cNvPr id="8096" name="Google Shape;8096;p61"/>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1"/>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1"/>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61"/>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61"/>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1"/>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1"/>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3" name="Google Shape;8103;p61"/>
          <p:cNvGrpSpPr/>
          <p:nvPr/>
        </p:nvGrpSpPr>
        <p:grpSpPr>
          <a:xfrm>
            <a:off x="3090138" y="2702065"/>
            <a:ext cx="318884" cy="379807"/>
            <a:chOff x="3082075" y="2871805"/>
            <a:chExt cx="318884" cy="379807"/>
          </a:xfrm>
        </p:grpSpPr>
        <p:sp>
          <p:nvSpPr>
            <p:cNvPr id="8104" name="Google Shape;8104;p61"/>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1"/>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1"/>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1"/>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1"/>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1"/>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1"/>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1"/>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1"/>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1"/>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1"/>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1"/>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1"/>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1"/>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1"/>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1"/>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1"/>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1"/>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1"/>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1"/>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1"/>
          <p:cNvGrpSpPr/>
          <p:nvPr/>
        </p:nvGrpSpPr>
        <p:grpSpPr>
          <a:xfrm>
            <a:off x="2602843" y="1346755"/>
            <a:ext cx="410187" cy="324244"/>
            <a:chOff x="2594780" y="1516494"/>
            <a:chExt cx="410187" cy="324244"/>
          </a:xfrm>
        </p:grpSpPr>
        <p:sp>
          <p:nvSpPr>
            <p:cNvPr id="8125" name="Google Shape;8125;p61"/>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1"/>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1"/>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1"/>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1"/>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1"/>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1"/>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1"/>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3" name="Google Shape;8133;p61"/>
          <p:cNvGrpSpPr/>
          <p:nvPr/>
        </p:nvGrpSpPr>
        <p:grpSpPr>
          <a:xfrm>
            <a:off x="1751027" y="1333220"/>
            <a:ext cx="333692" cy="333363"/>
            <a:chOff x="1742965" y="1502959"/>
            <a:chExt cx="333692" cy="333363"/>
          </a:xfrm>
        </p:grpSpPr>
        <p:sp>
          <p:nvSpPr>
            <p:cNvPr id="8134" name="Google Shape;8134;p61"/>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1"/>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1"/>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1"/>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8" name="Google Shape;8138;p61"/>
          <p:cNvGrpSpPr/>
          <p:nvPr/>
        </p:nvGrpSpPr>
        <p:grpSpPr>
          <a:xfrm>
            <a:off x="3059594" y="1347069"/>
            <a:ext cx="390034" cy="296545"/>
            <a:chOff x="3051531" y="1516809"/>
            <a:chExt cx="390034" cy="296545"/>
          </a:xfrm>
        </p:grpSpPr>
        <p:sp>
          <p:nvSpPr>
            <p:cNvPr id="8139" name="Google Shape;8139;p61"/>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61"/>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1"/>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1"/>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1"/>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1"/>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1"/>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1"/>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1"/>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1"/>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1"/>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1"/>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1"/>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1"/>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1"/>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1"/>
          <p:cNvGrpSpPr/>
          <p:nvPr/>
        </p:nvGrpSpPr>
        <p:grpSpPr>
          <a:xfrm>
            <a:off x="3522963" y="1319280"/>
            <a:ext cx="354145" cy="351869"/>
            <a:chOff x="3514900" y="1489020"/>
            <a:chExt cx="354145" cy="351869"/>
          </a:xfrm>
        </p:grpSpPr>
        <p:sp>
          <p:nvSpPr>
            <p:cNvPr id="8155" name="Google Shape;8155;p61"/>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1"/>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1"/>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1"/>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1"/>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1"/>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1"/>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1"/>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1"/>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1"/>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61"/>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1"/>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1"/>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1"/>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1"/>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1"/>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1"/>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1"/>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61"/>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1"/>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1"/>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1"/>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7" name="Google Shape;8177;p61"/>
          <p:cNvGrpSpPr/>
          <p:nvPr/>
        </p:nvGrpSpPr>
        <p:grpSpPr>
          <a:xfrm>
            <a:off x="3074387" y="3180706"/>
            <a:ext cx="346598" cy="333183"/>
            <a:chOff x="3066324" y="3350446"/>
            <a:chExt cx="346598" cy="333183"/>
          </a:xfrm>
        </p:grpSpPr>
        <p:sp>
          <p:nvSpPr>
            <p:cNvPr id="8178" name="Google Shape;8178;p61"/>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1"/>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1"/>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61"/>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61"/>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1"/>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1"/>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1"/>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1"/>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1"/>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61"/>
          <p:cNvGrpSpPr/>
          <p:nvPr/>
        </p:nvGrpSpPr>
        <p:grpSpPr>
          <a:xfrm>
            <a:off x="1290817" y="1782350"/>
            <a:ext cx="363278" cy="363338"/>
            <a:chOff x="1282755" y="1952089"/>
            <a:chExt cx="363278" cy="363338"/>
          </a:xfrm>
        </p:grpSpPr>
        <p:sp>
          <p:nvSpPr>
            <p:cNvPr id="8189" name="Google Shape;8189;p61"/>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61"/>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61"/>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1"/>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1"/>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1"/>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1"/>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6" name="Google Shape;8196;p61"/>
          <p:cNvGrpSpPr/>
          <p:nvPr/>
        </p:nvGrpSpPr>
        <p:grpSpPr>
          <a:xfrm>
            <a:off x="3518156" y="2739542"/>
            <a:ext cx="355133" cy="343574"/>
            <a:chOff x="3510094" y="2909281"/>
            <a:chExt cx="355133" cy="343574"/>
          </a:xfrm>
        </p:grpSpPr>
        <p:sp>
          <p:nvSpPr>
            <p:cNvPr id="8197" name="Google Shape;8197;p61"/>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61"/>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61"/>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1"/>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1"/>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1"/>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1"/>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1"/>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1"/>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61"/>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1"/>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1"/>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1"/>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10" name="Google Shape;8210;p61"/>
          <p:cNvSpPr/>
          <p:nvPr/>
        </p:nvSpPr>
        <p:spPr>
          <a:xfrm>
            <a:off x="2521946" y="1642342"/>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61"/>
          <p:cNvGrpSpPr/>
          <p:nvPr/>
        </p:nvGrpSpPr>
        <p:grpSpPr>
          <a:xfrm>
            <a:off x="2171904" y="1337232"/>
            <a:ext cx="382787" cy="331566"/>
            <a:chOff x="2163842" y="1506972"/>
            <a:chExt cx="382787" cy="331566"/>
          </a:xfrm>
        </p:grpSpPr>
        <p:sp>
          <p:nvSpPr>
            <p:cNvPr id="8212" name="Google Shape;8212;p61"/>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1"/>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1"/>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1"/>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1"/>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1"/>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1"/>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1"/>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0" name="Google Shape;8220;p61"/>
          <p:cNvGrpSpPr/>
          <p:nvPr/>
        </p:nvGrpSpPr>
        <p:grpSpPr>
          <a:xfrm>
            <a:off x="1746940" y="3179913"/>
            <a:ext cx="357918" cy="350536"/>
            <a:chOff x="1738877" y="3349652"/>
            <a:chExt cx="357918" cy="350536"/>
          </a:xfrm>
        </p:grpSpPr>
        <p:sp>
          <p:nvSpPr>
            <p:cNvPr id="8221" name="Google Shape;8221;p61"/>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1"/>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1"/>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1"/>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61"/>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1"/>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1"/>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1"/>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61"/>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1"/>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1"/>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1"/>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1"/>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1"/>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1"/>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1"/>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1"/>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1"/>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9" name="Google Shape;8239;p61"/>
          <p:cNvGrpSpPr/>
          <p:nvPr/>
        </p:nvGrpSpPr>
        <p:grpSpPr>
          <a:xfrm>
            <a:off x="1979882" y="4107115"/>
            <a:ext cx="383281" cy="333947"/>
            <a:chOff x="1971819" y="4276854"/>
            <a:chExt cx="383281" cy="333947"/>
          </a:xfrm>
        </p:grpSpPr>
        <p:sp>
          <p:nvSpPr>
            <p:cNvPr id="8240" name="Google Shape;8240;p61"/>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61"/>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1"/>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1"/>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1"/>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1"/>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1"/>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1"/>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1"/>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1"/>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1"/>
          <p:cNvGrpSpPr/>
          <p:nvPr/>
        </p:nvGrpSpPr>
        <p:grpSpPr>
          <a:xfrm>
            <a:off x="1833181" y="2716080"/>
            <a:ext cx="175987" cy="361391"/>
            <a:chOff x="1825119" y="2885819"/>
            <a:chExt cx="175987" cy="361391"/>
          </a:xfrm>
        </p:grpSpPr>
        <p:sp>
          <p:nvSpPr>
            <p:cNvPr id="8251" name="Google Shape;8251;p61"/>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1"/>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1"/>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1"/>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1"/>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1"/>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61"/>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1"/>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1"/>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1"/>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1" name="Google Shape;8261;p61"/>
          <p:cNvGrpSpPr/>
          <p:nvPr/>
        </p:nvGrpSpPr>
        <p:grpSpPr>
          <a:xfrm>
            <a:off x="3512886" y="3236104"/>
            <a:ext cx="369896" cy="226339"/>
            <a:chOff x="3504824" y="3405844"/>
            <a:chExt cx="369896" cy="226339"/>
          </a:xfrm>
        </p:grpSpPr>
        <p:sp>
          <p:nvSpPr>
            <p:cNvPr id="8262" name="Google Shape;8262;p61"/>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61"/>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1"/>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1"/>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1"/>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1"/>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1"/>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1"/>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1"/>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1"/>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1"/>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1"/>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1"/>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61"/>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1"/>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1"/>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8" name="Google Shape;8278;p61"/>
          <p:cNvGrpSpPr/>
          <p:nvPr/>
        </p:nvGrpSpPr>
        <p:grpSpPr>
          <a:xfrm>
            <a:off x="1303724" y="3649855"/>
            <a:ext cx="345640" cy="342900"/>
            <a:chOff x="1295661" y="3819594"/>
            <a:chExt cx="345640" cy="342900"/>
          </a:xfrm>
        </p:grpSpPr>
        <p:sp>
          <p:nvSpPr>
            <p:cNvPr id="8279" name="Google Shape;8279;p61"/>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1"/>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1"/>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1"/>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1"/>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1"/>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1"/>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61"/>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1"/>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1"/>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1"/>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1"/>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61"/>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1"/>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1"/>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1"/>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1"/>
          <p:cNvGrpSpPr/>
          <p:nvPr/>
        </p:nvGrpSpPr>
        <p:grpSpPr>
          <a:xfrm>
            <a:off x="3494635" y="2263730"/>
            <a:ext cx="379328" cy="281738"/>
            <a:chOff x="3486572" y="2433470"/>
            <a:chExt cx="379328" cy="281738"/>
          </a:xfrm>
        </p:grpSpPr>
        <p:sp>
          <p:nvSpPr>
            <p:cNvPr id="8297" name="Google Shape;8297;p61"/>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1"/>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1"/>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1"/>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61"/>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1"/>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1"/>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04" name="Google Shape;8304;p61"/>
          <p:cNvSpPr/>
          <p:nvPr/>
        </p:nvSpPr>
        <p:spPr>
          <a:xfrm>
            <a:off x="3759992" y="253979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5" name="Google Shape;8305;p61"/>
          <p:cNvGrpSpPr/>
          <p:nvPr/>
        </p:nvGrpSpPr>
        <p:grpSpPr>
          <a:xfrm>
            <a:off x="4005212" y="3159894"/>
            <a:ext cx="270733" cy="355762"/>
            <a:chOff x="3997149" y="3329634"/>
            <a:chExt cx="270733" cy="355762"/>
          </a:xfrm>
        </p:grpSpPr>
        <p:sp>
          <p:nvSpPr>
            <p:cNvPr id="8306" name="Google Shape;8306;p61"/>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1"/>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1"/>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1"/>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1"/>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1"/>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1"/>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61"/>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1"/>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1"/>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61"/>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61"/>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1"/>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1"/>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1"/>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1"/>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1"/>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1"/>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1"/>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1"/>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61"/>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61"/>
          <p:cNvGrpSpPr/>
          <p:nvPr/>
        </p:nvGrpSpPr>
        <p:grpSpPr>
          <a:xfrm>
            <a:off x="3962406" y="2729615"/>
            <a:ext cx="345655" cy="343529"/>
            <a:chOff x="3954343" y="2899354"/>
            <a:chExt cx="345655" cy="343529"/>
          </a:xfrm>
        </p:grpSpPr>
        <p:sp>
          <p:nvSpPr>
            <p:cNvPr id="8328" name="Google Shape;8328;p61"/>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1"/>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1"/>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1"/>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1"/>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1"/>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1"/>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1"/>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1"/>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1"/>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1"/>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61"/>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61"/>
          <p:cNvGrpSpPr/>
          <p:nvPr/>
        </p:nvGrpSpPr>
        <p:grpSpPr>
          <a:xfrm>
            <a:off x="2174105" y="3181605"/>
            <a:ext cx="369566" cy="349803"/>
            <a:chOff x="2166043" y="3351344"/>
            <a:chExt cx="369566" cy="349803"/>
          </a:xfrm>
        </p:grpSpPr>
        <p:sp>
          <p:nvSpPr>
            <p:cNvPr id="8341" name="Google Shape;8341;p61"/>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1"/>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1"/>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61"/>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61"/>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1"/>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1"/>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1"/>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1"/>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0" name="Google Shape;8350;p61"/>
          <p:cNvGrpSpPr/>
          <p:nvPr/>
        </p:nvGrpSpPr>
        <p:grpSpPr>
          <a:xfrm>
            <a:off x="2627712" y="3182593"/>
            <a:ext cx="365793" cy="329275"/>
            <a:chOff x="2619649" y="3352332"/>
            <a:chExt cx="365793" cy="329275"/>
          </a:xfrm>
        </p:grpSpPr>
        <p:sp>
          <p:nvSpPr>
            <p:cNvPr id="8351" name="Google Shape;8351;p61"/>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1"/>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1"/>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1"/>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1"/>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1"/>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61"/>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1"/>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1"/>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1"/>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1" name="Google Shape;8361;p61"/>
          <p:cNvGrpSpPr/>
          <p:nvPr/>
        </p:nvGrpSpPr>
        <p:grpSpPr>
          <a:xfrm>
            <a:off x="1304197" y="1345501"/>
            <a:ext cx="340624" cy="351944"/>
            <a:chOff x="1293760" y="1498228"/>
            <a:chExt cx="340624" cy="351944"/>
          </a:xfrm>
        </p:grpSpPr>
        <p:sp>
          <p:nvSpPr>
            <p:cNvPr id="8362" name="Google Shape;8362;p61"/>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1"/>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1"/>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1"/>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1"/>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1"/>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1"/>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1"/>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1"/>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1"/>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61"/>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61"/>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1"/>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1"/>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6" name="Google Shape;8376;p61"/>
          <p:cNvGrpSpPr/>
          <p:nvPr/>
        </p:nvGrpSpPr>
        <p:grpSpPr>
          <a:xfrm>
            <a:off x="857663" y="1782335"/>
            <a:ext cx="406713" cy="383745"/>
            <a:chOff x="849601" y="1952074"/>
            <a:chExt cx="406713" cy="383745"/>
          </a:xfrm>
        </p:grpSpPr>
        <p:sp>
          <p:nvSpPr>
            <p:cNvPr id="8377" name="Google Shape;8377;p61"/>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1"/>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1"/>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1"/>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1"/>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1"/>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1"/>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4" name="Google Shape;8384;p61"/>
          <p:cNvGrpSpPr/>
          <p:nvPr/>
        </p:nvGrpSpPr>
        <p:grpSpPr>
          <a:xfrm>
            <a:off x="2261934" y="2723626"/>
            <a:ext cx="203985" cy="355417"/>
            <a:chOff x="2253871" y="2893365"/>
            <a:chExt cx="203985" cy="355417"/>
          </a:xfrm>
        </p:grpSpPr>
        <p:sp>
          <p:nvSpPr>
            <p:cNvPr id="8385" name="Google Shape;8385;p61"/>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1"/>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1"/>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1"/>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1"/>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61"/>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61"/>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1"/>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1"/>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1"/>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1"/>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6" name="Google Shape;8396;p61"/>
          <p:cNvGrpSpPr/>
          <p:nvPr/>
        </p:nvGrpSpPr>
        <p:grpSpPr>
          <a:xfrm>
            <a:off x="2199603" y="2238861"/>
            <a:ext cx="308823" cy="342571"/>
            <a:chOff x="2191541" y="2408601"/>
            <a:chExt cx="308823" cy="342571"/>
          </a:xfrm>
        </p:grpSpPr>
        <p:sp>
          <p:nvSpPr>
            <p:cNvPr id="8397" name="Google Shape;8397;p61"/>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1"/>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61"/>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1"/>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1"/>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1"/>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61"/>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1"/>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1"/>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1"/>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1"/>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1"/>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1"/>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0" name="Google Shape;8410;p61"/>
          <p:cNvGrpSpPr/>
          <p:nvPr/>
        </p:nvGrpSpPr>
        <p:grpSpPr>
          <a:xfrm>
            <a:off x="855462" y="1333848"/>
            <a:ext cx="342496" cy="341553"/>
            <a:chOff x="847400" y="1503588"/>
            <a:chExt cx="342496" cy="341553"/>
          </a:xfrm>
        </p:grpSpPr>
        <p:sp>
          <p:nvSpPr>
            <p:cNvPr id="8411" name="Google Shape;8411;p61"/>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1"/>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1"/>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1"/>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1"/>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1"/>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1"/>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1"/>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1"/>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1"/>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61"/>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61"/>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1"/>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1"/>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1"/>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1"/>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1"/>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1"/>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61"/>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61"/>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1" name="Google Shape;8431;p61"/>
          <p:cNvGrpSpPr/>
          <p:nvPr/>
        </p:nvGrpSpPr>
        <p:grpSpPr>
          <a:xfrm>
            <a:off x="1338026" y="2729929"/>
            <a:ext cx="280495" cy="361077"/>
            <a:chOff x="1329963" y="2899669"/>
            <a:chExt cx="280495" cy="361077"/>
          </a:xfrm>
        </p:grpSpPr>
        <p:sp>
          <p:nvSpPr>
            <p:cNvPr id="8432" name="Google Shape;8432;p61"/>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1"/>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1"/>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1"/>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1"/>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1"/>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61"/>
          <p:cNvGrpSpPr/>
          <p:nvPr/>
        </p:nvGrpSpPr>
        <p:grpSpPr>
          <a:xfrm>
            <a:off x="945492" y="3631169"/>
            <a:ext cx="195496" cy="343439"/>
            <a:chOff x="937429" y="3800908"/>
            <a:chExt cx="195496" cy="343439"/>
          </a:xfrm>
        </p:grpSpPr>
        <p:sp>
          <p:nvSpPr>
            <p:cNvPr id="8440" name="Google Shape;8440;p61"/>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1"/>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1"/>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1"/>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1"/>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1"/>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1"/>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61"/>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61"/>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1"/>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1"/>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1"/>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1"/>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61"/>
          <p:cNvGrpSpPr/>
          <p:nvPr/>
        </p:nvGrpSpPr>
        <p:grpSpPr>
          <a:xfrm>
            <a:off x="2695722" y="3640916"/>
            <a:ext cx="365164" cy="342511"/>
            <a:chOff x="2611459" y="3810655"/>
            <a:chExt cx="365164" cy="342511"/>
          </a:xfrm>
        </p:grpSpPr>
        <p:sp>
          <p:nvSpPr>
            <p:cNvPr id="8454" name="Google Shape;8454;p61"/>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61"/>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1"/>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1"/>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1"/>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1"/>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1"/>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61"/>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1"/>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1"/>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1"/>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61"/>
          <p:cNvGrpSpPr/>
          <p:nvPr/>
        </p:nvGrpSpPr>
        <p:grpSpPr>
          <a:xfrm>
            <a:off x="3960519" y="1354540"/>
            <a:ext cx="370195" cy="300154"/>
            <a:chOff x="3952456" y="1524280"/>
            <a:chExt cx="370195" cy="300154"/>
          </a:xfrm>
        </p:grpSpPr>
        <p:sp>
          <p:nvSpPr>
            <p:cNvPr id="8466" name="Google Shape;8466;p61"/>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1"/>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1"/>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61"/>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1"/>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1"/>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2" name="Google Shape;8472;p61"/>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8473" name="Google Shape;8473;p61"/>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77"/>
        <p:cNvGrpSpPr/>
        <p:nvPr/>
      </p:nvGrpSpPr>
      <p:grpSpPr>
        <a:xfrm>
          <a:off x="0" y="0"/>
          <a:ext cx="0" cy="0"/>
          <a:chOff x="0" y="0"/>
          <a:chExt cx="0" cy="0"/>
        </a:xfrm>
      </p:grpSpPr>
      <p:grpSp>
        <p:nvGrpSpPr>
          <p:cNvPr id="8478" name="Google Shape;8478;p62"/>
          <p:cNvGrpSpPr/>
          <p:nvPr/>
        </p:nvGrpSpPr>
        <p:grpSpPr>
          <a:xfrm>
            <a:off x="894207" y="1345785"/>
            <a:ext cx="257112" cy="362808"/>
            <a:chOff x="908482" y="1502585"/>
            <a:chExt cx="257112" cy="362808"/>
          </a:xfrm>
        </p:grpSpPr>
        <p:sp>
          <p:nvSpPr>
            <p:cNvPr id="8479" name="Google Shape;8479;p62"/>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62"/>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2"/>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2"/>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2"/>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2"/>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2"/>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2"/>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2"/>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62"/>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2"/>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2"/>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2"/>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2"/>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2"/>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2"/>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2"/>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2"/>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2"/>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2"/>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9" name="Google Shape;8499;p62"/>
          <p:cNvGrpSpPr/>
          <p:nvPr/>
        </p:nvGrpSpPr>
        <p:grpSpPr>
          <a:xfrm>
            <a:off x="1289262" y="1345916"/>
            <a:ext cx="362939" cy="362677"/>
            <a:chOff x="1303537" y="1502716"/>
            <a:chExt cx="362939" cy="362677"/>
          </a:xfrm>
        </p:grpSpPr>
        <p:sp>
          <p:nvSpPr>
            <p:cNvPr id="8500" name="Google Shape;8500;p62"/>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2"/>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2"/>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2"/>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2"/>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2"/>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2"/>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2"/>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2"/>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2"/>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2"/>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62"/>
          <p:cNvGrpSpPr/>
          <p:nvPr/>
        </p:nvGrpSpPr>
        <p:grpSpPr>
          <a:xfrm>
            <a:off x="1737626" y="1345916"/>
            <a:ext cx="362677" cy="362677"/>
            <a:chOff x="1751901" y="1502716"/>
            <a:chExt cx="362677" cy="362677"/>
          </a:xfrm>
        </p:grpSpPr>
        <p:sp>
          <p:nvSpPr>
            <p:cNvPr id="8512" name="Google Shape;8512;p62"/>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62"/>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62"/>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2"/>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2"/>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2"/>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2"/>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2"/>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2"/>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2"/>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2"/>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2"/>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2"/>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2"/>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2"/>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2"/>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2"/>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2"/>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2"/>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62"/>
          <p:cNvGrpSpPr/>
          <p:nvPr/>
        </p:nvGrpSpPr>
        <p:grpSpPr>
          <a:xfrm>
            <a:off x="3080903" y="1345916"/>
            <a:ext cx="334290" cy="362677"/>
            <a:chOff x="3095178" y="1502716"/>
            <a:chExt cx="334290" cy="362677"/>
          </a:xfrm>
        </p:grpSpPr>
        <p:sp>
          <p:nvSpPr>
            <p:cNvPr id="8532" name="Google Shape;8532;p62"/>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2"/>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2"/>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2"/>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2"/>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2"/>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62"/>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62"/>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2"/>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2"/>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2"/>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2"/>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2"/>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2"/>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2"/>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62"/>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62"/>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9" name="Google Shape;8549;p62"/>
          <p:cNvGrpSpPr/>
          <p:nvPr/>
        </p:nvGrpSpPr>
        <p:grpSpPr>
          <a:xfrm>
            <a:off x="3528006" y="1348805"/>
            <a:ext cx="366196" cy="357005"/>
            <a:chOff x="3542281" y="1505605"/>
            <a:chExt cx="366196" cy="357005"/>
          </a:xfrm>
        </p:grpSpPr>
        <p:sp>
          <p:nvSpPr>
            <p:cNvPr id="8550" name="Google Shape;8550;p62"/>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2"/>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2"/>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2"/>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2"/>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2"/>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2"/>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2"/>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2"/>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2"/>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2"/>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2"/>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2"/>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2"/>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62"/>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2"/>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2"/>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2"/>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2"/>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2"/>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2"/>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2"/>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62"/>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2"/>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2"/>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5" name="Google Shape;8575;p62"/>
          <p:cNvGrpSpPr/>
          <p:nvPr/>
        </p:nvGrpSpPr>
        <p:grpSpPr>
          <a:xfrm>
            <a:off x="1734107" y="3227997"/>
            <a:ext cx="364673" cy="340067"/>
            <a:chOff x="1748382" y="3384797"/>
            <a:chExt cx="364673" cy="340067"/>
          </a:xfrm>
        </p:grpSpPr>
        <p:sp>
          <p:nvSpPr>
            <p:cNvPr id="8576" name="Google Shape;8576;p62"/>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2"/>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2"/>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62"/>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2"/>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2"/>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2"/>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2"/>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2"/>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2"/>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2"/>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2"/>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2"/>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2"/>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2"/>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62"/>
          <p:cNvGrpSpPr/>
          <p:nvPr/>
        </p:nvGrpSpPr>
        <p:grpSpPr>
          <a:xfrm>
            <a:off x="2168368" y="3229520"/>
            <a:ext cx="382030" cy="320451"/>
            <a:chOff x="2182643" y="3386320"/>
            <a:chExt cx="382030" cy="320451"/>
          </a:xfrm>
        </p:grpSpPr>
        <p:sp>
          <p:nvSpPr>
            <p:cNvPr id="8592" name="Google Shape;8592;p62"/>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2"/>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2"/>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2"/>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2"/>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2"/>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2"/>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2"/>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2"/>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2"/>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2"/>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2"/>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62"/>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2"/>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2"/>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7" name="Google Shape;8607;p62"/>
          <p:cNvGrpSpPr/>
          <p:nvPr/>
        </p:nvGrpSpPr>
        <p:grpSpPr>
          <a:xfrm>
            <a:off x="3070111" y="3232540"/>
            <a:ext cx="353880" cy="330745"/>
            <a:chOff x="3084386" y="3389340"/>
            <a:chExt cx="353880" cy="330745"/>
          </a:xfrm>
        </p:grpSpPr>
        <p:sp>
          <p:nvSpPr>
            <p:cNvPr id="8608" name="Google Shape;8608;p62"/>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2"/>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2"/>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2"/>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62"/>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2"/>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2"/>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2"/>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2"/>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2"/>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62"/>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62"/>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0" name="Google Shape;8620;p62"/>
          <p:cNvGrpSpPr/>
          <p:nvPr/>
        </p:nvGrpSpPr>
        <p:grpSpPr>
          <a:xfrm>
            <a:off x="849224" y="1814106"/>
            <a:ext cx="347078" cy="364016"/>
            <a:chOff x="863499" y="1970906"/>
            <a:chExt cx="347078" cy="364016"/>
          </a:xfrm>
        </p:grpSpPr>
        <p:sp>
          <p:nvSpPr>
            <p:cNvPr id="8621" name="Google Shape;8621;p62"/>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2"/>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2"/>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2"/>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2"/>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2"/>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2"/>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2"/>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62"/>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62"/>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2"/>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2"/>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62"/>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2"/>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5" name="Google Shape;8635;p62"/>
          <p:cNvGrpSpPr/>
          <p:nvPr/>
        </p:nvGrpSpPr>
        <p:grpSpPr>
          <a:xfrm>
            <a:off x="1735604" y="1814106"/>
            <a:ext cx="364436" cy="364174"/>
            <a:chOff x="1749879" y="1970906"/>
            <a:chExt cx="364436" cy="364174"/>
          </a:xfrm>
        </p:grpSpPr>
        <p:sp>
          <p:nvSpPr>
            <p:cNvPr id="8636" name="Google Shape;8636;p62"/>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2"/>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2"/>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2"/>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2"/>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2"/>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2"/>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2"/>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2"/>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2"/>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2"/>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62"/>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2"/>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2"/>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2"/>
          <p:cNvGrpSpPr/>
          <p:nvPr/>
        </p:nvGrpSpPr>
        <p:grpSpPr>
          <a:xfrm>
            <a:off x="2172150" y="1819358"/>
            <a:ext cx="396106" cy="353985"/>
            <a:chOff x="2186425" y="1976158"/>
            <a:chExt cx="396106" cy="353985"/>
          </a:xfrm>
        </p:grpSpPr>
        <p:sp>
          <p:nvSpPr>
            <p:cNvPr id="8651" name="Google Shape;8651;p62"/>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2"/>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2"/>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2"/>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2"/>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62"/>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2"/>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8" name="Google Shape;8658;p62"/>
          <p:cNvGrpSpPr/>
          <p:nvPr/>
        </p:nvGrpSpPr>
        <p:grpSpPr>
          <a:xfrm>
            <a:off x="2644882" y="1860612"/>
            <a:ext cx="319190" cy="271240"/>
            <a:chOff x="2659157" y="2017412"/>
            <a:chExt cx="319190" cy="271240"/>
          </a:xfrm>
        </p:grpSpPr>
        <p:sp>
          <p:nvSpPr>
            <p:cNvPr id="8659" name="Google Shape;8659;p62"/>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2"/>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2"/>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2"/>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2"/>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2"/>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2"/>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2"/>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62"/>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62"/>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2"/>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2"/>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2"/>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2"/>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2"/>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2"/>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2"/>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2"/>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2"/>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2"/>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2"/>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2"/>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2"/>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2"/>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2"/>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2"/>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62"/>
          <p:cNvGrpSpPr/>
          <p:nvPr/>
        </p:nvGrpSpPr>
        <p:grpSpPr>
          <a:xfrm>
            <a:off x="3097500" y="1836716"/>
            <a:ext cx="318928" cy="319217"/>
            <a:chOff x="3111775" y="1993516"/>
            <a:chExt cx="318928" cy="319217"/>
          </a:xfrm>
        </p:grpSpPr>
        <p:sp>
          <p:nvSpPr>
            <p:cNvPr id="8686" name="Google Shape;8686;p62"/>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2"/>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2"/>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2"/>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2"/>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2"/>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2"/>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2"/>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2"/>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2"/>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2"/>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2"/>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2"/>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2"/>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2"/>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2"/>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2"/>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2"/>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62"/>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2"/>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2"/>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2"/>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2"/>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2"/>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62"/>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2"/>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2"/>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2"/>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2"/>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2"/>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62"/>
          <p:cNvGrpSpPr/>
          <p:nvPr/>
        </p:nvGrpSpPr>
        <p:grpSpPr>
          <a:xfrm>
            <a:off x="4009510" y="1813607"/>
            <a:ext cx="288807" cy="355377"/>
            <a:chOff x="4023785" y="1970407"/>
            <a:chExt cx="288807" cy="355377"/>
          </a:xfrm>
        </p:grpSpPr>
        <p:sp>
          <p:nvSpPr>
            <p:cNvPr id="8717" name="Google Shape;8717;p62"/>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2"/>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2"/>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2"/>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2"/>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2"/>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2"/>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2"/>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2"/>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2"/>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2"/>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2"/>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2"/>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2"/>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2"/>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2"/>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2"/>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2"/>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2"/>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2"/>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7" name="Google Shape;8737;p62"/>
          <p:cNvGrpSpPr/>
          <p:nvPr/>
        </p:nvGrpSpPr>
        <p:grpSpPr>
          <a:xfrm>
            <a:off x="3530265" y="3224163"/>
            <a:ext cx="320188" cy="319269"/>
            <a:chOff x="3544540" y="3380963"/>
            <a:chExt cx="320188" cy="319269"/>
          </a:xfrm>
        </p:grpSpPr>
        <p:sp>
          <p:nvSpPr>
            <p:cNvPr id="8738" name="Google Shape;8738;p62"/>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2"/>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2"/>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2"/>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2"/>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2"/>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2"/>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2"/>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2"/>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2"/>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2"/>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2"/>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2"/>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2"/>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2"/>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2"/>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4" name="Google Shape;8754;p62"/>
          <p:cNvGrpSpPr/>
          <p:nvPr/>
        </p:nvGrpSpPr>
        <p:grpSpPr>
          <a:xfrm>
            <a:off x="3930362" y="3198034"/>
            <a:ext cx="415696" cy="371605"/>
            <a:chOff x="3944637" y="3354834"/>
            <a:chExt cx="415696" cy="371605"/>
          </a:xfrm>
        </p:grpSpPr>
        <p:sp>
          <p:nvSpPr>
            <p:cNvPr id="8755" name="Google Shape;8755;p62"/>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2"/>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2"/>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2"/>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2"/>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2"/>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2"/>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2"/>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2"/>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2"/>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2"/>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2"/>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2"/>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2"/>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2"/>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2"/>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2"/>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2" name="Google Shape;8772;p62"/>
          <p:cNvGrpSpPr/>
          <p:nvPr/>
        </p:nvGrpSpPr>
        <p:grpSpPr>
          <a:xfrm>
            <a:off x="1300344" y="3664727"/>
            <a:ext cx="346317" cy="332136"/>
            <a:chOff x="1314619" y="3821527"/>
            <a:chExt cx="346317" cy="332136"/>
          </a:xfrm>
        </p:grpSpPr>
        <p:sp>
          <p:nvSpPr>
            <p:cNvPr id="8773" name="Google Shape;8773;p62"/>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2"/>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2"/>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2"/>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2"/>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2"/>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2"/>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2"/>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1" name="Google Shape;8781;p62"/>
          <p:cNvGrpSpPr/>
          <p:nvPr/>
        </p:nvGrpSpPr>
        <p:grpSpPr>
          <a:xfrm>
            <a:off x="1736864" y="3634134"/>
            <a:ext cx="386258" cy="380507"/>
            <a:chOff x="1751139" y="3790934"/>
            <a:chExt cx="386258" cy="380507"/>
          </a:xfrm>
        </p:grpSpPr>
        <p:sp>
          <p:nvSpPr>
            <p:cNvPr id="8782" name="Google Shape;8782;p62"/>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2"/>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62"/>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62"/>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2"/>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2"/>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2"/>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2"/>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2"/>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2"/>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2"/>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2"/>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2"/>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2"/>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2"/>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2"/>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62"/>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62"/>
          <p:cNvGrpSpPr/>
          <p:nvPr/>
        </p:nvGrpSpPr>
        <p:grpSpPr>
          <a:xfrm>
            <a:off x="2175406" y="3664806"/>
            <a:ext cx="395607" cy="318928"/>
            <a:chOff x="2189681" y="3821606"/>
            <a:chExt cx="395607" cy="318928"/>
          </a:xfrm>
        </p:grpSpPr>
        <p:sp>
          <p:nvSpPr>
            <p:cNvPr id="8801" name="Google Shape;8801;p62"/>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2"/>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2"/>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2"/>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2"/>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2"/>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2"/>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2"/>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2"/>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2"/>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2"/>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2"/>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2"/>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2"/>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2"/>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2"/>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2"/>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2"/>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2"/>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2"/>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2"/>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2"/>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2"/>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2"/>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2"/>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2"/>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2"/>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62"/>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2"/>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2"/>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31" name="Google Shape;8831;p62"/>
          <p:cNvSpPr/>
          <p:nvPr/>
        </p:nvSpPr>
        <p:spPr>
          <a:xfrm>
            <a:off x="1274189" y="18832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32" name="Google Shape;8832;p62"/>
          <p:cNvGrpSpPr/>
          <p:nvPr/>
        </p:nvGrpSpPr>
        <p:grpSpPr>
          <a:xfrm>
            <a:off x="1263134" y="1804547"/>
            <a:ext cx="420475" cy="383055"/>
            <a:chOff x="1277409" y="1961347"/>
            <a:chExt cx="420475" cy="383055"/>
          </a:xfrm>
        </p:grpSpPr>
        <p:sp>
          <p:nvSpPr>
            <p:cNvPr id="8833" name="Google Shape;8833;p62"/>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2"/>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2"/>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2"/>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2"/>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2"/>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2"/>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2"/>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2"/>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2"/>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2"/>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2"/>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62"/>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2"/>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2"/>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2"/>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2"/>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2"/>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2"/>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2"/>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2"/>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2"/>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2"/>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2"/>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2"/>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2"/>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2"/>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0" name="Google Shape;8860;p62"/>
          <p:cNvGrpSpPr/>
          <p:nvPr/>
        </p:nvGrpSpPr>
        <p:grpSpPr>
          <a:xfrm>
            <a:off x="2200800" y="2276019"/>
            <a:ext cx="380008" cy="351648"/>
            <a:chOff x="2215075" y="2432819"/>
            <a:chExt cx="380008" cy="351648"/>
          </a:xfrm>
        </p:grpSpPr>
        <p:sp>
          <p:nvSpPr>
            <p:cNvPr id="8861" name="Google Shape;8861;p62"/>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2"/>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2"/>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2"/>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2"/>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2"/>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2"/>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2"/>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2"/>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2"/>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2"/>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2"/>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2"/>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2"/>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2"/>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2"/>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2"/>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2"/>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2"/>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2"/>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2"/>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62"/>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2"/>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2"/>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2"/>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2"/>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2"/>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2"/>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2"/>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2"/>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2"/>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2" name="Google Shape;8892;p62"/>
          <p:cNvGrpSpPr/>
          <p:nvPr/>
        </p:nvGrpSpPr>
        <p:grpSpPr>
          <a:xfrm>
            <a:off x="2647141" y="2265542"/>
            <a:ext cx="344059" cy="340671"/>
            <a:chOff x="2661416" y="2422342"/>
            <a:chExt cx="344059" cy="340671"/>
          </a:xfrm>
        </p:grpSpPr>
        <p:sp>
          <p:nvSpPr>
            <p:cNvPr id="8893" name="Google Shape;8893;p62"/>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2"/>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2"/>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2"/>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2"/>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2"/>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2"/>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2"/>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2"/>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2"/>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2"/>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2"/>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2"/>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6" name="Google Shape;8906;p62"/>
          <p:cNvGrpSpPr/>
          <p:nvPr/>
        </p:nvGrpSpPr>
        <p:grpSpPr>
          <a:xfrm>
            <a:off x="4052235" y="2265542"/>
            <a:ext cx="206876" cy="348470"/>
            <a:chOff x="4066510" y="2422342"/>
            <a:chExt cx="206876" cy="348470"/>
          </a:xfrm>
        </p:grpSpPr>
        <p:sp>
          <p:nvSpPr>
            <p:cNvPr id="8907" name="Google Shape;8907;p62"/>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2"/>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2"/>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62"/>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2"/>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2"/>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2"/>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2"/>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2"/>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2"/>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2"/>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2"/>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62"/>
          <p:cNvSpPr/>
          <p:nvPr/>
        </p:nvSpPr>
        <p:spPr>
          <a:xfrm>
            <a:off x="2943931" y="37349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0" name="Google Shape;8920;p62"/>
          <p:cNvGrpSpPr/>
          <p:nvPr/>
        </p:nvGrpSpPr>
        <p:grpSpPr>
          <a:xfrm>
            <a:off x="2603418" y="3660525"/>
            <a:ext cx="420475" cy="326491"/>
            <a:chOff x="2617693" y="3817325"/>
            <a:chExt cx="420475" cy="326491"/>
          </a:xfrm>
        </p:grpSpPr>
        <p:sp>
          <p:nvSpPr>
            <p:cNvPr id="8921" name="Google Shape;8921;p62"/>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2"/>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2"/>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2"/>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2"/>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2"/>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2"/>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2"/>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2"/>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2"/>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2"/>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2"/>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2"/>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2"/>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2"/>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2"/>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2"/>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8" name="Google Shape;8938;p62"/>
          <p:cNvGrpSpPr/>
          <p:nvPr/>
        </p:nvGrpSpPr>
        <p:grpSpPr>
          <a:xfrm>
            <a:off x="3531026" y="2266723"/>
            <a:ext cx="358134" cy="356637"/>
            <a:chOff x="3545301" y="2423523"/>
            <a:chExt cx="358134" cy="356637"/>
          </a:xfrm>
        </p:grpSpPr>
        <p:sp>
          <p:nvSpPr>
            <p:cNvPr id="8939" name="Google Shape;8939;p62"/>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2"/>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2"/>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2"/>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2"/>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2"/>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2"/>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2"/>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2"/>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62"/>
          <p:cNvGrpSpPr/>
          <p:nvPr/>
        </p:nvGrpSpPr>
        <p:grpSpPr>
          <a:xfrm>
            <a:off x="3517187" y="3667799"/>
            <a:ext cx="377251" cy="324232"/>
            <a:chOff x="3531462" y="3824599"/>
            <a:chExt cx="377251" cy="324232"/>
          </a:xfrm>
        </p:grpSpPr>
        <p:sp>
          <p:nvSpPr>
            <p:cNvPr id="8949" name="Google Shape;8949;p62"/>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2"/>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2"/>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2"/>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2"/>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2"/>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2"/>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2"/>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2"/>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2"/>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2"/>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2"/>
          <p:cNvGrpSpPr/>
          <p:nvPr/>
        </p:nvGrpSpPr>
        <p:grpSpPr>
          <a:xfrm>
            <a:off x="4016311" y="3648446"/>
            <a:ext cx="286523" cy="340566"/>
            <a:chOff x="4030586" y="3805246"/>
            <a:chExt cx="286523" cy="340566"/>
          </a:xfrm>
        </p:grpSpPr>
        <p:sp>
          <p:nvSpPr>
            <p:cNvPr id="8961" name="Google Shape;8961;p62"/>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2"/>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2"/>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2"/>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2"/>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2"/>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2"/>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2"/>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2"/>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2"/>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2"/>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2"/>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2"/>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2"/>
          <p:cNvGrpSpPr/>
          <p:nvPr/>
        </p:nvGrpSpPr>
        <p:grpSpPr>
          <a:xfrm>
            <a:off x="2166609" y="2731919"/>
            <a:ext cx="376752" cy="374468"/>
            <a:chOff x="2180884" y="2888719"/>
            <a:chExt cx="376752" cy="374468"/>
          </a:xfrm>
        </p:grpSpPr>
        <p:sp>
          <p:nvSpPr>
            <p:cNvPr id="8975" name="Google Shape;8975;p62"/>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2"/>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2"/>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2"/>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2"/>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2"/>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2"/>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2"/>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2"/>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2"/>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2"/>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2"/>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2"/>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2"/>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9" name="Google Shape;8989;p62"/>
          <p:cNvGrpSpPr/>
          <p:nvPr/>
        </p:nvGrpSpPr>
        <p:grpSpPr>
          <a:xfrm>
            <a:off x="3940157" y="2786199"/>
            <a:ext cx="378249" cy="265909"/>
            <a:chOff x="3954432" y="2942999"/>
            <a:chExt cx="378249" cy="265909"/>
          </a:xfrm>
        </p:grpSpPr>
        <p:sp>
          <p:nvSpPr>
            <p:cNvPr id="8990" name="Google Shape;8990;p62"/>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2"/>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2"/>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2"/>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2"/>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2"/>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2"/>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2"/>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2"/>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9" name="Google Shape;8999;p62"/>
          <p:cNvGrpSpPr/>
          <p:nvPr/>
        </p:nvGrpSpPr>
        <p:grpSpPr>
          <a:xfrm>
            <a:off x="1737862" y="4109808"/>
            <a:ext cx="378512" cy="374756"/>
            <a:chOff x="1752137" y="4266608"/>
            <a:chExt cx="378512" cy="374756"/>
          </a:xfrm>
        </p:grpSpPr>
        <p:sp>
          <p:nvSpPr>
            <p:cNvPr id="9000" name="Google Shape;9000;p62"/>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2"/>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2"/>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2"/>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2"/>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2"/>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2"/>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2"/>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2"/>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2"/>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2"/>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2"/>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2"/>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2"/>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2"/>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2"/>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2"/>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2"/>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2"/>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2"/>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1" name="Google Shape;9021;p62"/>
          <p:cNvGrpSpPr/>
          <p:nvPr/>
        </p:nvGrpSpPr>
        <p:grpSpPr>
          <a:xfrm>
            <a:off x="3103513" y="3655746"/>
            <a:ext cx="341065" cy="341065"/>
            <a:chOff x="3117788" y="3812546"/>
            <a:chExt cx="341065" cy="341065"/>
          </a:xfrm>
        </p:grpSpPr>
        <p:sp>
          <p:nvSpPr>
            <p:cNvPr id="9022" name="Google Shape;9022;p62"/>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2"/>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2"/>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2"/>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2"/>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2"/>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8" name="Google Shape;9028;p62"/>
          <p:cNvGrpSpPr/>
          <p:nvPr/>
        </p:nvGrpSpPr>
        <p:grpSpPr>
          <a:xfrm>
            <a:off x="3980125" y="4143132"/>
            <a:ext cx="338281" cy="322657"/>
            <a:chOff x="3994400" y="4299932"/>
            <a:chExt cx="338281" cy="322657"/>
          </a:xfrm>
        </p:grpSpPr>
        <p:sp>
          <p:nvSpPr>
            <p:cNvPr id="9029" name="Google Shape;9029;p62"/>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62"/>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2"/>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2"/>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2"/>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2"/>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2"/>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2"/>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37" name="Google Shape;9037;p62"/>
          <p:cNvSpPr/>
          <p:nvPr/>
        </p:nvSpPr>
        <p:spPr>
          <a:xfrm>
            <a:off x="3686065" y="18088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2"/>
          <p:cNvSpPr/>
          <p:nvPr/>
        </p:nvSpPr>
        <p:spPr>
          <a:xfrm>
            <a:off x="3686065" y="18088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39" name="Google Shape;9039;p62"/>
          <p:cNvGrpSpPr/>
          <p:nvPr/>
        </p:nvGrpSpPr>
        <p:grpSpPr>
          <a:xfrm>
            <a:off x="3559151" y="1808828"/>
            <a:ext cx="302358" cy="374993"/>
            <a:chOff x="3573426" y="1965628"/>
            <a:chExt cx="302358" cy="374993"/>
          </a:xfrm>
        </p:grpSpPr>
        <p:sp>
          <p:nvSpPr>
            <p:cNvPr id="9040" name="Google Shape;9040;p62"/>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2"/>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2"/>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2"/>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2"/>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2"/>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2"/>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2"/>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2"/>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2"/>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2"/>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2"/>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2"/>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2"/>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2"/>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2"/>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2"/>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2"/>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2"/>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2"/>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2"/>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2"/>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2"/>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2"/>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2"/>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2"/>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2"/>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2"/>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2"/>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2"/>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2"/>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2"/>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2"/>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2"/>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2"/>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62"/>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2"/>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2"/>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2"/>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2"/>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2"/>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2"/>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2"/>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2"/>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2"/>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2"/>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2"/>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7" name="Google Shape;9087;p62"/>
          <p:cNvGrpSpPr/>
          <p:nvPr/>
        </p:nvGrpSpPr>
        <p:grpSpPr>
          <a:xfrm>
            <a:off x="3499357" y="2751772"/>
            <a:ext cx="355876" cy="331007"/>
            <a:chOff x="3513632" y="2908572"/>
            <a:chExt cx="355876" cy="331007"/>
          </a:xfrm>
        </p:grpSpPr>
        <p:sp>
          <p:nvSpPr>
            <p:cNvPr id="9088" name="Google Shape;9088;p62"/>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2"/>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2"/>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2"/>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2"/>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2"/>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2"/>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2"/>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2"/>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62"/>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2"/>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2"/>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2"/>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2"/>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2"/>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2"/>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4" name="Google Shape;9104;p62"/>
          <p:cNvGrpSpPr/>
          <p:nvPr/>
        </p:nvGrpSpPr>
        <p:grpSpPr>
          <a:xfrm>
            <a:off x="2679808" y="2731630"/>
            <a:ext cx="235762" cy="374756"/>
            <a:chOff x="2694083" y="2888430"/>
            <a:chExt cx="235762" cy="374756"/>
          </a:xfrm>
        </p:grpSpPr>
        <p:sp>
          <p:nvSpPr>
            <p:cNvPr id="9105" name="Google Shape;9105;p62"/>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2"/>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2"/>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2"/>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2"/>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2"/>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2"/>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2"/>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2"/>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4" name="Google Shape;9114;p62"/>
          <p:cNvGrpSpPr/>
          <p:nvPr/>
        </p:nvGrpSpPr>
        <p:grpSpPr>
          <a:xfrm>
            <a:off x="857259" y="4143788"/>
            <a:ext cx="357661" cy="311155"/>
            <a:chOff x="871534" y="4300588"/>
            <a:chExt cx="357661" cy="311155"/>
          </a:xfrm>
        </p:grpSpPr>
        <p:sp>
          <p:nvSpPr>
            <p:cNvPr id="9115" name="Google Shape;9115;p62"/>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2"/>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2"/>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2"/>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2"/>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2"/>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2"/>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2"/>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2"/>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2"/>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2"/>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2"/>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2"/>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2"/>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2"/>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2"/>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2"/>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2"/>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2"/>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2"/>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2"/>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2"/>
          <p:cNvGrpSpPr/>
          <p:nvPr/>
        </p:nvGrpSpPr>
        <p:grpSpPr>
          <a:xfrm>
            <a:off x="901744" y="3664806"/>
            <a:ext cx="250100" cy="336785"/>
            <a:chOff x="916019" y="3821606"/>
            <a:chExt cx="250100" cy="336785"/>
          </a:xfrm>
        </p:grpSpPr>
        <p:sp>
          <p:nvSpPr>
            <p:cNvPr id="9137" name="Google Shape;9137;p62"/>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2"/>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2"/>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2"/>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2"/>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2"/>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2"/>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2"/>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2"/>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2"/>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2"/>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2"/>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2"/>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0" name="Google Shape;9150;p62"/>
          <p:cNvGrpSpPr/>
          <p:nvPr/>
        </p:nvGrpSpPr>
        <p:grpSpPr>
          <a:xfrm>
            <a:off x="835411" y="2752770"/>
            <a:ext cx="374730" cy="332504"/>
            <a:chOff x="849686" y="2909570"/>
            <a:chExt cx="374730" cy="332504"/>
          </a:xfrm>
        </p:grpSpPr>
        <p:sp>
          <p:nvSpPr>
            <p:cNvPr id="9151" name="Google Shape;9151;p62"/>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2"/>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2"/>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2"/>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2"/>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2"/>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2"/>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2"/>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2"/>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2"/>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2"/>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2"/>
          <p:cNvGrpSpPr/>
          <p:nvPr/>
        </p:nvGrpSpPr>
        <p:grpSpPr>
          <a:xfrm>
            <a:off x="1721292" y="2263441"/>
            <a:ext cx="417718" cy="372866"/>
            <a:chOff x="1735567" y="2420241"/>
            <a:chExt cx="417718" cy="372866"/>
          </a:xfrm>
        </p:grpSpPr>
        <p:sp>
          <p:nvSpPr>
            <p:cNvPr id="9163" name="Google Shape;9163;p62"/>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2"/>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2"/>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2"/>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2"/>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2"/>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2"/>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2"/>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2"/>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2"/>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2"/>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2"/>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2"/>
          <p:cNvGrpSpPr/>
          <p:nvPr/>
        </p:nvGrpSpPr>
        <p:grpSpPr>
          <a:xfrm>
            <a:off x="3585043" y="4142790"/>
            <a:ext cx="251098" cy="309028"/>
            <a:chOff x="3599318" y="4299590"/>
            <a:chExt cx="251098" cy="309028"/>
          </a:xfrm>
        </p:grpSpPr>
        <p:sp>
          <p:nvSpPr>
            <p:cNvPr id="9176" name="Google Shape;9176;p62"/>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2"/>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2"/>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2"/>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2"/>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2"/>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62"/>
          <p:cNvGrpSpPr/>
          <p:nvPr/>
        </p:nvGrpSpPr>
        <p:grpSpPr>
          <a:xfrm>
            <a:off x="3091723" y="2276440"/>
            <a:ext cx="345818" cy="345056"/>
            <a:chOff x="3105998" y="2433240"/>
            <a:chExt cx="345818" cy="345056"/>
          </a:xfrm>
        </p:grpSpPr>
        <p:sp>
          <p:nvSpPr>
            <p:cNvPr id="9183" name="Google Shape;9183;p62"/>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2"/>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2"/>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2"/>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2"/>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2"/>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2"/>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2"/>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2"/>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2"/>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2"/>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2"/>
          <p:cNvGrpSpPr/>
          <p:nvPr/>
        </p:nvGrpSpPr>
        <p:grpSpPr>
          <a:xfrm>
            <a:off x="1723051" y="2743973"/>
            <a:ext cx="374730" cy="350361"/>
            <a:chOff x="1737326" y="2900773"/>
            <a:chExt cx="374730" cy="350361"/>
          </a:xfrm>
        </p:grpSpPr>
        <p:sp>
          <p:nvSpPr>
            <p:cNvPr id="9195" name="Google Shape;9195;p62"/>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2"/>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2"/>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2"/>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2"/>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2"/>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2"/>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2"/>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2"/>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2"/>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2"/>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2"/>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2"/>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2"/>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2"/>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2"/>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2"/>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2" name="Google Shape;9212;p62"/>
          <p:cNvGrpSpPr/>
          <p:nvPr/>
        </p:nvGrpSpPr>
        <p:grpSpPr>
          <a:xfrm>
            <a:off x="3986401" y="1422596"/>
            <a:ext cx="327226" cy="211603"/>
            <a:chOff x="4000676" y="1579396"/>
            <a:chExt cx="327226" cy="211603"/>
          </a:xfrm>
        </p:grpSpPr>
        <p:sp>
          <p:nvSpPr>
            <p:cNvPr id="9213" name="Google Shape;9213;p62"/>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2"/>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2"/>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2"/>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2"/>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2"/>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2"/>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2"/>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2"/>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2"/>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2"/>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2"/>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2"/>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2"/>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2"/>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2"/>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9" name="Google Shape;9229;p62"/>
          <p:cNvGrpSpPr/>
          <p:nvPr/>
        </p:nvGrpSpPr>
        <p:grpSpPr>
          <a:xfrm>
            <a:off x="2621248" y="1358784"/>
            <a:ext cx="371054" cy="336469"/>
            <a:chOff x="2635523" y="1515584"/>
            <a:chExt cx="371054" cy="336469"/>
          </a:xfrm>
        </p:grpSpPr>
        <p:sp>
          <p:nvSpPr>
            <p:cNvPr id="9230" name="Google Shape;9230;p62"/>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2"/>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2"/>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2"/>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2"/>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2"/>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2"/>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7" name="Google Shape;9237;p62"/>
          <p:cNvGrpSpPr/>
          <p:nvPr/>
        </p:nvGrpSpPr>
        <p:grpSpPr>
          <a:xfrm>
            <a:off x="2217632" y="1363931"/>
            <a:ext cx="311627" cy="326569"/>
            <a:chOff x="2231907" y="1520731"/>
            <a:chExt cx="311627" cy="326569"/>
          </a:xfrm>
        </p:grpSpPr>
        <p:sp>
          <p:nvSpPr>
            <p:cNvPr id="9238" name="Google Shape;9238;p62"/>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2"/>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2"/>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2"/>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2"/>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2"/>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2"/>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2"/>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2"/>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2"/>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8" name="Google Shape;9248;p62"/>
          <p:cNvGrpSpPr/>
          <p:nvPr/>
        </p:nvGrpSpPr>
        <p:grpSpPr>
          <a:xfrm>
            <a:off x="1325974" y="4144733"/>
            <a:ext cx="311890" cy="304695"/>
            <a:chOff x="1340249" y="4301533"/>
            <a:chExt cx="311890" cy="304695"/>
          </a:xfrm>
        </p:grpSpPr>
        <p:sp>
          <p:nvSpPr>
            <p:cNvPr id="9249" name="Google Shape;9249;p62"/>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2"/>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2"/>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2"/>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2"/>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2"/>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2"/>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2"/>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2"/>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2"/>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2"/>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2"/>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2"/>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2"/>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3" name="Google Shape;9263;p62"/>
          <p:cNvGrpSpPr/>
          <p:nvPr/>
        </p:nvGrpSpPr>
        <p:grpSpPr>
          <a:xfrm>
            <a:off x="1316415" y="3220224"/>
            <a:ext cx="306874" cy="332268"/>
            <a:chOff x="1330690" y="3377024"/>
            <a:chExt cx="306874" cy="332268"/>
          </a:xfrm>
        </p:grpSpPr>
        <p:sp>
          <p:nvSpPr>
            <p:cNvPr id="9264" name="Google Shape;9264;p62"/>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2"/>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2"/>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2"/>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2"/>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2"/>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2"/>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2"/>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2"/>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2"/>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2"/>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2"/>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2"/>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2"/>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2"/>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3" name="Google Shape;9283;p62"/>
          <p:cNvGrpSpPr/>
          <p:nvPr/>
        </p:nvGrpSpPr>
        <p:grpSpPr>
          <a:xfrm>
            <a:off x="2636322" y="3224977"/>
            <a:ext cx="341511" cy="324994"/>
            <a:chOff x="2650597" y="3381777"/>
            <a:chExt cx="341511" cy="324994"/>
          </a:xfrm>
        </p:grpSpPr>
        <p:sp>
          <p:nvSpPr>
            <p:cNvPr id="9284" name="Google Shape;9284;p62"/>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2"/>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2"/>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2"/>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2"/>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2"/>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2"/>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2"/>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2"/>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2"/>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2"/>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2"/>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2"/>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2"/>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2"/>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2"/>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2"/>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2"/>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2"/>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2"/>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2"/>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2"/>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2"/>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2"/>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2"/>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2"/>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2"/>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2"/>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2"/>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2"/>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2"/>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2"/>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2"/>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2"/>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2"/>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2"/>
          <p:cNvGrpSpPr/>
          <p:nvPr/>
        </p:nvGrpSpPr>
        <p:grpSpPr>
          <a:xfrm>
            <a:off x="1281227" y="2280562"/>
            <a:ext cx="402645" cy="323917"/>
            <a:chOff x="1295502" y="2437362"/>
            <a:chExt cx="402645" cy="323917"/>
          </a:xfrm>
        </p:grpSpPr>
        <p:sp>
          <p:nvSpPr>
            <p:cNvPr id="9320" name="Google Shape;9320;p62"/>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2"/>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2"/>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2"/>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2"/>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2"/>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2"/>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2"/>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2"/>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2"/>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2"/>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2"/>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2"/>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2"/>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2"/>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2"/>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2"/>
          <p:cNvGrpSpPr/>
          <p:nvPr/>
        </p:nvGrpSpPr>
        <p:grpSpPr>
          <a:xfrm>
            <a:off x="868315" y="2281560"/>
            <a:ext cx="337310" cy="337047"/>
            <a:chOff x="882590" y="2438360"/>
            <a:chExt cx="337310" cy="337047"/>
          </a:xfrm>
        </p:grpSpPr>
        <p:sp>
          <p:nvSpPr>
            <p:cNvPr id="9337" name="Google Shape;9337;p62"/>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2"/>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2"/>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2"/>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2"/>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2"/>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2"/>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2"/>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2"/>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2"/>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2"/>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2"/>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2"/>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2"/>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2"/>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2"/>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2"/>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2"/>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2"/>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2"/>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2"/>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2"/>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2"/>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2"/>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2"/>
          <p:cNvGrpSpPr/>
          <p:nvPr/>
        </p:nvGrpSpPr>
        <p:grpSpPr>
          <a:xfrm>
            <a:off x="856498" y="3201185"/>
            <a:ext cx="342824" cy="351228"/>
            <a:chOff x="870773" y="3357985"/>
            <a:chExt cx="342824" cy="351228"/>
          </a:xfrm>
        </p:grpSpPr>
        <p:sp>
          <p:nvSpPr>
            <p:cNvPr id="9362" name="Google Shape;9362;p62"/>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2"/>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2"/>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2"/>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2"/>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2"/>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2"/>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2"/>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62"/>
          <p:cNvGrpSpPr/>
          <p:nvPr/>
        </p:nvGrpSpPr>
        <p:grpSpPr>
          <a:xfrm>
            <a:off x="2728809" y="4142790"/>
            <a:ext cx="159372" cy="308896"/>
            <a:chOff x="2743084" y="4299590"/>
            <a:chExt cx="159372" cy="308896"/>
          </a:xfrm>
        </p:grpSpPr>
        <p:sp>
          <p:nvSpPr>
            <p:cNvPr id="9371" name="Google Shape;9371;p62"/>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2"/>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2"/>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2"/>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2"/>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2"/>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2"/>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2"/>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2"/>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2"/>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2"/>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2"/>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2"/>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2"/>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2"/>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6" name="Google Shape;9386;p62"/>
          <p:cNvGrpSpPr/>
          <p:nvPr/>
        </p:nvGrpSpPr>
        <p:grpSpPr>
          <a:xfrm>
            <a:off x="1279231" y="2782916"/>
            <a:ext cx="374730" cy="272211"/>
            <a:chOff x="1293506" y="2939716"/>
            <a:chExt cx="374730" cy="272211"/>
          </a:xfrm>
        </p:grpSpPr>
        <p:sp>
          <p:nvSpPr>
            <p:cNvPr id="9387" name="Google Shape;9387;p62"/>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2"/>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2"/>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2"/>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2"/>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2"/>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2"/>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2"/>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2"/>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2"/>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2"/>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2"/>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2"/>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2"/>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2"/>
          <p:cNvGrpSpPr/>
          <p:nvPr/>
        </p:nvGrpSpPr>
        <p:grpSpPr>
          <a:xfrm>
            <a:off x="2185963" y="4132365"/>
            <a:ext cx="374756" cy="329300"/>
            <a:chOff x="2200238" y="4289165"/>
            <a:chExt cx="374756" cy="329300"/>
          </a:xfrm>
        </p:grpSpPr>
        <p:sp>
          <p:nvSpPr>
            <p:cNvPr id="9418" name="Google Shape;9418;p62"/>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2"/>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62"/>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2"/>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62"/>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2"/>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2"/>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2"/>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2"/>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2"/>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3116092" y="4167685"/>
            <a:ext cx="297342" cy="258871"/>
            <a:chOff x="3130367" y="4324485"/>
            <a:chExt cx="297342" cy="258871"/>
          </a:xfrm>
        </p:grpSpPr>
        <p:sp>
          <p:nvSpPr>
            <p:cNvPr id="9441" name="Google Shape;9441;p62"/>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2"/>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2"/>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62"/>
          <p:cNvGrpSpPr/>
          <p:nvPr/>
        </p:nvGrpSpPr>
        <p:grpSpPr>
          <a:xfrm>
            <a:off x="3046477" y="2746809"/>
            <a:ext cx="390565" cy="359578"/>
            <a:chOff x="3060752" y="2903609"/>
            <a:chExt cx="390565" cy="359578"/>
          </a:xfrm>
        </p:grpSpPr>
        <p:sp>
          <p:nvSpPr>
            <p:cNvPr id="9465" name="Google Shape;9465;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2"/>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2"/>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2"/>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2"/>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2"/>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2"/>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2"/>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2"/>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2"/>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2"/>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2"/>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2"/>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2"/>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2"/>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2"/>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62"/>
          <p:cNvGrpSpPr/>
          <p:nvPr/>
        </p:nvGrpSpPr>
        <p:grpSpPr>
          <a:xfrm>
            <a:off x="6216451" y="3658649"/>
            <a:ext cx="364673" cy="339804"/>
            <a:chOff x="6221064" y="3811049"/>
            <a:chExt cx="364673" cy="339804"/>
          </a:xfrm>
        </p:grpSpPr>
        <p:sp>
          <p:nvSpPr>
            <p:cNvPr id="9500" name="Google Shape;9500;p62"/>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2"/>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2"/>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5" name="Google Shape;9515;p62"/>
          <p:cNvGrpSpPr/>
          <p:nvPr/>
        </p:nvGrpSpPr>
        <p:grpSpPr>
          <a:xfrm>
            <a:off x="5761812" y="4122795"/>
            <a:ext cx="358160" cy="356926"/>
            <a:chOff x="5766424" y="4275195"/>
            <a:chExt cx="358160" cy="356926"/>
          </a:xfrm>
        </p:grpSpPr>
        <p:sp>
          <p:nvSpPr>
            <p:cNvPr id="9516" name="Google Shape;9516;p62"/>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2"/>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2"/>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2"/>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62"/>
          <p:cNvGrpSpPr/>
          <p:nvPr/>
        </p:nvGrpSpPr>
        <p:grpSpPr>
          <a:xfrm>
            <a:off x="4880448" y="1366388"/>
            <a:ext cx="385786" cy="342588"/>
            <a:chOff x="4885060" y="1518788"/>
            <a:chExt cx="385786" cy="342588"/>
          </a:xfrm>
        </p:grpSpPr>
        <p:sp>
          <p:nvSpPr>
            <p:cNvPr id="9526" name="Google Shape;9526;p62"/>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2"/>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2"/>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2"/>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2"/>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2"/>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2"/>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2"/>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5" name="Google Shape;9545;p62"/>
          <p:cNvGrpSpPr/>
          <p:nvPr/>
        </p:nvGrpSpPr>
        <p:grpSpPr>
          <a:xfrm>
            <a:off x="5389865" y="1362133"/>
            <a:ext cx="249076" cy="351096"/>
            <a:chOff x="5394478" y="1514533"/>
            <a:chExt cx="249076" cy="351096"/>
          </a:xfrm>
        </p:grpSpPr>
        <p:sp>
          <p:nvSpPr>
            <p:cNvPr id="9546" name="Google Shape;9546;p62"/>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2"/>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2"/>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2"/>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2"/>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62"/>
          <p:cNvGrpSpPr/>
          <p:nvPr/>
        </p:nvGrpSpPr>
        <p:grpSpPr>
          <a:xfrm>
            <a:off x="5777647" y="1359612"/>
            <a:ext cx="356138" cy="356138"/>
            <a:chOff x="5782259" y="1512012"/>
            <a:chExt cx="356138" cy="356138"/>
          </a:xfrm>
        </p:grpSpPr>
        <p:sp>
          <p:nvSpPr>
            <p:cNvPr id="9567" name="Google Shape;9567;p62"/>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2"/>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2"/>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62"/>
          <p:cNvGrpSpPr/>
          <p:nvPr/>
        </p:nvGrpSpPr>
        <p:grpSpPr>
          <a:xfrm>
            <a:off x="6224986" y="1365652"/>
            <a:ext cx="343560" cy="343822"/>
            <a:chOff x="6229598" y="1518052"/>
            <a:chExt cx="343560" cy="343822"/>
          </a:xfrm>
        </p:grpSpPr>
        <p:sp>
          <p:nvSpPr>
            <p:cNvPr id="9579" name="Google Shape;9579;p62"/>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62"/>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2"/>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2"/>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2"/>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8" name="Google Shape;9598;p62"/>
          <p:cNvGrpSpPr/>
          <p:nvPr/>
        </p:nvGrpSpPr>
        <p:grpSpPr>
          <a:xfrm>
            <a:off x="6665287" y="1353074"/>
            <a:ext cx="345083" cy="369216"/>
            <a:chOff x="6669900" y="1505474"/>
            <a:chExt cx="345083" cy="369216"/>
          </a:xfrm>
        </p:grpSpPr>
        <p:sp>
          <p:nvSpPr>
            <p:cNvPr id="9599" name="Google Shape;9599;p62"/>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2"/>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2"/>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2"/>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2"/>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2"/>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2"/>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2"/>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2"/>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2"/>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2"/>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62"/>
          <p:cNvGrpSpPr/>
          <p:nvPr/>
        </p:nvGrpSpPr>
        <p:grpSpPr>
          <a:xfrm>
            <a:off x="7112390" y="1365600"/>
            <a:ext cx="333003" cy="344085"/>
            <a:chOff x="7117003" y="1518000"/>
            <a:chExt cx="333003" cy="344085"/>
          </a:xfrm>
        </p:grpSpPr>
        <p:sp>
          <p:nvSpPr>
            <p:cNvPr id="9622" name="Google Shape;9622;p62"/>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2"/>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2"/>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2"/>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2"/>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2"/>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2"/>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2"/>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2"/>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2"/>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2"/>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2"/>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2"/>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2"/>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2"/>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0" name="Google Shape;9660;p62"/>
          <p:cNvGrpSpPr/>
          <p:nvPr/>
        </p:nvGrpSpPr>
        <p:grpSpPr>
          <a:xfrm>
            <a:off x="7551431" y="1347559"/>
            <a:ext cx="337283" cy="380192"/>
            <a:chOff x="7556043" y="1499959"/>
            <a:chExt cx="337283" cy="380192"/>
          </a:xfrm>
        </p:grpSpPr>
        <p:sp>
          <p:nvSpPr>
            <p:cNvPr id="9661" name="Google Shape;9661;p62"/>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2"/>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2"/>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2"/>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2"/>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2"/>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2"/>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5" name="Google Shape;9675;p62"/>
          <p:cNvGrpSpPr/>
          <p:nvPr/>
        </p:nvGrpSpPr>
        <p:grpSpPr>
          <a:xfrm>
            <a:off x="4859833" y="3187807"/>
            <a:ext cx="395607" cy="387414"/>
            <a:chOff x="4864446" y="3340207"/>
            <a:chExt cx="395607" cy="387414"/>
          </a:xfrm>
        </p:grpSpPr>
        <p:sp>
          <p:nvSpPr>
            <p:cNvPr id="9676" name="Google Shape;9676;p62"/>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2"/>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2"/>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2"/>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2"/>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2"/>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2"/>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2"/>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2"/>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2"/>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2"/>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2"/>
          <p:cNvGrpSpPr/>
          <p:nvPr/>
        </p:nvGrpSpPr>
        <p:grpSpPr>
          <a:xfrm>
            <a:off x="5298375" y="3237439"/>
            <a:ext cx="394609" cy="286523"/>
            <a:chOff x="5302988" y="3389839"/>
            <a:chExt cx="394609" cy="286523"/>
          </a:xfrm>
        </p:grpSpPr>
        <p:sp>
          <p:nvSpPr>
            <p:cNvPr id="9702" name="Google Shape;9702;p62"/>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2"/>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2"/>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2"/>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2"/>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2"/>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2"/>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2"/>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5" name="Google Shape;9735;p62"/>
          <p:cNvSpPr/>
          <p:nvPr/>
        </p:nvSpPr>
        <p:spPr>
          <a:xfrm>
            <a:off x="5736419" y="34651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6" name="Google Shape;9736;p62"/>
          <p:cNvGrpSpPr/>
          <p:nvPr/>
        </p:nvGrpSpPr>
        <p:grpSpPr>
          <a:xfrm>
            <a:off x="5736419" y="3233657"/>
            <a:ext cx="394609" cy="294585"/>
            <a:chOff x="5741031" y="3386057"/>
            <a:chExt cx="394609" cy="294585"/>
          </a:xfrm>
        </p:grpSpPr>
        <p:sp>
          <p:nvSpPr>
            <p:cNvPr id="9737" name="Google Shape;9737;p62"/>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2"/>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2"/>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2"/>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2"/>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2"/>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2"/>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2"/>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2"/>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2"/>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2"/>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2"/>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2"/>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2"/>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7" name="Google Shape;9767;p62"/>
          <p:cNvSpPr/>
          <p:nvPr/>
        </p:nvSpPr>
        <p:spPr>
          <a:xfrm>
            <a:off x="6555704" y="34123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8" name="Google Shape;9768;p62"/>
          <p:cNvGrpSpPr/>
          <p:nvPr/>
        </p:nvGrpSpPr>
        <p:grpSpPr>
          <a:xfrm>
            <a:off x="6174462" y="3216326"/>
            <a:ext cx="394609" cy="328749"/>
            <a:chOff x="6179074" y="3368726"/>
            <a:chExt cx="394609" cy="328749"/>
          </a:xfrm>
        </p:grpSpPr>
        <p:sp>
          <p:nvSpPr>
            <p:cNvPr id="9769" name="Google Shape;9769;p62"/>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2"/>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2"/>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2"/>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2"/>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2"/>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2"/>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2"/>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2"/>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62"/>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2"/>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2"/>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2"/>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2"/>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2"/>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2"/>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2"/>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2"/>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2"/>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2"/>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2"/>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2"/>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2"/>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2"/>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2"/>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2"/>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2"/>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2"/>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2"/>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2"/>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2"/>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2"/>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2"/>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2"/>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2"/>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2"/>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2"/>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2"/>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2"/>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2"/>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2"/>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2"/>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2"/>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2"/>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2"/>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2"/>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2"/>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2"/>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2"/>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2"/>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2"/>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2"/>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2"/>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2"/>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2"/>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2"/>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2"/>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2"/>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2"/>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2"/>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2"/>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2"/>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2"/>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2"/>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2"/>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2"/>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2"/>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2"/>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2"/>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2"/>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2"/>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2"/>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2"/>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2"/>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2"/>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2"/>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2"/>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2"/>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2"/>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2"/>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2"/>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2"/>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2"/>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2" name="Google Shape;9852;p62"/>
          <p:cNvGrpSpPr/>
          <p:nvPr/>
        </p:nvGrpSpPr>
        <p:grpSpPr>
          <a:xfrm>
            <a:off x="7050311" y="3215328"/>
            <a:ext cx="394583" cy="331007"/>
            <a:chOff x="7054924" y="3367728"/>
            <a:chExt cx="394583" cy="331007"/>
          </a:xfrm>
        </p:grpSpPr>
        <p:sp>
          <p:nvSpPr>
            <p:cNvPr id="9853" name="Google Shape;9853;p62"/>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2"/>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2"/>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2"/>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2"/>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2"/>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2"/>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2"/>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2"/>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2"/>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2"/>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2"/>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2"/>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2"/>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2"/>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2"/>
          <p:cNvGrpSpPr/>
          <p:nvPr/>
        </p:nvGrpSpPr>
        <p:grpSpPr>
          <a:xfrm>
            <a:off x="7488354" y="3209025"/>
            <a:ext cx="394583" cy="343586"/>
            <a:chOff x="7492967" y="3361425"/>
            <a:chExt cx="394583" cy="343586"/>
          </a:xfrm>
        </p:grpSpPr>
        <p:sp>
          <p:nvSpPr>
            <p:cNvPr id="9869" name="Google Shape;9869;p62"/>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2"/>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2"/>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2"/>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2"/>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2"/>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2"/>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2"/>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2"/>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2"/>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2"/>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2"/>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2"/>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2"/>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2"/>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2"/>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2"/>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2"/>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2"/>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2"/>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2"/>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2"/>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2"/>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2" name="Google Shape;9892;p62"/>
          <p:cNvGrpSpPr/>
          <p:nvPr/>
        </p:nvGrpSpPr>
        <p:grpSpPr>
          <a:xfrm>
            <a:off x="7930914" y="3200754"/>
            <a:ext cx="385287" cy="360156"/>
            <a:chOff x="7935527" y="3353154"/>
            <a:chExt cx="385287" cy="360156"/>
          </a:xfrm>
        </p:grpSpPr>
        <p:sp>
          <p:nvSpPr>
            <p:cNvPr id="9893" name="Google Shape;9893;p62"/>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2"/>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2"/>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2"/>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2"/>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2"/>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2"/>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2"/>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2"/>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2"/>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2"/>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2"/>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5" name="Google Shape;9905;p62"/>
          <p:cNvGrpSpPr/>
          <p:nvPr/>
        </p:nvGrpSpPr>
        <p:grpSpPr>
          <a:xfrm>
            <a:off x="5315208" y="1833842"/>
            <a:ext cx="348103" cy="348103"/>
            <a:chOff x="5319821" y="1986242"/>
            <a:chExt cx="348103" cy="348103"/>
          </a:xfrm>
        </p:grpSpPr>
        <p:sp>
          <p:nvSpPr>
            <p:cNvPr id="9906" name="Google Shape;9906;p62"/>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2"/>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2"/>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2"/>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2"/>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2"/>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2"/>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2"/>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2"/>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2"/>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2"/>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2"/>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2"/>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2"/>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2"/>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2"/>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2"/>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2"/>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2"/>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2"/>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2"/>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2"/>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2"/>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2"/>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2"/>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2"/>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2"/>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2"/>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2"/>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2"/>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2"/>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2"/>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2"/>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2"/>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2"/>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2"/>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2"/>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3" name="Google Shape;9943;p62"/>
          <p:cNvGrpSpPr/>
          <p:nvPr/>
        </p:nvGrpSpPr>
        <p:grpSpPr>
          <a:xfrm>
            <a:off x="5761313" y="1824283"/>
            <a:ext cx="348339" cy="348103"/>
            <a:chOff x="5765926" y="1976683"/>
            <a:chExt cx="348339" cy="348103"/>
          </a:xfrm>
        </p:grpSpPr>
        <p:sp>
          <p:nvSpPr>
            <p:cNvPr id="9944" name="Google Shape;9944;p62"/>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2"/>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2"/>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2"/>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2"/>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2"/>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2"/>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2"/>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2"/>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2"/>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2"/>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2"/>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2"/>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2"/>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62"/>
          <p:cNvGrpSpPr/>
          <p:nvPr/>
        </p:nvGrpSpPr>
        <p:grpSpPr>
          <a:xfrm>
            <a:off x="6186778" y="1829089"/>
            <a:ext cx="389068" cy="347787"/>
            <a:chOff x="6191390" y="1981489"/>
            <a:chExt cx="389068" cy="347787"/>
          </a:xfrm>
        </p:grpSpPr>
        <p:sp>
          <p:nvSpPr>
            <p:cNvPr id="9959" name="Google Shape;9959;p62"/>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2"/>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2"/>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62"/>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2"/>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2"/>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2"/>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6" name="Google Shape;9966;p62"/>
          <p:cNvGrpSpPr/>
          <p:nvPr/>
        </p:nvGrpSpPr>
        <p:grpSpPr>
          <a:xfrm>
            <a:off x="6653234" y="1855191"/>
            <a:ext cx="348103" cy="295714"/>
            <a:chOff x="6657846" y="2007591"/>
            <a:chExt cx="348103" cy="295714"/>
          </a:xfrm>
        </p:grpSpPr>
        <p:sp>
          <p:nvSpPr>
            <p:cNvPr id="9967" name="Google Shape;9967;p62"/>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2"/>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2"/>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2"/>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2"/>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2"/>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2"/>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2"/>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2"/>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2"/>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2"/>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2"/>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2"/>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2"/>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2"/>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2"/>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2"/>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2"/>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2"/>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2"/>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2"/>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2"/>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2"/>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2"/>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2"/>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2"/>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62"/>
          <p:cNvGrpSpPr/>
          <p:nvPr/>
        </p:nvGrpSpPr>
        <p:grpSpPr>
          <a:xfrm>
            <a:off x="7099575" y="1819504"/>
            <a:ext cx="347341" cy="348103"/>
            <a:chOff x="7104188" y="1971904"/>
            <a:chExt cx="347341" cy="348103"/>
          </a:xfrm>
        </p:grpSpPr>
        <p:sp>
          <p:nvSpPr>
            <p:cNvPr id="9994" name="Google Shape;9994;p62"/>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2"/>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2"/>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2"/>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2"/>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2"/>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0" name="Google Shape;10000;p62"/>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2"/>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2"/>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2"/>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2"/>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2"/>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2"/>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2"/>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2"/>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2"/>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2"/>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2"/>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2"/>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2"/>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2"/>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2"/>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2"/>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2"/>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2"/>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2"/>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2"/>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2"/>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2"/>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2"/>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2"/>
          <p:cNvGrpSpPr/>
          <p:nvPr/>
        </p:nvGrpSpPr>
        <p:grpSpPr>
          <a:xfrm>
            <a:off x="7546652" y="1819504"/>
            <a:ext cx="344321" cy="348155"/>
            <a:chOff x="7551264" y="1971904"/>
            <a:chExt cx="344321" cy="348155"/>
          </a:xfrm>
        </p:grpSpPr>
        <p:sp>
          <p:nvSpPr>
            <p:cNvPr id="10025" name="Google Shape;10025;p62"/>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2"/>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2"/>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2"/>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2"/>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2"/>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2"/>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2"/>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2"/>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2"/>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2"/>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2"/>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2"/>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62"/>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2"/>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2"/>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2"/>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2"/>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2"/>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62"/>
          <p:cNvGrpSpPr/>
          <p:nvPr/>
        </p:nvGrpSpPr>
        <p:grpSpPr>
          <a:xfrm>
            <a:off x="7988214" y="1365390"/>
            <a:ext cx="317431" cy="344584"/>
            <a:chOff x="7992826" y="1517790"/>
            <a:chExt cx="317431" cy="344584"/>
          </a:xfrm>
        </p:grpSpPr>
        <p:sp>
          <p:nvSpPr>
            <p:cNvPr id="10045" name="Google Shape;10045;p62"/>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2"/>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2"/>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2"/>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2"/>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2"/>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2"/>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2"/>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2"/>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2"/>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2"/>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2"/>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2"/>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62"/>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2"/>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2"/>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2"/>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2" name="Google Shape;10062;p62"/>
          <p:cNvGrpSpPr/>
          <p:nvPr/>
        </p:nvGrpSpPr>
        <p:grpSpPr>
          <a:xfrm>
            <a:off x="7987452" y="1819504"/>
            <a:ext cx="351621" cy="348103"/>
            <a:chOff x="7992065" y="1971904"/>
            <a:chExt cx="351621" cy="348103"/>
          </a:xfrm>
        </p:grpSpPr>
        <p:sp>
          <p:nvSpPr>
            <p:cNvPr id="10063" name="Google Shape;10063;p62"/>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2"/>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2"/>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2"/>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2"/>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2"/>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2"/>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62"/>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2"/>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8" name="Google Shape;10078;p62"/>
          <p:cNvGrpSpPr/>
          <p:nvPr/>
        </p:nvGrpSpPr>
        <p:grpSpPr>
          <a:xfrm>
            <a:off x="4906576" y="3641055"/>
            <a:ext cx="296580" cy="364935"/>
            <a:chOff x="4911189" y="3793455"/>
            <a:chExt cx="296580" cy="364935"/>
          </a:xfrm>
        </p:grpSpPr>
        <p:sp>
          <p:nvSpPr>
            <p:cNvPr id="10079" name="Google Shape;10079;p62"/>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2"/>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2"/>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2"/>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2"/>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2"/>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2"/>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2"/>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2"/>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2"/>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9" name="Google Shape;10099;p62"/>
          <p:cNvGrpSpPr/>
          <p:nvPr/>
        </p:nvGrpSpPr>
        <p:grpSpPr>
          <a:xfrm>
            <a:off x="5336820" y="3640871"/>
            <a:ext cx="330272" cy="329117"/>
            <a:chOff x="5341433" y="3793271"/>
            <a:chExt cx="330272" cy="329117"/>
          </a:xfrm>
        </p:grpSpPr>
        <p:sp>
          <p:nvSpPr>
            <p:cNvPr id="10100" name="Google Shape;10100;p62"/>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2"/>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2"/>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2"/>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7" name="Google Shape;10107;p62"/>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2"/>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2"/>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2"/>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2"/>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6" name="Google Shape;10116;p62"/>
          <p:cNvGrpSpPr/>
          <p:nvPr/>
        </p:nvGrpSpPr>
        <p:grpSpPr>
          <a:xfrm>
            <a:off x="5739438" y="3613850"/>
            <a:ext cx="428511" cy="383186"/>
            <a:chOff x="5744051" y="3766250"/>
            <a:chExt cx="428511" cy="383186"/>
          </a:xfrm>
        </p:grpSpPr>
        <p:sp>
          <p:nvSpPr>
            <p:cNvPr id="10117" name="Google Shape;10117;p62"/>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2"/>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2"/>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62"/>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2"/>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2"/>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2"/>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4" name="Google Shape;10134;p62"/>
          <p:cNvGrpSpPr/>
          <p:nvPr/>
        </p:nvGrpSpPr>
        <p:grpSpPr>
          <a:xfrm>
            <a:off x="6674084" y="3640924"/>
            <a:ext cx="342824" cy="328985"/>
            <a:chOff x="6678697" y="3793324"/>
            <a:chExt cx="342824" cy="328985"/>
          </a:xfrm>
        </p:grpSpPr>
        <p:sp>
          <p:nvSpPr>
            <p:cNvPr id="10135" name="Google Shape;10135;p62"/>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2"/>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2"/>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2"/>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3" name="Google Shape;10143;p62"/>
          <p:cNvGrpSpPr/>
          <p:nvPr/>
        </p:nvGrpSpPr>
        <p:grpSpPr>
          <a:xfrm>
            <a:off x="7097291" y="3609622"/>
            <a:ext cx="398627" cy="392088"/>
            <a:chOff x="7101903" y="3762022"/>
            <a:chExt cx="398627" cy="392088"/>
          </a:xfrm>
        </p:grpSpPr>
        <p:sp>
          <p:nvSpPr>
            <p:cNvPr id="10144" name="Google Shape;10144;p62"/>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2"/>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2"/>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2"/>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2"/>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2"/>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2"/>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2"/>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2"/>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2"/>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2" name="Google Shape;10162;p62"/>
          <p:cNvGrpSpPr/>
          <p:nvPr/>
        </p:nvGrpSpPr>
        <p:grpSpPr>
          <a:xfrm>
            <a:off x="7536857" y="3641055"/>
            <a:ext cx="407897" cy="328985"/>
            <a:chOff x="7541469" y="3793455"/>
            <a:chExt cx="407897" cy="328985"/>
          </a:xfrm>
        </p:grpSpPr>
        <p:sp>
          <p:nvSpPr>
            <p:cNvPr id="10163" name="Google Shape;10163;p62"/>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2"/>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2"/>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2"/>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2"/>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2"/>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2"/>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2"/>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2"/>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2"/>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2"/>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2"/>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2"/>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2"/>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2"/>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2"/>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2"/>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2"/>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62"/>
          <p:cNvGrpSpPr/>
          <p:nvPr/>
        </p:nvGrpSpPr>
        <p:grpSpPr>
          <a:xfrm>
            <a:off x="5305676" y="2803912"/>
            <a:ext cx="432292" cy="264412"/>
            <a:chOff x="5310288" y="2956312"/>
            <a:chExt cx="432292" cy="264412"/>
          </a:xfrm>
        </p:grpSpPr>
        <p:sp>
          <p:nvSpPr>
            <p:cNvPr id="10194" name="Google Shape;10194;p62"/>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2"/>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2"/>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2"/>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2"/>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2"/>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2"/>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2"/>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2"/>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2"/>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2"/>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2"/>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2"/>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2"/>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2"/>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2"/>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2"/>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1" name="Google Shape;10221;p62"/>
          <p:cNvGrpSpPr/>
          <p:nvPr/>
        </p:nvGrpSpPr>
        <p:grpSpPr>
          <a:xfrm>
            <a:off x="4874434" y="2279920"/>
            <a:ext cx="398075" cy="340303"/>
            <a:chOff x="4879047" y="2432320"/>
            <a:chExt cx="398075" cy="340303"/>
          </a:xfrm>
        </p:grpSpPr>
        <p:sp>
          <p:nvSpPr>
            <p:cNvPr id="10222" name="Google Shape;10222;p62"/>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2"/>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2"/>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2"/>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2"/>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2"/>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2"/>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2"/>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2"/>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2"/>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2"/>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2"/>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2"/>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8" name="Google Shape;10248;p62"/>
          <p:cNvGrpSpPr/>
          <p:nvPr/>
        </p:nvGrpSpPr>
        <p:grpSpPr>
          <a:xfrm>
            <a:off x="5384088" y="2241423"/>
            <a:ext cx="280982" cy="395896"/>
            <a:chOff x="5388701" y="2393823"/>
            <a:chExt cx="280982" cy="395896"/>
          </a:xfrm>
        </p:grpSpPr>
        <p:sp>
          <p:nvSpPr>
            <p:cNvPr id="10249" name="Google Shape;10249;p62"/>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2"/>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2"/>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2"/>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2"/>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2"/>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2"/>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2"/>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2"/>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2"/>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2"/>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2"/>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2"/>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2"/>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2"/>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2"/>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2"/>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2"/>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2"/>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2"/>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2"/>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2"/>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2"/>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62"/>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2"/>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2"/>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2"/>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2"/>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2"/>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2"/>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2"/>
          <p:cNvGrpSpPr/>
          <p:nvPr/>
        </p:nvGrpSpPr>
        <p:grpSpPr>
          <a:xfrm>
            <a:off x="5738677" y="2286722"/>
            <a:ext cx="444871" cy="316407"/>
            <a:chOff x="5743289" y="2439122"/>
            <a:chExt cx="444871" cy="316407"/>
          </a:xfrm>
        </p:grpSpPr>
        <p:sp>
          <p:nvSpPr>
            <p:cNvPr id="10280" name="Google Shape;10280;p62"/>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2"/>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2"/>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2"/>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2"/>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2"/>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2"/>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2"/>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2"/>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62"/>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2"/>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2"/>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2"/>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2"/>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2"/>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2"/>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2"/>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2"/>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2"/>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2"/>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2"/>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2"/>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2"/>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2"/>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2"/>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2"/>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2"/>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2"/>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2"/>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2"/>
          <p:cNvGrpSpPr/>
          <p:nvPr/>
        </p:nvGrpSpPr>
        <p:grpSpPr>
          <a:xfrm>
            <a:off x="6225747" y="2280183"/>
            <a:ext cx="351359" cy="363412"/>
            <a:chOff x="6230360" y="2432583"/>
            <a:chExt cx="351359" cy="363412"/>
          </a:xfrm>
        </p:grpSpPr>
        <p:sp>
          <p:nvSpPr>
            <p:cNvPr id="10310" name="Google Shape;10310;p62"/>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2"/>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2"/>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2"/>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2"/>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2"/>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2"/>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2"/>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2"/>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2"/>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2"/>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2"/>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2"/>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2"/>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2"/>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2"/>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2"/>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2"/>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2"/>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2"/>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2"/>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1" name="Google Shape;10331;p62"/>
          <p:cNvGrpSpPr/>
          <p:nvPr/>
        </p:nvGrpSpPr>
        <p:grpSpPr>
          <a:xfrm>
            <a:off x="6629364" y="2307152"/>
            <a:ext cx="387781" cy="286680"/>
            <a:chOff x="6633976" y="2459552"/>
            <a:chExt cx="387781" cy="286680"/>
          </a:xfrm>
        </p:grpSpPr>
        <p:sp>
          <p:nvSpPr>
            <p:cNvPr id="10332" name="Google Shape;10332;p62"/>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2"/>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2"/>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2"/>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2"/>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2"/>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2"/>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9" name="Google Shape;10339;p62"/>
          <p:cNvGrpSpPr/>
          <p:nvPr/>
        </p:nvGrpSpPr>
        <p:grpSpPr>
          <a:xfrm>
            <a:off x="7086498" y="2276165"/>
            <a:ext cx="376989" cy="348864"/>
            <a:chOff x="7091110" y="2428565"/>
            <a:chExt cx="376989" cy="348864"/>
          </a:xfrm>
        </p:grpSpPr>
        <p:sp>
          <p:nvSpPr>
            <p:cNvPr id="10340" name="Google Shape;10340;p62"/>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2"/>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2"/>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2"/>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2"/>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2"/>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2"/>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2"/>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2"/>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2"/>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2"/>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2"/>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2"/>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2"/>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2"/>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2"/>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2"/>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2"/>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2"/>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2"/>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2"/>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2"/>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2"/>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2"/>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2"/>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2"/>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2"/>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2"/>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2"/>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2"/>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2"/>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1" name="Google Shape;10371;p62"/>
          <p:cNvGrpSpPr/>
          <p:nvPr/>
        </p:nvGrpSpPr>
        <p:grpSpPr>
          <a:xfrm>
            <a:off x="7531815" y="2262825"/>
            <a:ext cx="369715" cy="375492"/>
            <a:chOff x="7536427" y="2415225"/>
            <a:chExt cx="369715" cy="375492"/>
          </a:xfrm>
        </p:grpSpPr>
        <p:sp>
          <p:nvSpPr>
            <p:cNvPr id="10372" name="Google Shape;10372;p62"/>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2"/>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2"/>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2"/>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2"/>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2"/>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2"/>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2"/>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2"/>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2"/>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2"/>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2"/>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2"/>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2"/>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2"/>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2"/>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2"/>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2"/>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2"/>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2"/>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2"/>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2"/>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2"/>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62"/>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2"/>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2"/>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2"/>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2"/>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2"/>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2"/>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2"/>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62"/>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2"/>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2"/>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2"/>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2"/>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2"/>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2"/>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0" name="Google Shape;10410;p62"/>
          <p:cNvGrpSpPr/>
          <p:nvPr/>
        </p:nvGrpSpPr>
        <p:grpSpPr>
          <a:xfrm>
            <a:off x="7976160" y="2276402"/>
            <a:ext cx="353381" cy="358160"/>
            <a:chOff x="7980773" y="2428802"/>
            <a:chExt cx="353381" cy="358160"/>
          </a:xfrm>
        </p:grpSpPr>
        <p:sp>
          <p:nvSpPr>
            <p:cNvPr id="10411" name="Google Shape;10411;p62"/>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2"/>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2"/>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2"/>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2"/>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2"/>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2"/>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2"/>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2"/>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2"/>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2"/>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2"/>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2"/>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2"/>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2"/>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2"/>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2"/>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62"/>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2"/>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2"/>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2"/>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2"/>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2"/>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2"/>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2"/>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2"/>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2"/>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2"/>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2"/>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2"/>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1" name="Google Shape;10441;p62"/>
          <p:cNvGrpSpPr/>
          <p:nvPr/>
        </p:nvGrpSpPr>
        <p:grpSpPr>
          <a:xfrm>
            <a:off x="4881445" y="4138840"/>
            <a:ext cx="346343" cy="343953"/>
            <a:chOff x="4886058" y="4291240"/>
            <a:chExt cx="346343" cy="343953"/>
          </a:xfrm>
        </p:grpSpPr>
        <p:sp>
          <p:nvSpPr>
            <p:cNvPr id="10442" name="Google Shape;10442;p62"/>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2"/>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2"/>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2"/>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2"/>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2"/>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2"/>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2"/>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2"/>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2"/>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2"/>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2"/>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2"/>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2"/>
          <p:cNvGrpSpPr/>
          <p:nvPr/>
        </p:nvGrpSpPr>
        <p:grpSpPr>
          <a:xfrm>
            <a:off x="5339604" y="4138656"/>
            <a:ext cx="304616" cy="343560"/>
            <a:chOff x="5344216" y="4291056"/>
            <a:chExt cx="304616" cy="343560"/>
          </a:xfrm>
        </p:grpSpPr>
        <p:sp>
          <p:nvSpPr>
            <p:cNvPr id="10456" name="Google Shape;10456;p62"/>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2"/>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2"/>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2"/>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2"/>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2"/>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62"/>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2"/>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2"/>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2"/>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2"/>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62"/>
          <p:cNvGrpSpPr/>
          <p:nvPr/>
        </p:nvGrpSpPr>
        <p:grpSpPr>
          <a:xfrm>
            <a:off x="6275387" y="4112022"/>
            <a:ext cx="204093" cy="343743"/>
            <a:chOff x="6271562" y="4290872"/>
            <a:chExt cx="204093" cy="343743"/>
          </a:xfrm>
        </p:grpSpPr>
        <p:sp>
          <p:nvSpPr>
            <p:cNvPr id="10468" name="Google Shape;10468;p62"/>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2"/>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2"/>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2"/>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2"/>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2"/>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2"/>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2"/>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2"/>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2"/>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2"/>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2"/>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0" name="Google Shape;10480;p62"/>
          <p:cNvGrpSpPr/>
          <p:nvPr/>
        </p:nvGrpSpPr>
        <p:grpSpPr>
          <a:xfrm>
            <a:off x="6634878" y="4176838"/>
            <a:ext cx="344085" cy="267195"/>
            <a:chOff x="6639491" y="4329238"/>
            <a:chExt cx="344085" cy="267195"/>
          </a:xfrm>
        </p:grpSpPr>
        <p:sp>
          <p:nvSpPr>
            <p:cNvPr id="10481" name="Google Shape;10481;p62"/>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2"/>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2"/>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2"/>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2"/>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2"/>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2"/>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2"/>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2"/>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2"/>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2"/>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2"/>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2"/>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2"/>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2"/>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2"/>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2"/>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2"/>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62"/>
          <p:cNvGrpSpPr/>
          <p:nvPr/>
        </p:nvGrpSpPr>
        <p:grpSpPr>
          <a:xfrm>
            <a:off x="7128724" y="4138656"/>
            <a:ext cx="232979" cy="343560"/>
            <a:chOff x="7133336" y="4291056"/>
            <a:chExt cx="232979" cy="343560"/>
          </a:xfrm>
        </p:grpSpPr>
        <p:sp>
          <p:nvSpPr>
            <p:cNvPr id="10500" name="Google Shape;10500;p62"/>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2"/>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2"/>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2"/>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2"/>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2"/>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62"/>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2"/>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2"/>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2"/>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2"/>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2"/>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2"/>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2"/>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2"/>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2"/>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2"/>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7" name="Google Shape;10517;p62"/>
          <p:cNvGrpSpPr/>
          <p:nvPr/>
        </p:nvGrpSpPr>
        <p:grpSpPr>
          <a:xfrm>
            <a:off x="7566767" y="4138656"/>
            <a:ext cx="232979" cy="343560"/>
            <a:chOff x="7571379" y="4291056"/>
            <a:chExt cx="232979" cy="343560"/>
          </a:xfrm>
        </p:grpSpPr>
        <p:sp>
          <p:nvSpPr>
            <p:cNvPr id="10518" name="Google Shape;10518;p62"/>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2"/>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2"/>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2"/>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2"/>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2"/>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2"/>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2"/>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2"/>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2"/>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2"/>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2"/>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2"/>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2"/>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2"/>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2"/>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62"/>
          <p:cNvGrpSpPr/>
          <p:nvPr/>
        </p:nvGrpSpPr>
        <p:grpSpPr>
          <a:xfrm>
            <a:off x="6661768" y="3195475"/>
            <a:ext cx="295819" cy="370712"/>
            <a:chOff x="6666381" y="3347875"/>
            <a:chExt cx="295819" cy="370712"/>
          </a:xfrm>
        </p:grpSpPr>
        <p:sp>
          <p:nvSpPr>
            <p:cNvPr id="10535" name="Google Shape;10535;p62"/>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2"/>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2"/>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2"/>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2"/>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2"/>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2"/>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2"/>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2"/>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2"/>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2"/>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2"/>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2"/>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2"/>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2"/>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2"/>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2"/>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2"/>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2"/>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2"/>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2"/>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2"/>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2"/>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2"/>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2"/>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2"/>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2"/>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2"/>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2"/>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2"/>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2"/>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2"/>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2"/>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2"/>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2"/>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2"/>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2"/>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2"/>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2"/>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2"/>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62"/>
          <p:cNvGrpSpPr/>
          <p:nvPr/>
        </p:nvGrpSpPr>
        <p:grpSpPr>
          <a:xfrm>
            <a:off x="4873147" y="2735059"/>
            <a:ext cx="389567" cy="390329"/>
            <a:chOff x="4877760" y="2887459"/>
            <a:chExt cx="389567" cy="390329"/>
          </a:xfrm>
        </p:grpSpPr>
        <p:sp>
          <p:nvSpPr>
            <p:cNvPr id="10576" name="Google Shape;10576;p62"/>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2"/>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2"/>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2"/>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2"/>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2"/>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2"/>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2"/>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2"/>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2"/>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2"/>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2"/>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2"/>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2"/>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2"/>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2"/>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2"/>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2"/>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2"/>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2"/>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2"/>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2"/>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2"/>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62"/>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2"/>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2"/>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2"/>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2"/>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2"/>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2"/>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2"/>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2"/>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2"/>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2"/>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2"/>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2"/>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2"/>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2"/>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2"/>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2"/>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2"/>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2"/>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2"/>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2"/>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0" name="Google Shape;10620;p62"/>
          <p:cNvSpPr/>
          <p:nvPr/>
        </p:nvSpPr>
        <p:spPr>
          <a:xfrm>
            <a:off x="5906557" y="27352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2"/>
          <p:cNvSpPr/>
          <p:nvPr/>
        </p:nvSpPr>
        <p:spPr>
          <a:xfrm>
            <a:off x="5906557" y="27352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2"/>
          <p:cNvSpPr/>
          <p:nvPr/>
        </p:nvSpPr>
        <p:spPr>
          <a:xfrm>
            <a:off x="5793482" y="29929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2"/>
          <p:cNvSpPr/>
          <p:nvPr/>
        </p:nvSpPr>
        <p:spPr>
          <a:xfrm>
            <a:off x="5793219" y="29931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2"/>
          <p:cNvSpPr/>
          <p:nvPr/>
        </p:nvSpPr>
        <p:spPr>
          <a:xfrm>
            <a:off x="5774627" y="30765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25" name="Google Shape;10625;p62"/>
          <p:cNvGrpSpPr/>
          <p:nvPr/>
        </p:nvGrpSpPr>
        <p:grpSpPr>
          <a:xfrm>
            <a:off x="5774627" y="2735295"/>
            <a:ext cx="314411" cy="389830"/>
            <a:chOff x="5779239" y="2887695"/>
            <a:chExt cx="314411" cy="389830"/>
          </a:xfrm>
        </p:grpSpPr>
        <p:sp>
          <p:nvSpPr>
            <p:cNvPr id="10626" name="Google Shape;10626;p62"/>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2"/>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2"/>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2"/>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62"/>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2"/>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2"/>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2"/>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2"/>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2"/>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2"/>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2"/>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2"/>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2"/>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2"/>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2"/>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2"/>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2"/>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2"/>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2"/>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2"/>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2"/>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2"/>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2"/>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2"/>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2"/>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2"/>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2"/>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2"/>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2"/>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2"/>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2"/>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2"/>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2"/>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2"/>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2"/>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2"/>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2"/>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2"/>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2"/>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2"/>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2"/>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2"/>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2"/>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0" name="Google Shape;10670;p62"/>
          <p:cNvGrpSpPr/>
          <p:nvPr/>
        </p:nvGrpSpPr>
        <p:grpSpPr>
          <a:xfrm>
            <a:off x="6185517" y="2788577"/>
            <a:ext cx="389830" cy="283004"/>
            <a:chOff x="6190130" y="2940977"/>
            <a:chExt cx="389830" cy="283004"/>
          </a:xfrm>
        </p:grpSpPr>
        <p:sp>
          <p:nvSpPr>
            <p:cNvPr id="10671" name="Google Shape;10671;p62"/>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2"/>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2"/>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2"/>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2"/>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2"/>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2"/>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2"/>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2"/>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2"/>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2"/>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2"/>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2"/>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2"/>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2"/>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2"/>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2"/>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2"/>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2"/>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2"/>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2"/>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2"/>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2"/>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2"/>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2"/>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2"/>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2"/>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2"/>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2"/>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2"/>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1" name="Google Shape;10701;p62"/>
          <p:cNvGrpSpPr/>
          <p:nvPr/>
        </p:nvGrpSpPr>
        <p:grpSpPr>
          <a:xfrm>
            <a:off x="6629364" y="2747874"/>
            <a:ext cx="389803" cy="364673"/>
            <a:chOff x="6633976" y="2900274"/>
            <a:chExt cx="389803" cy="364673"/>
          </a:xfrm>
        </p:grpSpPr>
        <p:sp>
          <p:nvSpPr>
            <p:cNvPr id="10702" name="Google Shape;10702;p62"/>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2"/>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2"/>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2"/>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2"/>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2"/>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2"/>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2"/>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2"/>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2"/>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2"/>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2"/>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2"/>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2"/>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2"/>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2"/>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2"/>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9" name="Google Shape;10719;p62"/>
          <p:cNvGrpSpPr/>
          <p:nvPr/>
        </p:nvGrpSpPr>
        <p:grpSpPr>
          <a:xfrm>
            <a:off x="7513223" y="2733037"/>
            <a:ext cx="364935" cy="382529"/>
            <a:chOff x="7517835" y="2885437"/>
            <a:chExt cx="364935" cy="382529"/>
          </a:xfrm>
        </p:grpSpPr>
        <p:sp>
          <p:nvSpPr>
            <p:cNvPr id="10720" name="Google Shape;10720;p62"/>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2"/>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2"/>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2"/>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2"/>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2"/>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2"/>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2"/>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2"/>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2"/>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2"/>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2"/>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2"/>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2"/>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2"/>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2"/>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2"/>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62"/>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2"/>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2"/>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2"/>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2"/>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2"/>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2"/>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2"/>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62"/>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2"/>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2"/>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2"/>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2"/>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2"/>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2"/>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2"/>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2"/>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2"/>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2"/>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2"/>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7" name="Google Shape;10757;p62"/>
          <p:cNvGrpSpPr/>
          <p:nvPr/>
        </p:nvGrpSpPr>
        <p:grpSpPr>
          <a:xfrm>
            <a:off x="7082979" y="2734744"/>
            <a:ext cx="358160" cy="385602"/>
            <a:chOff x="7087591" y="2887144"/>
            <a:chExt cx="358160" cy="385602"/>
          </a:xfrm>
        </p:grpSpPr>
        <p:sp>
          <p:nvSpPr>
            <p:cNvPr id="10758" name="Google Shape;10758;p62"/>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2"/>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2"/>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2"/>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2"/>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2"/>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2"/>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2"/>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62"/>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2"/>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2"/>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2"/>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2"/>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2"/>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2"/>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2"/>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2"/>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2"/>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2"/>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7" name="Google Shape;10777;p62"/>
          <p:cNvGrpSpPr/>
          <p:nvPr/>
        </p:nvGrpSpPr>
        <p:grpSpPr>
          <a:xfrm>
            <a:off x="7946749" y="2733037"/>
            <a:ext cx="382529" cy="382529"/>
            <a:chOff x="7951362" y="2885437"/>
            <a:chExt cx="382529" cy="382529"/>
          </a:xfrm>
        </p:grpSpPr>
        <p:sp>
          <p:nvSpPr>
            <p:cNvPr id="10778" name="Google Shape;10778;p62"/>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2"/>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2"/>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2"/>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2"/>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2"/>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2"/>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2"/>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2"/>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2"/>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2"/>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2"/>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2"/>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2"/>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2"/>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2"/>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2"/>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2"/>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2"/>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2"/>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2"/>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2"/>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2"/>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2"/>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2"/>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2"/>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2"/>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2"/>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2"/>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2"/>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2"/>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2"/>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2"/>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2"/>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2"/>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2"/>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2"/>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2"/>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2"/>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2"/>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2"/>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2"/>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2"/>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2"/>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2"/>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2"/>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2"/>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2"/>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2"/>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2"/>
          <p:cNvGrpSpPr/>
          <p:nvPr/>
        </p:nvGrpSpPr>
        <p:grpSpPr>
          <a:xfrm>
            <a:off x="8049793" y="3662089"/>
            <a:ext cx="276964" cy="336601"/>
            <a:chOff x="8054406" y="3814489"/>
            <a:chExt cx="276964" cy="336601"/>
          </a:xfrm>
        </p:grpSpPr>
        <p:sp>
          <p:nvSpPr>
            <p:cNvPr id="10828" name="Google Shape;10828;p62"/>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2"/>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2"/>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2"/>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2"/>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2"/>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2"/>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2"/>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2"/>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7" name="Google Shape;10837;p62"/>
          <p:cNvGrpSpPr/>
          <p:nvPr/>
        </p:nvGrpSpPr>
        <p:grpSpPr>
          <a:xfrm>
            <a:off x="7932175" y="4142674"/>
            <a:ext cx="378249" cy="335524"/>
            <a:chOff x="7936787" y="4295074"/>
            <a:chExt cx="378249" cy="335524"/>
          </a:xfrm>
        </p:grpSpPr>
        <p:sp>
          <p:nvSpPr>
            <p:cNvPr id="10838" name="Google Shape;10838;p62"/>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2"/>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2"/>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2"/>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2"/>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2"/>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2"/>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2"/>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2"/>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2"/>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2"/>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2"/>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2"/>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2"/>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2"/>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2"/>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4" name="Google Shape;10854;p62"/>
          <p:cNvGrpSpPr/>
          <p:nvPr/>
        </p:nvGrpSpPr>
        <p:grpSpPr>
          <a:xfrm>
            <a:off x="4881445" y="1813490"/>
            <a:ext cx="388569" cy="388307"/>
            <a:chOff x="4886058" y="1965890"/>
            <a:chExt cx="388569" cy="388307"/>
          </a:xfrm>
        </p:grpSpPr>
        <p:sp>
          <p:nvSpPr>
            <p:cNvPr id="10855" name="Google Shape;10855;p62"/>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2"/>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2"/>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2"/>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2"/>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2"/>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2"/>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2"/>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2"/>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2"/>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2"/>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6" name="Google Shape;10866;p62"/>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10867" name="Google Shape;10867;p62"/>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871"/>
        <p:cNvGrpSpPr/>
        <p:nvPr/>
      </p:nvGrpSpPr>
      <p:grpSpPr>
        <a:xfrm>
          <a:off x="0" y="0"/>
          <a:ext cx="0" cy="0"/>
          <a:chOff x="0" y="0"/>
          <a:chExt cx="0" cy="0"/>
        </a:xfrm>
      </p:grpSpPr>
      <p:grpSp>
        <p:nvGrpSpPr>
          <p:cNvPr id="10872" name="Google Shape;10872;p63"/>
          <p:cNvGrpSpPr/>
          <p:nvPr/>
        </p:nvGrpSpPr>
        <p:grpSpPr>
          <a:xfrm>
            <a:off x="1738624" y="3196252"/>
            <a:ext cx="292801" cy="359258"/>
            <a:chOff x="1765162" y="3346789"/>
            <a:chExt cx="292801" cy="359258"/>
          </a:xfrm>
        </p:grpSpPr>
        <p:sp>
          <p:nvSpPr>
            <p:cNvPr id="10873" name="Google Shape;10873;p63"/>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3"/>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63"/>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3"/>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3"/>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3"/>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8" name="Google Shape;10888;p63"/>
          <p:cNvGrpSpPr/>
          <p:nvPr/>
        </p:nvGrpSpPr>
        <p:grpSpPr>
          <a:xfrm>
            <a:off x="3051095" y="2294466"/>
            <a:ext cx="358996" cy="296309"/>
            <a:chOff x="3077632" y="2445004"/>
            <a:chExt cx="358996" cy="296309"/>
          </a:xfrm>
        </p:grpSpPr>
        <p:sp>
          <p:nvSpPr>
            <p:cNvPr id="10889" name="Google Shape;10889;p63"/>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3"/>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3"/>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3"/>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3"/>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3"/>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3"/>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63"/>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3"/>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3"/>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3"/>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3"/>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3"/>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5" name="Google Shape;10915;p63"/>
          <p:cNvGrpSpPr/>
          <p:nvPr/>
        </p:nvGrpSpPr>
        <p:grpSpPr>
          <a:xfrm>
            <a:off x="2608699" y="2281243"/>
            <a:ext cx="359232" cy="323018"/>
            <a:chOff x="2635237" y="2431780"/>
            <a:chExt cx="359232" cy="323018"/>
          </a:xfrm>
        </p:grpSpPr>
        <p:sp>
          <p:nvSpPr>
            <p:cNvPr id="10916" name="Google Shape;10916;p63"/>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3"/>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3"/>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3"/>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3"/>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3"/>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3"/>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3"/>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1" name="Google Shape;10931;p63"/>
          <p:cNvGrpSpPr/>
          <p:nvPr/>
        </p:nvGrpSpPr>
        <p:grpSpPr>
          <a:xfrm>
            <a:off x="3985114" y="3617594"/>
            <a:ext cx="373189" cy="358944"/>
            <a:chOff x="4011651" y="3768132"/>
            <a:chExt cx="373189" cy="358944"/>
          </a:xfrm>
        </p:grpSpPr>
        <p:sp>
          <p:nvSpPr>
            <p:cNvPr id="10932" name="Google Shape;10932;p63"/>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3"/>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3"/>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3"/>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3"/>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3"/>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3"/>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3"/>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2" name="Google Shape;10942;p63"/>
          <p:cNvGrpSpPr/>
          <p:nvPr/>
        </p:nvGrpSpPr>
        <p:grpSpPr>
          <a:xfrm>
            <a:off x="2163031" y="1811065"/>
            <a:ext cx="364993" cy="359049"/>
            <a:chOff x="2189568" y="1961603"/>
            <a:chExt cx="364993" cy="359049"/>
          </a:xfrm>
        </p:grpSpPr>
        <p:sp>
          <p:nvSpPr>
            <p:cNvPr id="10943" name="Google Shape;10943;p63"/>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63"/>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3"/>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3"/>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3"/>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3"/>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3"/>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3"/>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3"/>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3"/>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9" name="Google Shape;10959;p63"/>
          <p:cNvGrpSpPr/>
          <p:nvPr/>
        </p:nvGrpSpPr>
        <p:grpSpPr>
          <a:xfrm>
            <a:off x="2166539" y="2269434"/>
            <a:ext cx="378426" cy="346323"/>
            <a:chOff x="2193077" y="2419971"/>
            <a:chExt cx="378426" cy="346323"/>
          </a:xfrm>
        </p:grpSpPr>
        <p:sp>
          <p:nvSpPr>
            <p:cNvPr id="10960" name="Google Shape;10960;p63"/>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3"/>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3"/>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3"/>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3"/>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3"/>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3"/>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3"/>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3"/>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3"/>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3"/>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3"/>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3"/>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3"/>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1" name="Google Shape;10981;p63"/>
          <p:cNvGrpSpPr/>
          <p:nvPr/>
        </p:nvGrpSpPr>
        <p:grpSpPr>
          <a:xfrm>
            <a:off x="835084" y="2731232"/>
            <a:ext cx="276802" cy="367140"/>
            <a:chOff x="861622" y="2881770"/>
            <a:chExt cx="276802" cy="367140"/>
          </a:xfrm>
        </p:grpSpPr>
        <p:sp>
          <p:nvSpPr>
            <p:cNvPr id="10982" name="Google Shape;10982;p63"/>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3"/>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63"/>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3"/>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63"/>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63"/>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3"/>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3"/>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3"/>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3"/>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3"/>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3"/>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3"/>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3"/>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3"/>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3"/>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3"/>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3"/>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4" name="Google Shape;11004;p63"/>
          <p:cNvGrpSpPr/>
          <p:nvPr/>
        </p:nvGrpSpPr>
        <p:grpSpPr>
          <a:xfrm>
            <a:off x="3941647" y="2731154"/>
            <a:ext cx="369444" cy="367140"/>
            <a:chOff x="3968184" y="2881691"/>
            <a:chExt cx="369444" cy="367140"/>
          </a:xfrm>
        </p:grpSpPr>
        <p:sp>
          <p:nvSpPr>
            <p:cNvPr id="11005" name="Google Shape;11005;p63"/>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3"/>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3"/>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3"/>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3"/>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3"/>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3"/>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3"/>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3"/>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3"/>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3"/>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3"/>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3"/>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3"/>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3"/>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3"/>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3"/>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3"/>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3"/>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3"/>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3"/>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3"/>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3"/>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3"/>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9" name="Google Shape;11029;p63"/>
          <p:cNvGrpSpPr/>
          <p:nvPr/>
        </p:nvGrpSpPr>
        <p:grpSpPr>
          <a:xfrm>
            <a:off x="3487258" y="2731546"/>
            <a:ext cx="371487" cy="366826"/>
            <a:chOff x="3513796" y="2882084"/>
            <a:chExt cx="371487" cy="366826"/>
          </a:xfrm>
        </p:grpSpPr>
        <p:sp>
          <p:nvSpPr>
            <p:cNvPr id="11030" name="Google Shape;11030;p63"/>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3"/>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3"/>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3"/>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63"/>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5" name="Google Shape;11035;p63"/>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3"/>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3"/>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3"/>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3"/>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3"/>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3"/>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3"/>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3"/>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3"/>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3"/>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3"/>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3"/>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3"/>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3"/>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3"/>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3"/>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3"/>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3"/>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63"/>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3"/>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3"/>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3"/>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3"/>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3"/>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3"/>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3"/>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3"/>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3"/>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3"/>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63"/>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3"/>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3"/>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3"/>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3"/>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3"/>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3"/>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3"/>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3"/>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3"/>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3"/>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3"/>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3"/>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3"/>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63"/>
          <p:cNvGrpSpPr/>
          <p:nvPr/>
        </p:nvGrpSpPr>
        <p:grpSpPr>
          <a:xfrm>
            <a:off x="847077" y="1349738"/>
            <a:ext cx="335011" cy="359232"/>
            <a:chOff x="873615" y="1500275"/>
            <a:chExt cx="335011" cy="359232"/>
          </a:xfrm>
        </p:grpSpPr>
        <p:sp>
          <p:nvSpPr>
            <p:cNvPr id="11080" name="Google Shape;11080;p63"/>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3"/>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3"/>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3"/>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3"/>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3"/>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3"/>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3"/>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3"/>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3"/>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3"/>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1" name="Google Shape;11091;p63"/>
          <p:cNvGrpSpPr/>
          <p:nvPr/>
        </p:nvGrpSpPr>
        <p:grpSpPr>
          <a:xfrm>
            <a:off x="2175521" y="3196199"/>
            <a:ext cx="337158" cy="359311"/>
            <a:chOff x="2202058" y="3346737"/>
            <a:chExt cx="337158" cy="359311"/>
          </a:xfrm>
        </p:grpSpPr>
        <p:sp>
          <p:nvSpPr>
            <p:cNvPr id="11092" name="Google Shape;11092;p63"/>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3"/>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3"/>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3"/>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3"/>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3"/>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3"/>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3"/>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3"/>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1" name="Google Shape;11101;p63"/>
          <p:cNvGrpSpPr/>
          <p:nvPr/>
        </p:nvGrpSpPr>
        <p:grpSpPr>
          <a:xfrm>
            <a:off x="2196521" y="3667634"/>
            <a:ext cx="359232" cy="306050"/>
            <a:chOff x="2223059" y="3818172"/>
            <a:chExt cx="359232" cy="306050"/>
          </a:xfrm>
        </p:grpSpPr>
        <p:sp>
          <p:nvSpPr>
            <p:cNvPr id="11102" name="Google Shape;11102;p63"/>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3"/>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3"/>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3"/>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3"/>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3"/>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3"/>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3"/>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3"/>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3"/>
          <p:cNvGrpSpPr/>
          <p:nvPr/>
        </p:nvGrpSpPr>
        <p:grpSpPr>
          <a:xfrm>
            <a:off x="1699451" y="1841283"/>
            <a:ext cx="378426" cy="298509"/>
            <a:chOff x="1725989" y="1991820"/>
            <a:chExt cx="378426" cy="298509"/>
          </a:xfrm>
        </p:grpSpPr>
        <p:sp>
          <p:nvSpPr>
            <p:cNvPr id="11112" name="Google Shape;11112;p63"/>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3"/>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3"/>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3"/>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3"/>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3"/>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3"/>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3"/>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3"/>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3"/>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3"/>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3"/>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4" name="Google Shape;11124;p63"/>
          <p:cNvGrpSpPr/>
          <p:nvPr/>
        </p:nvGrpSpPr>
        <p:grpSpPr>
          <a:xfrm>
            <a:off x="1741871" y="3641213"/>
            <a:ext cx="367978" cy="359075"/>
            <a:chOff x="1768409" y="3791751"/>
            <a:chExt cx="367978" cy="359075"/>
          </a:xfrm>
        </p:grpSpPr>
        <p:sp>
          <p:nvSpPr>
            <p:cNvPr id="11125" name="Google Shape;11125;p63"/>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3"/>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3"/>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3"/>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3"/>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3"/>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3"/>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3"/>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3"/>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3"/>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3"/>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3"/>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3"/>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8" name="Google Shape;11138;p63"/>
          <p:cNvGrpSpPr/>
          <p:nvPr/>
        </p:nvGrpSpPr>
        <p:grpSpPr>
          <a:xfrm>
            <a:off x="2642426" y="3640768"/>
            <a:ext cx="358735" cy="359311"/>
            <a:chOff x="2668963" y="3791306"/>
            <a:chExt cx="358735" cy="359311"/>
          </a:xfrm>
        </p:grpSpPr>
        <p:sp>
          <p:nvSpPr>
            <p:cNvPr id="11139" name="Google Shape;11139;p63"/>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3"/>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3"/>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3"/>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3"/>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3"/>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3"/>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3"/>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3"/>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3"/>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3"/>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3"/>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3"/>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3"/>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3"/>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3"/>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5" name="Google Shape;11155;p63"/>
          <p:cNvGrpSpPr/>
          <p:nvPr/>
        </p:nvGrpSpPr>
        <p:grpSpPr>
          <a:xfrm>
            <a:off x="823144" y="1844660"/>
            <a:ext cx="363893" cy="291727"/>
            <a:chOff x="849682" y="1995198"/>
            <a:chExt cx="363893" cy="291727"/>
          </a:xfrm>
        </p:grpSpPr>
        <p:sp>
          <p:nvSpPr>
            <p:cNvPr id="11156" name="Google Shape;11156;p63"/>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3"/>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3"/>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3"/>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3"/>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3"/>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3"/>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3" name="Google Shape;11163;p63"/>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3"/>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3"/>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3"/>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3"/>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3"/>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3"/>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3"/>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3"/>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3"/>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3"/>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63"/>
          <p:cNvGrpSpPr/>
          <p:nvPr/>
        </p:nvGrpSpPr>
        <p:grpSpPr>
          <a:xfrm>
            <a:off x="3038893" y="1839528"/>
            <a:ext cx="378190" cy="302044"/>
            <a:chOff x="3065430" y="1990066"/>
            <a:chExt cx="378190" cy="302044"/>
          </a:xfrm>
        </p:grpSpPr>
        <p:sp>
          <p:nvSpPr>
            <p:cNvPr id="11175" name="Google Shape;11175;p63"/>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3"/>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3"/>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3"/>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3"/>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3"/>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3"/>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3"/>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3"/>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3"/>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3"/>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6" name="Google Shape;11186;p63"/>
          <p:cNvGrpSpPr/>
          <p:nvPr/>
        </p:nvGrpSpPr>
        <p:grpSpPr>
          <a:xfrm>
            <a:off x="3541697" y="3640873"/>
            <a:ext cx="347501" cy="359284"/>
            <a:chOff x="3568234" y="3791410"/>
            <a:chExt cx="347501" cy="359284"/>
          </a:xfrm>
        </p:grpSpPr>
        <p:sp>
          <p:nvSpPr>
            <p:cNvPr id="11187" name="Google Shape;11187;p63"/>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63"/>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3"/>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3"/>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3"/>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3"/>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3" name="Google Shape;11193;p63"/>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3"/>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3"/>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3"/>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3"/>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3"/>
          <p:cNvGrpSpPr/>
          <p:nvPr/>
        </p:nvGrpSpPr>
        <p:grpSpPr>
          <a:xfrm>
            <a:off x="1733387" y="1350550"/>
            <a:ext cx="347004" cy="358420"/>
            <a:chOff x="1759925" y="1501087"/>
            <a:chExt cx="347004" cy="358420"/>
          </a:xfrm>
        </p:grpSpPr>
        <p:sp>
          <p:nvSpPr>
            <p:cNvPr id="11199" name="Google Shape;11199;p63"/>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3"/>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3"/>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3"/>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3"/>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3"/>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3"/>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3"/>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3"/>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3"/>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3"/>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3"/>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63"/>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3"/>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3"/>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3"/>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3"/>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3"/>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3"/>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3"/>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3"/>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3"/>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3"/>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3"/>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3"/>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3"/>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3"/>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3"/>
          <p:cNvGrpSpPr/>
          <p:nvPr/>
        </p:nvGrpSpPr>
        <p:grpSpPr>
          <a:xfrm>
            <a:off x="3492757" y="2263123"/>
            <a:ext cx="360227" cy="359311"/>
            <a:chOff x="3519295" y="2413660"/>
            <a:chExt cx="360227" cy="359311"/>
          </a:xfrm>
        </p:grpSpPr>
        <p:sp>
          <p:nvSpPr>
            <p:cNvPr id="11227" name="Google Shape;11227;p63"/>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3"/>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3"/>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3"/>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3"/>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3"/>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3"/>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3"/>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3"/>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3"/>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3"/>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3"/>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3"/>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3"/>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3"/>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3"/>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3"/>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3"/>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3"/>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3"/>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3"/>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3"/>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3"/>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3"/>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3"/>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3"/>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3"/>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3"/>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3"/>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3"/>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3"/>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3"/>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3"/>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3"/>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3"/>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63"/>
          <p:cNvGrpSpPr/>
          <p:nvPr/>
        </p:nvGrpSpPr>
        <p:grpSpPr>
          <a:xfrm>
            <a:off x="1303717" y="3695181"/>
            <a:ext cx="358996" cy="250774"/>
            <a:chOff x="1330255" y="3845718"/>
            <a:chExt cx="358996" cy="250774"/>
          </a:xfrm>
        </p:grpSpPr>
        <p:sp>
          <p:nvSpPr>
            <p:cNvPr id="11263" name="Google Shape;11263;p63"/>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3"/>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3"/>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3"/>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3"/>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3"/>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3"/>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3"/>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3"/>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3"/>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3" name="Google Shape;11273;p63"/>
          <p:cNvGrpSpPr/>
          <p:nvPr/>
        </p:nvGrpSpPr>
        <p:grpSpPr>
          <a:xfrm>
            <a:off x="3088566" y="3640847"/>
            <a:ext cx="373424" cy="359311"/>
            <a:chOff x="3115103" y="3791384"/>
            <a:chExt cx="373424" cy="359311"/>
          </a:xfrm>
        </p:grpSpPr>
        <p:sp>
          <p:nvSpPr>
            <p:cNvPr id="11274" name="Google Shape;11274;p63"/>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3"/>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3"/>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3"/>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3"/>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3"/>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3"/>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3"/>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3"/>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3"/>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3"/>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3"/>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3"/>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3"/>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63"/>
          <p:cNvGrpSpPr/>
          <p:nvPr/>
        </p:nvGrpSpPr>
        <p:grpSpPr>
          <a:xfrm>
            <a:off x="857316" y="3642104"/>
            <a:ext cx="378190" cy="357059"/>
            <a:chOff x="883853" y="3792641"/>
            <a:chExt cx="378190" cy="357059"/>
          </a:xfrm>
        </p:grpSpPr>
        <p:sp>
          <p:nvSpPr>
            <p:cNvPr id="11289" name="Google Shape;11289;p63"/>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3"/>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3"/>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3"/>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3"/>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3"/>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3"/>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3"/>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3"/>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3"/>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3"/>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3"/>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3"/>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3"/>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3"/>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3"/>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3"/>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63"/>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3"/>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3"/>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3"/>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3"/>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3"/>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3"/>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3"/>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3"/>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3"/>
          <p:cNvGrpSpPr/>
          <p:nvPr/>
        </p:nvGrpSpPr>
        <p:grpSpPr>
          <a:xfrm>
            <a:off x="3907659" y="2334268"/>
            <a:ext cx="401207" cy="214036"/>
            <a:chOff x="3934196" y="2484805"/>
            <a:chExt cx="401207" cy="214036"/>
          </a:xfrm>
        </p:grpSpPr>
        <p:sp>
          <p:nvSpPr>
            <p:cNvPr id="11316" name="Google Shape;11316;p63"/>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3"/>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3"/>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3"/>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3"/>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1" name="Google Shape;11321;p63"/>
          <p:cNvGrpSpPr/>
          <p:nvPr/>
        </p:nvGrpSpPr>
        <p:grpSpPr>
          <a:xfrm>
            <a:off x="3973357" y="1349659"/>
            <a:ext cx="342474" cy="359232"/>
            <a:chOff x="3999894" y="1500197"/>
            <a:chExt cx="342474" cy="359232"/>
          </a:xfrm>
        </p:grpSpPr>
        <p:sp>
          <p:nvSpPr>
            <p:cNvPr id="11322" name="Google Shape;11322;p63"/>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3"/>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3"/>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3"/>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3"/>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3"/>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3"/>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3"/>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3"/>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3"/>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2" name="Google Shape;11332;p63"/>
          <p:cNvGrpSpPr/>
          <p:nvPr/>
        </p:nvGrpSpPr>
        <p:grpSpPr>
          <a:xfrm>
            <a:off x="2207257" y="2731625"/>
            <a:ext cx="232601" cy="366747"/>
            <a:chOff x="2233795" y="2882162"/>
            <a:chExt cx="232601" cy="366747"/>
          </a:xfrm>
        </p:grpSpPr>
        <p:sp>
          <p:nvSpPr>
            <p:cNvPr id="11333" name="Google Shape;11333;p63"/>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3"/>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3"/>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3"/>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3"/>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3"/>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3"/>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3"/>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3"/>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3"/>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3"/>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3"/>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3"/>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3"/>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3"/>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3"/>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3"/>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3"/>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1" name="Google Shape;11351;p63"/>
          <p:cNvGrpSpPr/>
          <p:nvPr/>
        </p:nvGrpSpPr>
        <p:grpSpPr>
          <a:xfrm>
            <a:off x="3497235" y="3253885"/>
            <a:ext cx="362008" cy="244175"/>
            <a:chOff x="3523772" y="3404422"/>
            <a:chExt cx="362008" cy="244175"/>
          </a:xfrm>
        </p:grpSpPr>
        <p:sp>
          <p:nvSpPr>
            <p:cNvPr id="11352" name="Google Shape;11352;p63"/>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3"/>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3"/>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3"/>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3"/>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3"/>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3"/>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3"/>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3"/>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3"/>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3"/>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3"/>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3"/>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3"/>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3"/>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7" name="Google Shape;11367;p63"/>
          <p:cNvGrpSpPr/>
          <p:nvPr/>
        </p:nvGrpSpPr>
        <p:grpSpPr>
          <a:xfrm>
            <a:off x="3504488" y="1826776"/>
            <a:ext cx="359232" cy="327836"/>
            <a:chOff x="3531026" y="1977314"/>
            <a:chExt cx="359232" cy="327836"/>
          </a:xfrm>
        </p:grpSpPr>
        <p:sp>
          <p:nvSpPr>
            <p:cNvPr id="11368" name="Google Shape;11368;p63"/>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3"/>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3"/>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3"/>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3"/>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3"/>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3"/>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3"/>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3"/>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3"/>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8" name="Google Shape;11378;p63"/>
          <p:cNvGrpSpPr/>
          <p:nvPr/>
        </p:nvGrpSpPr>
        <p:grpSpPr>
          <a:xfrm>
            <a:off x="3096814" y="1349738"/>
            <a:ext cx="296781" cy="359232"/>
            <a:chOff x="3123351" y="1500275"/>
            <a:chExt cx="296781" cy="359232"/>
          </a:xfrm>
        </p:grpSpPr>
        <p:sp>
          <p:nvSpPr>
            <p:cNvPr id="11379" name="Google Shape;11379;p63"/>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3"/>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3"/>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3"/>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3"/>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3"/>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3"/>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3"/>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3"/>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3"/>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3"/>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63"/>
          <p:cNvGrpSpPr/>
          <p:nvPr/>
        </p:nvGrpSpPr>
        <p:grpSpPr>
          <a:xfrm>
            <a:off x="2632920" y="1349738"/>
            <a:ext cx="332261" cy="359232"/>
            <a:chOff x="2659458" y="1500275"/>
            <a:chExt cx="332261" cy="359232"/>
          </a:xfrm>
        </p:grpSpPr>
        <p:sp>
          <p:nvSpPr>
            <p:cNvPr id="11391" name="Google Shape;11391;p63"/>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3"/>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3"/>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3"/>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3"/>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3"/>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3"/>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3"/>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3"/>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3"/>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3"/>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3"/>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3"/>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3"/>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3"/>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3"/>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3"/>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3"/>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3"/>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3"/>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63"/>
          <p:cNvGrpSpPr/>
          <p:nvPr/>
        </p:nvGrpSpPr>
        <p:grpSpPr>
          <a:xfrm>
            <a:off x="1723646" y="2262992"/>
            <a:ext cx="359730" cy="359441"/>
            <a:chOff x="1750184" y="2413530"/>
            <a:chExt cx="359730" cy="359441"/>
          </a:xfrm>
        </p:grpSpPr>
        <p:sp>
          <p:nvSpPr>
            <p:cNvPr id="11412" name="Google Shape;11412;p63"/>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3"/>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3"/>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3"/>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3"/>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3"/>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3"/>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3"/>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3"/>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3"/>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3"/>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3" name="Google Shape;11423;p63"/>
          <p:cNvGrpSpPr/>
          <p:nvPr/>
        </p:nvGrpSpPr>
        <p:grpSpPr>
          <a:xfrm>
            <a:off x="2203513" y="1349685"/>
            <a:ext cx="316524" cy="359284"/>
            <a:chOff x="2230050" y="1500223"/>
            <a:chExt cx="316524" cy="359284"/>
          </a:xfrm>
        </p:grpSpPr>
        <p:sp>
          <p:nvSpPr>
            <p:cNvPr id="11424" name="Google Shape;11424;p63"/>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3"/>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3"/>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3"/>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3"/>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3"/>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3"/>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3"/>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3"/>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3"/>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3"/>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3"/>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3"/>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3"/>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3"/>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3"/>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3"/>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3"/>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3"/>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4" name="Google Shape;11444;p63"/>
          <p:cNvGrpSpPr/>
          <p:nvPr/>
        </p:nvGrpSpPr>
        <p:grpSpPr>
          <a:xfrm>
            <a:off x="2663504" y="4112229"/>
            <a:ext cx="359389" cy="359232"/>
            <a:chOff x="2690042" y="4262767"/>
            <a:chExt cx="359389" cy="359232"/>
          </a:xfrm>
        </p:grpSpPr>
        <p:sp>
          <p:nvSpPr>
            <p:cNvPr id="11445" name="Google Shape;11445;p63"/>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3"/>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3"/>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3"/>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3"/>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3"/>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3"/>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2" name="Google Shape;11452;p63"/>
          <p:cNvGrpSpPr/>
          <p:nvPr/>
        </p:nvGrpSpPr>
        <p:grpSpPr>
          <a:xfrm>
            <a:off x="2662902" y="2731625"/>
            <a:ext cx="222337" cy="366721"/>
            <a:chOff x="2689440" y="2882162"/>
            <a:chExt cx="222337" cy="366721"/>
          </a:xfrm>
        </p:grpSpPr>
        <p:sp>
          <p:nvSpPr>
            <p:cNvPr id="11453" name="Google Shape;11453;p63"/>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3"/>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3"/>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3"/>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3"/>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3"/>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3"/>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3"/>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3"/>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62" name="Google Shape;11462;p63"/>
          <p:cNvSpPr/>
          <p:nvPr/>
        </p:nvSpPr>
        <p:spPr>
          <a:xfrm>
            <a:off x="2611449" y="2130365"/>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3" name="Google Shape;11463;p63"/>
          <p:cNvGrpSpPr/>
          <p:nvPr/>
        </p:nvGrpSpPr>
        <p:grpSpPr>
          <a:xfrm>
            <a:off x="2611449" y="1829604"/>
            <a:ext cx="359232" cy="322023"/>
            <a:chOff x="2637986" y="1980142"/>
            <a:chExt cx="359232" cy="322023"/>
          </a:xfrm>
        </p:grpSpPr>
        <p:sp>
          <p:nvSpPr>
            <p:cNvPr id="11464" name="Google Shape;11464;p63"/>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3"/>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63"/>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3"/>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3"/>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3"/>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3"/>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3"/>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3"/>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3"/>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3"/>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3"/>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3"/>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7" name="Google Shape;11477;p63"/>
          <p:cNvGrpSpPr/>
          <p:nvPr/>
        </p:nvGrpSpPr>
        <p:grpSpPr>
          <a:xfrm>
            <a:off x="1279994" y="3196435"/>
            <a:ext cx="323018" cy="359075"/>
            <a:chOff x="1306531" y="3346972"/>
            <a:chExt cx="323018" cy="359075"/>
          </a:xfrm>
        </p:grpSpPr>
        <p:sp>
          <p:nvSpPr>
            <p:cNvPr id="11478" name="Google Shape;11478;p63"/>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3"/>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3"/>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3"/>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3"/>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3"/>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3"/>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3"/>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3"/>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3"/>
          <p:cNvGrpSpPr/>
          <p:nvPr/>
        </p:nvGrpSpPr>
        <p:grpSpPr>
          <a:xfrm>
            <a:off x="1281486" y="2263437"/>
            <a:ext cx="360253" cy="357111"/>
            <a:chOff x="1308024" y="2413975"/>
            <a:chExt cx="360253" cy="357111"/>
          </a:xfrm>
        </p:grpSpPr>
        <p:sp>
          <p:nvSpPr>
            <p:cNvPr id="11488" name="Google Shape;11488;p63"/>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3"/>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3"/>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3"/>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3"/>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3"/>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3"/>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3"/>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3"/>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3"/>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3"/>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3"/>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3"/>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3"/>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3"/>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3"/>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3"/>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3"/>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3"/>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3"/>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3"/>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3"/>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3"/>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3"/>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3"/>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3"/>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3"/>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3"/>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3"/>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3"/>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8" name="Google Shape;11518;p63"/>
          <p:cNvGrpSpPr/>
          <p:nvPr/>
        </p:nvGrpSpPr>
        <p:grpSpPr>
          <a:xfrm>
            <a:off x="1271981" y="1819785"/>
            <a:ext cx="378452" cy="341321"/>
            <a:chOff x="1298519" y="1970322"/>
            <a:chExt cx="378452" cy="341321"/>
          </a:xfrm>
        </p:grpSpPr>
        <p:sp>
          <p:nvSpPr>
            <p:cNvPr id="11519" name="Google Shape;11519;p63"/>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3"/>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3"/>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3"/>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3"/>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3"/>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3"/>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3"/>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3"/>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3"/>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3"/>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3"/>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3"/>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3"/>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3"/>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3"/>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3"/>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3"/>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3"/>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3"/>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9" name="Google Shape;11539;p63"/>
          <p:cNvGrpSpPr/>
          <p:nvPr/>
        </p:nvGrpSpPr>
        <p:grpSpPr>
          <a:xfrm>
            <a:off x="3088278" y="3196330"/>
            <a:ext cx="283217" cy="359180"/>
            <a:chOff x="3114815" y="3346868"/>
            <a:chExt cx="283217" cy="359180"/>
          </a:xfrm>
        </p:grpSpPr>
        <p:sp>
          <p:nvSpPr>
            <p:cNvPr id="11540" name="Google Shape;11540;p63"/>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3"/>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3"/>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3"/>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3"/>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3"/>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3"/>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63"/>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3"/>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3"/>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3"/>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3"/>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3"/>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3" name="Google Shape;11553;p63"/>
          <p:cNvGrpSpPr/>
          <p:nvPr/>
        </p:nvGrpSpPr>
        <p:grpSpPr>
          <a:xfrm>
            <a:off x="3946648" y="3202693"/>
            <a:ext cx="378661" cy="346558"/>
            <a:chOff x="3973186" y="3353231"/>
            <a:chExt cx="378661" cy="346558"/>
          </a:xfrm>
        </p:grpSpPr>
        <p:sp>
          <p:nvSpPr>
            <p:cNvPr id="11554" name="Google Shape;11554;p63"/>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63"/>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3"/>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3"/>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3"/>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3"/>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3"/>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3"/>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3"/>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3"/>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3"/>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3"/>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3"/>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3"/>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3"/>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3"/>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3"/>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3"/>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63"/>
          <p:cNvGrpSpPr/>
          <p:nvPr/>
        </p:nvGrpSpPr>
        <p:grpSpPr>
          <a:xfrm>
            <a:off x="2126319" y="4112465"/>
            <a:ext cx="373241" cy="359127"/>
            <a:chOff x="2152857" y="4263002"/>
            <a:chExt cx="373241" cy="359127"/>
          </a:xfrm>
        </p:grpSpPr>
        <p:sp>
          <p:nvSpPr>
            <p:cNvPr id="11573" name="Google Shape;11573;p63"/>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3"/>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3"/>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3"/>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3"/>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3"/>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3"/>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3"/>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1" name="Google Shape;11581;p63"/>
          <p:cNvGrpSpPr/>
          <p:nvPr/>
        </p:nvGrpSpPr>
        <p:grpSpPr>
          <a:xfrm>
            <a:off x="833094" y="3196435"/>
            <a:ext cx="303537" cy="359127"/>
            <a:chOff x="859632" y="3346972"/>
            <a:chExt cx="303537" cy="359127"/>
          </a:xfrm>
        </p:grpSpPr>
        <p:sp>
          <p:nvSpPr>
            <p:cNvPr id="11582" name="Google Shape;11582;p63"/>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3"/>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3"/>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3"/>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3"/>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7" name="Google Shape;11587;p63"/>
          <p:cNvGrpSpPr/>
          <p:nvPr/>
        </p:nvGrpSpPr>
        <p:grpSpPr>
          <a:xfrm>
            <a:off x="1741373" y="2731704"/>
            <a:ext cx="265306" cy="366799"/>
            <a:chOff x="1767911" y="2882241"/>
            <a:chExt cx="265306" cy="366799"/>
          </a:xfrm>
        </p:grpSpPr>
        <p:sp>
          <p:nvSpPr>
            <p:cNvPr id="11588" name="Google Shape;11588;p63"/>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3"/>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3"/>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3"/>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3"/>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3"/>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3"/>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3"/>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3"/>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63"/>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3"/>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3"/>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3"/>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3" name="Google Shape;11603;p63"/>
          <p:cNvGrpSpPr/>
          <p:nvPr/>
        </p:nvGrpSpPr>
        <p:grpSpPr>
          <a:xfrm>
            <a:off x="1305472" y="1349397"/>
            <a:ext cx="331895" cy="359311"/>
            <a:chOff x="1332009" y="1499935"/>
            <a:chExt cx="331895" cy="359311"/>
          </a:xfrm>
        </p:grpSpPr>
        <p:sp>
          <p:nvSpPr>
            <p:cNvPr id="11604" name="Google Shape;11604;p63"/>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3"/>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3"/>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3"/>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3"/>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3"/>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3"/>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3"/>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3"/>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3"/>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3"/>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3"/>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3"/>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3"/>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3"/>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3"/>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3"/>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3"/>
          <p:cNvGrpSpPr/>
          <p:nvPr/>
        </p:nvGrpSpPr>
        <p:grpSpPr>
          <a:xfrm>
            <a:off x="2636927" y="3196278"/>
            <a:ext cx="289528" cy="359232"/>
            <a:chOff x="2663464" y="3346815"/>
            <a:chExt cx="289528" cy="359232"/>
          </a:xfrm>
        </p:grpSpPr>
        <p:sp>
          <p:nvSpPr>
            <p:cNvPr id="11622" name="Google Shape;11622;p63"/>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3"/>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3"/>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3"/>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3"/>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3"/>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3"/>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3"/>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3"/>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3"/>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3"/>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3" name="Google Shape;11633;p63"/>
          <p:cNvGrpSpPr/>
          <p:nvPr/>
        </p:nvGrpSpPr>
        <p:grpSpPr>
          <a:xfrm>
            <a:off x="1289237" y="2731389"/>
            <a:ext cx="269051" cy="366983"/>
            <a:chOff x="1315775" y="2881927"/>
            <a:chExt cx="269051" cy="366983"/>
          </a:xfrm>
        </p:grpSpPr>
        <p:sp>
          <p:nvSpPr>
            <p:cNvPr id="11634" name="Google Shape;11634;p63"/>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3"/>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3"/>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3"/>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3"/>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3"/>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3"/>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1" name="Google Shape;11641;p63"/>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3"/>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3"/>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3"/>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3"/>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3"/>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3"/>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3"/>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9" name="Google Shape;11649;p63"/>
          <p:cNvGrpSpPr/>
          <p:nvPr/>
        </p:nvGrpSpPr>
        <p:grpSpPr>
          <a:xfrm>
            <a:off x="3950890" y="1829604"/>
            <a:ext cx="359232" cy="322023"/>
            <a:chOff x="3977427" y="1980142"/>
            <a:chExt cx="359232" cy="322023"/>
          </a:xfrm>
        </p:grpSpPr>
        <p:sp>
          <p:nvSpPr>
            <p:cNvPr id="11650" name="Google Shape;11650;p63"/>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3"/>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3"/>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3"/>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3"/>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3"/>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3"/>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3"/>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3"/>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3"/>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0" name="Google Shape;11660;p63"/>
          <p:cNvGrpSpPr/>
          <p:nvPr/>
        </p:nvGrpSpPr>
        <p:grpSpPr>
          <a:xfrm>
            <a:off x="839091" y="2263071"/>
            <a:ext cx="361720" cy="359180"/>
            <a:chOff x="865628" y="2413608"/>
            <a:chExt cx="361720" cy="359180"/>
          </a:xfrm>
        </p:grpSpPr>
        <p:sp>
          <p:nvSpPr>
            <p:cNvPr id="11661" name="Google Shape;11661;p63"/>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3"/>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3"/>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3"/>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3"/>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3"/>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3"/>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3"/>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3"/>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3"/>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3"/>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3"/>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3"/>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3"/>
          <p:cNvGrpSpPr/>
          <p:nvPr/>
        </p:nvGrpSpPr>
        <p:grpSpPr>
          <a:xfrm>
            <a:off x="3090556" y="2731389"/>
            <a:ext cx="268815" cy="366983"/>
            <a:chOff x="3117093" y="2881927"/>
            <a:chExt cx="268815" cy="366983"/>
          </a:xfrm>
        </p:grpSpPr>
        <p:sp>
          <p:nvSpPr>
            <p:cNvPr id="11675" name="Google Shape;11675;p63"/>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3"/>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3"/>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3"/>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3"/>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3"/>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3"/>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3"/>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3"/>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3"/>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3"/>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3"/>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3"/>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3"/>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3"/>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0" name="Google Shape;11690;p63"/>
          <p:cNvGrpSpPr/>
          <p:nvPr/>
        </p:nvGrpSpPr>
        <p:grpSpPr>
          <a:xfrm>
            <a:off x="3507971" y="1357462"/>
            <a:ext cx="368502" cy="343521"/>
            <a:chOff x="3534508" y="1508000"/>
            <a:chExt cx="368502" cy="343521"/>
          </a:xfrm>
        </p:grpSpPr>
        <p:sp>
          <p:nvSpPr>
            <p:cNvPr id="11691" name="Google Shape;11691;p63"/>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3"/>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3"/>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3"/>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3"/>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3"/>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3"/>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3"/>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3"/>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3"/>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3"/>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3"/>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3"/>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3"/>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3"/>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6" name="Google Shape;11706;p63"/>
          <p:cNvGrpSpPr/>
          <p:nvPr/>
        </p:nvGrpSpPr>
        <p:grpSpPr>
          <a:xfrm>
            <a:off x="7131161" y="1349424"/>
            <a:ext cx="279054" cy="354754"/>
            <a:chOff x="7147436" y="1502999"/>
            <a:chExt cx="279054" cy="354754"/>
          </a:xfrm>
        </p:grpSpPr>
        <p:sp>
          <p:nvSpPr>
            <p:cNvPr id="11707" name="Google Shape;11707;p63"/>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3"/>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3"/>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3"/>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3"/>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3"/>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3"/>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3"/>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3"/>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3"/>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3"/>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3"/>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3"/>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3"/>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3"/>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3"/>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3" name="Google Shape;11723;p63"/>
          <p:cNvGrpSpPr/>
          <p:nvPr/>
        </p:nvGrpSpPr>
        <p:grpSpPr>
          <a:xfrm>
            <a:off x="7586806" y="1819497"/>
            <a:ext cx="276802" cy="354807"/>
            <a:chOff x="7603081" y="1973072"/>
            <a:chExt cx="276802" cy="354807"/>
          </a:xfrm>
        </p:grpSpPr>
        <p:sp>
          <p:nvSpPr>
            <p:cNvPr id="11724" name="Google Shape;11724;p63"/>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3"/>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3"/>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3"/>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3"/>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3"/>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3"/>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3"/>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3"/>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3"/>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3"/>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3"/>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3"/>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3"/>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8" name="Google Shape;11738;p63"/>
          <p:cNvGrpSpPr/>
          <p:nvPr/>
        </p:nvGrpSpPr>
        <p:grpSpPr>
          <a:xfrm>
            <a:off x="6680517" y="1349424"/>
            <a:ext cx="276802" cy="354754"/>
            <a:chOff x="6696792" y="1502999"/>
            <a:chExt cx="276802" cy="354754"/>
          </a:xfrm>
        </p:grpSpPr>
        <p:sp>
          <p:nvSpPr>
            <p:cNvPr id="11739" name="Google Shape;11739;p63"/>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3"/>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3"/>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3"/>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3"/>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3"/>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3"/>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3"/>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3"/>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3"/>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3"/>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3"/>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3"/>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3"/>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3"/>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4" name="Google Shape;11754;p63"/>
          <p:cNvSpPr/>
          <p:nvPr/>
        </p:nvSpPr>
        <p:spPr>
          <a:xfrm>
            <a:off x="6344511" y="1501824"/>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5" name="Google Shape;11755;p63"/>
          <p:cNvGrpSpPr/>
          <p:nvPr/>
        </p:nvGrpSpPr>
        <p:grpSpPr>
          <a:xfrm>
            <a:off x="6207118" y="1349424"/>
            <a:ext cx="320295" cy="354754"/>
            <a:chOff x="6223393" y="1502999"/>
            <a:chExt cx="320295" cy="354754"/>
          </a:xfrm>
        </p:grpSpPr>
        <p:sp>
          <p:nvSpPr>
            <p:cNvPr id="11756" name="Google Shape;11756;p63"/>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3"/>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3"/>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3"/>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3"/>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3"/>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3"/>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3"/>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63"/>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3"/>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3"/>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3"/>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3"/>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3"/>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3"/>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3"/>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3"/>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3"/>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3"/>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3"/>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3"/>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63"/>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3"/>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63"/>
          <p:cNvGrpSpPr/>
          <p:nvPr/>
        </p:nvGrpSpPr>
        <p:grpSpPr>
          <a:xfrm>
            <a:off x="5294336" y="1349397"/>
            <a:ext cx="339515" cy="354781"/>
            <a:chOff x="5310611" y="1502972"/>
            <a:chExt cx="339515" cy="354781"/>
          </a:xfrm>
        </p:grpSpPr>
        <p:sp>
          <p:nvSpPr>
            <p:cNvPr id="11780" name="Google Shape;11780;p63"/>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3"/>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3"/>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3"/>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3"/>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3"/>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3"/>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3"/>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3"/>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3"/>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3"/>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3"/>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3"/>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3"/>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3"/>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3"/>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6" name="Google Shape;11796;p63"/>
          <p:cNvGrpSpPr/>
          <p:nvPr/>
        </p:nvGrpSpPr>
        <p:grpSpPr>
          <a:xfrm>
            <a:off x="6237362" y="3636526"/>
            <a:ext cx="274550" cy="354833"/>
            <a:chOff x="6253637" y="3790101"/>
            <a:chExt cx="274550" cy="354833"/>
          </a:xfrm>
        </p:grpSpPr>
        <p:sp>
          <p:nvSpPr>
            <p:cNvPr id="11797" name="Google Shape;11797;p63"/>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3"/>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3"/>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3"/>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3"/>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63"/>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3"/>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3"/>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3"/>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3"/>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3"/>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3"/>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3"/>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3"/>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3"/>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3"/>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3"/>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14" name="Google Shape;11814;p63"/>
          <p:cNvGrpSpPr/>
          <p:nvPr/>
        </p:nvGrpSpPr>
        <p:grpSpPr>
          <a:xfrm>
            <a:off x="5786456" y="3636605"/>
            <a:ext cx="274576" cy="354754"/>
            <a:chOff x="5802731" y="3790180"/>
            <a:chExt cx="274576" cy="354754"/>
          </a:xfrm>
        </p:grpSpPr>
        <p:sp>
          <p:nvSpPr>
            <p:cNvPr id="11815" name="Google Shape;11815;p63"/>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3"/>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3"/>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3"/>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3"/>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3"/>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3"/>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3"/>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3"/>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3"/>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3"/>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3"/>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63"/>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3"/>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3"/>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3"/>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3"/>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3"/>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3"/>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3"/>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63"/>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6" name="Google Shape;11836;p63"/>
          <p:cNvGrpSpPr/>
          <p:nvPr/>
        </p:nvGrpSpPr>
        <p:grpSpPr>
          <a:xfrm>
            <a:off x="5335813" y="3636631"/>
            <a:ext cx="274550" cy="354728"/>
            <a:chOff x="5352088" y="3790206"/>
            <a:chExt cx="274550" cy="354728"/>
          </a:xfrm>
        </p:grpSpPr>
        <p:sp>
          <p:nvSpPr>
            <p:cNvPr id="11837" name="Google Shape;11837;p63"/>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3"/>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3"/>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3"/>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3"/>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3"/>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3"/>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3"/>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3"/>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3"/>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3"/>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3"/>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3"/>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3"/>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3"/>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3"/>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3"/>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3"/>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3"/>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3"/>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3"/>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3"/>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3"/>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3"/>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1" name="Google Shape;11861;p63"/>
          <p:cNvGrpSpPr/>
          <p:nvPr/>
        </p:nvGrpSpPr>
        <p:grpSpPr>
          <a:xfrm>
            <a:off x="4885431" y="3636500"/>
            <a:ext cx="274550" cy="354859"/>
            <a:chOff x="4901706" y="3790075"/>
            <a:chExt cx="274550" cy="354859"/>
          </a:xfrm>
        </p:grpSpPr>
        <p:sp>
          <p:nvSpPr>
            <p:cNvPr id="11862" name="Google Shape;11862;p63"/>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3"/>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3"/>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3"/>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3"/>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3"/>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3"/>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3"/>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3"/>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3"/>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3"/>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63"/>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3"/>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3"/>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3"/>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3"/>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3"/>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9" name="Google Shape;11879;p63"/>
          <p:cNvGrpSpPr/>
          <p:nvPr/>
        </p:nvGrpSpPr>
        <p:grpSpPr>
          <a:xfrm>
            <a:off x="8036429" y="1349633"/>
            <a:ext cx="275073" cy="354545"/>
            <a:chOff x="8052704" y="1503208"/>
            <a:chExt cx="275073" cy="354545"/>
          </a:xfrm>
        </p:grpSpPr>
        <p:sp>
          <p:nvSpPr>
            <p:cNvPr id="11880" name="Google Shape;11880;p63"/>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3"/>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3"/>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3"/>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3"/>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3"/>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3"/>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3"/>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3"/>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3"/>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3"/>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3"/>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3"/>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3"/>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3"/>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3"/>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3"/>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7" name="Google Shape;11897;p63"/>
          <p:cNvGrpSpPr/>
          <p:nvPr/>
        </p:nvGrpSpPr>
        <p:grpSpPr>
          <a:xfrm>
            <a:off x="5778470" y="1349424"/>
            <a:ext cx="274550" cy="354754"/>
            <a:chOff x="5794745" y="1502999"/>
            <a:chExt cx="274550" cy="354754"/>
          </a:xfrm>
        </p:grpSpPr>
        <p:sp>
          <p:nvSpPr>
            <p:cNvPr id="11898" name="Google Shape;11898;p63"/>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3"/>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63"/>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3"/>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3"/>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3"/>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3"/>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3"/>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3"/>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3"/>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3"/>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3"/>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3"/>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63"/>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3"/>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3"/>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3"/>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3"/>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3"/>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3"/>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3"/>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3"/>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3"/>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1" name="Google Shape;11921;p63"/>
          <p:cNvGrpSpPr/>
          <p:nvPr/>
        </p:nvGrpSpPr>
        <p:grpSpPr>
          <a:xfrm>
            <a:off x="4880665" y="1349424"/>
            <a:ext cx="263316" cy="354754"/>
            <a:chOff x="4896940" y="1502999"/>
            <a:chExt cx="263316" cy="354754"/>
          </a:xfrm>
        </p:grpSpPr>
        <p:sp>
          <p:nvSpPr>
            <p:cNvPr id="11922" name="Google Shape;11922;p63"/>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3"/>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3"/>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3"/>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3"/>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3"/>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3"/>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3"/>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63"/>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3"/>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3"/>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3"/>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63"/>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3"/>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3"/>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3"/>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3"/>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3"/>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3"/>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3"/>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3"/>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3"/>
          <p:cNvGrpSpPr/>
          <p:nvPr/>
        </p:nvGrpSpPr>
        <p:grpSpPr>
          <a:xfrm>
            <a:off x="6239117" y="4114507"/>
            <a:ext cx="274550" cy="354728"/>
            <a:chOff x="6255392" y="4268082"/>
            <a:chExt cx="274550" cy="354728"/>
          </a:xfrm>
        </p:grpSpPr>
        <p:sp>
          <p:nvSpPr>
            <p:cNvPr id="11944" name="Google Shape;11944;p63"/>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3"/>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3"/>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63"/>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63"/>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3"/>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3"/>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3"/>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3"/>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3"/>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3"/>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3"/>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3"/>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3"/>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3"/>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3"/>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3"/>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3"/>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63"/>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3"/>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63"/>
          <p:cNvGrpSpPr/>
          <p:nvPr/>
        </p:nvGrpSpPr>
        <p:grpSpPr>
          <a:xfrm>
            <a:off x="7587801" y="3636500"/>
            <a:ext cx="275807" cy="354859"/>
            <a:chOff x="7604076" y="3790075"/>
            <a:chExt cx="275807" cy="354859"/>
          </a:xfrm>
        </p:grpSpPr>
        <p:sp>
          <p:nvSpPr>
            <p:cNvPr id="11965" name="Google Shape;11965;p63"/>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3"/>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3"/>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3"/>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3"/>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63"/>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63"/>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3"/>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3"/>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3"/>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3"/>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3"/>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3"/>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3"/>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3"/>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3"/>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3"/>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3"/>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3"/>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3"/>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3"/>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3"/>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7" name="Google Shape;11987;p63"/>
          <p:cNvGrpSpPr/>
          <p:nvPr/>
        </p:nvGrpSpPr>
        <p:grpSpPr>
          <a:xfrm>
            <a:off x="7138152" y="3636631"/>
            <a:ext cx="274550" cy="354493"/>
            <a:chOff x="7154427" y="3790206"/>
            <a:chExt cx="274550" cy="354493"/>
          </a:xfrm>
        </p:grpSpPr>
        <p:sp>
          <p:nvSpPr>
            <p:cNvPr id="11988" name="Google Shape;11988;p63"/>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3"/>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3"/>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3"/>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3"/>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3"/>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3"/>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3"/>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3"/>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3"/>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3"/>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3"/>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3"/>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3"/>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3"/>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3"/>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3"/>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3"/>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3"/>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3"/>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63"/>
          <p:cNvGrpSpPr/>
          <p:nvPr/>
        </p:nvGrpSpPr>
        <p:grpSpPr>
          <a:xfrm>
            <a:off x="8038183" y="1819575"/>
            <a:ext cx="274576" cy="354728"/>
            <a:chOff x="8054458" y="1973150"/>
            <a:chExt cx="274576" cy="354728"/>
          </a:xfrm>
        </p:grpSpPr>
        <p:sp>
          <p:nvSpPr>
            <p:cNvPr id="12009" name="Google Shape;12009;p63"/>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3"/>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3"/>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3"/>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3"/>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3"/>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3"/>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3"/>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3"/>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3"/>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3"/>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3"/>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3"/>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3"/>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3"/>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3"/>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3"/>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63"/>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3"/>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3"/>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3"/>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3"/>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1" name="Google Shape;12031;p63"/>
          <p:cNvGrpSpPr/>
          <p:nvPr/>
        </p:nvGrpSpPr>
        <p:grpSpPr>
          <a:xfrm>
            <a:off x="7137655" y="1819575"/>
            <a:ext cx="274812" cy="354728"/>
            <a:chOff x="7153930" y="1973150"/>
            <a:chExt cx="274812" cy="354728"/>
          </a:xfrm>
        </p:grpSpPr>
        <p:sp>
          <p:nvSpPr>
            <p:cNvPr id="12032" name="Google Shape;12032;p63"/>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3"/>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3"/>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3"/>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3"/>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3"/>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3"/>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3"/>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3"/>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3"/>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3"/>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3"/>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3"/>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3"/>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3"/>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3"/>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3"/>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3"/>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3"/>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1" name="Google Shape;12051;p63"/>
          <p:cNvGrpSpPr/>
          <p:nvPr/>
        </p:nvGrpSpPr>
        <p:grpSpPr>
          <a:xfrm>
            <a:off x="6687247" y="1819523"/>
            <a:ext cx="274812" cy="354781"/>
            <a:chOff x="6703522" y="1973098"/>
            <a:chExt cx="274812" cy="354781"/>
          </a:xfrm>
        </p:grpSpPr>
        <p:sp>
          <p:nvSpPr>
            <p:cNvPr id="12052" name="Google Shape;12052;p63"/>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3"/>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3"/>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3"/>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3"/>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3"/>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3"/>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3"/>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3"/>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3"/>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3"/>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3"/>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63"/>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3"/>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3"/>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3"/>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3"/>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3"/>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3"/>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3"/>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3"/>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3"/>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3"/>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3"/>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3"/>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7" name="Google Shape;12077;p63"/>
          <p:cNvGrpSpPr/>
          <p:nvPr/>
        </p:nvGrpSpPr>
        <p:grpSpPr>
          <a:xfrm>
            <a:off x="6237100" y="1819575"/>
            <a:ext cx="274812" cy="354728"/>
            <a:chOff x="6253375" y="1973150"/>
            <a:chExt cx="274812" cy="354728"/>
          </a:xfrm>
        </p:grpSpPr>
        <p:sp>
          <p:nvSpPr>
            <p:cNvPr id="12078" name="Google Shape;12078;p63"/>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3"/>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3"/>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3"/>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3"/>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3"/>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3"/>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3"/>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3"/>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3"/>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3"/>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3"/>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3"/>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3"/>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3"/>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3"/>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3"/>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3"/>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3"/>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3"/>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3"/>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63"/>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3"/>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63"/>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3"/>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3"/>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3"/>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3"/>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3"/>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3"/>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3"/>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3"/>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3"/>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3"/>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3"/>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3"/>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3"/>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3"/>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6" name="Google Shape;12116;p63"/>
          <p:cNvGrpSpPr/>
          <p:nvPr/>
        </p:nvGrpSpPr>
        <p:grpSpPr>
          <a:xfrm>
            <a:off x="5786221" y="1819575"/>
            <a:ext cx="275309" cy="354728"/>
            <a:chOff x="5802496" y="1973150"/>
            <a:chExt cx="275309" cy="354728"/>
          </a:xfrm>
        </p:grpSpPr>
        <p:sp>
          <p:nvSpPr>
            <p:cNvPr id="12117" name="Google Shape;12117;p63"/>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3"/>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3"/>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3"/>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3"/>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3"/>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3"/>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3"/>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3"/>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3"/>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63"/>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63"/>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3"/>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3"/>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3"/>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3"/>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3"/>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3"/>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3"/>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3"/>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3"/>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3"/>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3"/>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3"/>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3"/>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3"/>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3" name="Google Shape;12143;p63"/>
          <p:cNvGrpSpPr/>
          <p:nvPr/>
        </p:nvGrpSpPr>
        <p:grpSpPr>
          <a:xfrm>
            <a:off x="5336808" y="1819575"/>
            <a:ext cx="274576" cy="354728"/>
            <a:chOff x="5353083" y="1973150"/>
            <a:chExt cx="274576" cy="354728"/>
          </a:xfrm>
        </p:grpSpPr>
        <p:sp>
          <p:nvSpPr>
            <p:cNvPr id="12144" name="Google Shape;12144;p63"/>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63"/>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3"/>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3"/>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3"/>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3"/>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3"/>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3"/>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3"/>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3"/>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3"/>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3"/>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3"/>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3"/>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3"/>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3"/>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3"/>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3"/>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3"/>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3"/>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3"/>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5" name="Google Shape;12165;p63"/>
          <p:cNvGrpSpPr/>
          <p:nvPr/>
        </p:nvGrpSpPr>
        <p:grpSpPr>
          <a:xfrm>
            <a:off x="4886426" y="1819575"/>
            <a:ext cx="274812" cy="354728"/>
            <a:chOff x="4902701" y="1973150"/>
            <a:chExt cx="274812" cy="354728"/>
          </a:xfrm>
        </p:grpSpPr>
        <p:sp>
          <p:nvSpPr>
            <p:cNvPr id="12166" name="Google Shape;12166;p63"/>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3"/>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3"/>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3"/>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3"/>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3"/>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3"/>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3"/>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3"/>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3"/>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3"/>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3"/>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3"/>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3"/>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0" name="Google Shape;12180;p63"/>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3"/>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3"/>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3"/>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3"/>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3"/>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3"/>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3"/>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3"/>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3"/>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3"/>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1" name="Google Shape;12191;p63"/>
          <p:cNvGrpSpPr/>
          <p:nvPr/>
        </p:nvGrpSpPr>
        <p:grpSpPr>
          <a:xfrm>
            <a:off x="4886426" y="2726414"/>
            <a:ext cx="272560" cy="354676"/>
            <a:chOff x="4902701" y="2879989"/>
            <a:chExt cx="272560" cy="354676"/>
          </a:xfrm>
        </p:grpSpPr>
        <p:sp>
          <p:nvSpPr>
            <p:cNvPr id="12192" name="Google Shape;12192;p63"/>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3"/>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3"/>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3"/>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3"/>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3"/>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3"/>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3"/>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3"/>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3"/>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3"/>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3"/>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3"/>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3"/>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3"/>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3"/>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3"/>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3"/>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3"/>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3"/>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3"/>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3"/>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3"/>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3"/>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3"/>
          <p:cNvGrpSpPr/>
          <p:nvPr/>
        </p:nvGrpSpPr>
        <p:grpSpPr>
          <a:xfrm>
            <a:off x="5787713" y="4114507"/>
            <a:ext cx="274550" cy="354728"/>
            <a:chOff x="5803988" y="4268082"/>
            <a:chExt cx="274550" cy="354728"/>
          </a:xfrm>
        </p:grpSpPr>
        <p:sp>
          <p:nvSpPr>
            <p:cNvPr id="12217" name="Google Shape;12217;p63"/>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3"/>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3"/>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3"/>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3"/>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3"/>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3"/>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3"/>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3"/>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3"/>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3"/>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3"/>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3"/>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3"/>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3"/>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3"/>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3"/>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3"/>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3"/>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3"/>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3"/>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3"/>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9" name="Google Shape;12239;p63"/>
          <p:cNvGrpSpPr/>
          <p:nvPr/>
        </p:nvGrpSpPr>
        <p:grpSpPr>
          <a:xfrm>
            <a:off x="5336074" y="4114507"/>
            <a:ext cx="274550" cy="354728"/>
            <a:chOff x="5352349" y="4268082"/>
            <a:chExt cx="274550" cy="354728"/>
          </a:xfrm>
        </p:grpSpPr>
        <p:sp>
          <p:nvSpPr>
            <p:cNvPr id="12240" name="Google Shape;12240;p63"/>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3"/>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3"/>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3"/>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3"/>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3"/>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3"/>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3"/>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3"/>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3"/>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3"/>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3"/>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3"/>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3"/>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3"/>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3"/>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3"/>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3"/>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3"/>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3"/>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3"/>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3"/>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2" name="Google Shape;12262;p63"/>
          <p:cNvGrpSpPr/>
          <p:nvPr/>
        </p:nvGrpSpPr>
        <p:grpSpPr>
          <a:xfrm>
            <a:off x="7590551" y="2265715"/>
            <a:ext cx="274550" cy="354728"/>
            <a:chOff x="7606826" y="2419290"/>
            <a:chExt cx="274550" cy="354728"/>
          </a:xfrm>
        </p:grpSpPr>
        <p:sp>
          <p:nvSpPr>
            <p:cNvPr id="12263" name="Google Shape;12263;p63"/>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3"/>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3"/>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3"/>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3"/>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3"/>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3"/>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3"/>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3"/>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3"/>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3"/>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3"/>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3"/>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3"/>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3"/>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8" name="Google Shape;12278;p63"/>
          <p:cNvGrpSpPr/>
          <p:nvPr/>
        </p:nvGrpSpPr>
        <p:grpSpPr>
          <a:xfrm>
            <a:off x="7139907" y="2265715"/>
            <a:ext cx="274550" cy="354728"/>
            <a:chOff x="7156182" y="2419290"/>
            <a:chExt cx="274550" cy="354728"/>
          </a:xfrm>
        </p:grpSpPr>
        <p:sp>
          <p:nvSpPr>
            <p:cNvPr id="12279" name="Google Shape;12279;p63"/>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3"/>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3"/>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3"/>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3"/>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63"/>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3"/>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3"/>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3"/>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3"/>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3"/>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3"/>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3"/>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3"/>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3"/>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4" name="Google Shape;12294;p63"/>
          <p:cNvGrpSpPr/>
          <p:nvPr/>
        </p:nvGrpSpPr>
        <p:grpSpPr>
          <a:xfrm>
            <a:off x="6689001" y="2265715"/>
            <a:ext cx="274812" cy="354728"/>
            <a:chOff x="6705276" y="2419290"/>
            <a:chExt cx="274812" cy="354728"/>
          </a:xfrm>
        </p:grpSpPr>
        <p:sp>
          <p:nvSpPr>
            <p:cNvPr id="12295" name="Google Shape;12295;p63"/>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3"/>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3"/>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3"/>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3"/>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3"/>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3"/>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3"/>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3"/>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3"/>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3"/>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3"/>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3"/>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3"/>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3"/>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3"/>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1" name="Google Shape;12311;p63"/>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3"/>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3"/>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3"/>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3"/>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3"/>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3"/>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3"/>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3"/>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3"/>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3"/>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3"/>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3" name="Google Shape;12323;p63"/>
          <p:cNvGrpSpPr/>
          <p:nvPr/>
        </p:nvGrpSpPr>
        <p:grpSpPr>
          <a:xfrm>
            <a:off x="4886661" y="2265715"/>
            <a:ext cx="274576" cy="354728"/>
            <a:chOff x="4902936" y="2419290"/>
            <a:chExt cx="274576" cy="354728"/>
          </a:xfrm>
        </p:grpSpPr>
        <p:sp>
          <p:nvSpPr>
            <p:cNvPr id="12324" name="Google Shape;12324;p63"/>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3"/>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3"/>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3"/>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3"/>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3"/>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3"/>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3"/>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3"/>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3"/>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3"/>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3"/>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3"/>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3"/>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3"/>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63"/>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3"/>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3"/>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3"/>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3"/>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63"/>
          <p:cNvGrpSpPr/>
          <p:nvPr/>
        </p:nvGrpSpPr>
        <p:grpSpPr>
          <a:xfrm>
            <a:off x="7591781" y="3192219"/>
            <a:ext cx="270334" cy="354754"/>
            <a:chOff x="7608056" y="3345794"/>
            <a:chExt cx="270334" cy="354754"/>
          </a:xfrm>
        </p:grpSpPr>
        <p:sp>
          <p:nvSpPr>
            <p:cNvPr id="12345" name="Google Shape;12345;p63"/>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3"/>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3"/>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3"/>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3"/>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3"/>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3"/>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3"/>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3"/>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3"/>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3"/>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3"/>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3"/>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3"/>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3"/>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3"/>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3"/>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3"/>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3"/>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4" name="Google Shape;12364;p63"/>
          <p:cNvGrpSpPr/>
          <p:nvPr/>
        </p:nvGrpSpPr>
        <p:grpSpPr>
          <a:xfrm>
            <a:off x="6696490" y="4114507"/>
            <a:ext cx="263316" cy="354728"/>
            <a:chOff x="6712765" y="4268082"/>
            <a:chExt cx="263316" cy="354728"/>
          </a:xfrm>
        </p:grpSpPr>
        <p:sp>
          <p:nvSpPr>
            <p:cNvPr id="12365" name="Google Shape;12365;p63"/>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3"/>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3"/>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3"/>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3"/>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3"/>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3"/>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3"/>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3"/>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3"/>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3"/>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3"/>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3"/>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3"/>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3"/>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3"/>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3"/>
          <p:cNvGrpSpPr/>
          <p:nvPr/>
        </p:nvGrpSpPr>
        <p:grpSpPr>
          <a:xfrm>
            <a:off x="5343066" y="2265584"/>
            <a:ext cx="262819" cy="354859"/>
            <a:chOff x="5359341" y="2419159"/>
            <a:chExt cx="262819" cy="354859"/>
          </a:xfrm>
        </p:grpSpPr>
        <p:sp>
          <p:nvSpPr>
            <p:cNvPr id="12382" name="Google Shape;12382;p63"/>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3"/>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3"/>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3"/>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3"/>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3"/>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3"/>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3"/>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3"/>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3"/>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3"/>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3"/>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3"/>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5" name="Google Shape;12395;p63"/>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3"/>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3"/>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3"/>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3"/>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3"/>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3"/>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3"/>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3" name="Google Shape;12403;p63"/>
          <p:cNvGrpSpPr/>
          <p:nvPr/>
        </p:nvGrpSpPr>
        <p:grpSpPr>
          <a:xfrm>
            <a:off x="6693007" y="3636631"/>
            <a:ext cx="263316" cy="354493"/>
            <a:chOff x="6709282" y="3790206"/>
            <a:chExt cx="263316" cy="354493"/>
          </a:xfrm>
        </p:grpSpPr>
        <p:sp>
          <p:nvSpPr>
            <p:cNvPr id="12404" name="Google Shape;12404;p63"/>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3"/>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3"/>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3"/>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3"/>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3"/>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3"/>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3"/>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3"/>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3"/>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3"/>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3"/>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3"/>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3"/>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3"/>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3"/>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0" name="Google Shape;12420;p63"/>
          <p:cNvGrpSpPr/>
          <p:nvPr/>
        </p:nvGrpSpPr>
        <p:grpSpPr>
          <a:xfrm>
            <a:off x="6244354" y="2265715"/>
            <a:ext cx="263055" cy="354493"/>
            <a:chOff x="6260629" y="2419290"/>
            <a:chExt cx="263055" cy="354493"/>
          </a:xfrm>
        </p:grpSpPr>
        <p:sp>
          <p:nvSpPr>
            <p:cNvPr id="12421" name="Google Shape;12421;p63"/>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3"/>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3"/>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63"/>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3"/>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3"/>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3"/>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3"/>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3"/>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3"/>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3"/>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3"/>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3"/>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3"/>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3"/>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3"/>
          <p:cNvGrpSpPr/>
          <p:nvPr/>
        </p:nvGrpSpPr>
        <p:grpSpPr>
          <a:xfrm>
            <a:off x="6244589" y="2726336"/>
            <a:ext cx="263343" cy="354754"/>
            <a:chOff x="6260864" y="2879911"/>
            <a:chExt cx="263343" cy="354754"/>
          </a:xfrm>
        </p:grpSpPr>
        <p:sp>
          <p:nvSpPr>
            <p:cNvPr id="12437" name="Google Shape;12437;p63"/>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3"/>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3"/>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63"/>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63"/>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3"/>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3"/>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3"/>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3"/>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3"/>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3"/>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3"/>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3"/>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3"/>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3"/>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3"/>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3"/>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3"/>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5" name="Google Shape;12455;p63"/>
          <p:cNvGrpSpPr/>
          <p:nvPr/>
        </p:nvGrpSpPr>
        <p:grpSpPr>
          <a:xfrm>
            <a:off x="8046693" y="2265715"/>
            <a:ext cx="263316" cy="354728"/>
            <a:chOff x="8062968" y="2419290"/>
            <a:chExt cx="263316" cy="354728"/>
          </a:xfrm>
        </p:grpSpPr>
        <p:sp>
          <p:nvSpPr>
            <p:cNvPr id="12456" name="Google Shape;12456;p63"/>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3"/>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3"/>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3"/>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3"/>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3"/>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3"/>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3"/>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3"/>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3"/>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3"/>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63"/>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63"/>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3"/>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3"/>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63"/>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63"/>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3" name="Google Shape;12473;p63"/>
          <p:cNvGrpSpPr/>
          <p:nvPr/>
        </p:nvGrpSpPr>
        <p:grpSpPr>
          <a:xfrm>
            <a:off x="5793448" y="2265715"/>
            <a:ext cx="263316" cy="354728"/>
            <a:chOff x="5809723" y="2419290"/>
            <a:chExt cx="263316" cy="354728"/>
          </a:xfrm>
        </p:grpSpPr>
        <p:sp>
          <p:nvSpPr>
            <p:cNvPr id="12474" name="Google Shape;12474;p63"/>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3"/>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63"/>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63"/>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3"/>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3"/>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3"/>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3"/>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3"/>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3"/>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3"/>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3"/>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63"/>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3"/>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3"/>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3"/>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63"/>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1" name="Google Shape;12491;p63"/>
          <p:cNvGrpSpPr/>
          <p:nvPr/>
        </p:nvGrpSpPr>
        <p:grpSpPr>
          <a:xfrm>
            <a:off x="7590551" y="1349424"/>
            <a:ext cx="263552" cy="354754"/>
            <a:chOff x="7606826" y="1502999"/>
            <a:chExt cx="263552" cy="354754"/>
          </a:xfrm>
        </p:grpSpPr>
        <p:sp>
          <p:nvSpPr>
            <p:cNvPr id="12492" name="Google Shape;12492;p63"/>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3"/>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63"/>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63"/>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3"/>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3"/>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3"/>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3"/>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3"/>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3"/>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3"/>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3"/>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3"/>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3"/>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3"/>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63"/>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3"/>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3"/>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3"/>
          <p:cNvGrpSpPr/>
          <p:nvPr/>
        </p:nvGrpSpPr>
        <p:grpSpPr>
          <a:xfrm>
            <a:off x="8044180" y="3636500"/>
            <a:ext cx="264076" cy="354623"/>
            <a:chOff x="8060455" y="3790075"/>
            <a:chExt cx="264076" cy="354623"/>
          </a:xfrm>
        </p:grpSpPr>
        <p:sp>
          <p:nvSpPr>
            <p:cNvPr id="12511" name="Google Shape;12511;p63"/>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3"/>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63"/>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3"/>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3"/>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3"/>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63"/>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3"/>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63"/>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3"/>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3"/>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3"/>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63"/>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3"/>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3"/>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3"/>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3"/>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3"/>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3"/>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3"/>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63"/>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63"/>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3"/>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4" name="Google Shape;12534;p63"/>
          <p:cNvGrpSpPr/>
          <p:nvPr/>
        </p:nvGrpSpPr>
        <p:grpSpPr>
          <a:xfrm>
            <a:off x="7598275" y="2726336"/>
            <a:ext cx="263316" cy="354754"/>
            <a:chOff x="7614550" y="2879911"/>
            <a:chExt cx="263316" cy="354754"/>
          </a:xfrm>
        </p:grpSpPr>
        <p:sp>
          <p:nvSpPr>
            <p:cNvPr id="12535" name="Google Shape;12535;p63"/>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3"/>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3"/>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63"/>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63"/>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3"/>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3"/>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3"/>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3"/>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3"/>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3"/>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3"/>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3"/>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3"/>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3"/>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3"/>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3"/>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3"/>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3"/>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4" name="Google Shape;12554;p63"/>
          <p:cNvGrpSpPr/>
          <p:nvPr/>
        </p:nvGrpSpPr>
        <p:grpSpPr>
          <a:xfrm>
            <a:off x="4884409" y="4114612"/>
            <a:ext cx="274576" cy="354623"/>
            <a:chOff x="4900684" y="4268187"/>
            <a:chExt cx="274576" cy="354623"/>
          </a:xfrm>
        </p:grpSpPr>
        <p:sp>
          <p:nvSpPr>
            <p:cNvPr id="12555" name="Google Shape;12555;p63"/>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3"/>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3"/>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3"/>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3"/>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3"/>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3"/>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3"/>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3"/>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63"/>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3"/>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3"/>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3"/>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3"/>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3"/>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0" name="Google Shape;12570;p63"/>
          <p:cNvGrpSpPr/>
          <p:nvPr/>
        </p:nvGrpSpPr>
        <p:grpSpPr>
          <a:xfrm>
            <a:off x="7145379" y="3192219"/>
            <a:ext cx="263343" cy="354754"/>
            <a:chOff x="7161654" y="3345794"/>
            <a:chExt cx="263343" cy="354754"/>
          </a:xfrm>
        </p:grpSpPr>
        <p:sp>
          <p:nvSpPr>
            <p:cNvPr id="12571" name="Google Shape;12571;p63"/>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63"/>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3"/>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3"/>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3"/>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63"/>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3"/>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3"/>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3"/>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63"/>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63"/>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3"/>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3"/>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3"/>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3"/>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3"/>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63"/>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63"/>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3"/>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0" name="Google Shape;12590;p63"/>
          <p:cNvGrpSpPr/>
          <p:nvPr/>
        </p:nvGrpSpPr>
        <p:grpSpPr>
          <a:xfrm>
            <a:off x="6695495" y="3192219"/>
            <a:ext cx="263081" cy="354754"/>
            <a:chOff x="6711770" y="3345794"/>
            <a:chExt cx="263081" cy="354754"/>
          </a:xfrm>
        </p:grpSpPr>
        <p:sp>
          <p:nvSpPr>
            <p:cNvPr id="12591" name="Google Shape;12591;p63"/>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63"/>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63"/>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3"/>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3"/>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3"/>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3"/>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3"/>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3"/>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3"/>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3"/>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3"/>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3"/>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63"/>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3"/>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3"/>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3"/>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63"/>
          <p:cNvGrpSpPr/>
          <p:nvPr/>
        </p:nvGrpSpPr>
        <p:grpSpPr>
          <a:xfrm>
            <a:off x="7147134" y="2726676"/>
            <a:ext cx="263316" cy="354414"/>
            <a:chOff x="7163409" y="2880251"/>
            <a:chExt cx="263316" cy="354414"/>
          </a:xfrm>
        </p:grpSpPr>
        <p:sp>
          <p:nvSpPr>
            <p:cNvPr id="12609" name="Google Shape;12609;p63"/>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3"/>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3"/>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3"/>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3"/>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3"/>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3"/>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3"/>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3"/>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3"/>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3"/>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3"/>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1" name="Google Shape;12621;p63"/>
          <p:cNvGrpSpPr/>
          <p:nvPr/>
        </p:nvGrpSpPr>
        <p:grpSpPr>
          <a:xfrm>
            <a:off x="6695757" y="2726597"/>
            <a:ext cx="263316" cy="354493"/>
            <a:chOff x="6712032" y="2880172"/>
            <a:chExt cx="263316" cy="354493"/>
          </a:xfrm>
        </p:grpSpPr>
        <p:sp>
          <p:nvSpPr>
            <p:cNvPr id="12622" name="Google Shape;12622;p63"/>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63"/>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4" name="Google Shape;12624;p63"/>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3"/>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3"/>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3"/>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3"/>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3"/>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63"/>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63"/>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3"/>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3"/>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3"/>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3"/>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63"/>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63"/>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3"/>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3"/>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3"/>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3"/>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3"/>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3"/>
          <p:cNvGrpSpPr/>
          <p:nvPr/>
        </p:nvGrpSpPr>
        <p:grpSpPr>
          <a:xfrm>
            <a:off x="6245349" y="3192219"/>
            <a:ext cx="263316" cy="354754"/>
            <a:chOff x="6261624" y="3345794"/>
            <a:chExt cx="263316" cy="354754"/>
          </a:xfrm>
        </p:grpSpPr>
        <p:sp>
          <p:nvSpPr>
            <p:cNvPr id="12644" name="Google Shape;12644;p63"/>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63"/>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63"/>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3"/>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63"/>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63"/>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3"/>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3"/>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3"/>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3"/>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3"/>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3"/>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3"/>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3"/>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3"/>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3"/>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3"/>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3"/>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3"/>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3"/>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3"/>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63"/>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63"/>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63"/>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3"/>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3"/>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3"/>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3"/>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72" name="Google Shape;12672;p63"/>
          <p:cNvSpPr/>
          <p:nvPr/>
        </p:nvSpPr>
        <p:spPr>
          <a:xfrm>
            <a:off x="5864147" y="3209475"/>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73" name="Google Shape;12673;p63"/>
          <p:cNvGrpSpPr/>
          <p:nvPr/>
        </p:nvGrpSpPr>
        <p:grpSpPr>
          <a:xfrm>
            <a:off x="5795464" y="3192219"/>
            <a:ext cx="263316" cy="354754"/>
            <a:chOff x="5811739" y="3345794"/>
            <a:chExt cx="263316" cy="354754"/>
          </a:xfrm>
        </p:grpSpPr>
        <p:sp>
          <p:nvSpPr>
            <p:cNvPr id="12674" name="Google Shape;12674;p63"/>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3"/>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63"/>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63"/>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3"/>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3"/>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63"/>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63"/>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3"/>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3"/>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63"/>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63"/>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3"/>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3"/>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63"/>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63"/>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3"/>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3"/>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3"/>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3"/>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3"/>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5" name="Google Shape;12695;p63"/>
          <p:cNvGrpSpPr/>
          <p:nvPr/>
        </p:nvGrpSpPr>
        <p:grpSpPr>
          <a:xfrm>
            <a:off x="5347543" y="3192219"/>
            <a:ext cx="259074" cy="354493"/>
            <a:chOff x="5363818" y="3345794"/>
            <a:chExt cx="259074" cy="354493"/>
          </a:xfrm>
        </p:grpSpPr>
        <p:sp>
          <p:nvSpPr>
            <p:cNvPr id="12696" name="Google Shape;12696;p63"/>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3"/>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63"/>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63"/>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3"/>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63"/>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63"/>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3"/>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3"/>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3"/>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63"/>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63"/>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3"/>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3"/>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63"/>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63"/>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3"/>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3"/>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3"/>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3"/>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3"/>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3"/>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3"/>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3"/>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3"/>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1" name="Google Shape;12721;p63"/>
          <p:cNvGrpSpPr/>
          <p:nvPr/>
        </p:nvGrpSpPr>
        <p:grpSpPr>
          <a:xfrm>
            <a:off x="4896664" y="3192088"/>
            <a:ext cx="261326" cy="354885"/>
            <a:chOff x="4912939" y="3345663"/>
            <a:chExt cx="261326" cy="354885"/>
          </a:xfrm>
        </p:grpSpPr>
        <p:sp>
          <p:nvSpPr>
            <p:cNvPr id="12722" name="Google Shape;12722;p63"/>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63"/>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63"/>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63"/>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63"/>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63"/>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63"/>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3"/>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3"/>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3"/>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63"/>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63"/>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3"/>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3"/>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3"/>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63"/>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63"/>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3"/>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3"/>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63"/>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63"/>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3" name="Google Shape;12743;p63"/>
          <p:cNvGrpSpPr/>
          <p:nvPr/>
        </p:nvGrpSpPr>
        <p:grpSpPr>
          <a:xfrm>
            <a:off x="5793448" y="2726336"/>
            <a:ext cx="263081" cy="355016"/>
            <a:chOff x="5809723" y="2879911"/>
            <a:chExt cx="263081" cy="355016"/>
          </a:xfrm>
        </p:grpSpPr>
        <p:sp>
          <p:nvSpPr>
            <p:cNvPr id="12744" name="Google Shape;12744;p63"/>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63"/>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63"/>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3"/>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63"/>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63"/>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3"/>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3"/>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63"/>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63"/>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3"/>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3"/>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63"/>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63"/>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3"/>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3"/>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3"/>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3"/>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3"/>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63"/>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63"/>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3"/>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6" name="Google Shape;12766;p63"/>
          <p:cNvGrpSpPr/>
          <p:nvPr/>
        </p:nvGrpSpPr>
        <p:grpSpPr>
          <a:xfrm>
            <a:off x="7599794" y="4114481"/>
            <a:ext cx="263316" cy="354754"/>
            <a:chOff x="7616069" y="4268056"/>
            <a:chExt cx="263316" cy="354754"/>
          </a:xfrm>
        </p:grpSpPr>
        <p:sp>
          <p:nvSpPr>
            <p:cNvPr id="12767" name="Google Shape;12767;p63"/>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3"/>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3"/>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63"/>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63"/>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3"/>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3"/>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3"/>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3"/>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3"/>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3"/>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3"/>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3"/>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3"/>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3"/>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63"/>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63"/>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3"/>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3"/>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3"/>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3"/>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8" name="Google Shape;12788;p63"/>
          <p:cNvGrpSpPr/>
          <p:nvPr/>
        </p:nvGrpSpPr>
        <p:grpSpPr>
          <a:xfrm>
            <a:off x="7148129" y="4114743"/>
            <a:ext cx="263316" cy="354493"/>
            <a:chOff x="7164404" y="4268318"/>
            <a:chExt cx="263316" cy="354493"/>
          </a:xfrm>
        </p:grpSpPr>
        <p:sp>
          <p:nvSpPr>
            <p:cNvPr id="12789" name="Google Shape;12789;p63"/>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63"/>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3"/>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3"/>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3"/>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63"/>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63"/>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3"/>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3"/>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3"/>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3"/>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3"/>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3"/>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3"/>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3"/>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3"/>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5" name="Google Shape;12805;p63"/>
          <p:cNvGrpSpPr/>
          <p:nvPr/>
        </p:nvGrpSpPr>
        <p:grpSpPr>
          <a:xfrm>
            <a:off x="5342071" y="2726336"/>
            <a:ext cx="263316" cy="354754"/>
            <a:chOff x="5358346" y="2879911"/>
            <a:chExt cx="263316" cy="354754"/>
          </a:xfrm>
        </p:grpSpPr>
        <p:sp>
          <p:nvSpPr>
            <p:cNvPr id="12806" name="Google Shape;12806;p63"/>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3"/>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3"/>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63"/>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63"/>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3"/>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3"/>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3"/>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3"/>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3"/>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3"/>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3"/>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3"/>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3"/>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63"/>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63"/>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3"/>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3"/>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3"/>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3"/>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3"/>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7" name="Google Shape;12827;p63"/>
          <p:cNvGrpSpPr/>
          <p:nvPr/>
        </p:nvGrpSpPr>
        <p:grpSpPr>
          <a:xfrm>
            <a:off x="8045175" y="3192167"/>
            <a:ext cx="263316" cy="354807"/>
            <a:chOff x="8061450" y="3345742"/>
            <a:chExt cx="263316" cy="354807"/>
          </a:xfrm>
        </p:grpSpPr>
        <p:sp>
          <p:nvSpPr>
            <p:cNvPr id="12828" name="Google Shape;12828;p63"/>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3"/>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3"/>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63"/>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63"/>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3"/>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3"/>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63"/>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63"/>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3"/>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63"/>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63"/>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3"/>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3"/>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63"/>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63"/>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4" name="Google Shape;12844;p63"/>
          <p:cNvGrpSpPr/>
          <p:nvPr/>
        </p:nvGrpSpPr>
        <p:grpSpPr>
          <a:xfrm>
            <a:off x="8049678" y="2726336"/>
            <a:ext cx="263081" cy="354754"/>
            <a:chOff x="8065953" y="2879911"/>
            <a:chExt cx="263081" cy="354754"/>
          </a:xfrm>
        </p:grpSpPr>
        <p:sp>
          <p:nvSpPr>
            <p:cNvPr id="12845" name="Google Shape;12845;p63"/>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3"/>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3"/>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63"/>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63"/>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3"/>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63"/>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63"/>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3"/>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63"/>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63"/>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3"/>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3"/>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3"/>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3"/>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63"/>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1" name="Google Shape;12861;p63"/>
          <p:cNvGrpSpPr/>
          <p:nvPr/>
        </p:nvGrpSpPr>
        <p:grpSpPr>
          <a:xfrm>
            <a:off x="8047924" y="4114743"/>
            <a:ext cx="270308" cy="354493"/>
            <a:chOff x="8064199" y="4268318"/>
            <a:chExt cx="270308" cy="354493"/>
          </a:xfrm>
        </p:grpSpPr>
        <p:sp>
          <p:nvSpPr>
            <p:cNvPr id="12862" name="Google Shape;12862;p63"/>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63"/>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63"/>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3"/>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63"/>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63"/>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63"/>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3"/>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3"/>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63"/>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63"/>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3"/>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3"/>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3"/>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63"/>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63"/>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3"/>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0" name="Google Shape;12880;p63"/>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Help &amp; Support Icons</a:t>
            </a:r>
            <a:endParaRPr sz="2400">
              <a:solidFill>
                <a:schemeClr val="lt1"/>
              </a:solidFill>
            </a:endParaRPr>
          </a:p>
        </p:txBody>
      </p:sp>
      <p:sp>
        <p:nvSpPr>
          <p:cNvPr id="12881" name="Google Shape;12881;p63"/>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885"/>
        <p:cNvGrpSpPr/>
        <p:nvPr/>
      </p:nvGrpSpPr>
      <p:grpSpPr>
        <a:xfrm>
          <a:off x="0" y="0"/>
          <a:ext cx="0" cy="0"/>
          <a:chOff x="0" y="0"/>
          <a:chExt cx="0" cy="0"/>
        </a:xfrm>
      </p:grpSpPr>
      <p:grpSp>
        <p:nvGrpSpPr>
          <p:cNvPr id="12886" name="Google Shape;12886;p64"/>
          <p:cNvGrpSpPr/>
          <p:nvPr/>
        </p:nvGrpSpPr>
        <p:grpSpPr>
          <a:xfrm>
            <a:off x="3507933" y="3164345"/>
            <a:ext cx="381482" cy="366926"/>
            <a:chOff x="3511608" y="3348218"/>
            <a:chExt cx="381482" cy="366926"/>
          </a:xfrm>
        </p:grpSpPr>
        <p:sp>
          <p:nvSpPr>
            <p:cNvPr id="12887" name="Google Shape;12887;p64"/>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4"/>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4"/>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4"/>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1" name="Google Shape;12891;p64"/>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64"/>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4"/>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4"/>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4"/>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4"/>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4"/>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4"/>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4"/>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4"/>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1" name="Google Shape;12901;p64"/>
          <p:cNvGrpSpPr/>
          <p:nvPr/>
        </p:nvGrpSpPr>
        <p:grpSpPr>
          <a:xfrm>
            <a:off x="1846141" y="3623467"/>
            <a:ext cx="163616" cy="366665"/>
            <a:chOff x="1849816" y="3807339"/>
            <a:chExt cx="163616" cy="366665"/>
          </a:xfrm>
        </p:grpSpPr>
        <p:sp>
          <p:nvSpPr>
            <p:cNvPr id="12902" name="Google Shape;12902;p64"/>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64"/>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64"/>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4"/>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4"/>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4"/>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4"/>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4"/>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4"/>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4"/>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4"/>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4"/>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4"/>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4"/>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6" name="Google Shape;12916;p64"/>
          <p:cNvGrpSpPr/>
          <p:nvPr/>
        </p:nvGrpSpPr>
        <p:grpSpPr>
          <a:xfrm>
            <a:off x="2271082" y="3623441"/>
            <a:ext cx="202292" cy="366430"/>
            <a:chOff x="2274757" y="3807313"/>
            <a:chExt cx="202292" cy="366430"/>
          </a:xfrm>
        </p:grpSpPr>
        <p:sp>
          <p:nvSpPr>
            <p:cNvPr id="12917" name="Google Shape;12917;p64"/>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64"/>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4"/>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4"/>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4"/>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64"/>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64"/>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4"/>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4"/>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4"/>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7" name="Google Shape;12927;p64"/>
          <p:cNvGrpSpPr/>
          <p:nvPr/>
        </p:nvGrpSpPr>
        <p:grpSpPr>
          <a:xfrm>
            <a:off x="3969041" y="3164345"/>
            <a:ext cx="366404" cy="366665"/>
            <a:chOff x="3972716" y="3348218"/>
            <a:chExt cx="366404" cy="366665"/>
          </a:xfrm>
        </p:grpSpPr>
        <p:sp>
          <p:nvSpPr>
            <p:cNvPr id="12928" name="Google Shape;12928;p64"/>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4"/>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64"/>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64"/>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4"/>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4"/>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4"/>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4"/>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4"/>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64"/>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64"/>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4"/>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0" name="Google Shape;12940;p64"/>
          <p:cNvGrpSpPr/>
          <p:nvPr/>
        </p:nvGrpSpPr>
        <p:grpSpPr>
          <a:xfrm>
            <a:off x="862853" y="3164476"/>
            <a:ext cx="317405" cy="366534"/>
            <a:chOff x="866528" y="3348348"/>
            <a:chExt cx="317405" cy="366534"/>
          </a:xfrm>
        </p:grpSpPr>
        <p:sp>
          <p:nvSpPr>
            <p:cNvPr id="12941" name="Google Shape;12941;p64"/>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4"/>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4"/>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4"/>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4"/>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4"/>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4"/>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64"/>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9" name="Google Shape;12949;p64"/>
          <p:cNvGrpSpPr/>
          <p:nvPr/>
        </p:nvGrpSpPr>
        <p:grpSpPr>
          <a:xfrm>
            <a:off x="1313143" y="3164423"/>
            <a:ext cx="310872" cy="366848"/>
            <a:chOff x="1316818" y="3348296"/>
            <a:chExt cx="310872" cy="366848"/>
          </a:xfrm>
        </p:grpSpPr>
        <p:sp>
          <p:nvSpPr>
            <p:cNvPr id="12950" name="Google Shape;12950;p64"/>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4"/>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4"/>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4"/>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4"/>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4"/>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4"/>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64"/>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64"/>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4"/>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4"/>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4"/>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4"/>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4"/>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4"/>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4"/>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4"/>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4"/>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4"/>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4"/>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4"/>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4"/>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64"/>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64"/>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4" name="Google Shape;12974;p64"/>
          <p:cNvGrpSpPr/>
          <p:nvPr/>
        </p:nvGrpSpPr>
        <p:grpSpPr>
          <a:xfrm>
            <a:off x="3101573" y="3164371"/>
            <a:ext cx="305620" cy="366430"/>
            <a:chOff x="3105248" y="3348244"/>
            <a:chExt cx="305620" cy="366430"/>
          </a:xfrm>
        </p:grpSpPr>
        <p:sp>
          <p:nvSpPr>
            <p:cNvPr id="12975" name="Google Shape;12975;p64"/>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4"/>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4"/>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4"/>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4"/>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4"/>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64"/>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2" name="Google Shape;12982;p64"/>
          <p:cNvGrpSpPr/>
          <p:nvPr/>
        </p:nvGrpSpPr>
        <p:grpSpPr>
          <a:xfrm>
            <a:off x="2658313" y="3164345"/>
            <a:ext cx="304078" cy="366665"/>
            <a:chOff x="2661988" y="3348218"/>
            <a:chExt cx="304078" cy="366665"/>
          </a:xfrm>
        </p:grpSpPr>
        <p:sp>
          <p:nvSpPr>
            <p:cNvPr id="12983" name="Google Shape;12983;p64"/>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4"/>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64"/>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64"/>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4"/>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4"/>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4"/>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4"/>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64"/>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64"/>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4"/>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4"/>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64"/>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64"/>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4"/>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4"/>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4"/>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4"/>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4"/>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2" name="Google Shape;13002;p64"/>
          <p:cNvGrpSpPr/>
          <p:nvPr/>
        </p:nvGrpSpPr>
        <p:grpSpPr>
          <a:xfrm>
            <a:off x="2209252" y="3165024"/>
            <a:ext cx="307606" cy="366482"/>
            <a:chOff x="2212927" y="3348897"/>
            <a:chExt cx="307606" cy="366482"/>
          </a:xfrm>
        </p:grpSpPr>
        <p:sp>
          <p:nvSpPr>
            <p:cNvPr id="13003" name="Google Shape;13003;p64"/>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64"/>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64"/>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4"/>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64"/>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64"/>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4"/>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4"/>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4"/>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4"/>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4"/>
          <p:cNvGrpSpPr/>
          <p:nvPr/>
        </p:nvGrpSpPr>
        <p:grpSpPr>
          <a:xfrm>
            <a:off x="1760714" y="3164345"/>
            <a:ext cx="310114" cy="366665"/>
            <a:chOff x="1764389" y="3348218"/>
            <a:chExt cx="310114" cy="366665"/>
          </a:xfrm>
        </p:grpSpPr>
        <p:sp>
          <p:nvSpPr>
            <p:cNvPr id="13014" name="Google Shape;13014;p64"/>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4"/>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4"/>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4"/>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4"/>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4"/>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64"/>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64"/>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4"/>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4"/>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4"/>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4"/>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4"/>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4"/>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64"/>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64"/>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4"/>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4"/>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4"/>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4"/>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4" name="Google Shape;13034;p64"/>
          <p:cNvGrpSpPr/>
          <p:nvPr/>
        </p:nvGrpSpPr>
        <p:grpSpPr>
          <a:xfrm>
            <a:off x="2773897" y="3623415"/>
            <a:ext cx="81716" cy="366717"/>
            <a:chOff x="2777572" y="3807287"/>
            <a:chExt cx="81716" cy="366717"/>
          </a:xfrm>
        </p:grpSpPr>
        <p:sp>
          <p:nvSpPr>
            <p:cNvPr id="13035" name="Google Shape;13035;p64"/>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64"/>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4"/>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4"/>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4"/>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4"/>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4"/>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4"/>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4"/>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4"/>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4"/>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6" name="Google Shape;13046;p64"/>
          <p:cNvGrpSpPr/>
          <p:nvPr/>
        </p:nvGrpSpPr>
        <p:grpSpPr>
          <a:xfrm>
            <a:off x="3930339" y="4145908"/>
            <a:ext cx="366665" cy="256334"/>
            <a:chOff x="3934014" y="4329780"/>
            <a:chExt cx="366665" cy="256334"/>
          </a:xfrm>
        </p:grpSpPr>
        <p:sp>
          <p:nvSpPr>
            <p:cNvPr id="13047" name="Google Shape;13047;p64"/>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64"/>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64"/>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4"/>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4"/>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4"/>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4"/>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4"/>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4"/>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4"/>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4"/>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4"/>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4"/>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0" name="Google Shape;13060;p64"/>
          <p:cNvGrpSpPr/>
          <p:nvPr/>
        </p:nvGrpSpPr>
        <p:grpSpPr>
          <a:xfrm>
            <a:off x="943995" y="3623467"/>
            <a:ext cx="194295" cy="366404"/>
            <a:chOff x="947670" y="3807339"/>
            <a:chExt cx="194295" cy="366404"/>
          </a:xfrm>
        </p:grpSpPr>
        <p:sp>
          <p:nvSpPr>
            <p:cNvPr id="13061" name="Google Shape;13061;p64"/>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4"/>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64"/>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64"/>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4"/>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64"/>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64"/>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4"/>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4"/>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64"/>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64"/>
          <p:cNvGrpSpPr/>
          <p:nvPr/>
        </p:nvGrpSpPr>
        <p:grpSpPr>
          <a:xfrm>
            <a:off x="3416704" y="4102685"/>
            <a:ext cx="368939" cy="342283"/>
            <a:chOff x="3420379" y="4286557"/>
            <a:chExt cx="368939" cy="342283"/>
          </a:xfrm>
        </p:grpSpPr>
        <p:sp>
          <p:nvSpPr>
            <p:cNvPr id="13072" name="Google Shape;13072;p64"/>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4"/>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4"/>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4"/>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64"/>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64"/>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4"/>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4"/>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4"/>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64"/>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64"/>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4"/>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4"/>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4"/>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4"/>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4"/>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8" name="Google Shape;13088;p64"/>
          <p:cNvGrpSpPr/>
          <p:nvPr/>
        </p:nvGrpSpPr>
        <p:grpSpPr>
          <a:xfrm>
            <a:off x="3961515" y="3658380"/>
            <a:ext cx="369801" cy="296813"/>
            <a:chOff x="3965190" y="3842252"/>
            <a:chExt cx="369801" cy="296813"/>
          </a:xfrm>
        </p:grpSpPr>
        <p:sp>
          <p:nvSpPr>
            <p:cNvPr id="13089" name="Google Shape;13089;p64"/>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64"/>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4"/>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4"/>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4"/>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4"/>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4"/>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4"/>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4"/>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4"/>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64"/>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64"/>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4"/>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4"/>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4"/>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64"/>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64"/>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4"/>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4"/>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64"/>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0" name="Google Shape;13110;p64"/>
          <p:cNvGrpSpPr/>
          <p:nvPr/>
        </p:nvGrpSpPr>
        <p:grpSpPr>
          <a:xfrm>
            <a:off x="3502915" y="3649939"/>
            <a:ext cx="396796" cy="313407"/>
            <a:chOff x="3506590" y="3833812"/>
            <a:chExt cx="396796" cy="313407"/>
          </a:xfrm>
        </p:grpSpPr>
        <p:sp>
          <p:nvSpPr>
            <p:cNvPr id="13111" name="Google Shape;13111;p64"/>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4"/>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4"/>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4" name="Google Shape;13114;p64"/>
          <p:cNvGrpSpPr/>
          <p:nvPr/>
        </p:nvGrpSpPr>
        <p:grpSpPr>
          <a:xfrm>
            <a:off x="2765613" y="1781491"/>
            <a:ext cx="104556" cy="366665"/>
            <a:chOff x="2769288" y="1965364"/>
            <a:chExt cx="104556" cy="366665"/>
          </a:xfrm>
        </p:grpSpPr>
        <p:sp>
          <p:nvSpPr>
            <p:cNvPr id="13115" name="Google Shape;13115;p64"/>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4"/>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4"/>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64"/>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64"/>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4"/>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64"/>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64"/>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4"/>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4"/>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4"/>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4"/>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7" name="Google Shape;13127;p64"/>
          <p:cNvGrpSpPr/>
          <p:nvPr/>
        </p:nvGrpSpPr>
        <p:grpSpPr>
          <a:xfrm>
            <a:off x="3963004" y="1826988"/>
            <a:ext cx="367162" cy="275698"/>
            <a:chOff x="3966679" y="2010861"/>
            <a:chExt cx="367162" cy="275698"/>
          </a:xfrm>
        </p:grpSpPr>
        <p:sp>
          <p:nvSpPr>
            <p:cNvPr id="13128" name="Google Shape;13128;p64"/>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4"/>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4"/>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64"/>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2" name="Google Shape;13132;p64"/>
          <p:cNvGrpSpPr/>
          <p:nvPr/>
        </p:nvGrpSpPr>
        <p:grpSpPr>
          <a:xfrm>
            <a:off x="1748902" y="1841622"/>
            <a:ext cx="366404" cy="246220"/>
            <a:chOff x="1752577" y="2025495"/>
            <a:chExt cx="366404" cy="246220"/>
          </a:xfrm>
        </p:grpSpPr>
        <p:sp>
          <p:nvSpPr>
            <p:cNvPr id="13133" name="Google Shape;13133;p64"/>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4"/>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4"/>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4"/>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4"/>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4"/>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4"/>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4"/>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4"/>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4"/>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4"/>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4"/>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64"/>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64"/>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4"/>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4"/>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4"/>
          <p:cNvGrpSpPr/>
          <p:nvPr/>
        </p:nvGrpSpPr>
        <p:grpSpPr>
          <a:xfrm>
            <a:off x="1305878" y="1885708"/>
            <a:ext cx="366404" cy="158363"/>
            <a:chOff x="1309553" y="2069580"/>
            <a:chExt cx="366404" cy="158363"/>
          </a:xfrm>
        </p:grpSpPr>
        <p:sp>
          <p:nvSpPr>
            <p:cNvPr id="13150" name="Google Shape;13150;p64"/>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4"/>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4"/>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4"/>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4"/>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4"/>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4"/>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4"/>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4"/>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64"/>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1" name="Google Shape;13161;p64"/>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4"/>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64"/>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64"/>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4"/>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4"/>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4"/>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64"/>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64"/>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4"/>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64"/>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64"/>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64"/>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4"/>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4"/>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64"/>
          <p:cNvGrpSpPr/>
          <p:nvPr/>
        </p:nvGrpSpPr>
        <p:grpSpPr>
          <a:xfrm>
            <a:off x="862853" y="1904889"/>
            <a:ext cx="366639" cy="119635"/>
            <a:chOff x="866528" y="2088762"/>
            <a:chExt cx="366639" cy="119635"/>
          </a:xfrm>
        </p:grpSpPr>
        <p:sp>
          <p:nvSpPr>
            <p:cNvPr id="13177" name="Google Shape;13177;p64"/>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64"/>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4"/>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4"/>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4"/>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4"/>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4"/>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4"/>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4"/>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4"/>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4"/>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4"/>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4"/>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4"/>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1" name="Google Shape;13191;p64"/>
          <p:cNvGrpSpPr/>
          <p:nvPr/>
        </p:nvGrpSpPr>
        <p:grpSpPr>
          <a:xfrm>
            <a:off x="2325594" y="1781439"/>
            <a:ext cx="98807" cy="366273"/>
            <a:chOff x="2329269" y="1965312"/>
            <a:chExt cx="98807" cy="366273"/>
          </a:xfrm>
        </p:grpSpPr>
        <p:sp>
          <p:nvSpPr>
            <p:cNvPr id="13192" name="Google Shape;13192;p64"/>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4"/>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4"/>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95" name="Google Shape;13195;p64"/>
          <p:cNvGrpSpPr/>
          <p:nvPr/>
        </p:nvGrpSpPr>
        <p:grpSpPr>
          <a:xfrm>
            <a:off x="3204378" y="1781099"/>
            <a:ext cx="112344" cy="366926"/>
            <a:chOff x="3208053" y="1964972"/>
            <a:chExt cx="112344" cy="366926"/>
          </a:xfrm>
        </p:grpSpPr>
        <p:sp>
          <p:nvSpPr>
            <p:cNvPr id="13196" name="Google Shape;13196;p64"/>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4"/>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4"/>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4"/>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4"/>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4"/>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2" name="Google Shape;13202;p64"/>
          <p:cNvGrpSpPr/>
          <p:nvPr/>
        </p:nvGrpSpPr>
        <p:grpSpPr>
          <a:xfrm>
            <a:off x="3221704" y="3623467"/>
            <a:ext cx="72413" cy="366404"/>
            <a:chOff x="3225379" y="3807339"/>
            <a:chExt cx="72413" cy="366404"/>
          </a:xfrm>
        </p:grpSpPr>
        <p:sp>
          <p:nvSpPr>
            <p:cNvPr id="13203" name="Google Shape;13203;p64"/>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64"/>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64"/>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4"/>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4"/>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4"/>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4"/>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4"/>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1" name="Google Shape;13211;p64"/>
          <p:cNvGrpSpPr/>
          <p:nvPr/>
        </p:nvGrpSpPr>
        <p:grpSpPr>
          <a:xfrm>
            <a:off x="3520241" y="1827223"/>
            <a:ext cx="366665" cy="275201"/>
            <a:chOff x="3523916" y="2011096"/>
            <a:chExt cx="366665" cy="275201"/>
          </a:xfrm>
        </p:grpSpPr>
        <p:sp>
          <p:nvSpPr>
            <p:cNvPr id="13212" name="Google Shape;13212;p64"/>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4"/>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4"/>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4"/>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4"/>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4"/>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4"/>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4"/>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4"/>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4"/>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4"/>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64"/>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64"/>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4"/>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64"/>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64"/>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4"/>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4"/>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4"/>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64"/>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2" name="Google Shape;13232;p64"/>
          <p:cNvGrpSpPr/>
          <p:nvPr/>
        </p:nvGrpSpPr>
        <p:grpSpPr>
          <a:xfrm>
            <a:off x="1739102" y="1316124"/>
            <a:ext cx="393791" cy="366744"/>
            <a:chOff x="1742777" y="1499997"/>
            <a:chExt cx="393791" cy="366744"/>
          </a:xfrm>
        </p:grpSpPr>
        <p:sp>
          <p:nvSpPr>
            <p:cNvPr id="13233" name="Google Shape;13233;p64"/>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4"/>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4"/>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4"/>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4"/>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4"/>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4"/>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4"/>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4"/>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4"/>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4"/>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4"/>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4"/>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4"/>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7" name="Google Shape;13247;p64"/>
          <p:cNvGrpSpPr/>
          <p:nvPr/>
        </p:nvGrpSpPr>
        <p:grpSpPr>
          <a:xfrm>
            <a:off x="4010774" y="1316124"/>
            <a:ext cx="319914" cy="366639"/>
            <a:chOff x="4014449" y="1499997"/>
            <a:chExt cx="319914" cy="366639"/>
          </a:xfrm>
        </p:grpSpPr>
        <p:sp>
          <p:nvSpPr>
            <p:cNvPr id="13248" name="Google Shape;13248;p64"/>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64"/>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64"/>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4"/>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4"/>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3" name="Google Shape;13253;p64"/>
          <p:cNvGrpSpPr/>
          <p:nvPr/>
        </p:nvGrpSpPr>
        <p:grpSpPr>
          <a:xfrm>
            <a:off x="862592" y="1407588"/>
            <a:ext cx="367397" cy="183711"/>
            <a:chOff x="866267" y="1591460"/>
            <a:chExt cx="367397" cy="183711"/>
          </a:xfrm>
        </p:grpSpPr>
        <p:sp>
          <p:nvSpPr>
            <p:cNvPr id="13254" name="Google Shape;13254;p64"/>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64"/>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64"/>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4"/>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4"/>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4"/>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64"/>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64"/>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4"/>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64"/>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64"/>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4"/>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4"/>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4"/>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4"/>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64"/>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64"/>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4"/>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2" name="Google Shape;13272;p64"/>
          <p:cNvGrpSpPr/>
          <p:nvPr/>
        </p:nvGrpSpPr>
        <p:grpSpPr>
          <a:xfrm>
            <a:off x="3114168" y="1316019"/>
            <a:ext cx="327440" cy="366744"/>
            <a:chOff x="3117843" y="1499892"/>
            <a:chExt cx="327440" cy="366744"/>
          </a:xfrm>
        </p:grpSpPr>
        <p:sp>
          <p:nvSpPr>
            <p:cNvPr id="13273" name="Google Shape;13273;p64"/>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4" name="Google Shape;13274;p64"/>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64"/>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4"/>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4"/>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4"/>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4"/>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0" name="Google Shape;13280;p64"/>
          <p:cNvGrpSpPr/>
          <p:nvPr/>
        </p:nvGrpSpPr>
        <p:grpSpPr>
          <a:xfrm>
            <a:off x="2663330" y="1316124"/>
            <a:ext cx="336770" cy="366639"/>
            <a:chOff x="2667005" y="1499997"/>
            <a:chExt cx="336770" cy="366639"/>
          </a:xfrm>
        </p:grpSpPr>
        <p:sp>
          <p:nvSpPr>
            <p:cNvPr id="13281" name="Google Shape;13281;p64"/>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4"/>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4"/>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4"/>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4"/>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4"/>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4"/>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4"/>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4"/>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4"/>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4"/>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64"/>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64"/>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4"/>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4"/>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4"/>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4"/>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4"/>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4"/>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0" name="Google Shape;13300;p64"/>
          <p:cNvGrpSpPr/>
          <p:nvPr/>
        </p:nvGrpSpPr>
        <p:grpSpPr>
          <a:xfrm>
            <a:off x="3561191" y="1316124"/>
            <a:ext cx="326473" cy="366639"/>
            <a:chOff x="3564866" y="1499997"/>
            <a:chExt cx="326473" cy="366639"/>
          </a:xfrm>
        </p:grpSpPr>
        <p:sp>
          <p:nvSpPr>
            <p:cNvPr id="13301" name="Google Shape;13301;p64"/>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4"/>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4"/>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4"/>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4"/>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4"/>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4"/>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4"/>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4"/>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0" name="Google Shape;13310;p64"/>
          <p:cNvGrpSpPr/>
          <p:nvPr/>
        </p:nvGrpSpPr>
        <p:grpSpPr>
          <a:xfrm>
            <a:off x="1310399" y="1316124"/>
            <a:ext cx="364392" cy="366639"/>
            <a:chOff x="1314074" y="1499997"/>
            <a:chExt cx="364392" cy="366639"/>
          </a:xfrm>
        </p:grpSpPr>
        <p:sp>
          <p:nvSpPr>
            <p:cNvPr id="13311" name="Google Shape;13311;p64"/>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4"/>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64"/>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64"/>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4"/>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4"/>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64"/>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4"/>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4"/>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4"/>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4"/>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3" name="Google Shape;13323;p64"/>
          <p:cNvGrpSpPr/>
          <p:nvPr/>
        </p:nvGrpSpPr>
        <p:grpSpPr>
          <a:xfrm>
            <a:off x="2216804" y="1316124"/>
            <a:ext cx="337005" cy="366639"/>
            <a:chOff x="2220479" y="1499997"/>
            <a:chExt cx="337005" cy="366639"/>
          </a:xfrm>
        </p:grpSpPr>
        <p:sp>
          <p:nvSpPr>
            <p:cNvPr id="13324" name="Google Shape;13324;p64"/>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64"/>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4"/>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4"/>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4"/>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4"/>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64"/>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64"/>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4"/>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4"/>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4"/>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64"/>
          <p:cNvGrpSpPr/>
          <p:nvPr/>
        </p:nvGrpSpPr>
        <p:grpSpPr>
          <a:xfrm>
            <a:off x="4101480" y="2242103"/>
            <a:ext cx="87230" cy="366430"/>
            <a:chOff x="4105155" y="2425976"/>
            <a:chExt cx="87230" cy="366430"/>
          </a:xfrm>
        </p:grpSpPr>
        <p:sp>
          <p:nvSpPr>
            <p:cNvPr id="13336" name="Google Shape;13336;p64"/>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64"/>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4"/>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4"/>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4"/>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4"/>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2" name="Google Shape;13342;p64"/>
          <p:cNvGrpSpPr/>
          <p:nvPr/>
        </p:nvGrpSpPr>
        <p:grpSpPr>
          <a:xfrm>
            <a:off x="1804434" y="2242129"/>
            <a:ext cx="267884" cy="366639"/>
            <a:chOff x="1808109" y="2426002"/>
            <a:chExt cx="267884" cy="366639"/>
          </a:xfrm>
        </p:grpSpPr>
        <p:sp>
          <p:nvSpPr>
            <p:cNvPr id="13343" name="Google Shape;13343;p64"/>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4"/>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64"/>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64"/>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4"/>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4"/>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4"/>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64"/>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64"/>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4"/>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4"/>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4"/>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4"/>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64"/>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64"/>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64"/>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4"/>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0" name="Google Shape;13360;p64"/>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1" name="Google Shape;13361;p64"/>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64"/>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64"/>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4" name="Google Shape;13364;p64"/>
          <p:cNvGrpSpPr/>
          <p:nvPr/>
        </p:nvGrpSpPr>
        <p:grpSpPr>
          <a:xfrm>
            <a:off x="3599893" y="2242129"/>
            <a:ext cx="207597" cy="366639"/>
            <a:chOff x="3603568" y="2426002"/>
            <a:chExt cx="207597" cy="366639"/>
          </a:xfrm>
        </p:grpSpPr>
        <p:sp>
          <p:nvSpPr>
            <p:cNvPr id="13365" name="Google Shape;13365;p64"/>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64"/>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64"/>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64"/>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64"/>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64"/>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1" name="Google Shape;13371;p64"/>
          <p:cNvGrpSpPr/>
          <p:nvPr/>
        </p:nvGrpSpPr>
        <p:grpSpPr>
          <a:xfrm>
            <a:off x="2242440" y="2242129"/>
            <a:ext cx="274417" cy="366404"/>
            <a:chOff x="2246115" y="2426002"/>
            <a:chExt cx="274417" cy="366404"/>
          </a:xfrm>
        </p:grpSpPr>
        <p:sp>
          <p:nvSpPr>
            <p:cNvPr id="13372" name="Google Shape;13372;p64"/>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64"/>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64"/>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64"/>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64"/>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64"/>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64"/>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64"/>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0" name="Google Shape;13380;p64"/>
          <p:cNvGrpSpPr/>
          <p:nvPr/>
        </p:nvGrpSpPr>
        <p:grpSpPr>
          <a:xfrm>
            <a:off x="2692991" y="2242129"/>
            <a:ext cx="256099" cy="366639"/>
            <a:chOff x="2696666" y="2426002"/>
            <a:chExt cx="256099" cy="366639"/>
          </a:xfrm>
        </p:grpSpPr>
        <p:sp>
          <p:nvSpPr>
            <p:cNvPr id="13381" name="Google Shape;13381;p64"/>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64"/>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3" name="Google Shape;13383;p64"/>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64"/>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64"/>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64"/>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7" name="Google Shape;13387;p64"/>
          <p:cNvGrpSpPr/>
          <p:nvPr/>
        </p:nvGrpSpPr>
        <p:grpSpPr>
          <a:xfrm>
            <a:off x="3145397" y="2242129"/>
            <a:ext cx="225863" cy="366430"/>
            <a:chOff x="3149072" y="2426002"/>
            <a:chExt cx="225863" cy="366430"/>
          </a:xfrm>
        </p:grpSpPr>
        <p:sp>
          <p:nvSpPr>
            <p:cNvPr id="13388" name="Google Shape;13388;p64"/>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64"/>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64"/>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64"/>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64"/>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64"/>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64"/>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64"/>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64"/>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64"/>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64"/>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99" name="Google Shape;13399;p64"/>
          <p:cNvGrpSpPr/>
          <p:nvPr/>
        </p:nvGrpSpPr>
        <p:grpSpPr>
          <a:xfrm>
            <a:off x="1357881" y="2242051"/>
            <a:ext cx="283224" cy="366482"/>
            <a:chOff x="1361556" y="2425923"/>
            <a:chExt cx="283224" cy="366482"/>
          </a:xfrm>
        </p:grpSpPr>
        <p:sp>
          <p:nvSpPr>
            <p:cNvPr id="13400" name="Google Shape;13400;p64"/>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64"/>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64"/>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64"/>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64"/>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64"/>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64"/>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64"/>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64"/>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64"/>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64"/>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64"/>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64"/>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64"/>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64"/>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64"/>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6" name="Google Shape;13416;p64"/>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64"/>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64"/>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64"/>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0" name="Google Shape;13420;p64"/>
          <p:cNvGrpSpPr/>
          <p:nvPr/>
        </p:nvGrpSpPr>
        <p:grpSpPr>
          <a:xfrm>
            <a:off x="3970060" y="2707183"/>
            <a:ext cx="361883" cy="366979"/>
            <a:chOff x="3973735" y="2891056"/>
            <a:chExt cx="361883" cy="366979"/>
          </a:xfrm>
        </p:grpSpPr>
        <p:sp>
          <p:nvSpPr>
            <p:cNvPr id="13421" name="Google Shape;13421;p64"/>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64"/>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64"/>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64"/>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64"/>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64"/>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64"/>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64"/>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64"/>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64"/>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64"/>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64"/>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64"/>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64"/>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64"/>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64"/>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8" name="Google Shape;13438;p64"/>
          <p:cNvGrpSpPr/>
          <p:nvPr/>
        </p:nvGrpSpPr>
        <p:grpSpPr>
          <a:xfrm>
            <a:off x="3524266" y="2732871"/>
            <a:ext cx="366665" cy="315654"/>
            <a:chOff x="3527941" y="2916744"/>
            <a:chExt cx="366665" cy="315654"/>
          </a:xfrm>
        </p:grpSpPr>
        <p:sp>
          <p:nvSpPr>
            <p:cNvPr id="13439" name="Google Shape;13439;p64"/>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64"/>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64"/>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64"/>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64"/>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64"/>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64"/>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64"/>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64"/>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64"/>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64"/>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64"/>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64"/>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64"/>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64"/>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64"/>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64"/>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64"/>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64"/>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64"/>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64"/>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0" name="Google Shape;13460;p64"/>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1" name="Google Shape;13461;p64"/>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64"/>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64"/>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64"/>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64"/>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64"/>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64"/>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64"/>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9" name="Google Shape;13469;p64"/>
          <p:cNvGrpSpPr/>
          <p:nvPr/>
        </p:nvGrpSpPr>
        <p:grpSpPr>
          <a:xfrm>
            <a:off x="2637198" y="2707758"/>
            <a:ext cx="366404" cy="366404"/>
            <a:chOff x="2640873" y="2891631"/>
            <a:chExt cx="366404" cy="366404"/>
          </a:xfrm>
        </p:grpSpPr>
        <p:sp>
          <p:nvSpPr>
            <p:cNvPr id="13470" name="Google Shape;13470;p64"/>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64"/>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64"/>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64"/>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64"/>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64"/>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64"/>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64"/>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8" name="Google Shape;13478;p64"/>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9" name="Google Shape;13479;p64"/>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64"/>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64"/>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64"/>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64"/>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4" name="Google Shape;13484;p64"/>
          <p:cNvGrpSpPr/>
          <p:nvPr/>
        </p:nvGrpSpPr>
        <p:grpSpPr>
          <a:xfrm>
            <a:off x="2193416" y="2754248"/>
            <a:ext cx="366665" cy="273189"/>
            <a:chOff x="2197091" y="2938120"/>
            <a:chExt cx="366665" cy="273189"/>
          </a:xfrm>
        </p:grpSpPr>
        <p:sp>
          <p:nvSpPr>
            <p:cNvPr id="13485" name="Google Shape;13485;p64"/>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64"/>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64"/>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64"/>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64"/>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64"/>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64"/>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3" name="Google Shape;13493;p64"/>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64"/>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64"/>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64"/>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64"/>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64"/>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64"/>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64"/>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64"/>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64"/>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64"/>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64"/>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64"/>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64"/>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64"/>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64"/>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9" name="Google Shape;13509;p64"/>
          <p:cNvGrpSpPr/>
          <p:nvPr/>
        </p:nvGrpSpPr>
        <p:grpSpPr>
          <a:xfrm>
            <a:off x="1749895" y="2708254"/>
            <a:ext cx="366665" cy="365202"/>
            <a:chOff x="1753570" y="2892127"/>
            <a:chExt cx="366665" cy="365202"/>
          </a:xfrm>
        </p:grpSpPr>
        <p:sp>
          <p:nvSpPr>
            <p:cNvPr id="13510" name="Google Shape;13510;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64"/>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64"/>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64"/>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64"/>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64"/>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64"/>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64"/>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64"/>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64"/>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64"/>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64"/>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64"/>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64"/>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64"/>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64"/>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64"/>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64"/>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8" name="Google Shape;13528;p64"/>
          <p:cNvGrpSpPr/>
          <p:nvPr/>
        </p:nvGrpSpPr>
        <p:grpSpPr>
          <a:xfrm>
            <a:off x="1300076" y="3623467"/>
            <a:ext cx="367684" cy="366561"/>
            <a:chOff x="1303751" y="3807339"/>
            <a:chExt cx="367684" cy="366561"/>
          </a:xfrm>
        </p:grpSpPr>
        <p:sp>
          <p:nvSpPr>
            <p:cNvPr id="13529" name="Google Shape;13529;p64"/>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64"/>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64"/>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64"/>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64"/>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64"/>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64"/>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64"/>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64"/>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64"/>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64"/>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64"/>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64"/>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64"/>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64"/>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64"/>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64"/>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6" name="Google Shape;13546;p64"/>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64"/>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64"/>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64"/>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64"/>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64"/>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64"/>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64"/>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64"/>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64"/>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64"/>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64"/>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64"/>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64"/>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64"/>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64"/>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64"/>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64"/>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64"/>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64"/>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64"/>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64"/>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64"/>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64"/>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70" name="Google Shape;13570;p64"/>
          <p:cNvSpPr/>
          <p:nvPr/>
        </p:nvSpPr>
        <p:spPr>
          <a:xfrm>
            <a:off x="1317690" y="2722078"/>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71" name="Google Shape;13571;p64"/>
          <p:cNvGrpSpPr/>
          <p:nvPr/>
        </p:nvGrpSpPr>
        <p:grpSpPr>
          <a:xfrm>
            <a:off x="1306374" y="2707549"/>
            <a:ext cx="384749" cy="366613"/>
            <a:chOff x="1310049" y="2891421"/>
            <a:chExt cx="384749" cy="366613"/>
          </a:xfrm>
        </p:grpSpPr>
        <p:sp>
          <p:nvSpPr>
            <p:cNvPr id="13572" name="Google Shape;13572;p64"/>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64"/>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64"/>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64"/>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64"/>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64"/>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64"/>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64"/>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64"/>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64"/>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64"/>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64"/>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64"/>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64"/>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6" name="Google Shape;13586;p64"/>
          <p:cNvGrpSpPr/>
          <p:nvPr/>
        </p:nvGrpSpPr>
        <p:grpSpPr>
          <a:xfrm>
            <a:off x="845998" y="2707470"/>
            <a:ext cx="383468" cy="366665"/>
            <a:chOff x="849673" y="2891343"/>
            <a:chExt cx="383468" cy="366665"/>
          </a:xfrm>
        </p:grpSpPr>
        <p:sp>
          <p:nvSpPr>
            <p:cNvPr id="13587" name="Google Shape;13587;p64"/>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64"/>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64"/>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64"/>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64"/>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64"/>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64"/>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64"/>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64"/>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64"/>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64"/>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64"/>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64"/>
          <p:cNvGrpSpPr/>
          <p:nvPr/>
        </p:nvGrpSpPr>
        <p:grpSpPr>
          <a:xfrm>
            <a:off x="916582" y="2242129"/>
            <a:ext cx="278024" cy="366508"/>
            <a:chOff x="920257" y="2426002"/>
            <a:chExt cx="278024" cy="366508"/>
          </a:xfrm>
        </p:grpSpPr>
        <p:sp>
          <p:nvSpPr>
            <p:cNvPr id="13600" name="Google Shape;13600;p64"/>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64"/>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64"/>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64"/>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64"/>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64"/>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64"/>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64"/>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64"/>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64"/>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64"/>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64"/>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64"/>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3" name="Google Shape;13613;p64"/>
          <p:cNvGrpSpPr/>
          <p:nvPr/>
        </p:nvGrpSpPr>
        <p:grpSpPr>
          <a:xfrm>
            <a:off x="862853" y="4090611"/>
            <a:ext cx="349810" cy="366665"/>
            <a:chOff x="866528" y="4274484"/>
            <a:chExt cx="349810" cy="366665"/>
          </a:xfrm>
        </p:grpSpPr>
        <p:sp>
          <p:nvSpPr>
            <p:cNvPr id="13614" name="Google Shape;13614;p64"/>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64"/>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64"/>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64"/>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64"/>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64"/>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64"/>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64"/>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64"/>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64"/>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64"/>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5" name="Google Shape;13625;p64"/>
          <p:cNvGrpSpPr/>
          <p:nvPr/>
        </p:nvGrpSpPr>
        <p:grpSpPr>
          <a:xfrm>
            <a:off x="1385033" y="4090611"/>
            <a:ext cx="330210" cy="366665"/>
            <a:chOff x="1388708" y="4274484"/>
            <a:chExt cx="330210" cy="366665"/>
          </a:xfrm>
        </p:grpSpPr>
        <p:sp>
          <p:nvSpPr>
            <p:cNvPr id="13626" name="Google Shape;13626;p64"/>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64"/>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64"/>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64"/>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64"/>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64"/>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64"/>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64"/>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64"/>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64"/>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64"/>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64"/>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64"/>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64"/>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64"/>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64"/>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64"/>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64"/>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64"/>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64"/>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6" name="Google Shape;13646;p64"/>
          <p:cNvGrpSpPr/>
          <p:nvPr/>
        </p:nvGrpSpPr>
        <p:grpSpPr>
          <a:xfrm>
            <a:off x="1871019" y="4109453"/>
            <a:ext cx="375446" cy="328982"/>
            <a:chOff x="1874694" y="4293326"/>
            <a:chExt cx="375446" cy="328982"/>
          </a:xfrm>
        </p:grpSpPr>
        <p:sp>
          <p:nvSpPr>
            <p:cNvPr id="13647" name="Google Shape;13647;p64"/>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64"/>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64"/>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64"/>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64"/>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64"/>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64"/>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64"/>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64"/>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64"/>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64"/>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64"/>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64"/>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64"/>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64"/>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64"/>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64"/>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64"/>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64"/>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64"/>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64"/>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64"/>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69" name="Google Shape;13669;p64"/>
          <p:cNvGrpSpPr/>
          <p:nvPr/>
        </p:nvGrpSpPr>
        <p:grpSpPr>
          <a:xfrm>
            <a:off x="2392441" y="4109218"/>
            <a:ext cx="366665" cy="329714"/>
            <a:chOff x="2396116" y="4293090"/>
            <a:chExt cx="366665" cy="329714"/>
          </a:xfrm>
        </p:grpSpPr>
        <p:sp>
          <p:nvSpPr>
            <p:cNvPr id="13670" name="Google Shape;13670;p64"/>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64"/>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64"/>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64"/>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64"/>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64"/>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6" name="Google Shape;13676;p64"/>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64"/>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64"/>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64"/>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64"/>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64"/>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64"/>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3" name="Google Shape;13683;p64"/>
          <p:cNvGrpSpPr/>
          <p:nvPr/>
        </p:nvGrpSpPr>
        <p:grpSpPr>
          <a:xfrm>
            <a:off x="2905082" y="4105951"/>
            <a:ext cx="367162" cy="336116"/>
            <a:chOff x="2908757" y="4289824"/>
            <a:chExt cx="367162" cy="336116"/>
          </a:xfrm>
        </p:grpSpPr>
        <p:sp>
          <p:nvSpPr>
            <p:cNvPr id="13684" name="Google Shape;13684;p64"/>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64"/>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64"/>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64"/>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64"/>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64"/>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64"/>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64"/>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2" name="Google Shape;13692;p64"/>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3" name="Google Shape;13693;p64"/>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64"/>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64"/>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64"/>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64"/>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64"/>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64"/>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64"/>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1" name="Google Shape;13701;p64"/>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64"/>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64"/>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64"/>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64"/>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64"/>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64"/>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64"/>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64"/>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64"/>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1" name="Google Shape;13711;p64"/>
          <p:cNvGrpSpPr/>
          <p:nvPr/>
        </p:nvGrpSpPr>
        <p:grpSpPr>
          <a:xfrm>
            <a:off x="3078733" y="2735667"/>
            <a:ext cx="368651" cy="310350"/>
            <a:chOff x="3082408" y="2919540"/>
            <a:chExt cx="368651" cy="310350"/>
          </a:xfrm>
        </p:grpSpPr>
        <p:sp>
          <p:nvSpPr>
            <p:cNvPr id="13712" name="Google Shape;13712;p64"/>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64"/>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64"/>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64"/>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64"/>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64"/>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64"/>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64"/>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64"/>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64"/>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64"/>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64"/>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24" name="Google Shape;13724;p64"/>
          <p:cNvGrpSpPr/>
          <p:nvPr/>
        </p:nvGrpSpPr>
        <p:grpSpPr>
          <a:xfrm>
            <a:off x="7067667" y="2240152"/>
            <a:ext cx="366169" cy="360498"/>
            <a:chOff x="7069130" y="2424800"/>
            <a:chExt cx="366169" cy="360498"/>
          </a:xfrm>
        </p:grpSpPr>
        <p:sp>
          <p:nvSpPr>
            <p:cNvPr id="13725" name="Google Shape;13725;p64"/>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64"/>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64"/>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64"/>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64"/>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64"/>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64"/>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64"/>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64"/>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64"/>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64"/>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64"/>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64"/>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64"/>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64"/>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64"/>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64"/>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64"/>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64"/>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64"/>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5" name="Google Shape;13745;p64"/>
          <p:cNvGrpSpPr/>
          <p:nvPr/>
        </p:nvGrpSpPr>
        <p:grpSpPr>
          <a:xfrm>
            <a:off x="4884192" y="2240073"/>
            <a:ext cx="281473" cy="360629"/>
            <a:chOff x="4885655" y="2424721"/>
            <a:chExt cx="281473" cy="360629"/>
          </a:xfrm>
        </p:grpSpPr>
        <p:sp>
          <p:nvSpPr>
            <p:cNvPr id="13746" name="Google Shape;13746;p64"/>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64"/>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64"/>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64"/>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64"/>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64"/>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64"/>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64"/>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64"/>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64"/>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64"/>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7" name="Google Shape;13757;p64"/>
          <p:cNvGrpSpPr/>
          <p:nvPr/>
        </p:nvGrpSpPr>
        <p:grpSpPr>
          <a:xfrm>
            <a:off x="6624146" y="2262129"/>
            <a:ext cx="364130" cy="316726"/>
            <a:chOff x="6625609" y="2446777"/>
            <a:chExt cx="364130" cy="316726"/>
          </a:xfrm>
        </p:grpSpPr>
        <p:sp>
          <p:nvSpPr>
            <p:cNvPr id="13758" name="Google Shape;13758;p64"/>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64"/>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64"/>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64"/>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64"/>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64"/>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64"/>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64"/>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64"/>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64"/>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64"/>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64"/>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0" name="Google Shape;13770;p64"/>
          <p:cNvGrpSpPr/>
          <p:nvPr/>
        </p:nvGrpSpPr>
        <p:grpSpPr>
          <a:xfrm>
            <a:off x="5756181" y="1827703"/>
            <a:ext cx="360628" cy="298825"/>
            <a:chOff x="5757644" y="2012350"/>
            <a:chExt cx="360628" cy="298825"/>
          </a:xfrm>
        </p:grpSpPr>
        <p:sp>
          <p:nvSpPr>
            <p:cNvPr id="13771" name="Google Shape;13771;p64"/>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64"/>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64"/>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64"/>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64"/>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64"/>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64"/>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8" name="Google Shape;13778;p64"/>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64"/>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64"/>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64"/>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64"/>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64"/>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64"/>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64"/>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64"/>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64"/>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64"/>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64"/>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64"/>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64"/>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64"/>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3" name="Google Shape;13793;p64"/>
          <p:cNvGrpSpPr/>
          <p:nvPr/>
        </p:nvGrpSpPr>
        <p:grpSpPr>
          <a:xfrm>
            <a:off x="5316162" y="1798826"/>
            <a:ext cx="360628" cy="356839"/>
            <a:chOff x="5317625" y="1983474"/>
            <a:chExt cx="360628" cy="356839"/>
          </a:xfrm>
        </p:grpSpPr>
        <p:sp>
          <p:nvSpPr>
            <p:cNvPr id="13794" name="Google Shape;13794;p64"/>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64"/>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64"/>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64"/>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64"/>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64"/>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64"/>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64"/>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64"/>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64"/>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64"/>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64"/>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64"/>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64"/>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64"/>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64"/>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64"/>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64"/>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64"/>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13" name="Google Shape;13813;p64"/>
          <p:cNvGrpSpPr/>
          <p:nvPr/>
        </p:nvGrpSpPr>
        <p:grpSpPr>
          <a:xfrm>
            <a:off x="6180364" y="2279037"/>
            <a:ext cx="360629" cy="282989"/>
            <a:chOff x="6181827" y="2463685"/>
            <a:chExt cx="360629" cy="282989"/>
          </a:xfrm>
        </p:grpSpPr>
        <p:sp>
          <p:nvSpPr>
            <p:cNvPr id="13814" name="Google Shape;13814;p64"/>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64"/>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64"/>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64"/>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64"/>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64"/>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64"/>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64"/>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64"/>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64"/>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64"/>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5" name="Google Shape;13825;p64"/>
          <p:cNvGrpSpPr/>
          <p:nvPr/>
        </p:nvGrpSpPr>
        <p:grpSpPr>
          <a:xfrm>
            <a:off x="5344830" y="3156044"/>
            <a:ext cx="291247" cy="360629"/>
            <a:chOff x="5346292" y="3340691"/>
            <a:chExt cx="291247" cy="360628"/>
          </a:xfrm>
        </p:grpSpPr>
        <p:sp>
          <p:nvSpPr>
            <p:cNvPr id="13826" name="Google Shape;13826;p64"/>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64"/>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64"/>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64"/>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64"/>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64"/>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64"/>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64"/>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64"/>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64"/>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64"/>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64"/>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8" name="Google Shape;13838;p64"/>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64"/>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64"/>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64"/>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64"/>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64"/>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64"/>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64"/>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64"/>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64"/>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64"/>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64"/>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64"/>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64"/>
          <p:cNvGrpSpPr/>
          <p:nvPr/>
        </p:nvGrpSpPr>
        <p:grpSpPr>
          <a:xfrm>
            <a:off x="7967801" y="1797049"/>
            <a:ext cx="337763" cy="360393"/>
            <a:chOff x="7969264" y="1981697"/>
            <a:chExt cx="337763" cy="360393"/>
          </a:xfrm>
        </p:grpSpPr>
        <p:sp>
          <p:nvSpPr>
            <p:cNvPr id="13852" name="Google Shape;13852;p64"/>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64"/>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64"/>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64"/>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64"/>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64"/>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64"/>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64"/>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64"/>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64"/>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64"/>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64"/>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64"/>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64"/>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64"/>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64"/>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64"/>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64"/>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0" name="Google Shape;13870;p64"/>
          <p:cNvGrpSpPr/>
          <p:nvPr/>
        </p:nvGrpSpPr>
        <p:grpSpPr>
          <a:xfrm>
            <a:off x="5734570" y="2245352"/>
            <a:ext cx="360890" cy="350332"/>
            <a:chOff x="5736032" y="2430000"/>
            <a:chExt cx="360890" cy="350332"/>
          </a:xfrm>
        </p:grpSpPr>
        <p:sp>
          <p:nvSpPr>
            <p:cNvPr id="13871" name="Google Shape;13871;p64"/>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64"/>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64"/>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64"/>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64"/>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64"/>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7" name="Google Shape;13877;p64"/>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64"/>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64"/>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64"/>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64"/>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64"/>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64"/>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64"/>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64"/>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64"/>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7" name="Google Shape;13887;p64"/>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88" name="Google Shape;13888;p64"/>
          <p:cNvGrpSpPr/>
          <p:nvPr/>
        </p:nvGrpSpPr>
        <p:grpSpPr>
          <a:xfrm>
            <a:off x="4876405" y="1811344"/>
            <a:ext cx="360628" cy="331778"/>
            <a:chOff x="4877867" y="1995991"/>
            <a:chExt cx="360628" cy="331778"/>
          </a:xfrm>
        </p:grpSpPr>
        <p:sp>
          <p:nvSpPr>
            <p:cNvPr id="13889" name="Google Shape;13889;p64"/>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64"/>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64"/>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64"/>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64"/>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64"/>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64"/>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64"/>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64"/>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64"/>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64"/>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64"/>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64"/>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64"/>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3" name="Google Shape;13903;p64"/>
          <p:cNvGrpSpPr/>
          <p:nvPr/>
        </p:nvGrpSpPr>
        <p:grpSpPr>
          <a:xfrm>
            <a:off x="7049427" y="2728856"/>
            <a:ext cx="363529" cy="339513"/>
            <a:chOff x="7050889" y="2913503"/>
            <a:chExt cx="363529" cy="339513"/>
          </a:xfrm>
        </p:grpSpPr>
        <p:sp>
          <p:nvSpPr>
            <p:cNvPr id="13904" name="Google Shape;13904;p64"/>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64"/>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64"/>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64"/>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64"/>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64"/>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64"/>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64"/>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64"/>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3" name="Google Shape;13913;p64"/>
          <p:cNvGrpSpPr/>
          <p:nvPr/>
        </p:nvGrpSpPr>
        <p:grpSpPr>
          <a:xfrm>
            <a:off x="7509437" y="1796814"/>
            <a:ext cx="372937" cy="360629"/>
            <a:chOff x="7510900" y="1981462"/>
            <a:chExt cx="372937" cy="360629"/>
          </a:xfrm>
        </p:grpSpPr>
        <p:sp>
          <p:nvSpPr>
            <p:cNvPr id="13914" name="Google Shape;13914;p64"/>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64"/>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64"/>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64"/>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64"/>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64"/>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64"/>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64"/>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64"/>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64"/>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64"/>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64"/>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64"/>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64"/>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64"/>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64"/>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0" name="Google Shape;13930;p64"/>
          <p:cNvGrpSpPr/>
          <p:nvPr/>
        </p:nvGrpSpPr>
        <p:grpSpPr>
          <a:xfrm>
            <a:off x="6598014" y="2733612"/>
            <a:ext cx="360629" cy="329975"/>
            <a:chOff x="6599476" y="2918260"/>
            <a:chExt cx="360629" cy="329975"/>
          </a:xfrm>
        </p:grpSpPr>
        <p:sp>
          <p:nvSpPr>
            <p:cNvPr id="13931" name="Google Shape;13931;p64"/>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64"/>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64"/>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64"/>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64"/>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64"/>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64"/>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64"/>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64"/>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64"/>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64"/>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64"/>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64"/>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64"/>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64"/>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64"/>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64"/>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64"/>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64"/>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0" name="Google Shape;13950;p64"/>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64"/>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64"/>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64"/>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64"/>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64"/>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6" name="Google Shape;13956;p64"/>
          <p:cNvGrpSpPr/>
          <p:nvPr/>
        </p:nvGrpSpPr>
        <p:grpSpPr>
          <a:xfrm>
            <a:off x="5289037" y="2296886"/>
            <a:ext cx="360628" cy="247292"/>
            <a:chOff x="5290499" y="2481533"/>
            <a:chExt cx="360628" cy="247292"/>
          </a:xfrm>
        </p:grpSpPr>
        <p:sp>
          <p:nvSpPr>
            <p:cNvPr id="13957" name="Google Shape;13957;p64"/>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64"/>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64"/>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64"/>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64"/>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64"/>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64"/>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64"/>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64"/>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64"/>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64"/>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64"/>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64"/>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64"/>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64"/>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2" name="Google Shape;13972;p64"/>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3" name="Google Shape;13973;p64"/>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64"/>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64"/>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64"/>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64"/>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64"/>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64"/>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64"/>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64"/>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64"/>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64"/>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4" name="Google Shape;13984;p64"/>
          <p:cNvGrpSpPr/>
          <p:nvPr/>
        </p:nvGrpSpPr>
        <p:grpSpPr>
          <a:xfrm>
            <a:off x="6200460" y="1796866"/>
            <a:ext cx="351325" cy="360576"/>
            <a:chOff x="6201923" y="1981514"/>
            <a:chExt cx="351325" cy="360576"/>
          </a:xfrm>
        </p:grpSpPr>
        <p:sp>
          <p:nvSpPr>
            <p:cNvPr id="13985" name="Google Shape;13985;p64"/>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64"/>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64"/>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64"/>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64"/>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64"/>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64"/>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2" name="Google Shape;13992;p64"/>
          <p:cNvGrpSpPr/>
          <p:nvPr/>
        </p:nvGrpSpPr>
        <p:grpSpPr>
          <a:xfrm>
            <a:off x="4892999" y="3156044"/>
            <a:ext cx="312884" cy="360785"/>
            <a:chOff x="4894461" y="3340691"/>
            <a:chExt cx="312884" cy="360785"/>
          </a:xfrm>
        </p:grpSpPr>
        <p:sp>
          <p:nvSpPr>
            <p:cNvPr id="13993" name="Google Shape;13993;p64"/>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64"/>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64"/>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64"/>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64"/>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64"/>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64"/>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64"/>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64"/>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64"/>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64"/>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64"/>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64"/>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64"/>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64"/>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9" name="Google Shape;14009;p64"/>
          <p:cNvGrpSpPr/>
          <p:nvPr/>
        </p:nvGrpSpPr>
        <p:grpSpPr>
          <a:xfrm>
            <a:off x="5337774" y="1316603"/>
            <a:ext cx="245541" cy="360628"/>
            <a:chOff x="5339237" y="1501251"/>
            <a:chExt cx="245541" cy="360628"/>
          </a:xfrm>
        </p:grpSpPr>
        <p:sp>
          <p:nvSpPr>
            <p:cNvPr id="14010" name="Google Shape;14010;p64"/>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64"/>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64"/>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64"/>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64"/>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64"/>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64"/>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64"/>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64"/>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64"/>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64"/>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64"/>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64"/>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64"/>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64"/>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64"/>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64"/>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64"/>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64"/>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64"/>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64"/>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64"/>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3" name="Google Shape;14033;p64"/>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64"/>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64"/>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64"/>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64"/>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64"/>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64"/>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64"/>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64"/>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64"/>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64"/>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64"/>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64"/>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64"/>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64"/>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64"/>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64"/>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64"/>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64"/>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52" name="Google Shape;14052;p64"/>
          <p:cNvGrpSpPr/>
          <p:nvPr/>
        </p:nvGrpSpPr>
        <p:grpSpPr>
          <a:xfrm>
            <a:off x="7958001" y="2289568"/>
            <a:ext cx="370428" cy="261926"/>
            <a:chOff x="7959464" y="2474216"/>
            <a:chExt cx="370428" cy="261926"/>
          </a:xfrm>
        </p:grpSpPr>
        <p:sp>
          <p:nvSpPr>
            <p:cNvPr id="14053" name="Google Shape;14053;p64"/>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64"/>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64"/>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64"/>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64"/>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64"/>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64"/>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64"/>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64"/>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2" name="Google Shape;14062;p64"/>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64"/>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64"/>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5" name="Google Shape;14065;p64"/>
          <p:cNvGrpSpPr/>
          <p:nvPr/>
        </p:nvGrpSpPr>
        <p:grpSpPr>
          <a:xfrm>
            <a:off x="7517225" y="2273262"/>
            <a:ext cx="360629" cy="294461"/>
            <a:chOff x="7518687" y="2457909"/>
            <a:chExt cx="360629" cy="294461"/>
          </a:xfrm>
        </p:grpSpPr>
        <p:sp>
          <p:nvSpPr>
            <p:cNvPr id="14066" name="Google Shape;14066;p64"/>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64"/>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64"/>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64"/>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64"/>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64"/>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64"/>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64"/>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64"/>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64"/>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64"/>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64"/>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64"/>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64"/>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64"/>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1" name="Google Shape;14081;p64"/>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64"/>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64"/>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64"/>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64"/>
          <p:cNvGrpSpPr/>
          <p:nvPr/>
        </p:nvGrpSpPr>
        <p:grpSpPr>
          <a:xfrm>
            <a:off x="7084758" y="1796919"/>
            <a:ext cx="343799" cy="360524"/>
            <a:chOff x="7086220" y="1981566"/>
            <a:chExt cx="343799" cy="360524"/>
          </a:xfrm>
        </p:grpSpPr>
        <p:sp>
          <p:nvSpPr>
            <p:cNvPr id="14086" name="Google Shape;14086;p64"/>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64"/>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64"/>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64"/>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64"/>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64"/>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64"/>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64"/>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64"/>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64"/>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64"/>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64"/>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64"/>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64"/>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64"/>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64"/>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2" name="Google Shape;14102;p64"/>
          <p:cNvGrpSpPr/>
          <p:nvPr/>
        </p:nvGrpSpPr>
        <p:grpSpPr>
          <a:xfrm>
            <a:off x="6139650" y="2742915"/>
            <a:ext cx="368416" cy="311369"/>
            <a:chOff x="6141112" y="2927563"/>
            <a:chExt cx="368416" cy="311369"/>
          </a:xfrm>
        </p:grpSpPr>
        <p:sp>
          <p:nvSpPr>
            <p:cNvPr id="14103" name="Google Shape;14103;p64"/>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64"/>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64"/>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64"/>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7" name="Google Shape;14107;p64"/>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8" name="Google Shape;14108;p64"/>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64"/>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0" name="Google Shape;14110;p64"/>
          <p:cNvGrpSpPr/>
          <p:nvPr/>
        </p:nvGrpSpPr>
        <p:grpSpPr>
          <a:xfrm>
            <a:off x="7519237" y="2718298"/>
            <a:ext cx="335489" cy="360629"/>
            <a:chOff x="7520699" y="2902946"/>
            <a:chExt cx="335489" cy="360629"/>
          </a:xfrm>
        </p:grpSpPr>
        <p:sp>
          <p:nvSpPr>
            <p:cNvPr id="14111" name="Google Shape;14111;p64"/>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64"/>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64"/>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64"/>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64"/>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64"/>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64"/>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64"/>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64"/>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64"/>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64"/>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64"/>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64"/>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64"/>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64"/>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6" name="Google Shape;14126;p64"/>
          <p:cNvGrpSpPr/>
          <p:nvPr/>
        </p:nvGrpSpPr>
        <p:grpSpPr>
          <a:xfrm>
            <a:off x="7986878" y="2718298"/>
            <a:ext cx="308886" cy="360628"/>
            <a:chOff x="7988340" y="2902946"/>
            <a:chExt cx="308886" cy="360628"/>
          </a:xfrm>
        </p:grpSpPr>
        <p:sp>
          <p:nvSpPr>
            <p:cNvPr id="14127" name="Google Shape;14127;p64"/>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64"/>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9" name="Google Shape;14129;p64"/>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64"/>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64"/>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64"/>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64"/>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64"/>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64"/>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64"/>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64"/>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64"/>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64"/>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64"/>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64"/>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2" name="Google Shape;14142;p64"/>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64"/>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64"/>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64"/>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64"/>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64"/>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64"/>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64"/>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0" name="Google Shape;14150;p64"/>
          <p:cNvGrpSpPr/>
          <p:nvPr/>
        </p:nvGrpSpPr>
        <p:grpSpPr>
          <a:xfrm>
            <a:off x="5688577" y="2718351"/>
            <a:ext cx="362902" cy="360498"/>
            <a:chOff x="5690039" y="2902998"/>
            <a:chExt cx="362902" cy="360498"/>
          </a:xfrm>
        </p:grpSpPr>
        <p:sp>
          <p:nvSpPr>
            <p:cNvPr id="14151" name="Google Shape;14151;p64"/>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64"/>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64"/>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64"/>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64"/>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64"/>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64"/>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8" name="Google Shape;14158;p64"/>
          <p:cNvGrpSpPr/>
          <p:nvPr/>
        </p:nvGrpSpPr>
        <p:grpSpPr>
          <a:xfrm>
            <a:off x="4870473" y="1316342"/>
            <a:ext cx="258503" cy="360890"/>
            <a:chOff x="4871935" y="1500990"/>
            <a:chExt cx="258503" cy="360890"/>
          </a:xfrm>
        </p:grpSpPr>
        <p:sp>
          <p:nvSpPr>
            <p:cNvPr id="14159" name="Google Shape;14159;p64"/>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64"/>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64"/>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64"/>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64"/>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64"/>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64"/>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64"/>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64"/>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64"/>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64"/>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64"/>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3" name="Google Shape;14173;p64"/>
          <p:cNvSpPr/>
          <p:nvPr/>
        </p:nvSpPr>
        <p:spPr>
          <a:xfrm>
            <a:off x="6341184" y="1664375"/>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74" name="Google Shape;14174;p64"/>
          <p:cNvGrpSpPr/>
          <p:nvPr/>
        </p:nvGrpSpPr>
        <p:grpSpPr>
          <a:xfrm>
            <a:off x="6264302" y="1316603"/>
            <a:ext cx="234983" cy="360628"/>
            <a:chOff x="6265764" y="1501251"/>
            <a:chExt cx="234983" cy="360628"/>
          </a:xfrm>
        </p:grpSpPr>
        <p:sp>
          <p:nvSpPr>
            <p:cNvPr id="14175" name="Google Shape;14175;p64"/>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64"/>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64"/>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64"/>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64"/>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64"/>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64"/>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64"/>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64"/>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5" name="Google Shape;14185;p64"/>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64"/>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7" name="Google Shape;14187;p64"/>
          <p:cNvGrpSpPr/>
          <p:nvPr/>
        </p:nvGrpSpPr>
        <p:grpSpPr>
          <a:xfrm>
            <a:off x="6192176" y="3217351"/>
            <a:ext cx="360628" cy="238250"/>
            <a:chOff x="6193639" y="3401998"/>
            <a:chExt cx="360628" cy="238250"/>
          </a:xfrm>
        </p:grpSpPr>
        <p:sp>
          <p:nvSpPr>
            <p:cNvPr id="14188" name="Google Shape;14188;p64"/>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64"/>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64"/>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64"/>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64"/>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64"/>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64"/>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64"/>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64"/>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64"/>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64"/>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9" name="Google Shape;14199;p64"/>
          <p:cNvGrpSpPr/>
          <p:nvPr/>
        </p:nvGrpSpPr>
        <p:grpSpPr>
          <a:xfrm>
            <a:off x="5800162" y="1316603"/>
            <a:ext cx="246037" cy="360629"/>
            <a:chOff x="5801625" y="1501251"/>
            <a:chExt cx="246037" cy="360629"/>
          </a:xfrm>
        </p:grpSpPr>
        <p:sp>
          <p:nvSpPr>
            <p:cNvPr id="14200" name="Google Shape;14200;p64"/>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64"/>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64"/>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64"/>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64"/>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64"/>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64"/>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64"/>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64"/>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64"/>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64"/>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64"/>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64"/>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64"/>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64"/>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64"/>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64"/>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64"/>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64"/>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9" name="Google Shape;14219;p64"/>
          <p:cNvGrpSpPr/>
          <p:nvPr/>
        </p:nvGrpSpPr>
        <p:grpSpPr>
          <a:xfrm>
            <a:off x="6640218" y="1796814"/>
            <a:ext cx="352083" cy="360864"/>
            <a:chOff x="6641680" y="1981462"/>
            <a:chExt cx="352083" cy="360864"/>
          </a:xfrm>
        </p:grpSpPr>
        <p:sp>
          <p:nvSpPr>
            <p:cNvPr id="14220" name="Google Shape;14220;p64"/>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64"/>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64"/>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64"/>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64"/>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64"/>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64"/>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64"/>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64"/>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64"/>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64"/>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64"/>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2" name="Google Shape;14232;p64"/>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64"/>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64"/>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64"/>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64"/>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64"/>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64"/>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64"/>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64"/>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64"/>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64"/>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64"/>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64"/>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5" name="Google Shape;14245;p64"/>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6" name="Google Shape;14246;p64"/>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64"/>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64"/>
          <p:cNvGrpSpPr/>
          <p:nvPr/>
        </p:nvGrpSpPr>
        <p:grpSpPr>
          <a:xfrm>
            <a:off x="7203870" y="1316603"/>
            <a:ext cx="198032" cy="360629"/>
            <a:chOff x="7205332" y="1501251"/>
            <a:chExt cx="198032" cy="360629"/>
          </a:xfrm>
        </p:grpSpPr>
        <p:sp>
          <p:nvSpPr>
            <p:cNvPr id="14249" name="Google Shape;14249;p64"/>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64"/>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1" name="Google Shape;14251;p64"/>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2" name="Google Shape;14252;p64"/>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64"/>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64"/>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64"/>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64"/>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64"/>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64"/>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64"/>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64"/>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64"/>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64"/>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64"/>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64"/>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64"/>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64"/>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64"/>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64"/>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64"/>
          <p:cNvGrpSpPr/>
          <p:nvPr/>
        </p:nvGrpSpPr>
        <p:grpSpPr>
          <a:xfrm>
            <a:off x="7686851" y="1316603"/>
            <a:ext cx="153058" cy="360628"/>
            <a:chOff x="7688313" y="1501251"/>
            <a:chExt cx="153058" cy="360628"/>
          </a:xfrm>
        </p:grpSpPr>
        <p:sp>
          <p:nvSpPr>
            <p:cNvPr id="14270" name="Google Shape;14270;p64"/>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64"/>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64"/>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64"/>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64"/>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64"/>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64"/>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64"/>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64"/>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64"/>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0" name="Google Shape;14280;p64"/>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1" name="Google Shape;14281;p64"/>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64"/>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64"/>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64"/>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64"/>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6" name="Google Shape;14286;p64"/>
          <p:cNvGrpSpPr/>
          <p:nvPr/>
        </p:nvGrpSpPr>
        <p:grpSpPr>
          <a:xfrm>
            <a:off x="8148716" y="1316603"/>
            <a:ext cx="150811" cy="360628"/>
            <a:chOff x="8150179" y="1501251"/>
            <a:chExt cx="150811" cy="360628"/>
          </a:xfrm>
        </p:grpSpPr>
        <p:sp>
          <p:nvSpPr>
            <p:cNvPr id="14287" name="Google Shape;14287;p64"/>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64"/>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64"/>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64"/>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64"/>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64"/>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64"/>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64"/>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64"/>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96" name="Google Shape;14296;p64"/>
          <p:cNvSpPr/>
          <p:nvPr/>
        </p:nvSpPr>
        <p:spPr>
          <a:xfrm>
            <a:off x="4946623" y="2722297"/>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97" name="Google Shape;14297;p64"/>
          <p:cNvGrpSpPr/>
          <p:nvPr/>
        </p:nvGrpSpPr>
        <p:grpSpPr>
          <a:xfrm>
            <a:off x="4876405" y="2718298"/>
            <a:ext cx="170149" cy="360629"/>
            <a:chOff x="4877867" y="2902946"/>
            <a:chExt cx="170149" cy="360629"/>
          </a:xfrm>
        </p:grpSpPr>
        <p:sp>
          <p:nvSpPr>
            <p:cNvPr id="14298" name="Google Shape;14298;p64"/>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64"/>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64"/>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64"/>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64"/>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64"/>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64"/>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64"/>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64"/>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64"/>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64"/>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64"/>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64"/>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1" name="Google Shape;14311;p64"/>
          <p:cNvGrpSpPr/>
          <p:nvPr/>
        </p:nvGrpSpPr>
        <p:grpSpPr>
          <a:xfrm>
            <a:off x="6740227" y="1316028"/>
            <a:ext cx="207962" cy="361203"/>
            <a:chOff x="6741689" y="1500676"/>
            <a:chExt cx="207962" cy="361203"/>
          </a:xfrm>
        </p:grpSpPr>
        <p:sp>
          <p:nvSpPr>
            <p:cNvPr id="14312" name="Google Shape;14312;p64"/>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64"/>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64"/>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64"/>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64"/>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64"/>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64"/>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64"/>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64"/>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64"/>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64"/>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64"/>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64"/>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64"/>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64"/>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64"/>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64"/>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64"/>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64"/>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1" name="Google Shape;14331;p64"/>
          <p:cNvGrpSpPr/>
          <p:nvPr/>
        </p:nvGrpSpPr>
        <p:grpSpPr>
          <a:xfrm>
            <a:off x="5751164" y="3245757"/>
            <a:ext cx="360628" cy="181464"/>
            <a:chOff x="5752627" y="3430404"/>
            <a:chExt cx="360628" cy="181464"/>
          </a:xfrm>
        </p:grpSpPr>
        <p:sp>
          <p:nvSpPr>
            <p:cNvPr id="14332" name="Google Shape;14332;p64"/>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64"/>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4" name="Google Shape;14334;p64"/>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64"/>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64"/>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64"/>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64"/>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64"/>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64"/>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64"/>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64"/>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64"/>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64"/>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64"/>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64"/>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64"/>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64"/>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64"/>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64"/>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64"/>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64"/>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64"/>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64"/>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64"/>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64"/>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64"/>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64"/>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64"/>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0" name="Google Shape;14360;p64"/>
          <p:cNvGrpSpPr/>
          <p:nvPr/>
        </p:nvGrpSpPr>
        <p:grpSpPr>
          <a:xfrm>
            <a:off x="5234237" y="2718351"/>
            <a:ext cx="361909" cy="360759"/>
            <a:chOff x="5235700" y="2902998"/>
            <a:chExt cx="361909" cy="360759"/>
          </a:xfrm>
        </p:grpSpPr>
        <p:sp>
          <p:nvSpPr>
            <p:cNvPr id="14361" name="Google Shape;14361;p64"/>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64"/>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64"/>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64"/>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64"/>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64"/>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64"/>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8" name="Google Shape;14368;p64"/>
          <p:cNvGrpSpPr/>
          <p:nvPr/>
        </p:nvGrpSpPr>
        <p:grpSpPr>
          <a:xfrm>
            <a:off x="6633450" y="3210321"/>
            <a:ext cx="360367" cy="252309"/>
            <a:chOff x="6634912" y="3394969"/>
            <a:chExt cx="360367" cy="252309"/>
          </a:xfrm>
        </p:grpSpPr>
        <p:sp>
          <p:nvSpPr>
            <p:cNvPr id="14369" name="Google Shape;14369;p64"/>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64"/>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64"/>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64"/>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64"/>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64"/>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64"/>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64"/>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64"/>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64"/>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64"/>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64"/>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64"/>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2" name="Google Shape;14382;p64"/>
          <p:cNvGrpSpPr/>
          <p:nvPr/>
        </p:nvGrpSpPr>
        <p:grpSpPr>
          <a:xfrm>
            <a:off x="7057867" y="3156148"/>
            <a:ext cx="377170" cy="360655"/>
            <a:chOff x="7059330" y="3340796"/>
            <a:chExt cx="377170" cy="360655"/>
          </a:xfrm>
        </p:grpSpPr>
        <p:sp>
          <p:nvSpPr>
            <p:cNvPr id="14383" name="Google Shape;14383;p64"/>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64"/>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64"/>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64"/>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64"/>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64"/>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64"/>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64"/>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64"/>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64"/>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64"/>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64"/>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5" name="Google Shape;14395;p64"/>
          <p:cNvGrpSpPr/>
          <p:nvPr/>
        </p:nvGrpSpPr>
        <p:grpSpPr>
          <a:xfrm>
            <a:off x="7956486" y="3190983"/>
            <a:ext cx="360629" cy="291012"/>
            <a:chOff x="7957948" y="3375631"/>
            <a:chExt cx="360629" cy="291012"/>
          </a:xfrm>
        </p:grpSpPr>
        <p:sp>
          <p:nvSpPr>
            <p:cNvPr id="14396" name="Google Shape;14396;p64"/>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64"/>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64"/>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64"/>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64"/>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64"/>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64"/>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64"/>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64"/>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64"/>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64"/>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64"/>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64"/>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64"/>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64"/>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64"/>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64"/>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64"/>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4" name="Google Shape;14414;p64"/>
          <p:cNvGrpSpPr/>
          <p:nvPr/>
        </p:nvGrpSpPr>
        <p:grpSpPr>
          <a:xfrm>
            <a:off x="6197194" y="3683241"/>
            <a:ext cx="347562" cy="227954"/>
            <a:chOff x="6198656" y="3867888"/>
            <a:chExt cx="347562" cy="227954"/>
          </a:xfrm>
        </p:grpSpPr>
        <p:sp>
          <p:nvSpPr>
            <p:cNvPr id="14415" name="Google Shape;14415;p64"/>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64"/>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64"/>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64"/>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64"/>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64"/>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64"/>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64"/>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64"/>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64"/>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64"/>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6" name="Google Shape;14426;p64"/>
          <p:cNvGrpSpPr/>
          <p:nvPr/>
        </p:nvGrpSpPr>
        <p:grpSpPr>
          <a:xfrm>
            <a:off x="5705432" y="3634504"/>
            <a:ext cx="349392" cy="325454"/>
            <a:chOff x="5706895" y="3819151"/>
            <a:chExt cx="349392" cy="325454"/>
          </a:xfrm>
        </p:grpSpPr>
        <p:sp>
          <p:nvSpPr>
            <p:cNvPr id="14427" name="Google Shape;14427;p64"/>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64"/>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64"/>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64"/>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64"/>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2" name="Google Shape;14432;p64"/>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3" name="Google Shape;14433;p64"/>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64"/>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64"/>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64"/>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64"/>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64"/>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64"/>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64"/>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64"/>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2" name="Google Shape;14442;p64"/>
          <p:cNvGrpSpPr/>
          <p:nvPr/>
        </p:nvGrpSpPr>
        <p:grpSpPr>
          <a:xfrm>
            <a:off x="7647155" y="3156096"/>
            <a:ext cx="97265" cy="360393"/>
            <a:chOff x="7648618" y="3340744"/>
            <a:chExt cx="97265" cy="360393"/>
          </a:xfrm>
        </p:grpSpPr>
        <p:sp>
          <p:nvSpPr>
            <p:cNvPr id="14443" name="Google Shape;14443;p64"/>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64"/>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5" name="Google Shape;14445;p64"/>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6" name="Google Shape;14446;p64"/>
          <p:cNvGrpSpPr/>
          <p:nvPr/>
        </p:nvGrpSpPr>
        <p:grpSpPr>
          <a:xfrm>
            <a:off x="7162894" y="3606019"/>
            <a:ext cx="385507" cy="382501"/>
            <a:chOff x="7164356" y="3790667"/>
            <a:chExt cx="385507" cy="382501"/>
          </a:xfrm>
        </p:grpSpPr>
        <p:sp>
          <p:nvSpPr>
            <p:cNvPr id="14447" name="Google Shape;14447;p64"/>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64"/>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64"/>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64"/>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64"/>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64"/>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64"/>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64"/>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64"/>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64"/>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64"/>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64"/>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64"/>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64"/>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64"/>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64"/>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64"/>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64"/>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64"/>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64"/>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64"/>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64"/>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64"/>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64"/>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1" name="Google Shape;14471;p64"/>
          <p:cNvGrpSpPr/>
          <p:nvPr/>
        </p:nvGrpSpPr>
        <p:grpSpPr>
          <a:xfrm>
            <a:off x="6668937" y="3641821"/>
            <a:ext cx="387911" cy="310846"/>
            <a:chOff x="6670400" y="3826468"/>
            <a:chExt cx="387911" cy="310846"/>
          </a:xfrm>
        </p:grpSpPr>
        <p:sp>
          <p:nvSpPr>
            <p:cNvPr id="14472" name="Google Shape;14472;p64"/>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3" name="Google Shape;14473;p64"/>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64"/>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64"/>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64"/>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64"/>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64"/>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64"/>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64"/>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64"/>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64"/>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64"/>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64"/>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64"/>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64"/>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64"/>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64"/>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64"/>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0" name="Google Shape;14490;p64"/>
          <p:cNvGrpSpPr/>
          <p:nvPr/>
        </p:nvGrpSpPr>
        <p:grpSpPr>
          <a:xfrm>
            <a:off x="7660718" y="3618798"/>
            <a:ext cx="302823" cy="360498"/>
            <a:chOff x="7662181" y="3803446"/>
            <a:chExt cx="302823" cy="360498"/>
          </a:xfrm>
        </p:grpSpPr>
        <p:sp>
          <p:nvSpPr>
            <p:cNvPr id="14491" name="Google Shape;14491;p64"/>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64"/>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64"/>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64"/>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64"/>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64"/>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64"/>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64"/>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64"/>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64"/>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1" name="Google Shape;14501;p64"/>
          <p:cNvGrpSpPr/>
          <p:nvPr/>
        </p:nvGrpSpPr>
        <p:grpSpPr>
          <a:xfrm>
            <a:off x="5205099" y="3619347"/>
            <a:ext cx="363895" cy="355663"/>
            <a:chOff x="5206562" y="3803994"/>
            <a:chExt cx="363895" cy="355663"/>
          </a:xfrm>
        </p:grpSpPr>
        <p:sp>
          <p:nvSpPr>
            <p:cNvPr id="14502" name="Google Shape;14502;p64"/>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64"/>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64"/>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64"/>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64"/>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64"/>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64"/>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64"/>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64"/>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64"/>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64"/>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64"/>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64"/>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64"/>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6" name="Google Shape;14516;p64"/>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Creative Process Icons</a:t>
            </a:r>
            <a:endParaRPr sz="2400">
              <a:solidFill>
                <a:schemeClr val="lt1"/>
              </a:solidFill>
            </a:endParaRPr>
          </a:p>
        </p:txBody>
      </p:sp>
      <p:sp>
        <p:nvSpPr>
          <p:cNvPr id="14517" name="Google Shape;14517;p64"/>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521"/>
        <p:cNvGrpSpPr/>
        <p:nvPr/>
      </p:nvGrpSpPr>
      <p:grpSpPr>
        <a:xfrm>
          <a:off x="0" y="0"/>
          <a:ext cx="0" cy="0"/>
          <a:chOff x="0" y="0"/>
          <a:chExt cx="0" cy="0"/>
        </a:xfrm>
      </p:grpSpPr>
      <p:grpSp>
        <p:nvGrpSpPr>
          <p:cNvPr id="14522" name="Google Shape;14522;p65"/>
          <p:cNvGrpSpPr/>
          <p:nvPr/>
        </p:nvGrpSpPr>
        <p:grpSpPr>
          <a:xfrm>
            <a:off x="4655438" y="1588417"/>
            <a:ext cx="369948" cy="370132"/>
            <a:chOff x="4682526" y="1512217"/>
            <a:chExt cx="369948" cy="370132"/>
          </a:xfrm>
        </p:grpSpPr>
        <p:sp>
          <p:nvSpPr>
            <p:cNvPr id="14523" name="Google Shape;14523;p65"/>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65"/>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65"/>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65"/>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65"/>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65"/>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65"/>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65"/>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65"/>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65"/>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65"/>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65"/>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65"/>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65"/>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65"/>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8" name="Google Shape;14538;p65"/>
          <p:cNvGrpSpPr/>
          <p:nvPr/>
        </p:nvGrpSpPr>
        <p:grpSpPr>
          <a:xfrm>
            <a:off x="3565345" y="2056412"/>
            <a:ext cx="381542" cy="370079"/>
            <a:chOff x="3592433" y="1980212"/>
            <a:chExt cx="381542" cy="370079"/>
          </a:xfrm>
        </p:grpSpPr>
        <p:sp>
          <p:nvSpPr>
            <p:cNvPr id="14539" name="Google Shape;14539;p65"/>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65"/>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65"/>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65"/>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65"/>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65"/>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65"/>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65"/>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65"/>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65"/>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65"/>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65"/>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1" name="Google Shape;14551;p65"/>
          <p:cNvGrpSpPr/>
          <p:nvPr/>
        </p:nvGrpSpPr>
        <p:grpSpPr>
          <a:xfrm>
            <a:off x="1371494" y="3049690"/>
            <a:ext cx="371391" cy="235126"/>
            <a:chOff x="1398582" y="2973490"/>
            <a:chExt cx="371391" cy="235126"/>
          </a:xfrm>
        </p:grpSpPr>
        <p:sp>
          <p:nvSpPr>
            <p:cNvPr id="14552" name="Google Shape;14552;p65"/>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65"/>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65"/>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65"/>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65"/>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7" name="Google Shape;14557;p65"/>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8" name="Google Shape;14558;p65"/>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65"/>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65"/>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65"/>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65"/>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65"/>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65"/>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65"/>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65"/>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7" name="Google Shape;14567;p65"/>
          <p:cNvGrpSpPr/>
          <p:nvPr/>
        </p:nvGrpSpPr>
        <p:grpSpPr>
          <a:xfrm>
            <a:off x="823707" y="1588417"/>
            <a:ext cx="370132" cy="370132"/>
            <a:chOff x="850795" y="1512217"/>
            <a:chExt cx="370132" cy="370132"/>
          </a:xfrm>
        </p:grpSpPr>
        <p:sp>
          <p:nvSpPr>
            <p:cNvPr id="14568" name="Google Shape;14568;p65"/>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9" name="Google Shape;14569;p65"/>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65"/>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65"/>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65"/>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65"/>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65"/>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65"/>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65"/>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65"/>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65"/>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65"/>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65"/>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65"/>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65"/>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65"/>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65"/>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65"/>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6" name="Google Shape;14586;p65"/>
          <p:cNvGrpSpPr/>
          <p:nvPr/>
        </p:nvGrpSpPr>
        <p:grpSpPr>
          <a:xfrm>
            <a:off x="8011409" y="2982279"/>
            <a:ext cx="236568" cy="370105"/>
            <a:chOff x="8038497" y="2906079"/>
            <a:chExt cx="236568" cy="370105"/>
          </a:xfrm>
        </p:grpSpPr>
        <p:sp>
          <p:nvSpPr>
            <p:cNvPr id="14587" name="Google Shape;14587;p65"/>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65"/>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65"/>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65"/>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65"/>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65"/>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65"/>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4" name="Google Shape;14594;p65"/>
          <p:cNvGrpSpPr/>
          <p:nvPr/>
        </p:nvGrpSpPr>
        <p:grpSpPr>
          <a:xfrm>
            <a:off x="6297042" y="1642503"/>
            <a:ext cx="370630" cy="261802"/>
            <a:chOff x="6324130" y="1566303"/>
            <a:chExt cx="370630" cy="261802"/>
          </a:xfrm>
        </p:grpSpPr>
        <p:sp>
          <p:nvSpPr>
            <p:cNvPr id="14595" name="Google Shape;14595;p65"/>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65"/>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65"/>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65"/>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65"/>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65"/>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65"/>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2" name="Google Shape;14602;p65"/>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65"/>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65"/>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65"/>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65"/>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65"/>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65"/>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65"/>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65"/>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65"/>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2" name="Google Shape;14612;p65"/>
          <p:cNvGrpSpPr/>
          <p:nvPr/>
        </p:nvGrpSpPr>
        <p:grpSpPr>
          <a:xfrm>
            <a:off x="5205192" y="2102787"/>
            <a:ext cx="370840" cy="353213"/>
            <a:chOff x="5232280" y="2026587"/>
            <a:chExt cx="370840" cy="353213"/>
          </a:xfrm>
        </p:grpSpPr>
        <p:sp>
          <p:nvSpPr>
            <p:cNvPr id="14613" name="Google Shape;14613;p65"/>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65"/>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65"/>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65"/>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65"/>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65"/>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65"/>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65"/>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65"/>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65"/>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3" name="Google Shape;14623;p65"/>
          <p:cNvGrpSpPr/>
          <p:nvPr/>
        </p:nvGrpSpPr>
        <p:grpSpPr>
          <a:xfrm>
            <a:off x="7941873" y="2511529"/>
            <a:ext cx="379548" cy="365331"/>
            <a:chOff x="7968961" y="2435329"/>
            <a:chExt cx="379548" cy="365331"/>
          </a:xfrm>
        </p:grpSpPr>
        <p:sp>
          <p:nvSpPr>
            <p:cNvPr id="14624" name="Google Shape;14624;p65"/>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65"/>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65"/>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65"/>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65"/>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65"/>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0" name="Google Shape;14630;p65"/>
          <p:cNvGrpSpPr/>
          <p:nvPr/>
        </p:nvGrpSpPr>
        <p:grpSpPr>
          <a:xfrm>
            <a:off x="4109591" y="2191523"/>
            <a:ext cx="373305" cy="223217"/>
            <a:chOff x="4136679" y="2115323"/>
            <a:chExt cx="373305" cy="223217"/>
          </a:xfrm>
        </p:grpSpPr>
        <p:sp>
          <p:nvSpPr>
            <p:cNvPr id="14631" name="Google Shape;14631;p65"/>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65"/>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65"/>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65"/>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65"/>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65"/>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65"/>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65"/>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65"/>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65"/>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1" name="Google Shape;14641;p65"/>
          <p:cNvGrpSpPr/>
          <p:nvPr/>
        </p:nvGrpSpPr>
        <p:grpSpPr>
          <a:xfrm>
            <a:off x="7396735" y="2540277"/>
            <a:ext cx="372046" cy="307730"/>
            <a:chOff x="7423823" y="2464077"/>
            <a:chExt cx="372046" cy="307730"/>
          </a:xfrm>
        </p:grpSpPr>
        <p:sp>
          <p:nvSpPr>
            <p:cNvPr id="14642" name="Google Shape;14642;p65"/>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65"/>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65"/>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65"/>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65"/>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65"/>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65"/>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65"/>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65"/>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65"/>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65"/>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65"/>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65"/>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5" name="Google Shape;14655;p65"/>
          <p:cNvGrpSpPr/>
          <p:nvPr/>
        </p:nvGrpSpPr>
        <p:grpSpPr>
          <a:xfrm>
            <a:off x="3855423" y="3441356"/>
            <a:ext cx="295061" cy="370263"/>
            <a:chOff x="3882511" y="3365156"/>
            <a:chExt cx="295061" cy="370263"/>
          </a:xfrm>
        </p:grpSpPr>
        <p:sp>
          <p:nvSpPr>
            <p:cNvPr id="14656" name="Google Shape;14656;p65"/>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65"/>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65"/>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65"/>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65"/>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1" name="Google Shape;14661;p65"/>
          <p:cNvGrpSpPr/>
          <p:nvPr/>
        </p:nvGrpSpPr>
        <p:grpSpPr>
          <a:xfrm>
            <a:off x="5202700" y="1588417"/>
            <a:ext cx="370132" cy="370132"/>
            <a:chOff x="5229788" y="1512217"/>
            <a:chExt cx="370132" cy="370132"/>
          </a:xfrm>
        </p:grpSpPr>
        <p:sp>
          <p:nvSpPr>
            <p:cNvPr id="14662" name="Google Shape;14662;p65"/>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65"/>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65"/>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65"/>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65"/>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7" name="Google Shape;14667;p65"/>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65"/>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65"/>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65"/>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65"/>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65"/>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65"/>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65"/>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65"/>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65"/>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65"/>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65"/>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9" name="Google Shape;14679;p65"/>
          <p:cNvGrpSpPr/>
          <p:nvPr/>
        </p:nvGrpSpPr>
        <p:grpSpPr>
          <a:xfrm>
            <a:off x="6014781" y="3441592"/>
            <a:ext cx="373882" cy="370053"/>
            <a:chOff x="6041869" y="3365392"/>
            <a:chExt cx="373882" cy="370053"/>
          </a:xfrm>
        </p:grpSpPr>
        <p:sp>
          <p:nvSpPr>
            <p:cNvPr id="14680" name="Google Shape;14680;p65"/>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65"/>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65"/>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65"/>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65"/>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65"/>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65"/>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65"/>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65"/>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9" name="Google Shape;14689;p65"/>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90" name="Google Shape;14690;p65"/>
          <p:cNvGrpSpPr/>
          <p:nvPr/>
        </p:nvGrpSpPr>
        <p:grpSpPr>
          <a:xfrm>
            <a:off x="4657221" y="2163693"/>
            <a:ext cx="374748" cy="279140"/>
            <a:chOff x="4684309" y="2087493"/>
            <a:chExt cx="374748" cy="279140"/>
          </a:xfrm>
        </p:grpSpPr>
        <p:sp>
          <p:nvSpPr>
            <p:cNvPr id="14691" name="Google Shape;14691;p65"/>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65"/>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65"/>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65"/>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65"/>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65"/>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65"/>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65"/>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65"/>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65"/>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65"/>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65"/>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3" name="Google Shape;14703;p65"/>
          <p:cNvGrpSpPr/>
          <p:nvPr/>
        </p:nvGrpSpPr>
        <p:grpSpPr>
          <a:xfrm>
            <a:off x="7494022" y="2982331"/>
            <a:ext cx="175400" cy="370053"/>
            <a:chOff x="7521110" y="2906131"/>
            <a:chExt cx="175400" cy="370053"/>
          </a:xfrm>
        </p:grpSpPr>
        <p:sp>
          <p:nvSpPr>
            <p:cNvPr id="14704" name="Google Shape;14704;p65"/>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65"/>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65"/>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65"/>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65"/>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65"/>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65"/>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65"/>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65"/>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3" name="Google Shape;14713;p65"/>
          <p:cNvGrpSpPr/>
          <p:nvPr/>
        </p:nvGrpSpPr>
        <p:grpSpPr>
          <a:xfrm>
            <a:off x="3559837" y="1599486"/>
            <a:ext cx="371023" cy="347915"/>
            <a:chOff x="3586925" y="1523286"/>
            <a:chExt cx="371023" cy="347915"/>
          </a:xfrm>
        </p:grpSpPr>
        <p:sp>
          <p:nvSpPr>
            <p:cNvPr id="14714" name="Google Shape;14714;p65"/>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65"/>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65"/>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65"/>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65"/>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65"/>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65"/>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65"/>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65"/>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65"/>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65"/>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65"/>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65"/>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65"/>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65"/>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65"/>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65"/>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65"/>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65"/>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3" name="Google Shape;14733;p65"/>
          <p:cNvGrpSpPr/>
          <p:nvPr/>
        </p:nvGrpSpPr>
        <p:grpSpPr>
          <a:xfrm>
            <a:off x="6848921" y="2551661"/>
            <a:ext cx="370158" cy="285120"/>
            <a:chOff x="6876009" y="2475461"/>
            <a:chExt cx="370158" cy="285120"/>
          </a:xfrm>
        </p:grpSpPr>
        <p:sp>
          <p:nvSpPr>
            <p:cNvPr id="14734" name="Google Shape;14734;p65"/>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65"/>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65"/>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65"/>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65"/>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65"/>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65"/>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65"/>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65"/>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3" name="Google Shape;14743;p65"/>
          <p:cNvGrpSpPr/>
          <p:nvPr/>
        </p:nvGrpSpPr>
        <p:grpSpPr>
          <a:xfrm>
            <a:off x="6301134" y="2522047"/>
            <a:ext cx="370158" cy="344269"/>
            <a:chOff x="6328222" y="2445847"/>
            <a:chExt cx="370158" cy="344269"/>
          </a:xfrm>
        </p:grpSpPr>
        <p:sp>
          <p:nvSpPr>
            <p:cNvPr id="14744" name="Google Shape;14744;p65"/>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65"/>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65"/>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65"/>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8" name="Google Shape;14748;p65"/>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65"/>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65"/>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65"/>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2" name="Google Shape;14752;p65"/>
          <p:cNvGrpSpPr/>
          <p:nvPr/>
        </p:nvGrpSpPr>
        <p:grpSpPr>
          <a:xfrm>
            <a:off x="5222452" y="2509142"/>
            <a:ext cx="351639" cy="370184"/>
            <a:chOff x="5249540" y="2432942"/>
            <a:chExt cx="351639" cy="370184"/>
          </a:xfrm>
        </p:grpSpPr>
        <p:sp>
          <p:nvSpPr>
            <p:cNvPr id="14753" name="Google Shape;14753;p65"/>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65"/>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65"/>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65"/>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65"/>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65"/>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65"/>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60" name="Google Shape;14760;p65"/>
          <p:cNvGrpSpPr/>
          <p:nvPr/>
        </p:nvGrpSpPr>
        <p:grpSpPr>
          <a:xfrm>
            <a:off x="4109959" y="2558376"/>
            <a:ext cx="371102" cy="271585"/>
            <a:chOff x="4137047" y="2482176"/>
            <a:chExt cx="371102" cy="271585"/>
          </a:xfrm>
        </p:grpSpPr>
        <p:sp>
          <p:nvSpPr>
            <p:cNvPr id="14761" name="Google Shape;14761;p65"/>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65"/>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65"/>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65"/>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65"/>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65"/>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65"/>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65"/>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65"/>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0" name="Google Shape;14770;p65"/>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1" name="Google Shape;14771;p65"/>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2" name="Google Shape;14772;p65"/>
          <p:cNvGrpSpPr/>
          <p:nvPr/>
        </p:nvGrpSpPr>
        <p:grpSpPr>
          <a:xfrm>
            <a:off x="4659346" y="2509116"/>
            <a:ext cx="367377" cy="370079"/>
            <a:chOff x="4686434" y="2432916"/>
            <a:chExt cx="367377" cy="370079"/>
          </a:xfrm>
        </p:grpSpPr>
        <p:sp>
          <p:nvSpPr>
            <p:cNvPr id="14773" name="Google Shape;14773;p65"/>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65"/>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65"/>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65"/>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65"/>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65"/>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65"/>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65"/>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1" name="Google Shape;14781;p65"/>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2" name="Google Shape;14782;p65"/>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65"/>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4" name="Google Shape;14784;p65"/>
          <p:cNvGrpSpPr/>
          <p:nvPr/>
        </p:nvGrpSpPr>
        <p:grpSpPr>
          <a:xfrm>
            <a:off x="6301134" y="2132506"/>
            <a:ext cx="372099" cy="293986"/>
            <a:chOff x="6328222" y="2056306"/>
            <a:chExt cx="372099" cy="293986"/>
          </a:xfrm>
        </p:grpSpPr>
        <p:sp>
          <p:nvSpPr>
            <p:cNvPr id="14785" name="Google Shape;14785;p65"/>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65"/>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65"/>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65"/>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65"/>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65"/>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65"/>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65"/>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65"/>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4" name="Google Shape;14794;p65"/>
          <p:cNvGrpSpPr/>
          <p:nvPr/>
        </p:nvGrpSpPr>
        <p:grpSpPr>
          <a:xfrm>
            <a:off x="5762239" y="2509168"/>
            <a:ext cx="352531" cy="370132"/>
            <a:chOff x="5789327" y="2432968"/>
            <a:chExt cx="352531" cy="370132"/>
          </a:xfrm>
        </p:grpSpPr>
        <p:sp>
          <p:nvSpPr>
            <p:cNvPr id="14795" name="Google Shape;14795;p65"/>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65"/>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65"/>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65"/>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65"/>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65"/>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1" name="Google Shape;14801;p65"/>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2" name="Google Shape;14802;p65"/>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65"/>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65"/>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5" name="Google Shape;14805;p65"/>
          <p:cNvGrpSpPr/>
          <p:nvPr/>
        </p:nvGrpSpPr>
        <p:grpSpPr>
          <a:xfrm>
            <a:off x="847524" y="2056334"/>
            <a:ext cx="322314" cy="370158"/>
            <a:chOff x="874612" y="1980134"/>
            <a:chExt cx="322314" cy="370158"/>
          </a:xfrm>
        </p:grpSpPr>
        <p:sp>
          <p:nvSpPr>
            <p:cNvPr id="14806" name="Google Shape;14806;p65"/>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65"/>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8" name="Google Shape;14808;p65"/>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9" name="Google Shape;14809;p65"/>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65"/>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65"/>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65"/>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65"/>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65"/>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65"/>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65"/>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65"/>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65"/>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65"/>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65"/>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65"/>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2" name="Google Shape;14822;p65"/>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3" name="Google Shape;14823;p65"/>
          <p:cNvGrpSpPr/>
          <p:nvPr/>
        </p:nvGrpSpPr>
        <p:grpSpPr>
          <a:xfrm>
            <a:off x="3012574" y="2590980"/>
            <a:ext cx="374223" cy="329764"/>
            <a:chOff x="3039662" y="2514780"/>
            <a:chExt cx="374223" cy="329764"/>
          </a:xfrm>
        </p:grpSpPr>
        <p:sp>
          <p:nvSpPr>
            <p:cNvPr id="14824" name="Google Shape;14824;p65"/>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65"/>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65"/>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65"/>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65"/>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65"/>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65"/>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65"/>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65"/>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65"/>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65"/>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65"/>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65"/>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65"/>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65"/>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65"/>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65"/>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1" name="Google Shape;14841;p65"/>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2" name="Google Shape;14842;p65"/>
          <p:cNvGrpSpPr/>
          <p:nvPr/>
        </p:nvGrpSpPr>
        <p:grpSpPr>
          <a:xfrm>
            <a:off x="1919281" y="2639322"/>
            <a:ext cx="374066" cy="233395"/>
            <a:chOff x="1946369" y="2563122"/>
            <a:chExt cx="374066" cy="233395"/>
          </a:xfrm>
        </p:grpSpPr>
        <p:sp>
          <p:nvSpPr>
            <p:cNvPr id="14843" name="Google Shape;14843;p65"/>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65"/>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65"/>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65"/>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65"/>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65"/>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65"/>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65"/>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1" name="Google Shape;14851;p65"/>
          <p:cNvGrpSpPr/>
          <p:nvPr/>
        </p:nvGrpSpPr>
        <p:grpSpPr>
          <a:xfrm>
            <a:off x="4108175" y="2982384"/>
            <a:ext cx="374040" cy="370184"/>
            <a:chOff x="4135263" y="2906184"/>
            <a:chExt cx="374040" cy="370184"/>
          </a:xfrm>
        </p:grpSpPr>
        <p:sp>
          <p:nvSpPr>
            <p:cNvPr id="14852" name="Google Shape;14852;p65"/>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65"/>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65"/>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5" name="Google Shape;14855;p65"/>
          <p:cNvGrpSpPr/>
          <p:nvPr/>
        </p:nvGrpSpPr>
        <p:grpSpPr>
          <a:xfrm>
            <a:off x="4656513" y="2982384"/>
            <a:ext cx="372676" cy="370184"/>
            <a:chOff x="4683601" y="2906184"/>
            <a:chExt cx="372676" cy="370184"/>
          </a:xfrm>
        </p:grpSpPr>
        <p:sp>
          <p:nvSpPr>
            <p:cNvPr id="14856" name="Google Shape;14856;p65"/>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65"/>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65"/>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65"/>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65"/>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65"/>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2" name="Google Shape;14862;p65"/>
          <p:cNvGrpSpPr/>
          <p:nvPr/>
        </p:nvGrpSpPr>
        <p:grpSpPr>
          <a:xfrm>
            <a:off x="843720" y="2982253"/>
            <a:ext cx="329134" cy="370132"/>
            <a:chOff x="870808" y="2906053"/>
            <a:chExt cx="329134" cy="370132"/>
          </a:xfrm>
        </p:grpSpPr>
        <p:sp>
          <p:nvSpPr>
            <p:cNvPr id="14863" name="Google Shape;14863;p65"/>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4" name="Google Shape;14864;p65"/>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65"/>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65"/>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65"/>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65"/>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65"/>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65"/>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1" name="Google Shape;14871;p65"/>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2" name="Google Shape;14872;p65"/>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65"/>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65"/>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65"/>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65"/>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65"/>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65"/>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65"/>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65"/>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1" name="Google Shape;14881;p65"/>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2" name="Google Shape;14882;p65"/>
          <p:cNvGrpSpPr/>
          <p:nvPr/>
        </p:nvGrpSpPr>
        <p:grpSpPr>
          <a:xfrm>
            <a:off x="1916790" y="2985269"/>
            <a:ext cx="374774" cy="364282"/>
            <a:chOff x="1943878" y="2909069"/>
            <a:chExt cx="374774" cy="364282"/>
          </a:xfrm>
        </p:grpSpPr>
        <p:sp>
          <p:nvSpPr>
            <p:cNvPr id="14883" name="Google Shape;14883;p65"/>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4" name="Google Shape;14884;p65"/>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65"/>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65"/>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65"/>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65"/>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65"/>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65"/>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65"/>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65"/>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3" name="Google Shape;14893;p65"/>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4" name="Google Shape;14894;p65"/>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65"/>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65"/>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65"/>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65"/>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65"/>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65"/>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65"/>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65"/>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65"/>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4" name="Google Shape;14904;p65"/>
          <p:cNvGrpSpPr/>
          <p:nvPr/>
        </p:nvGrpSpPr>
        <p:grpSpPr>
          <a:xfrm>
            <a:off x="1100984" y="3441461"/>
            <a:ext cx="328872" cy="370158"/>
            <a:chOff x="1128072" y="3365261"/>
            <a:chExt cx="328872" cy="370158"/>
          </a:xfrm>
        </p:grpSpPr>
        <p:sp>
          <p:nvSpPr>
            <p:cNvPr id="14905" name="Google Shape;14905;p65"/>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6" name="Google Shape;14906;p65"/>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65"/>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65"/>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65"/>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65"/>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65"/>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65"/>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65"/>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65"/>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65"/>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65"/>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65"/>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65"/>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65"/>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65"/>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65"/>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65"/>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65"/>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65"/>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5" name="Google Shape;14925;p65"/>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6" name="Google Shape;14926;p65"/>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65"/>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65"/>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65"/>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65"/>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65"/>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65"/>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65"/>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65"/>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65"/>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65"/>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65"/>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65"/>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9" name="Google Shape;14939;p65"/>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0" name="Google Shape;14940;p65"/>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65"/>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65"/>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65"/>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65"/>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65"/>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65"/>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65"/>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65"/>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9" name="Google Shape;14949;p65"/>
          <p:cNvGrpSpPr/>
          <p:nvPr/>
        </p:nvGrpSpPr>
        <p:grpSpPr>
          <a:xfrm>
            <a:off x="5749779" y="1591381"/>
            <a:ext cx="370866" cy="364151"/>
            <a:chOff x="5776868" y="1515181"/>
            <a:chExt cx="370866" cy="364151"/>
          </a:xfrm>
        </p:grpSpPr>
        <p:sp>
          <p:nvSpPr>
            <p:cNvPr id="14950" name="Google Shape;14950;p65"/>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65"/>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65"/>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65"/>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65"/>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65"/>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65"/>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65"/>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65"/>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9" name="Google Shape;14959;p65"/>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0" name="Google Shape;14960;p65"/>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65"/>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65"/>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65"/>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65"/>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65"/>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65"/>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7" name="Google Shape;14967;p65"/>
          <p:cNvGrpSpPr/>
          <p:nvPr/>
        </p:nvGrpSpPr>
        <p:grpSpPr>
          <a:xfrm>
            <a:off x="3550761" y="2509142"/>
            <a:ext cx="393660" cy="370079"/>
            <a:chOff x="3577849" y="2432942"/>
            <a:chExt cx="393660" cy="370079"/>
          </a:xfrm>
        </p:grpSpPr>
        <p:sp>
          <p:nvSpPr>
            <p:cNvPr id="14968" name="Google Shape;14968;p65"/>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65"/>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65"/>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65"/>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65"/>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3" name="Google Shape;14973;p65"/>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4" name="Google Shape;14974;p65"/>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65"/>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65"/>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65"/>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8" name="Google Shape;14978;p65"/>
          <p:cNvGrpSpPr/>
          <p:nvPr/>
        </p:nvGrpSpPr>
        <p:grpSpPr>
          <a:xfrm>
            <a:off x="2466911" y="3003237"/>
            <a:ext cx="370132" cy="328164"/>
            <a:chOff x="2493999" y="2927037"/>
            <a:chExt cx="370132" cy="328164"/>
          </a:xfrm>
        </p:grpSpPr>
        <p:sp>
          <p:nvSpPr>
            <p:cNvPr id="14979" name="Google Shape;14979;p65"/>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65"/>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65"/>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65"/>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65"/>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65"/>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65"/>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65"/>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65"/>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65"/>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65"/>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0" name="Google Shape;14990;p65"/>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1" name="Google Shape;14991;p65"/>
          <p:cNvGrpSpPr/>
          <p:nvPr/>
        </p:nvGrpSpPr>
        <p:grpSpPr>
          <a:xfrm>
            <a:off x="3562329" y="3026896"/>
            <a:ext cx="370315" cy="281028"/>
            <a:chOff x="3589417" y="2950696"/>
            <a:chExt cx="370315" cy="281028"/>
          </a:xfrm>
        </p:grpSpPr>
        <p:sp>
          <p:nvSpPr>
            <p:cNvPr id="14992" name="Google Shape;14992;p65"/>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65"/>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65"/>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65"/>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65"/>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65"/>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65"/>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65"/>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65"/>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65"/>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65"/>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65"/>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65"/>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5" name="Google Shape;15005;p65"/>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6" name="Google Shape;15006;p65"/>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65"/>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65"/>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65"/>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65"/>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65"/>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2" name="Google Shape;15012;p65"/>
          <p:cNvGrpSpPr/>
          <p:nvPr/>
        </p:nvGrpSpPr>
        <p:grpSpPr>
          <a:xfrm>
            <a:off x="3005623" y="2987918"/>
            <a:ext cx="396125" cy="359062"/>
            <a:chOff x="3032711" y="2911718"/>
            <a:chExt cx="396125" cy="359062"/>
          </a:xfrm>
        </p:grpSpPr>
        <p:sp>
          <p:nvSpPr>
            <p:cNvPr id="15013" name="Google Shape;15013;p65"/>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65"/>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65"/>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65"/>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65"/>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65"/>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65"/>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65"/>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65"/>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65"/>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65"/>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65"/>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5" name="Google Shape;15025;p65"/>
          <p:cNvGrpSpPr/>
          <p:nvPr/>
        </p:nvGrpSpPr>
        <p:grpSpPr>
          <a:xfrm>
            <a:off x="7390676" y="1589597"/>
            <a:ext cx="373174" cy="367692"/>
            <a:chOff x="7417764" y="1513397"/>
            <a:chExt cx="373174" cy="367692"/>
          </a:xfrm>
        </p:grpSpPr>
        <p:sp>
          <p:nvSpPr>
            <p:cNvPr id="15026" name="Google Shape;15026;p65"/>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65"/>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8" name="Google Shape;15028;p65"/>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9" name="Google Shape;15029;p65"/>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65"/>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65"/>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65"/>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65"/>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65"/>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65"/>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65"/>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65"/>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65"/>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65"/>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65"/>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65"/>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65"/>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65"/>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65"/>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45" name="Google Shape;15045;p65"/>
          <p:cNvGrpSpPr/>
          <p:nvPr/>
        </p:nvGrpSpPr>
        <p:grpSpPr>
          <a:xfrm>
            <a:off x="6844856" y="1590568"/>
            <a:ext cx="370132" cy="365672"/>
            <a:chOff x="6871944" y="1514368"/>
            <a:chExt cx="370132" cy="365672"/>
          </a:xfrm>
        </p:grpSpPr>
        <p:sp>
          <p:nvSpPr>
            <p:cNvPr id="15046" name="Google Shape;15046;p65"/>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65"/>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65"/>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65"/>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65"/>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1" name="Google Shape;15051;p65"/>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2" name="Google Shape;15052;p65"/>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65"/>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65"/>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65"/>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65"/>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65"/>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65"/>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65"/>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65"/>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65"/>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65"/>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65"/>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64" name="Google Shape;15064;p65"/>
          <p:cNvGrpSpPr/>
          <p:nvPr/>
        </p:nvGrpSpPr>
        <p:grpSpPr>
          <a:xfrm>
            <a:off x="6534843" y="3441461"/>
            <a:ext cx="400375" cy="370184"/>
            <a:chOff x="6561931" y="3365261"/>
            <a:chExt cx="400375" cy="370184"/>
          </a:xfrm>
        </p:grpSpPr>
        <p:sp>
          <p:nvSpPr>
            <p:cNvPr id="15065" name="Google Shape;15065;p65"/>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65"/>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65"/>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65"/>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65"/>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65"/>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65"/>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65"/>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65"/>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65"/>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65"/>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65"/>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7" name="Google Shape;15077;p65"/>
          <p:cNvGrpSpPr/>
          <p:nvPr/>
        </p:nvGrpSpPr>
        <p:grpSpPr>
          <a:xfrm>
            <a:off x="1915032" y="2062052"/>
            <a:ext cx="378315" cy="358695"/>
            <a:chOff x="1942120" y="1985852"/>
            <a:chExt cx="378315" cy="358695"/>
          </a:xfrm>
        </p:grpSpPr>
        <p:sp>
          <p:nvSpPr>
            <p:cNvPr id="15078" name="Google Shape;15078;p65"/>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65"/>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0" name="Google Shape;15080;p65"/>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1" name="Google Shape;15081;p65"/>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65"/>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65"/>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65"/>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65"/>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65"/>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65"/>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65"/>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65"/>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65"/>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65"/>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65"/>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65"/>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65"/>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5" name="Google Shape;15095;p65"/>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6" name="Google Shape;15096;p65"/>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65"/>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8" name="Google Shape;15098;p65"/>
          <p:cNvGrpSpPr/>
          <p:nvPr/>
        </p:nvGrpSpPr>
        <p:grpSpPr>
          <a:xfrm>
            <a:off x="1374327" y="2505418"/>
            <a:ext cx="364282" cy="374197"/>
            <a:chOff x="1401415" y="2429218"/>
            <a:chExt cx="364282" cy="374197"/>
          </a:xfrm>
        </p:grpSpPr>
        <p:sp>
          <p:nvSpPr>
            <p:cNvPr id="15099" name="Google Shape;15099;p65"/>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65"/>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65"/>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65"/>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65"/>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65"/>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65"/>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65"/>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65"/>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65"/>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65"/>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65"/>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65"/>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65"/>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65"/>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4" name="Google Shape;15114;p65"/>
          <p:cNvGrpSpPr/>
          <p:nvPr/>
        </p:nvGrpSpPr>
        <p:grpSpPr>
          <a:xfrm>
            <a:off x="7083339" y="3441461"/>
            <a:ext cx="400401" cy="370184"/>
            <a:chOff x="7110427" y="3365261"/>
            <a:chExt cx="400401" cy="370184"/>
          </a:xfrm>
        </p:grpSpPr>
        <p:sp>
          <p:nvSpPr>
            <p:cNvPr id="15115" name="Google Shape;15115;p65"/>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6" name="Google Shape;15116;p65"/>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7" name="Google Shape;15117;p65"/>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65"/>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65"/>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65"/>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65"/>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2" name="Google Shape;15122;p65"/>
          <p:cNvGrpSpPr/>
          <p:nvPr/>
        </p:nvGrpSpPr>
        <p:grpSpPr>
          <a:xfrm>
            <a:off x="7631861" y="3439337"/>
            <a:ext cx="400375" cy="370132"/>
            <a:chOff x="7658949" y="3363137"/>
            <a:chExt cx="400375" cy="370132"/>
          </a:xfrm>
        </p:grpSpPr>
        <p:sp>
          <p:nvSpPr>
            <p:cNvPr id="15123" name="Google Shape;15123;p65"/>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65"/>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65"/>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65"/>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65"/>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8" name="Google Shape;15128;p65"/>
          <p:cNvGrpSpPr/>
          <p:nvPr/>
        </p:nvGrpSpPr>
        <p:grpSpPr>
          <a:xfrm>
            <a:off x="3277393" y="3455589"/>
            <a:ext cx="356623" cy="370105"/>
            <a:chOff x="3307156" y="3365314"/>
            <a:chExt cx="356623" cy="370105"/>
          </a:xfrm>
        </p:grpSpPr>
        <p:sp>
          <p:nvSpPr>
            <p:cNvPr id="15129" name="Google Shape;15129;p65"/>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65"/>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65"/>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65"/>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65"/>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65"/>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5" name="Google Shape;15135;p65"/>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6" name="Google Shape;15136;p65"/>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65"/>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65"/>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65"/>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65"/>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65"/>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65"/>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65"/>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44" name="Google Shape;15144;p65"/>
          <p:cNvGrpSpPr/>
          <p:nvPr/>
        </p:nvGrpSpPr>
        <p:grpSpPr>
          <a:xfrm>
            <a:off x="7395319" y="2056307"/>
            <a:ext cx="372807" cy="370079"/>
            <a:chOff x="7422407" y="1980107"/>
            <a:chExt cx="372807" cy="370079"/>
          </a:xfrm>
        </p:grpSpPr>
        <p:sp>
          <p:nvSpPr>
            <p:cNvPr id="15145" name="Google Shape;15145;p65"/>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65"/>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65"/>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65"/>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9" name="Google Shape;15149;p65"/>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0" name="Google Shape;15150;p65"/>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1" name="Google Shape;15151;p65"/>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2" name="Google Shape;15152;p65"/>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3" name="Google Shape;15153;p65"/>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4" name="Google Shape;15154;p65"/>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5" name="Google Shape;15155;p65"/>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65"/>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65"/>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58" name="Google Shape;15158;p65"/>
          <p:cNvGrpSpPr/>
          <p:nvPr/>
        </p:nvGrpSpPr>
        <p:grpSpPr>
          <a:xfrm>
            <a:off x="6889053" y="2982384"/>
            <a:ext cx="289737" cy="370394"/>
            <a:chOff x="6916141" y="2906184"/>
            <a:chExt cx="289737" cy="370394"/>
          </a:xfrm>
        </p:grpSpPr>
        <p:sp>
          <p:nvSpPr>
            <p:cNvPr id="15159" name="Google Shape;15159;p65"/>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65"/>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65"/>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65"/>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65"/>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65"/>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65"/>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65"/>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65"/>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65"/>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9" name="Google Shape;15169;p65"/>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0" name="Google Shape;15170;p65"/>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65"/>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65"/>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65"/>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65"/>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65"/>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65"/>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65"/>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65"/>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65"/>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0" name="Google Shape;15180;p65"/>
          <p:cNvGrpSpPr/>
          <p:nvPr/>
        </p:nvGrpSpPr>
        <p:grpSpPr>
          <a:xfrm>
            <a:off x="7943106" y="2089777"/>
            <a:ext cx="372676" cy="331731"/>
            <a:chOff x="7970194" y="2013577"/>
            <a:chExt cx="372676" cy="331731"/>
          </a:xfrm>
        </p:grpSpPr>
        <p:sp>
          <p:nvSpPr>
            <p:cNvPr id="15181" name="Google Shape;15181;p65"/>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65"/>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65"/>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65"/>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65"/>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65"/>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65"/>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65"/>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65"/>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65"/>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91" name="Google Shape;15191;p65"/>
          <p:cNvGrpSpPr/>
          <p:nvPr/>
        </p:nvGrpSpPr>
        <p:grpSpPr>
          <a:xfrm>
            <a:off x="1389645" y="1588390"/>
            <a:ext cx="332964" cy="370158"/>
            <a:chOff x="1416733" y="1512190"/>
            <a:chExt cx="332964" cy="370158"/>
          </a:xfrm>
        </p:grpSpPr>
        <p:sp>
          <p:nvSpPr>
            <p:cNvPr id="15192" name="Google Shape;15192;p65"/>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65"/>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65"/>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65"/>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65"/>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65"/>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65"/>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65"/>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65"/>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65"/>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65"/>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65"/>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65"/>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65"/>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65"/>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7" name="Google Shape;15207;p65"/>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8" name="Google Shape;15208;p65"/>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65"/>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65"/>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1" name="Google Shape;15211;p65"/>
          <p:cNvGrpSpPr/>
          <p:nvPr/>
        </p:nvGrpSpPr>
        <p:grpSpPr>
          <a:xfrm>
            <a:off x="5219278" y="2982305"/>
            <a:ext cx="342852" cy="370079"/>
            <a:chOff x="5246366" y="2906105"/>
            <a:chExt cx="342852" cy="370079"/>
          </a:xfrm>
        </p:grpSpPr>
        <p:sp>
          <p:nvSpPr>
            <p:cNvPr id="15212" name="Google Shape;15212;p65"/>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65"/>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65"/>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65"/>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65"/>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65"/>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18" name="Google Shape;15218;p65"/>
          <p:cNvGrpSpPr/>
          <p:nvPr/>
        </p:nvGrpSpPr>
        <p:grpSpPr>
          <a:xfrm>
            <a:off x="822579" y="2511083"/>
            <a:ext cx="371259" cy="366249"/>
            <a:chOff x="849667" y="2434883"/>
            <a:chExt cx="371259" cy="366249"/>
          </a:xfrm>
        </p:grpSpPr>
        <p:sp>
          <p:nvSpPr>
            <p:cNvPr id="15219" name="Google Shape;15219;p65"/>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65"/>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65"/>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2" name="Google Shape;15222;p65"/>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3" name="Google Shape;15223;p65"/>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65"/>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65"/>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65"/>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65"/>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65"/>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65"/>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0" name="Google Shape;15230;p65"/>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1" name="Google Shape;15231;p65"/>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2" name="Google Shape;15232;p65"/>
          <p:cNvGrpSpPr/>
          <p:nvPr/>
        </p:nvGrpSpPr>
        <p:grpSpPr>
          <a:xfrm>
            <a:off x="4389938" y="3441566"/>
            <a:ext cx="332728" cy="370053"/>
            <a:chOff x="4417026" y="3365366"/>
            <a:chExt cx="332728" cy="370053"/>
          </a:xfrm>
        </p:grpSpPr>
        <p:sp>
          <p:nvSpPr>
            <p:cNvPr id="15233" name="Google Shape;15233;p65"/>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65"/>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65"/>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65"/>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65"/>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65"/>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65"/>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65"/>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65"/>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65"/>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65"/>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65"/>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65"/>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65"/>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65"/>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65"/>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65"/>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65"/>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1" name="Google Shape;15251;p65"/>
          <p:cNvGrpSpPr/>
          <p:nvPr/>
        </p:nvGrpSpPr>
        <p:grpSpPr>
          <a:xfrm>
            <a:off x="2469980" y="2056386"/>
            <a:ext cx="363994" cy="370105"/>
            <a:chOff x="2497068" y="1980186"/>
            <a:chExt cx="363994" cy="370105"/>
          </a:xfrm>
        </p:grpSpPr>
        <p:sp>
          <p:nvSpPr>
            <p:cNvPr id="15252" name="Google Shape;15252;p65"/>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65"/>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65"/>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65"/>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65"/>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7" name="Google Shape;15257;p65"/>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8" name="Google Shape;15258;p65"/>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65"/>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65"/>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65"/>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65"/>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65"/>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65"/>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65"/>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65"/>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65"/>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65"/>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65"/>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65"/>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65"/>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65"/>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3" name="Google Shape;15273;p65"/>
          <p:cNvGrpSpPr/>
          <p:nvPr/>
        </p:nvGrpSpPr>
        <p:grpSpPr>
          <a:xfrm>
            <a:off x="5793190" y="2982358"/>
            <a:ext cx="294904" cy="370027"/>
            <a:chOff x="5820278" y="2906158"/>
            <a:chExt cx="294904" cy="370027"/>
          </a:xfrm>
        </p:grpSpPr>
        <p:sp>
          <p:nvSpPr>
            <p:cNvPr id="15274" name="Google Shape;15274;p65"/>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65"/>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65"/>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65"/>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65"/>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65"/>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65"/>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81" name="Google Shape;15281;p65"/>
          <p:cNvGrpSpPr/>
          <p:nvPr/>
        </p:nvGrpSpPr>
        <p:grpSpPr>
          <a:xfrm>
            <a:off x="4919731" y="3459429"/>
            <a:ext cx="370132" cy="334223"/>
            <a:chOff x="4946819" y="3383229"/>
            <a:chExt cx="370132" cy="334223"/>
          </a:xfrm>
        </p:grpSpPr>
        <p:sp>
          <p:nvSpPr>
            <p:cNvPr id="15282" name="Google Shape;15282;p65"/>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65"/>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65"/>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65"/>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65"/>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65"/>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65"/>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65"/>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0" name="Google Shape;15290;p65"/>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1" name="Google Shape;15291;p65"/>
          <p:cNvGrpSpPr/>
          <p:nvPr/>
        </p:nvGrpSpPr>
        <p:grpSpPr>
          <a:xfrm>
            <a:off x="3011315" y="1615434"/>
            <a:ext cx="375482" cy="316072"/>
            <a:chOff x="3038403" y="1539234"/>
            <a:chExt cx="375482" cy="316072"/>
          </a:xfrm>
        </p:grpSpPr>
        <p:sp>
          <p:nvSpPr>
            <p:cNvPr id="15292" name="Google Shape;15292;p65"/>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293" name="Google Shape;15293;p65"/>
            <p:cNvGrpSpPr/>
            <p:nvPr/>
          </p:nvGrpSpPr>
          <p:grpSpPr>
            <a:xfrm>
              <a:off x="3038403" y="1539234"/>
              <a:ext cx="375482" cy="316072"/>
              <a:chOff x="3038403" y="1539234"/>
              <a:chExt cx="375482" cy="316072"/>
            </a:xfrm>
          </p:grpSpPr>
          <p:sp>
            <p:nvSpPr>
              <p:cNvPr id="15294" name="Google Shape;15294;p65"/>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65"/>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65"/>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65"/>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65"/>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65"/>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65"/>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65"/>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65"/>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303" name="Google Shape;15303;p65"/>
          <p:cNvGrpSpPr/>
          <p:nvPr/>
        </p:nvGrpSpPr>
        <p:grpSpPr>
          <a:xfrm>
            <a:off x="6305777" y="2982331"/>
            <a:ext cx="360846" cy="370184"/>
            <a:chOff x="6332865" y="2906131"/>
            <a:chExt cx="360846" cy="370184"/>
          </a:xfrm>
        </p:grpSpPr>
        <p:sp>
          <p:nvSpPr>
            <p:cNvPr id="15304" name="Google Shape;15304;p65"/>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65"/>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65"/>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65"/>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8" name="Google Shape;15308;p65"/>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9" name="Google Shape;15309;p65"/>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65"/>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65"/>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65"/>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65"/>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65"/>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15" name="Google Shape;15315;p65"/>
          <p:cNvGrpSpPr/>
          <p:nvPr/>
        </p:nvGrpSpPr>
        <p:grpSpPr>
          <a:xfrm>
            <a:off x="4107991" y="1594266"/>
            <a:ext cx="370132" cy="358223"/>
            <a:chOff x="4135079" y="1518066"/>
            <a:chExt cx="370132" cy="358223"/>
          </a:xfrm>
        </p:grpSpPr>
        <p:sp>
          <p:nvSpPr>
            <p:cNvPr id="15316" name="Google Shape;15316;p65"/>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65"/>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65"/>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65"/>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65"/>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65"/>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2" name="Google Shape;15322;p65"/>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3" name="Google Shape;15323;p65"/>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65"/>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65"/>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65"/>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65"/>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65"/>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65"/>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65"/>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1" name="Google Shape;15331;p65"/>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2" name="Google Shape;15332;p65"/>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65"/>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65"/>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5" name="Google Shape;15335;p65"/>
          <p:cNvGrpSpPr/>
          <p:nvPr/>
        </p:nvGrpSpPr>
        <p:grpSpPr>
          <a:xfrm>
            <a:off x="6851780" y="2056334"/>
            <a:ext cx="361240" cy="370158"/>
            <a:chOff x="6878869" y="1980134"/>
            <a:chExt cx="361240" cy="370158"/>
          </a:xfrm>
        </p:grpSpPr>
        <p:sp>
          <p:nvSpPr>
            <p:cNvPr id="15336" name="Google Shape;15336;p65"/>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65"/>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65"/>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65"/>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65"/>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65"/>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65"/>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65"/>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65"/>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65"/>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65"/>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65"/>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65"/>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49" name="Google Shape;15349;p65"/>
          <p:cNvGrpSpPr/>
          <p:nvPr/>
        </p:nvGrpSpPr>
        <p:grpSpPr>
          <a:xfrm>
            <a:off x="2466911" y="2626233"/>
            <a:ext cx="370132" cy="259467"/>
            <a:chOff x="2493999" y="2550033"/>
            <a:chExt cx="370132" cy="259467"/>
          </a:xfrm>
        </p:grpSpPr>
        <p:sp>
          <p:nvSpPr>
            <p:cNvPr id="15350" name="Google Shape;15350;p65"/>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65"/>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65"/>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65"/>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65"/>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65"/>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65"/>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65"/>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65"/>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65"/>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65"/>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65"/>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2" name="Google Shape;15362;p65"/>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3" name="Google Shape;15363;p65"/>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65"/>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65"/>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65"/>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65"/>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65"/>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9" name="Google Shape;15369;p65"/>
          <p:cNvGrpSpPr/>
          <p:nvPr/>
        </p:nvGrpSpPr>
        <p:grpSpPr>
          <a:xfrm>
            <a:off x="1672614" y="3441461"/>
            <a:ext cx="281054" cy="370158"/>
            <a:chOff x="1699703" y="3365261"/>
            <a:chExt cx="281054" cy="370158"/>
          </a:xfrm>
        </p:grpSpPr>
        <p:sp>
          <p:nvSpPr>
            <p:cNvPr id="15370" name="Google Shape;15370;p65"/>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65"/>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65"/>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65"/>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65"/>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65"/>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65"/>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65"/>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65"/>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65"/>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65"/>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65"/>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65"/>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3" name="Google Shape;15383;p65"/>
          <p:cNvGrpSpPr/>
          <p:nvPr/>
        </p:nvGrpSpPr>
        <p:grpSpPr>
          <a:xfrm>
            <a:off x="7939722" y="1595630"/>
            <a:ext cx="369974" cy="355626"/>
            <a:chOff x="7966810" y="1519430"/>
            <a:chExt cx="369974" cy="355626"/>
          </a:xfrm>
        </p:grpSpPr>
        <p:sp>
          <p:nvSpPr>
            <p:cNvPr id="15384" name="Google Shape;15384;p65"/>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5" name="Google Shape;15385;p65"/>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65"/>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65"/>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65"/>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65"/>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65"/>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65"/>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65"/>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65"/>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65"/>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65"/>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65"/>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65"/>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8" name="Google Shape;15398;p65"/>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9" name="Google Shape;15399;p65"/>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00" name="Google Shape;15400;p65"/>
          <p:cNvGrpSpPr/>
          <p:nvPr/>
        </p:nvGrpSpPr>
        <p:grpSpPr>
          <a:xfrm>
            <a:off x="2765540" y="3441540"/>
            <a:ext cx="290445" cy="370079"/>
            <a:chOff x="2792628" y="3365340"/>
            <a:chExt cx="290445" cy="370079"/>
          </a:xfrm>
        </p:grpSpPr>
        <p:sp>
          <p:nvSpPr>
            <p:cNvPr id="15401" name="Google Shape;15401;p65"/>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65"/>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65"/>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65"/>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65"/>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65"/>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65"/>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65"/>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65"/>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65"/>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65"/>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2" name="Google Shape;15412;p65"/>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3" name="Google Shape;15413;p65"/>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65"/>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5" name="Google Shape;15415;p65"/>
          <p:cNvGrpSpPr/>
          <p:nvPr/>
        </p:nvGrpSpPr>
        <p:grpSpPr>
          <a:xfrm>
            <a:off x="1362497" y="2064517"/>
            <a:ext cx="388125" cy="353790"/>
            <a:chOff x="1389585" y="1988317"/>
            <a:chExt cx="388125" cy="353790"/>
          </a:xfrm>
        </p:grpSpPr>
        <p:sp>
          <p:nvSpPr>
            <p:cNvPr id="15416" name="Google Shape;15416;p65"/>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65"/>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65"/>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65"/>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65"/>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65"/>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65"/>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3" name="Google Shape;15423;p65"/>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4" name="Google Shape;15424;p65"/>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65"/>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65"/>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65"/>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65"/>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65"/>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65"/>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65"/>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65"/>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65"/>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65"/>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65"/>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65"/>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65"/>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38" name="Google Shape;15438;p65"/>
          <p:cNvGrpSpPr/>
          <p:nvPr/>
        </p:nvGrpSpPr>
        <p:grpSpPr>
          <a:xfrm>
            <a:off x="2465836" y="1588390"/>
            <a:ext cx="370158" cy="370158"/>
            <a:chOff x="2492924" y="1512190"/>
            <a:chExt cx="370158" cy="370158"/>
          </a:xfrm>
        </p:grpSpPr>
        <p:sp>
          <p:nvSpPr>
            <p:cNvPr id="15439" name="Google Shape;15439;p65"/>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65"/>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65"/>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65"/>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3" name="Google Shape;15443;p65"/>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4" name="Google Shape;15444;p65"/>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65"/>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65"/>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65"/>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65"/>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65"/>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65"/>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65"/>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65"/>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65"/>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65"/>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65"/>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65"/>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65"/>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65"/>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65"/>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0" name="Google Shape;15460;p65"/>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1" name="Google Shape;15461;p65"/>
          <p:cNvGrpSpPr/>
          <p:nvPr/>
        </p:nvGrpSpPr>
        <p:grpSpPr>
          <a:xfrm>
            <a:off x="1906481" y="1588443"/>
            <a:ext cx="393975" cy="370105"/>
            <a:chOff x="1933569" y="1512243"/>
            <a:chExt cx="393975" cy="370105"/>
          </a:xfrm>
        </p:grpSpPr>
        <p:sp>
          <p:nvSpPr>
            <p:cNvPr id="15462" name="Google Shape;15462;p65"/>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65"/>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65"/>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65"/>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65"/>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65"/>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65"/>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65"/>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65"/>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65"/>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65"/>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65"/>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65"/>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65"/>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65"/>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65"/>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65"/>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65"/>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65"/>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65"/>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65"/>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65"/>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65"/>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65"/>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65"/>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65"/>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65"/>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65"/>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0" name="Google Shape;15490;p65"/>
          <p:cNvGrpSpPr/>
          <p:nvPr/>
        </p:nvGrpSpPr>
        <p:grpSpPr>
          <a:xfrm>
            <a:off x="2209018" y="3441592"/>
            <a:ext cx="306471" cy="370000"/>
            <a:chOff x="2236106" y="3365392"/>
            <a:chExt cx="306471" cy="370000"/>
          </a:xfrm>
        </p:grpSpPr>
        <p:sp>
          <p:nvSpPr>
            <p:cNvPr id="15491" name="Google Shape;15491;p65"/>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2" name="Google Shape;15492;p65"/>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65"/>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65"/>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65"/>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65"/>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65"/>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65"/>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65"/>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65"/>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65"/>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65"/>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3" name="Google Shape;15503;p65"/>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4" name="Google Shape;15504;p65"/>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5" name="Google Shape;15505;p65"/>
          <p:cNvGrpSpPr/>
          <p:nvPr/>
        </p:nvGrpSpPr>
        <p:grpSpPr>
          <a:xfrm>
            <a:off x="5465735" y="3461763"/>
            <a:ext cx="375325" cy="329606"/>
            <a:chOff x="5492823" y="3385563"/>
            <a:chExt cx="375325" cy="329606"/>
          </a:xfrm>
        </p:grpSpPr>
        <p:sp>
          <p:nvSpPr>
            <p:cNvPr id="15506" name="Google Shape;15506;p65"/>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65"/>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65"/>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65"/>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65"/>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65"/>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65"/>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65"/>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65"/>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65"/>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65"/>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65"/>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65"/>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65"/>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65"/>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65"/>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65"/>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65"/>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65"/>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65"/>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26" name="Google Shape;15526;p65"/>
          <p:cNvGrpSpPr/>
          <p:nvPr/>
        </p:nvGrpSpPr>
        <p:grpSpPr>
          <a:xfrm>
            <a:off x="3014699" y="2077318"/>
            <a:ext cx="370158" cy="328164"/>
            <a:chOff x="3041787" y="2001118"/>
            <a:chExt cx="370158" cy="328164"/>
          </a:xfrm>
        </p:grpSpPr>
        <p:sp>
          <p:nvSpPr>
            <p:cNvPr id="15527" name="Google Shape;15527;p65"/>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65"/>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65"/>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65"/>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65"/>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65"/>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65"/>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4" name="Google Shape;15534;p65"/>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5" name="Google Shape;15535;p65"/>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65"/>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65"/>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65"/>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65"/>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65"/>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65"/>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65"/>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65"/>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65"/>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45" name="Google Shape;15545;p65"/>
          <p:cNvGrpSpPr/>
          <p:nvPr/>
        </p:nvGrpSpPr>
        <p:grpSpPr>
          <a:xfrm>
            <a:off x="5752796" y="2115325"/>
            <a:ext cx="372309" cy="328216"/>
            <a:chOff x="5779884" y="2039125"/>
            <a:chExt cx="372309" cy="328216"/>
          </a:xfrm>
        </p:grpSpPr>
        <p:sp>
          <p:nvSpPr>
            <p:cNvPr id="15546" name="Google Shape;15546;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65"/>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65"/>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65"/>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65"/>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2" name="Google Shape;15552;p65"/>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3" name="Google Shape;15553;p65"/>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65"/>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65"/>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65"/>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65"/>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65"/>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59" name="Google Shape;15559;p65"/>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563"/>
        <p:cNvGrpSpPr/>
        <p:nvPr/>
      </p:nvGrpSpPr>
      <p:grpSpPr>
        <a:xfrm>
          <a:off x="0" y="0"/>
          <a:ext cx="0" cy="0"/>
          <a:chOff x="0" y="0"/>
          <a:chExt cx="0" cy="0"/>
        </a:xfrm>
      </p:grpSpPr>
      <p:grpSp>
        <p:nvGrpSpPr>
          <p:cNvPr id="15564" name="Google Shape;15564;p66"/>
          <p:cNvGrpSpPr/>
          <p:nvPr/>
        </p:nvGrpSpPr>
        <p:grpSpPr>
          <a:xfrm>
            <a:off x="853009" y="1981993"/>
            <a:ext cx="354610" cy="372358"/>
            <a:chOff x="878066" y="1981993"/>
            <a:chExt cx="354610" cy="372358"/>
          </a:xfrm>
        </p:grpSpPr>
        <p:sp>
          <p:nvSpPr>
            <p:cNvPr id="15565" name="Google Shape;15565;p66"/>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66"/>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7" name="Google Shape;15567;p66"/>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8" name="Google Shape;15568;p66"/>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66"/>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66"/>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66"/>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66"/>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66"/>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66"/>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66"/>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66"/>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7" name="Google Shape;15577;p66"/>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8" name="Google Shape;15578;p66"/>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9" name="Google Shape;15579;p66"/>
          <p:cNvGrpSpPr/>
          <p:nvPr/>
        </p:nvGrpSpPr>
        <p:grpSpPr>
          <a:xfrm>
            <a:off x="1320737" y="1982386"/>
            <a:ext cx="371650" cy="371624"/>
            <a:chOff x="1345794" y="1982386"/>
            <a:chExt cx="371650" cy="371624"/>
          </a:xfrm>
        </p:grpSpPr>
        <p:sp>
          <p:nvSpPr>
            <p:cNvPr id="15580" name="Google Shape;15580;p66"/>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66"/>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66"/>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66"/>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66"/>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66"/>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66"/>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7" name="Google Shape;15587;p66"/>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8" name="Google Shape;15588;p66"/>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66"/>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66"/>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66"/>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66"/>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66"/>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66"/>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66"/>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66"/>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66"/>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66"/>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66"/>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66"/>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66"/>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66"/>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66"/>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66"/>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66"/>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66"/>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66"/>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66"/>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9" name="Google Shape;15609;p66"/>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0" name="Google Shape;15610;p66"/>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66"/>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66"/>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66"/>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66"/>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66"/>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66"/>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17" name="Google Shape;15617;p66"/>
          <p:cNvGrpSpPr/>
          <p:nvPr/>
        </p:nvGrpSpPr>
        <p:grpSpPr>
          <a:xfrm>
            <a:off x="1796408" y="1981993"/>
            <a:ext cx="372410" cy="372410"/>
            <a:chOff x="1821465" y="1981993"/>
            <a:chExt cx="372410" cy="372410"/>
          </a:xfrm>
        </p:grpSpPr>
        <p:sp>
          <p:nvSpPr>
            <p:cNvPr id="15618" name="Google Shape;15618;p66"/>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66"/>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66"/>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66"/>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66"/>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66"/>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66"/>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66"/>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66"/>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66"/>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66"/>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9" name="Google Shape;15629;p66"/>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0" name="Google Shape;15630;p66"/>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66"/>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2" name="Google Shape;15632;p66"/>
          <p:cNvGrpSpPr/>
          <p:nvPr/>
        </p:nvGrpSpPr>
        <p:grpSpPr>
          <a:xfrm>
            <a:off x="2251291" y="1981809"/>
            <a:ext cx="415901" cy="372699"/>
            <a:chOff x="2276348" y="1981809"/>
            <a:chExt cx="415901" cy="372699"/>
          </a:xfrm>
        </p:grpSpPr>
        <p:sp>
          <p:nvSpPr>
            <p:cNvPr id="15633" name="Google Shape;15633;p66"/>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66"/>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66"/>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66"/>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66"/>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66"/>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66"/>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0" name="Google Shape;15640;p66"/>
          <p:cNvGrpSpPr/>
          <p:nvPr/>
        </p:nvGrpSpPr>
        <p:grpSpPr>
          <a:xfrm>
            <a:off x="2749297" y="2009990"/>
            <a:ext cx="372017" cy="316310"/>
            <a:chOff x="2774354" y="2009990"/>
            <a:chExt cx="372017" cy="316310"/>
          </a:xfrm>
        </p:grpSpPr>
        <p:sp>
          <p:nvSpPr>
            <p:cNvPr id="15641" name="Google Shape;15641;p66"/>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66"/>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66"/>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66"/>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66"/>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6" name="Google Shape;15646;p66"/>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7" name="Google Shape;15647;p66"/>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66"/>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66"/>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66"/>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66"/>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66"/>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66"/>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66"/>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66"/>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66"/>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66"/>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66"/>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66"/>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66"/>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66"/>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66"/>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66"/>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66"/>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66"/>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66"/>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66"/>
          <p:cNvGrpSpPr/>
          <p:nvPr/>
        </p:nvGrpSpPr>
        <p:grpSpPr>
          <a:xfrm>
            <a:off x="3697625" y="1981993"/>
            <a:ext cx="375818" cy="372043"/>
            <a:chOff x="3722682" y="1981993"/>
            <a:chExt cx="375818" cy="372043"/>
          </a:xfrm>
        </p:grpSpPr>
        <p:sp>
          <p:nvSpPr>
            <p:cNvPr id="15668" name="Google Shape;15668;p66"/>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66"/>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66"/>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66"/>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66"/>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66"/>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66"/>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66"/>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66"/>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66"/>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66"/>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66"/>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66"/>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66"/>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66"/>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66"/>
          <p:cNvGrpSpPr/>
          <p:nvPr/>
        </p:nvGrpSpPr>
        <p:grpSpPr>
          <a:xfrm>
            <a:off x="4176337" y="1981809"/>
            <a:ext cx="373538" cy="372305"/>
            <a:chOff x="4201394" y="1981809"/>
            <a:chExt cx="373538" cy="372305"/>
          </a:xfrm>
        </p:grpSpPr>
        <p:sp>
          <p:nvSpPr>
            <p:cNvPr id="15684" name="Google Shape;15684;p66"/>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66"/>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66"/>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66"/>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66"/>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66"/>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66"/>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66"/>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66"/>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66"/>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66"/>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5" name="Google Shape;15695;p66"/>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6" name="Google Shape;15696;p66"/>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66"/>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66"/>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66"/>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0" name="Google Shape;15700;p66"/>
          <p:cNvGrpSpPr/>
          <p:nvPr/>
        </p:nvGrpSpPr>
        <p:grpSpPr>
          <a:xfrm>
            <a:off x="4634601" y="1500266"/>
            <a:ext cx="422743" cy="377784"/>
            <a:chOff x="4659658" y="1500266"/>
            <a:chExt cx="422743" cy="377784"/>
          </a:xfrm>
        </p:grpSpPr>
        <p:sp>
          <p:nvSpPr>
            <p:cNvPr id="15701" name="Google Shape;15701;p66"/>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66"/>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66"/>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66"/>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5" name="Google Shape;15705;p66"/>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6" name="Google Shape;15706;p66"/>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66"/>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66"/>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66"/>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66"/>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66"/>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66"/>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66"/>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66"/>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66"/>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66"/>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66"/>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18" name="Google Shape;15718;p66"/>
          <p:cNvGrpSpPr/>
          <p:nvPr/>
        </p:nvGrpSpPr>
        <p:grpSpPr>
          <a:xfrm>
            <a:off x="5186349" y="1513504"/>
            <a:ext cx="260394" cy="351202"/>
            <a:chOff x="5211406" y="1513504"/>
            <a:chExt cx="260394" cy="351202"/>
          </a:xfrm>
        </p:grpSpPr>
        <p:sp>
          <p:nvSpPr>
            <p:cNvPr id="15719" name="Google Shape;15719;p66"/>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66"/>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66"/>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2" name="Google Shape;15722;p66"/>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3" name="Google Shape;15723;p66"/>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66"/>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66"/>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66"/>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66"/>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66"/>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9" name="Google Shape;15729;p66"/>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0" name="Google Shape;15730;p66"/>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66"/>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2" name="Google Shape;15732;p66"/>
          <p:cNvGrpSpPr/>
          <p:nvPr/>
        </p:nvGrpSpPr>
        <p:grpSpPr>
          <a:xfrm>
            <a:off x="5607545" y="1513216"/>
            <a:ext cx="366722" cy="351779"/>
            <a:chOff x="5632602" y="1513216"/>
            <a:chExt cx="366722" cy="351779"/>
          </a:xfrm>
        </p:grpSpPr>
        <p:sp>
          <p:nvSpPr>
            <p:cNvPr id="15733" name="Google Shape;15733;p66"/>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66"/>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66"/>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66"/>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66"/>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66"/>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66"/>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66"/>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41" name="Google Shape;15741;p66"/>
          <p:cNvGrpSpPr/>
          <p:nvPr/>
        </p:nvGrpSpPr>
        <p:grpSpPr>
          <a:xfrm>
            <a:off x="6064315" y="1527136"/>
            <a:ext cx="401902" cy="323965"/>
            <a:chOff x="6089372" y="1527136"/>
            <a:chExt cx="401902" cy="323965"/>
          </a:xfrm>
        </p:grpSpPr>
        <p:sp>
          <p:nvSpPr>
            <p:cNvPr id="15742" name="Google Shape;15742;p66"/>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66"/>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66"/>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66"/>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66"/>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66"/>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66"/>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66"/>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66"/>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1" name="Google Shape;15751;p66"/>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2" name="Google Shape;15752;p66"/>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66"/>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66"/>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66"/>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66"/>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66"/>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66"/>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66"/>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66"/>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66"/>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66"/>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66"/>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66"/>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66"/>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66"/>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7" name="Google Shape;15767;p66"/>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66"/>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66"/>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66"/>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66"/>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2" name="Google Shape;15772;p66"/>
          <p:cNvGrpSpPr/>
          <p:nvPr/>
        </p:nvGrpSpPr>
        <p:grpSpPr>
          <a:xfrm>
            <a:off x="6554378" y="1527897"/>
            <a:ext cx="370103" cy="322445"/>
            <a:chOff x="6579435" y="1527897"/>
            <a:chExt cx="370103" cy="322445"/>
          </a:xfrm>
        </p:grpSpPr>
        <p:sp>
          <p:nvSpPr>
            <p:cNvPr id="15773" name="Google Shape;15773;p66"/>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4" name="Google Shape;15774;p66"/>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5" name="Google Shape;15775;p66"/>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66"/>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66"/>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66"/>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66"/>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66"/>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66"/>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66"/>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66"/>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66"/>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66"/>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66"/>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66"/>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66"/>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66"/>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66"/>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66"/>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66"/>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66"/>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66"/>
          <p:cNvGrpSpPr/>
          <p:nvPr/>
        </p:nvGrpSpPr>
        <p:grpSpPr>
          <a:xfrm>
            <a:off x="6963830" y="1538854"/>
            <a:ext cx="499920" cy="300136"/>
            <a:chOff x="6988887" y="1538854"/>
            <a:chExt cx="499920" cy="300136"/>
          </a:xfrm>
        </p:grpSpPr>
        <p:sp>
          <p:nvSpPr>
            <p:cNvPr id="15795" name="Google Shape;15795;p66"/>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66"/>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66"/>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66"/>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66"/>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66"/>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66"/>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66"/>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66"/>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66"/>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66"/>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66"/>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66"/>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8" name="Google Shape;15808;p66"/>
          <p:cNvGrpSpPr/>
          <p:nvPr/>
        </p:nvGrpSpPr>
        <p:grpSpPr>
          <a:xfrm>
            <a:off x="8025302" y="1520687"/>
            <a:ext cx="279321" cy="336837"/>
            <a:chOff x="8050359" y="1520687"/>
            <a:chExt cx="279321" cy="336837"/>
          </a:xfrm>
        </p:grpSpPr>
        <p:sp>
          <p:nvSpPr>
            <p:cNvPr id="15809" name="Google Shape;15809;p66"/>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66"/>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66"/>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66"/>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66"/>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66"/>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66"/>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66"/>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66"/>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66"/>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66"/>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66"/>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66"/>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2" name="Google Shape;15822;p66"/>
          <p:cNvGrpSpPr/>
          <p:nvPr/>
        </p:nvGrpSpPr>
        <p:grpSpPr>
          <a:xfrm>
            <a:off x="6068850" y="2461832"/>
            <a:ext cx="364441" cy="339091"/>
            <a:chOff x="6093907" y="2461832"/>
            <a:chExt cx="364441" cy="339091"/>
          </a:xfrm>
        </p:grpSpPr>
        <p:sp>
          <p:nvSpPr>
            <p:cNvPr id="15823" name="Google Shape;15823;p66"/>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66"/>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66"/>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66"/>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66"/>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8" name="Google Shape;15828;p66"/>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9" name="Google Shape;15829;p66"/>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66"/>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66"/>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66"/>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33" name="Google Shape;15833;p66"/>
          <p:cNvGrpSpPr/>
          <p:nvPr/>
        </p:nvGrpSpPr>
        <p:grpSpPr>
          <a:xfrm>
            <a:off x="4651274" y="1980866"/>
            <a:ext cx="377680" cy="377680"/>
            <a:chOff x="4676331" y="1980866"/>
            <a:chExt cx="377680" cy="377680"/>
          </a:xfrm>
        </p:grpSpPr>
        <p:sp>
          <p:nvSpPr>
            <p:cNvPr id="15834" name="Google Shape;15834;p66"/>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66"/>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66"/>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66"/>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66"/>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66"/>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66"/>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66"/>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66"/>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66"/>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66"/>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66"/>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66"/>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66"/>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8" name="Google Shape;15848;p66"/>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9" name="Google Shape;15849;p66"/>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66"/>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66"/>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66"/>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53" name="Google Shape;15853;p66"/>
          <p:cNvGrpSpPr/>
          <p:nvPr/>
        </p:nvGrpSpPr>
        <p:grpSpPr>
          <a:xfrm>
            <a:off x="7501185" y="1522968"/>
            <a:ext cx="357651" cy="332275"/>
            <a:chOff x="7526242" y="1522968"/>
            <a:chExt cx="357651" cy="332275"/>
          </a:xfrm>
        </p:grpSpPr>
        <p:sp>
          <p:nvSpPr>
            <p:cNvPr id="15854" name="Google Shape;15854;p66"/>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66"/>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66"/>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66"/>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66"/>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66"/>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66"/>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66"/>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66"/>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66"/>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66"/>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66"/>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66"/>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66"/>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66"/>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9" name="Google Shape;15869;p66"/>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0" name="Google Shape;15870;p66"/>
          <p:cNvGrpSpPr/>
          <p:nvPr/>
        </p:nvGrpSpPr>
        <p:grpSpPr>
          <a:xfrm>
            <a:off x="3225729" y="1982386"/>
            <a:ext cx="371650" cy="371624"/>
            <a:chOff x="3250786" y="1982386"/>
            <a:chExt cx="371650" cy="371624"/>
          </a:xfrm>
        </p:grpSpPr>
        <p:sp>
          <p:nvSpPr>
            <p:cNvPr id="15871" name="Google Shape;15871;p66"/>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66"/>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66"/>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66"/>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66"/>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66"/>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66"/>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66"/>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66"/>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66"/>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66"/>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66"/>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66"/>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66"/>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66"/>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66"/>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66"/>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66"/>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9" name="Google Shape;15889;p66"/>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0" name="Google Shape;15890;p66"/>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66"/>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66"/>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66"/>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66"/>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66"/>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66"/>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66"/>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66"/>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66"/>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66"/>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1" name="Google Shape;15901;p66"/>
          <p:cNvGrpSpPr/>
          <p:nvPr/>
        </p:nvGrpSpPr>
        <p:grpSpPr>
          <a:xfrm>
            <a:off x="1317329" y="2916322"/>
            <a:ext cx="373538" cy="331515"/>
            <a:chOff x="1342386" y="2916322"/>
            <a:chExt cx="373538" cy="331515"/>
          </a:xfrm>
        </p:grpSpPr>
        <p:sp>
          <p:nvSpPr>
            <p:cNvPr id="15902" name="Google Shape;15902;p66"/>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66"/>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4" name="Google Shape;15904;p66"/>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5" name="Google Shape;15905;p66"/>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66"/>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66"/>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66"/>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66"/>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66"/>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66"/>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66"/>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13" name="Google Shape;15913;p66"/>
          <p:cNvGrpSpPr/>
          <p:nvPr/>
        </p:nvGrpSpPr>
        <p:grpSpPr>
          <a:xfrm>
            <a:off x="2269065" y="2946600"/>
            <a:ext cx="373931" cy="271351"/>
            <a:chOff x="2294122" y="2946600"/>
            <a:chExt cx="373931" cy="271351"/>
          </a:xfrm>
        </p:grpSpPr>
        <p:sp>
          <p:nvSpPr>
            <p:cNvPr id="15914" name="Google Shape;15914;p66"/>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66"/>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66"/>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66"/>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66"/>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66"/>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66"/>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66"/>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2" name="Google Shape;15922;p66"/>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3" name="Google Shape;15923;p66"/>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66"/>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66"/>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66"/>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66"/>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66"/>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66"/>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66"/>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66"/>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66"/>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66"/>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66"/>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66"/>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66"/>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66"/>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66"/>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66"/>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66"/>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66"/>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66"/>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66"/>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4" name="Google Shape;15944;p66"/>
          <p:cNvGrpSpPr/>
          <p:nvPr/>
        </p:nvGrpSpPr>
        <p:grpSpPr>
          <a:xfrm>
            <a:off x="2744762" y="2907251"/>
            <a:ext cx="373905" cy="349682"/>
            <a:chOff x="2769819" y="2907251"/>
            <a:chExt cx="373905" cy="349682"/>
          </a:xfrm>
        </p:grpSpPr>
        <p:sp>
          <p:nvSpPr>
            <p:cNvPr id="15945" name="Google Shape;15945;p66"/>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66"/>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66"/>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66"/>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66"/>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66"/>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66"/>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66"/>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66"/>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66"/>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66"/>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6" name="Google Shape;15956;p66"/>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7" name="Google Shape;15957;p66"/>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66"/>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66"/>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66"/>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66"/>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62" name="Google Shape;15962;p66"/>
          <p:cNvGrpSpPr/>
          <p:nvPr/>
        </p:nvGrpSpPr>
        <p:grpSpPr>
          <a:xfrm>
            <a:off x="3221193" y="2895245"/>
            <a:ext cx="375792" cy="373800"/>
            <a:chOff x="3246251" y="2895245"/>
            <a:chExt cx="375792" cy="373800"/>
          </a:xfrm>
        </p:grpSpPr>
        <p:sp>
          <p:nvSpPr>
            <p:cNvPr id="15963" name="Google Shape;15963;p66"/>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66"/>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66"/>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66"/>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66"/>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66"/>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66"/>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66"/>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66"/>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66"/>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66"/>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66"/>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66"/>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66"/>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77" name="Google Shape;15977;p66"/>
          <p:cNvGrpSpPr/>
          <p:nvPr/>
        </p:nvGrpSpPr>
        <p:grpSpPr>
          <a:xfrm>
            <a:off x="3766125" y="2895454"/>
            <a:ext cx="234650" cy="373590"/>
            <a:chOff x="3791182" y="2895454"/>
            <a:chExt cx="234650" cy="373590"/>
          </a:xfrm>
        </p:grpSpPr>
        <p:sp>
          <p:nvSpPr>
            <p:cNvPr id="15978" name="Google Shape;15978;p66"/>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66"/>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66"/>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66"/>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66"/>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66"/>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66"/>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66"/>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66"/>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7" name="Google Shape;15987;p66"/>
          <p:cNvGrpSpPr/>
          <p:nvPr/>
        </p:nvGrpSpPr>
        <p:grpSpPr>
          <a:xfrm>
            <a:off x="7017938" y="2489463"/>
            <a:ext cx="364441" cy="256225"/>
            <a:chOff x="7042995" y="2489463"/>
            <a:chExt cx="364441" cy="256225"/>
          </a:xfrm>
        </p:grpSpPr>
        <p:sp>
          <p:nvSpPr>
            <p:cNvPr id="15988" name="Google Shape;15988;p66"/>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9" name="Google Shape;15989;p66"/>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66"/>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66"/>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66"/>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66"/>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66"/>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66"/>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66"/>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7" name="Google Shape;15997;p66"/>
          <p:cNvGrpSpPr/>
          <p:nvPr/>
        </p:nvGrpSpPr>
        <p:grpSpPr>
          <a:xfrm>
            <a:off x="7492115" y="2437007"/>
            <a:ext cx="364284" cy="361243"/>
            <a:chOff x="7517172" y="2437007"/>
            <a:chExt cx="364284" cy="361243"/>
          </a:xfrm>
        </p:grpSpPr>
        <p:sp>
          <p:nvSpPr>
            <p:cNvPr id="15998" name="Google Shape;15998;p66"/>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66"/>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66"/>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66"/>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66"/>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66"/>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66"/>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66"/>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66"/>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66"/>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66"/>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66"/>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66"/>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66"/>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66"/>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66"/>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66"/>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66"/>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66"/>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66"/>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19" name="Google Shape;16019;p66"/>
          <p:cNvGrpSpPr/>
          <p:nvPr/>
        </p:nvGrpSpPr>
        <p:grpSpPr>
          <a:xfrm>
            <a:off x="7981418" y="2436954"/>
            <a:ext cx="335290" cy="361321"/>
            <a:chOff x="8006475" y="2436954"/>
            <a:chExt cx="335290" cy="361321"/>
          </a:xfrm>
        </p:grpSpPr>
        <p:sp>
          <p:nvSpPr>
            <p:cNvPr id="16020" name="Google Shape;16020;p66"/>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66"/>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66"/>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66"/>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66"/>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66"/>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66"/>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66"/>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66"/>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66"/>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66"/>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66"/>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66"/>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66"/>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66"/>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66"/>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66"/>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66"/>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66"/>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39" name="Google Shape;16039;p66"/>
          <p:cNvGrpSpPr/>
          <p:nvPr/>
        </p:nvGrpSpPr>
        <p:grpSpPr>
          <a:xfrm>
            <a:off x="5571604" y="2909139"/>
            <a:ext cx="394326" cy="349682"/>
            <a:chOff x="5596661" y="2909139"/>
            <a:chExt cx="394326" cy="349682"/>
          </a:xfrm>
        </p:grpSpPr>
        <p:sp>
          <p:nvSpPr>
            <p:cNvPr id="16040" name="Google Shape;16040;p66"/>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66"/>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66"/>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66"/>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66"/>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66"/>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66"/>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66"/>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66"/>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66"/>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66"/>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66"/>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66"/>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66"/>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66"/>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66"/>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6" name="Google Shape;16056;p66"/>
          <p:cNvGrpSpPr/>
          <p:nvPr/>
        </p:nvGrpSpPr>
        <p:grpSpPr>
          <a:xfrm>
            <a:off x="849601" y="2914408"/>
            <a:ext cx="356891" cy="335709"/>
            <a:chOff x="874658" y="2914408"/>
            <a:chExt cx="356891" cy="335709"/>
          </a:xfrm>
        </p:grpSpPr>
        <p:sp>
          <p:nvSpPr>
            <p:cNvPr id="16057" name="Google Shape;16057;p66"/>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66"/>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66"/>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66"/>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66"/>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66"/>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66"/>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66"/>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66"/>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66"/>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66"/>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66"/>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66"/>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66"/>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66"/>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66"/>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3" name="Google Shape;16073;p66"/>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4" name="Google Shape;16074;p66"/>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66"/>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66"/>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7" name="Google Shape;16077;p66"/>
          <p:cNvGrpSpPr/>
          <p:nvPr/>
        </p:nvGrpSpPr>
        <p:grpSpPr>
          <a:xfrm>
            <a:off x="4205855" y="2929193"/>
            <a:ext cx="308813" cy="306165"/>
            <a:chOff x="4230912" y="2929193"/>
            <a:chExt cx="308813" cy="306165"/>
          </a:xfrm>
        </p:grpSpPr>
        <p:sp>
          <p:nvSpPr>
            <p:cNvPr id="16078" name="Google Shape;16078;p66"/>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66"/>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66"/>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66"/>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66"/>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66"/>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66"/>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66"/>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66"/>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66"/>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66"/>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9" name="Google Shape;16089;p66"/>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0" name="Google Shape;16090;p66"/>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66"/>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66"/>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93" name="Google Shape;16093;p66"/>
          <p:cNvGrpSpPr/>
          <p:nvPr/>
        </p:nvGrpSpPr>
        <p:grpSpPr>
          <a:xfrm>
            <a:off x="4602829" y="3401089"/>
            <a:ext cx="409111" cy="267944"/>
            <a:chOff x="4627886" y="3401089"/>
            <a:chExt cx="409111" cy="267944"/>
          </a:xfrm>
        </p:grpSpPr>
        <p:sp>
          <p:nvSpPr>
            <p:cNvPr id="16094" name="Google Shape;16094;p66"/>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66"/>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66"/>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66"/>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66"/>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66"/>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66"/>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66"/>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66"/>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66"/>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66"/>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5" name="Google Shape;16105;p66"/>
          <p:cNvGrpSpPr/>
          <p:nvPr/>
        </p:nvGrpSpPr>
        <p:grpSpPr>
          <a:xfrm>
            <a:off x="4627419" y="2898915"/>
            <a:ext cx="386016" cy="384495"/>
            <a:chOff x="4652476" y="2898915"/>
            <a:chExt cx="386016" cy="384495"/>
          </a:xfrm>
        </p:grpSpPr>
        <p:sp>
          <p:nvSpPr>
            <p:cNvPr id="16106" name="Google Shape;16106;p66"/>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66"/>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66"/>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66"/>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66"/>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66"/>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66"/>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3" name="Google Shape;16113;p66"/>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4" name="Google Shape;16114;p66"/>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5" name="Google Shape;16115;p66"/>
          <p:cNvGrpSpPr/>
          <p:nvPr/>
        </p:nvGrpSpPr>
        <p:grpSpPr>
          <a:xfrm>
            <a:off x="5131874" y="2922194"/>
            <a:ext cx="324699" cy="347611"/>
            <a:chOff x="5156931" y="2922194"/>
            <a:chExt cx="324699" cy="347611"/>
          </a:xfrm>
        </p:grpSpPr>
        <p:sp>
          <p:nvSpPr>
            <p:cNvPr id="16116" name="Google Shape;16116;p66"/>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66"/>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66"/>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66"/>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66"/>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66"/>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66"/>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66"/>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66"/>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66"/>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6" name="Google Shape;16126;p66"/>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7" name="Google Shape;16127;p66"/>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66"/>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66"/>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66"/>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66"/>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2" name="Google Shape;16132;p66"/>
          <p:cNvGrpSpPr/>
          <p:nvPr/>
        </p:nvGrpSpPr>
        <p:grpSpPr>
          <a:xfrm>
            <a:off x="6061274" y="2905337"/>
            <a:ext cx="364441" cy="364834"/>
            <a:chOff x="6086331" y="2905337"/>
            <a:chExt cx="364441" cy="364834"/>
          </a:xfrm>
        </p:grpSpPr>
        <p:sp>
          <p:nvSpPr>
            <p:cNvPr id="16133" name="Google Shape;16133;p66"/>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66"/>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66"/>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66"/>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66"/>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66"/>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39" name="Google Shape;16139;p66"/>
          <p:cNvGrpSpPr/>
          <p:nvPr/>
        </p:nvGrpSpPr>
        <p:grpSpPr>
          <a:xfrm>
            <a:off x="6529002" y="2907251"/>
            <a:ext cx="377706" cy="377680"/>
            <a:chOff x="6554059" y="2907251"/>
            <a:chExt cx="377706" cy="377680"/>
          </a:xfrm>
        </p:grpSpPr>
        <p:sp>
          <p:nvSpPr>
            <p:cNvPr id="16140" name="Google Shape;16140;p66"/>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1" name="Google Shape;16141;p66"/>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2" name="Google Shape;16142;p66"/>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66"/>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66"/>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66"/>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66"/>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66"/>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66"/>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66"/>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66"/>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66"/>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66"/>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66"/>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66"/>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66"/>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66"/>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66"/>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66"/>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66"/>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66"/>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1" name="Google Shape;16161;p66"/>
          <p:cNvGrpSpPr/>
          <p:nvPr/>
        </p:nvGrpSpPr>
        <p:grpSpPr>
          <a:xfrm>
            <a:off x="7466739" y="2945446"/>
            <a:ext cx="400801" cy="317542"/>
            <a:chOff x="7491796" y="2945446"/>
            <a:chExt cx="400801" cy="317542"/>
          </a:xfrm>
        </p:grpSpPr>
        <p:sp>
          <p:nvSpPr>
            <p:cNvPr id="16162" name="Google Shape;16162;p66"/>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3" name="Google Shape;16163;p66"/>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66"/>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66"/>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66"/>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66"/>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66"/>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66"/>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66"/>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66"/>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66"/>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66"/>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4" name="Google Shape;16174;p66"/>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5" name="Google Shape;16175;p66"/>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66"/>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66"/>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66"/>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66"/>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66"/>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66"/>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66"/>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66"/>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4" name="Google Shape;16184;p66"/>
          <p:cNvGrpSpPr/>
          <p:nvPr/>
        </p:nvGrpSpPr>
        <p:grpSpPr>
          <a:xfrm>
            <a:off x="7020586" y="2907723"/>
            <a:ext cx="345304" cy="365857"/>
            <a:chOff x="7045643" y="2907723"/>
            <a:chExt cx="345304" cy="365857"/>
          </a:xfrm>
        </p:grpSpPr>
        <p:sp>
          <p:nvSpPr>
            <p:cNvPr id="16185" name="Google Shape;16185;p66"/>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66"/>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66"/>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66"/>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66"/>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66"/>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66"/>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66"/>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66"/>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66"/>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66"/>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66"/>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66"/>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66"/>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66"/>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0" name="Google Shape;16200;p66"/>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1" name="Google Shape;16201;p66"/>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66"/>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66"/>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4" name="Google Shape;16204;p66"/>
          <p:cNvGrpSpPr/>
          <p:nvPr/>
        </p:nvGrpSpPr>
        <p:grpSpPr>
          <a:xfrm>
            <a:off x="7967786" y="2907251"/>
            <a:ext cx="347794" cy="366328"/>
            <a:chOff x="7992843" y="2907251"/>
            <a:chExt cx="347794" cy="366328"/>
          </a:xfrm>
        </p:grpSpPr>
        <p:sp>
          <p:nvSpPr>
            <p:cNvPr id="16205" name="Google Shape;16205;p66"/>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66"/>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66"/>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66"/>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66"/>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66"/>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66"/>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66"/>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3" name="Google Shape;16213;p66"/>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4" name="Google Shape;16214;p66"/>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66"/>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66"/>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66"/>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66"/>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66"/>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66"/>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66"/>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2" name="Google Shape;16222;p66"/>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3" name="Google Shape;16223;p66"/>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66"/>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66"/>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66"/>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66"/>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66"/>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66"/>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66"/>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66"/>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66"/>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66"/>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66"/>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5" name="Google Shape;16235;p66"/>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6" name="Google Shape;16236;p66"/>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66"/>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8" name="Google Shape;16238;p66"/>
          <p:cNvGrpSpPr/>
          <p:nvPr/>
        </p:nvGrpSpPr>
        <p:grpSpPr>
          <a:xfrm>
            <a:off x="848841" y="1512377"/>
            <a:ext cx="398127" cy="353457"/>
            <a:chOff x="873898" y="1512377"/>
            <a:chExt cx="398127" cy="353457"/>
          </a:xfrm>
        </p:grpSpPr>
        <p:sp>
          <p:nvSpPr>
            <p:cNvPr id="16239" name="Google Shape;16239;p66"/>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66"/>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66"/>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66"/>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66"/>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66"/>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66"/>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66"/>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66"/>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66"/>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66"/>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66"/>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66"/>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66"/>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66"/>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66"/>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66"/>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66"/>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66"/>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8" name="Google Shape;16258;p66"/>
          <p:cNvGrpSpPr/>
          <p:nvPr/>
        </p:nvGrpSpPr>
        <p:grpSpPr>
          <a:xfrm>
            <a:off x="1399067" y="1515680"/>
            <a:ext cx="246762" cy="347139"/>
            <a:chOff x="1424125" y="1515680"/>
            <a:chExt cx="246762" cy="347139"/>
          </a:xfrm>
        </p:grpSpPr>
        <p:sp>
          <p:nvSpPr>
            <p:cNvPr id="16259" name="Google Shape;16259;p66"/>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66"/>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66"/>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2" name="Google Shape;16262;p66"/>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3" name="Google Shape;16263;p66"/>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66"/>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66"/>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66"/>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66"/>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66"/>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66"/>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66"/>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66"/>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66"/>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66"/>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66"/>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66"/>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66"/>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66"/>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66"/>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9" name="Google Shape;16279;p66"/>
          <p:cNvGrpSpPr/>
          <p:nvPr/>
        </p:nvGrpSpPr>
        <p:grpSpPr>
          <a:xfrm>
            <a:off x="2294441" y="1512744"/>
            <a:ext cx="352697" cy="352723"/>
            <a:chOff x="2319498" y="1512744"/>
            <a:chExt cx="352697" cy="352723"/>
          </a:xfrm>
        </p:grpSpPr>
        <p:sp>
          <p:nvSpPr>
            <p:cNvPr id="16280" name="Google Shape;16280;p66"/>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66"/>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66"/>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66"/>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66"/>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66"/>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66"/>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66"/>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66"/>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66"/>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66"/>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66"/>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2" name="Google Shape;16292;p66"/>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3" name="Google Shape;16293;p66"/>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66"/>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66"/>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66"/>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66"/>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66"/>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9" name="Google Shape;16299;p66"/>
          <p:cNvGrpSpPr/>
          <p:nvPr/>
        </p:nvGrpSpPr>
        <p:grpSpPr>
          <a:xfrm>
            <a:off x="4211544" y="1512666"/>
            <a:ext cx="312981" cy="352697"/>
            <a:chOff x="4236601" y="1512666"/>
            <a:chExt cx="312981" cy="352697"/>
          </a:xfrm>
        </p:grpSpPr>
        <p:sp>
          <p:nvSpPr>
            <p:cNvPr id="16300" name="Google Shape;16300;p66"/>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1" name="Google Shape;16301;p66"/>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66"/>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66"/>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66"/>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66"/>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66"/>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66"/>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66"/>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66"/>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66"/>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66"/>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66"/>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66"/>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4" name="Google Shape;16314;p66"/>
          <p:cNvGrpSpPr/>
          <p:nvPr/>
        </p:nvGrpSpPr>
        <p:grpSpPr>
          <a:xfrm>
            <a:off x="824618" y="3347716"/>
            <a:ext cx="346300" cy="375818"/>
            <a:chOff x="849675" y="3347716"/>
            <a:chExt cx="346300" cy="375818"/>
          </a:xfrm>
        </p:grpSpPr>
        <p:sp>
          <p:nvSpPr>
            <p:cNvPr id="16315" name="Google Shape;16315;p66"/>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66"/>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66"/>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66"/>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66"/>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66"/>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66"/>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66"/>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66"/>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66"/>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66"/>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66"/>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7" name="Google Shape;16327;p66"/>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8" name="Google Shape;16328;p66"/>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66"/>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66"/>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66"/>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32" name="Google Shape;16332;p66"/>
          <p:cNvGrpSpPr/>
          <p:nvPr/>
        </p:nvGrpSpPr>
        <p:grpSpPr>
          <a:xfrm>
            <a:off x="1299162" y="3399202"/>
            <a:ext cx="376578" cy="272846"/>
            <a:chOff x="1324219" y="3399202"/>
            <a:chExt cx="376578" cy="272846"/>
          </a:xfrm>
        </p:grpSpPr>
        <p:sp>
          <p:nvSpPr>
            <p:cNvPr id="16333" name="Google Shape;16333;p66"/>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66"/>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66"/>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66"/>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66"/>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66"/>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66"/>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66"/>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66"/>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66"/>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66"/>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66"/>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66"/>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6" name="Google Shape;16346;p66"/>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7" name="Google Shape;16347;p66"/>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66"/>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66"/>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66"/>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66"/>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66"/>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66"/>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66"/>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66"/>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6" name="Google Shape;16356;p66"/>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7" name="Google Shape;16357;p66"/>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66"/>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66"/>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66"/>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66"/>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66"/>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66"/>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66"/>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66"/>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66" name="Google Shape;16366;p66"/>
          <p:cNvGrpSpPr/>
          <p:nvPr/>
        </p:nvGrpSpPr>
        <p:grpSpPr>
          <a:xfrm>
            <a:off x="1773706" y="3395401"/>
            <a:ext cx="376185" cy="280448"/>
            <a:chOff x="1798763" y="3395401"/>
            <a:chExt cx="376185" cy="280448"/>
          </a:xfrm>
        </p:grpSpPr>
        <p:sp>
          <p:nvSpPr>
            <p:cNvPr id="16367" name="Google Shape;16367;p66"/>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66"/>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66"/>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66"/>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66"/>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66"/>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66"/>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4" name="Google Shape;16374;p66"/>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5" name="Google Shape;16375;p66"/>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66"/>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66"/>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66"/>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66"/>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66"/>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66"/>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66"/>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66"/>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66"/>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66"/>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66"/>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66"/>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66"/>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66"/>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66"/>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1" name="Google Shape;16391;p66"/>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2" name="Google Shape;16392;p66"/>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66"/>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66"/>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66"/>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66"/>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66"/>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8" name="Google Shape;16398;p66"/>
          <p:cNvGrpSpPr/>
          <p:nvPr/>
        </p:nvGrpSpPr>
        <p:grpSpPr>
          <a:xfrm>
            <a:off x="2248250" y="3378754"/>
            <a:ext cx="375818" cy="313374"/>
            <a:chOff x="2273307" y="3378754"/>
            <a:chExt cx="375818" cy="313374"/>
          </a:xfrm>
        </p:grpSpPr>
        <p:sp>
          <p:nvSpPr>
            <p:cNvPr id="16399" name="Google Shape;16399;p66"/>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66"/>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66"/>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66"/>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3" name="Google Shape;16403;p66"/>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4" name="Google Shape;16404;p66"/>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66"/>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66"/>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66"/>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66"/>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66"/>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66"/>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66"/>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66"/>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66"/>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66"/>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66"/>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66"/>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7" name="Google Shape;16417;p66"/>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8" name="Google Shape;16418;p66"/>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66"/>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66"/>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66"/>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66"/>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66"/>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66"/>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66"/>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66"/>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66"/>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66"/>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66"/>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66"/>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66"/>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66"/>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66"/>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66"/>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66"/>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66"/>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66"/>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66"/>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66"/>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66"/>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66"/>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66"/>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66"/>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66"/>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66"/>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66"/>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66"/>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66"/>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66"/>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66"/>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66"/>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66"/>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66"/>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66"/>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66"/>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66"/>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66"/>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8" name="Google Shape;16458;p66"/>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9" name="Google Shape;16459;p66"/>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66"/>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66"/>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66"/>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66"/>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4" name="Google Shape;16464;p66"/>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5" name="Google Shape;16465;p66"/>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66"/>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66"/>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66"/>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66"/>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66"/>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66"/>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66"/>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66"/>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66"/>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66"/>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66"/>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66"/>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66"/>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66"/>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66"/>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66"/>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66"/>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3" name="Google Shape;16483;p66"/>
          <p:cNvGrpSpPr/>
          <p:nvPr/>
        </p:nvGrpSpPr>
        <p:grpSpPr>
          <a:xfrm>
            <a:off x="2722427" y="3359460"/>
            <a:ext cx="377706" cy="352330"/>
            <a:chOff x="2747484" y="3359460"/>
            <a:chExt cx="377706" cy="352330"/>
          </a:xfrm>
        </p:grpSpPr>
        <p:sp>
          <p:nvSpPr>
            <p:cNvPr id="16484" name="Google Shape;16484;p66"/>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66"/>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66"/>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66"/>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66"/>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66"/>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66"/>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66"/>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66"/>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66"/>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66"/>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66"/>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66"/>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66"/>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66"/>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99" name="Google Shape;16499;p66"/>
          <p:cNvGrpSpPr/>
          <p:nvPr/>
        </p:nvGrpSpPr>
        <p:grpSpPr>
          <a:xfrm>
            <a:off x="3671148" y="3371938"/>
            <a:ext cx="375792" cy="327373"/>
            <a:chOff x="3696205" y="3371938"/>
            <a:chExt cx="375792" cy="327373"/>
          </a:xfrm>
        </p:grpSpPr>
        <p:sp>
          <p:nvSpPr>
            <p:cNvPr id="16500" name="Google Shape;16500;p66"/>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66"/>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66"/>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66"/>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66"/>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66"/>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66"/>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66"/>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66"/>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66"/>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66"/>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66"/>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66"/>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66"/>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66"/>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66"/>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66"/>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66"/>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66"/>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66"/>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66"/>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66"/>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66"/>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23" name="Google Shape;16523;p66"/>
          <p:cNvGrpSpPr/>
          <p:nvPr/>
        </p:nvGrpSpPr>
        <p:grpSpPr>
          <a:xfrm>
            <a:off x="6542267" y="2436849"/>
            <a:ext cx="366722" cy="342892"/>
            <a:chOff x="6567324" y="2436849"/>
            <a:chExt cx="366722" cy="342892"/>
          </a:xfrm>
        </p:grpSpPr>
        <p:sp>
          <p:nvSpPr>
            <p:cNvPr id="16524" name="Google Shape;16524;p66"/>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66"/>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66"/>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66"/>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66"/>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66"/>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66"/>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66"/>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66"/>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3" name="Google Shape;16533;p66"/>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4" name="Google Shape;16534;p66"/>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66"/>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6" name="Google Shape;16536;p66"/>
          <p:cNvGrpSpPr/>
          <p:nvPr/>
        </p:nvGrpSpPr>
        <p:grpSpPr>
          <a:xfrm>
            <a:off x="4183913" y="3361347"/>
            <a:ext cx="299349" cy="348188"/>
            <a:chOff x="4208970" y="3361347"/>
            <a:chExt cx="299349" cy="348188"/>
          </a:xfrm>
        </p:grpSpPr>
        <p:sp>
          <p:nvSpPr>
            <p:cNvPr id="16537" name="Google Shape;16537;p66"/>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66"/>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66"/>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66"/>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66"/>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66"/>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66"/>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66"/>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5" name="Google Shape;16545;p66"/>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6" name="Google Shape;16546;p66"/>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66"/>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66"/>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66"/>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66"/>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1" name="Google Shape;16551;p66"/>
          <p:cNvGrpSpPr/>
          <p:nvPr/>
        </p:nvGrpSpPr>
        <p:grpSpPr>
          <a:xfrm>
            <a:off x="2761776" y="1512351"/>
            <a:ext cx="366722" cy="353667"/>
            <a:chOff x="2786833" y="1512351"/>
            <a:chExt cx="366722" cy="353667"/>
          </a:xfrm>
        </p:grpSpPr>
        <p:sp>
          <p:nvSpPr>
            <p:cNvPr id="16552" name="Google Shape;16552;p66"/>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66"/>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66"/>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66"/>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66"/>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66"/>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66"/>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66"/>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66"/>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66"/>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2" name="Google Shape;16562;p66"/>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3" name="Google Shape;16563;p66"/>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66"/>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66"/>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66"/>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66"/>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8" name="Google Shape;16568;p66"/>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9" name="Google Shape;16569;p66"/>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66"/>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66"/>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2" name="Google Shape;16572;p66"/>
          <p:cNvGrpSpPr/>
          <p:nvPr/>
        </p:nvGrpSpPr>
        <p:grpSpPr>
          <a:xfrm>
            <a:off x="1820264" y="1512744"/>
            <a:ext cx="352723" cy="353090"/>
            <a:chOff x="1845321" y="1512744"/>
            <a:chExt cx="352723" cy="353090"/>
          </a:xfrm>
        </p:grpSpPr>
        <p:sp>
          <p:nvSpPr>
            <p:cNvPr id="16573" name="Google Shape;16573;p66"/>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66"/>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66"/>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6" name="Google Shape;16576;p66"/>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7" name="Google Shape;16577;p66"/>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66"/>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66"/>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66"/>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66"/>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66"/>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66"/>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4" name="Google Shape;16584;p66"/>
          <p:cNvGrpSpPr/>
          <p:nvPr/>
        </p:nvGrpSpPr>
        <p:grpSpPr>
          <a:xfrm>
            <a:off x="3189395" y="3340533"/>
            <a:ext cx="392465" cy="389896"/>
            <a:chOff x="3214452" y="3340533"/>
            <a:chExt cx="392465" cy="389896"/>
          </a:xfrm>
        </p:grpSpPr>
        <p:sp>
          <p:nvSpPr>
            <p:cNvPr id="16585" name="Google Shape;16585;p66"/>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66"/>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66"/>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66"/>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9" name="Google Shape;16589;p66"/>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0" name="Google Shape;16590;p66"/>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66"/>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66"/>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66"/>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66"/>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66"/>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66"/>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66"/>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66"/>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66"/>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66"/>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66"/>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66"/>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66"/>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4" name="Google Shape;16604;p66"/>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5" name="Google Shape;16605;p66"/>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66"/>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66"/>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66"/>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66"/>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0" name="Google Shape;16610;p66"/>
          <p:cNvGrpSpPr/>
          <p:nvPr/>
        </p:nvGrpSpPr>
        <p:grpSpPr>
          <a:xfrm>
            <a:off x="3302172" y="1499899"/>
            <a:ext cx="234650" cy="378440"/>
            <a:chOff x="3327229" y="1499899"/>
            <a:chExt cx="234650" cy="378440"/>
          </a:xfrm>
        </p:grpSpPr>
        <p:sp>
          <p:nvSpPr>
            <p:cNvPr id="16611" name="Google Shape;16611;p66"/>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2" name="Google Shape;16612;p66"/>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66"/>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66"/>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66"/>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6" name="Google Shape;16616;p66"/>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7" name="Google Shape;16617;p66"/>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66"/>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66"/>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66"/>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1" name="Google Shape;16621;p66"/>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2" name="Google Shape;16622;p66"/>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66"/>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66"/>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5" name="Google Shape;16625;p66"/>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6" name="Google Shape;16626;p66"/>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66"/>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66"/>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66"/>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66"/>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66"/>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2" name="Google Shape;16632;p66"/>
          <p:cNvGrpSpPr/>
          <p:nvPr/>
        </p:nvGrpSpPr>
        <p:grpSpPr>
          <a:xfrm>
            <a:off x="3710496" y="1530151"/>
            <a:ext cx="366722" cy="317962"/>
            <a:chOff x="3735553" y="1530151"/>
            <a:chExt cx="366722" cy="317962"/>
          </a:xfrm>
        </p:grpSpPr>
        <p:sp>
          <p:nvSpPr>
            <p:cNvPr id="16633" name="Google Shape;16633;p66"/>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66"/>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66"/>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6" name="Google Shape;16636;p66"/>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7" name="Google Shape;16637;p66"/>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66"/>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9" name="Google Shape;16639;p66"/>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0" name="Google Shape;16640;p66"/>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1" name="Google Shape;16641;p66"/>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66"/>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66"/>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66"/>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5" name="Google Shape;16645;p66"/>
          <p:cNvGrpSpPr/>
          <p:nvPr/>
        </p:nvGrpSpPr>
        <p:grpSpPr>
          <a:xfrm>
            <a:off x="841265" y="2469775"/>
            <a:ext cx="379226" cy="322733"/>
            <a:chOff x="866322" y="2469775"/>
            <a:chExt cx="379226" cy="322733"/>
          </a:xfrm>
        </p:grpSpPr>
        <p:sp>
          <p:nvSpPr>
            <p:cNvPr id="16646" name="Google Shape;16646;p66"/>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66"/>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66"/>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66"/>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66"/>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66"/>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66"/>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3" name="Google Shape;16653;p66"/>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4" name="Google Shape;16654;p66"/>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5" name="Google Shape;16655;p66"/>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66"/>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66"/>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8" name="Google Shape;16658;p66"/>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9" name="Google Shape;16659;p66"/>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0" name="Google Shape;16660;p66"/>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1" name="Google Shape;16661;p66"/>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66"/>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3" name="Google Shape;16663;p66"/>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4" name="Google Shape;16664;p66"/>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66"/>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6" name="Google Shape;16666;p66"/>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7" name="Google Shape;16667;p66"/>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8" name="Google Shape;16668;p66"/>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66"/>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0" name="Google Shape;16670;p66"/>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1" name="Google Shape;16671;p66"/>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2" name="Google Shape;16672;p66"/>
          <p:cNvGrpSpPr/>
          <p:nvPr/>
        </p:nvGrpSpPr>
        <p:grpSpPr>
          <a:xfrm>
            <a:off x="1303330" y="2500814"/>
            <a:ext cx="404183" cy="289151"/>
            <a:chOff x="1328387" y="2500814"/>
            <a:chExt cx="404183" cy="289151"/>
          </a:xfrm>
        </p:grpSpPr>
        <p:sp>
          <p:nvSpPr>
            <p:cNvPr id="16673" name="Google Shape;16673;p66"/>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66"/>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66"/>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66"/>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7" name="Google Shape;16677;p66"/>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8" name="Google Shape;16678;p66"/>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66"/>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66"/>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1" name="Google Shape;16681;p66"/>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2" name="Google Shape;16682;p66"/>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3" name="Google Shape;16683;p66"/>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66"/>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5" name="Google Shape;16685;p66"/>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6" name="Google Shape;16686;p66"/>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66"/>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8" name="Google Shape;16688;p66"/>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9" name="Google Shape;16689;p66"/>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66"/>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66"/>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2" name="Google Shape;16692;p66"/>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3" name="Google Shape;16693;p66"/>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4" name="Google Shape;16694;p66"/>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5" name="Google Shape;16695;p66"/>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6" name="Google Shape;16696;p66"/>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7" name="Google Shape;16697;p66"/>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8" name="Google Shape;16698;p66"/>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9" name="Google Shape;16699;p66"/>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0" name="Google Shape;16700;p66"/>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1" name="Google Shape;16701;p66"/>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2" name="Google Shape;16702;p66"/>
          <p:cNvGrpSpPr/>
          <p:nvPr/>
        </p:nvGrpSpPr>
        <p:grpSpPr>
          <a:xfrm>
            <a:off x="1796408" y="2495702"/>
            <a:ext cx="365988" cy="270801"/>
            <a:chOff x="1821465" y="2495702"/>
            <a:chExt cx="365988" cy="270801"/>
          </a:xfrm>
        </p:grpSpPr>
        <p:sp>
          <p:nvSpPr>
            <p:cNvPr id="16703" name="Google Shape;16703;p66"/>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4" name="Google Shape;16704;p66"/>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5" name="Google Shape;16705;p66"/>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6" name="Google Shape;16706;p66"/>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7" name="Google Shape;16707;p66"/>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8" name="Google Shape;16708;p66"/>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9" name="Google Shape;16709;p66"/>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10" name="Google Shape;16710;p66"/>
          <p:cNvGrpSpPr/>
          <p:nvPr/>
        </p:nvGrpSpPr>
        <p:grpSpPr>
          <a:xfrm>
            <a:off x="3700666" y="2455776"/>
            <a:ext cx="354977" cy="351202"/>
            <a:chOff x="3725723" y="2455776"/>
            <a:chExt cx="354977" cy="351202"/>
          </a:xfrm>
        </p:grpSpPr>
        <p:sp>
          <p:nvSpPr>
            <p:cNvPr id="16711" name="Google Shape;16711;p66"/>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2" name="Google Shape;16712;p66"/>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3" name="Google Shape;16713;p66"/>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4" name="Google Shape;16714;p66"/>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5" name="Google Shape;16715;p66"/>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6" name="Google Shape;16716;p66"/>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7" name="Google Shape;16717;p66"/>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8" name="Google Shape;16718;p66"/>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9" name="Google Shape;16719;p66"/>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0" name="Google Shape;16720;p66"/>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1" name="Google Shape;16721;p66"/>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2" name="Google Shape;16722;p66"/>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3" name="Google Shape;16723;p66"/>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4" name="Google Shape;16724;p66"/>
          <p:cNvGrpSpPr/>
          <p:nvPr/>
        </p:nvGrpSpPr>
        <p:grpSpPr>
          <a:xfrm>
            <a:off x="5201108" y="1977641"/>
            <a:ext cx="230482" cy="388847"/>
            <a:chOff x="5226165" y="1977641"/>
            <a:chExt cx="230482" cy="388847"/>
          </a:xfrm>
        </p:grpSpPr>
        <p:sp>
          <p:nvSpPr>
            <p:cNvPr id="16725" name="Google Shape;16725;p66"/>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6" name="Google Shape;16726;p66"/>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7" name="Google Shape;16727;p66"/>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8" name="Google Shape;16728;p66"/>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9" name="Google Shape;16729;p66"/>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0" name="Google Shape;16730;p66"/>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1" name="Google Shape;16731;p66"/>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2" name="Google Shape;16732;p66"/>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3" name="Google Shape;16733;p66"/>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4" name="Google Shape;16734;p66"/>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5" name="Google Shape;16735;p66"/>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6" name="Google Shape;16736;p66"/>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7" name="Google Shape;16737;p66"/>
          <p:cNvGrpSpPr/>
          <p:nvPr/>
        </p:nvGrpSpPr>
        <p:grpSpPr>
          <a:xfrm>
            <a:off x="5607545" y="2025510"/>
            <a:ext cx="370130" cy="287264"/>
            <a:chOff x="5632602" y="2025510"/>
            <a:chExt cx="370130" cy="287264"/>
          </a:xfrm>
        </p:grpSpPr>
        <p:sp>
          <p:nvSpPr>
            <p:cNvPr id="16738" name="Google Shape;16738;p66"/>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9" name="Google Shape;16739;p66"/>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0" name="Google Shape;16740;p66"/>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1" name="Google Shape;16741;p66"/>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2" name="Google Shape;16742;p66"/>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3" name="Google Shape;16743;p66"/>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4" name="Google Shape;16744;p66"/>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5" name="Google Shape;16745;p66"/>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6" name="Google Shape;16746;p66"/>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7" name="Google Shape;16747;p66"/>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8" name="Google Shape;16748;p66"/>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9" name="Google Shape;16749;p66"/>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0" name="Google Shape;16750;p66"/>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1" name="Google Shape;16751;p66"/>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2" name="Google Shape;16752;p66"/>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3" name="Google Shape;16753;p66"/>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4" name="Google Shape;16754;p66"/>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5" name="Google Shape;16755;p66"/>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56" name="Google Shape;16756;p66"/>
          <p:cNvGrpSpPr/>
          <p:nvPr/>
        </p:nvGrpSpPr>
        <p:grpSpPr>
          <a:xfrm>
            <a:off x="4187321" y="2456537"/>
            <a:ext cx="331515" cy="330021"/>
            <a:chOff x="4212378" y="2456537"/>
            <a:chExt cx="331515" cy="330021"/>
          </a:xfrm>
        </p:grpSpPr>
        <p:sp>
          <p:nvSpPr>
            <p:cNvPr id="16757" name="Google Shape;16757;p66"/>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8" name="Google Shape;16758;p66"/>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9" name="Google Shape;16759;p66"/>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0" name="Google Shape;16760;p66"/>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1" name="Google Shape;16761;p66"/>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2" name="Google Shape;16762;p66"/>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3" name="Google Shape;16763;p66"/>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4" name="Google Shape;16764;p66"/>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5" name="Google Shape;16765;p66"/>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66" name="Google Shape;16766;p66"/>
          <p:cNvGrpSpPr/>
          <p:nvPr/>
        </p:nvGrpSpPr>
        <p:grpSpPr>
          <a:xfrm>
            <a:off x="6150956" y="1977825"/>
            <a:ext cx="235411" cy="347427"/>
            <a:chOff x="6176013" y="1977825"/>
            <a:chExt cx="235411" cy="347427"/>
          </a:xfrm>
        </p:grpSpPr>
        <p:sp>
          <p:nvSpPr>
            <p:cNvPr id="16767" name="Google Shape;16767;p66"/>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8" name="Google Shape;16768;p66"/>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9" name="Google Shape;16769;p66"/>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0" name="Google Shape;16770;p66"/>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1" name="Google Shape;16771;p66"/>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2" name="Google Shape;16772;p66"/>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3" name="Google Shape;16773;p66"/>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4" name="Google Shape;16774;p66"/>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5" name="Google Shape;16775;p66"/>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6" name="Google Shape;16776;p66"/>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7" name="Google Shape;16777;p66"/>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8" name="Google Shape;16778;p66"/>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9" name="Google Shape;16779;p66"/>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0" name="Google Shape;16780;p66"/>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1" name="Google Shape;16781;p66"/>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2" name="Google Shape;16782;p66"/>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3" name="Google Shape;16783;p66"/>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4" name="Google Shape;16784;p66"/>
          <p:cNvGrpSpPr/>
          <p:nvPr/>
        </p:nvGrpSpPr>
        <p:grpSpPr>
          <a:xfrm>
            <a:off x="6627020" y="1977458"/>
            <a:ext cx="235778" cy="347794"/>
            <a:chOff x="6652077" y="1977458"/>
            <a:chExt cx="235778" cy="347794"/>
          </a:xfrm>
        </p:grpSpPr>
        <p:sp>
          <p:nvSpPr>
            <p:cNvPr id="16785" name="Google Shape;16785;p66"/>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6" name="Google Shape;16786;p66"/>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7" name="Google Shape;16787;p66"/>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8" name="Google Shape;16788;p66"/>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9" name="Google Shape;16789;p66"/>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0" name="Google Shape;16790;p66"/>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1" name="Google Shape;16791;p66"/>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2" name="Google Shape;16792;p66"/>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3" name="Google Shape;16793;p66"/>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4" name="Google Shape;16794;p66"/>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5" name="Google Shape;16795;p66"/>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6" name="Google Shape;16796;p66"/>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7" name="Google Shape;16797;p66"/>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8" name="Google Shape;16798;p66"/>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9" name="Google Shape;16799;p66"/>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0" name="Google Shape;16800;p66"/>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01" name="Google Shape;16801;p66"/>
          <p:cNvGrpSpPr/>
          <p:nvPr/>
        </p:nvGrpSpPr>
        <p:grpSpPr>
          <a:xfrm>
            <a:off x="7047456" y="1997512"/>
            <a:ext cx="394352" cy="308052"/>
            <a:chOff x="7072513" y="1997512"/>
            <a:chExt cx="394352" cy="308052"/>
          </a:xfrm>
        </p:grpSpPr>
        <p:sp>
          <p:nvSpPr>
            <p:cNvPr id="16802" name="Google Shape;16802;p66"/>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3" name="Google Shape;16803;p66"/>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4" name="Google Shape;16804;p66"/>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5" name="Google Shape;16805;p66"/>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6" name="Google Shape;16806;p66"/>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7" name="Google Shape;16807;p66"/>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8" name="Google Shape;16808;p66"/>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9" name="Google Shape;16809;p66"/>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0" name="Google Shape;16810;p66"/>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1" name="Google Shape;16811;p66"/>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2" name="Google Shape;16812;p66"/>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13" name="Google Shape;16813;p66"/>
          <p:cNvGrpSpPr/>
          <p:nvPr/>
        </p:nvGrpSpPr>
        <p:grpSpPr>
          <a:xfrm>
            <a:off x="7551151" y="1977825"/>
            <a:ext cx="292533" cy="347454"/>
            <a:chOff x="7576208" y="1977825"/>
            <a:chExt cx="292533" cy="347454"/>
          </a:xfrm>
        </p:grpSpPr>
        <p:sp>
          <p:nvSpPr>
            <p:cNvPr id="16814" name="Google Shape;16814;p66"/>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5" name="Google Shape;16815;p66"/>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6" name="Google Shape;16816;p66"/>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7" name="Google Shape;16817;p66"/>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8" name="Google Shape;16818;p66"/>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9" name="Google Shape;16819;p66"/>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0" name="Google Shape;16820;p66"/>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1" name="Google Shape;16821;p66"/>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2" name="Google Shape;16822;p66"/>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3" name="Google Shape;16823;p66"/>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4" name="Google Shape;16824;p66"/>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5" name="Google Shape;16825;p66"/>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6" name="Google Shape;16826;p66"/>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27" name="Google Shape;16827;p66"/>
          <p:cNvGrpSpPr/>
          <p:nvPr/>
        </p:nvGrpSpPr>
        <p:grpSpPr>
          <a:xfrm>
            <a:off x="7998825" y="1977458"/>
            <a:ext cx="320557" cy="347794"/>
            <a:chOff x="8023882" y="1977458"/>
            <a:chExt cx="320557" cy="347794"/>
          </a:xfrm>
        </p:grpSpPr>
        <p:sp>
          <p:nvSpPr>
            <p:cNvPr id="16828" name="Google Shape;16828;p66"/>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9" name="Google Shape;16829;p66"/>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0" name="Google Shape;16830;p66"/>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1" name="Google Shape;16831;p66"/>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2" name="Google Shape;16832;p66"/>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3" name="Google Shape;16833;p66"/>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4" name="Google Shape;16834;p66"/>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5" name="Google Shape;16835;p66"/>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6" name="Google Shape;16836;p66"/>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7" name="Google Shape;16837;p66"/>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8" name="Google Shape;16838;p66"/>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9" name="Google Shape;16839;p66"/>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0" name="Google Shape;16840;p66"/>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1" name="Google Shape;16841;p66"/>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2" name="Google Shape;16842;p66"/>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3" name="Google Shape;16843;p66"/>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4" name="Google Shape;16844;p66"/>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5" name="Google Shape;16845;p66"/>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6" name="Google Shape;16846;p66"/>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7" name="Google Shape;16847;p66"/>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8" name="Google Shape;16848;p66"/>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9" name="Google Shape;16849;p66"/>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0" name="Google Shape;16850;p66"/>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1" name="Google Shape;16851;p66"/>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2" name="Google Shape;16852;p66"/>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3" name="Google Shape;16853;p66"/>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4" name="Google Shape;16854;p66"/>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5" name="Google Shape;16855;p66"/>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6" name="Google Shape;16856;p66"/>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7" name="Google Shape;16857;p66"/>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8" name="Google Shape;16858;p66"/>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9" name="Google Shape;16859;p66"/>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0" name="Google Shape;16860;p66"/>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1" name="Google Shape;16861;p66"/>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2" name="Google Shape;16862;p66"/>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3" name="Google Shape;16863;p66"/>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4" name="Google Shape;16864;p66"/>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5" name="Google Shape;16865;p66"/>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6" name="Google Shape;16866;p66"/>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7" name="Google Shape;16867;p66"/>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68" name="Google Shape;16868;p66"/>
          <p:cNvGrpSpPr/>
          <p:nvPr/>
        </p:nvGrpSpPr>
        <p:grpSpPr>
          <a:xfrm>
            <a:off x="5602617" y="2444819"/>
            <a:ext cx="345147" cy="342630"/>
            <a:chOff x="5627674" y="2444819"/>
            <a:chExt cx="345147" cy="342630"/>
          </a:xfrm>
        </p:grpSpPr>
        <p:sp>
          <p:nvSpPr>
            <p:cNvPr id="16869" name="Google Shape;16869;p66"/>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0" name="Google Shape;16870;p66"/>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1" name="Google Shape;16871;p66"/>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2" name="Google Shape;16872;p66"/>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3" name="Google Shape;16873;p66"/>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4" name="Google Shape;16874;p66"/>
          <p:cNvGrpSpPr/>
          <p:nvPr/>
        </p:nvGrpSpPr>
        <p:grpSpPr>
          <a:xfrm>
            <a:off x="4628939" y="2440257"/>
            <a:ext cx="396607" cy="348555"/>
            <a:chOff x="4653996" y="2440257"/>
            <a:chExt cx="396607" cy="348555"/>
          </a:xfrm>
        </p:grpSpPr>
        <p:sp>
          <p:nvSpPr>
            <p:cNvPr id="16875" name="Google Shape;16875;p66"/>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6" name="Google Shape;16876;p66"/>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7" name="Google Shape;16877;p66"/>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8" name="Google Shape;16878;p66"/>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9" name="Google Shape;16879;p66"/>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0" name="Google Shape;16880;p66"/>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1" name="Google Shape;16881;p66"/>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2" name="Google Shape;16882;p66"/>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3" name="Google Shape;16883;p66"/>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4" name="Google Shape;16884;p66"/>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5" name="Google Shape;16885;p66"/>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6" name="Google Shape;16886;p66"/>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7" name="Google Shape;16887;p66"/>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8" name="Google Shape;16888;p66"/>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9" name="Google Shape;16889;p66"/>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0" name="Google Shape;16890;p66"/>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1" name="Google Shape;16891;p66"/>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2" name="Google Shape;16892;p66"/>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93" name="Google Shape;16893;p66"/>
          <p:cNvGrpSpPr/>
          <p:nvPr/>
        </p:nvGrpSpPr>
        <p:grpSpPr>
          <a:xfrm>
            <a:off x="1829334" y="2895140"/>
            <a:ext cx="301630" cy="374272"/>
            <a:chOff x="1854391" y="2895140"/>
            <a:chExt cx="301630" cy="374272"/>
          </a:xfrm>
        </p:grpSpPr>
        <p:sp>
          <p:nvSpPr>
            <p:cNvPr id="16894" name="Google Shape;16894;p66"/>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5" name="Google Shape;16895;p66"/>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6" name="Google Shape;16896;p66"/>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7" name="Google Shape;16897;p66"/>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8" name="Google Shape;16898;p66"/>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9" name="Google Shape;16899;p66"/>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0" name="Google Shape;16900;p66"/>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1" name="Google Shape;16901;p66"/>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2" name="Google Shape;16902;p66"/>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3" name="Google Shape;16903;p66"/>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4" name="Google Shape;16904;p66"/>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5" name="Google Shape;16905;p66"/>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6" name="Google Shape;16906;p66"/>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7" name="Google Shape;16907;p66"/>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8" name="Google Shape;16908;p66"/>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9" name="Google Shape;16909;p66"/>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0" name="Google Shape;16910;p66"/>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1" name="Google Shape;16911;p66"/>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2" name="Google Shape;16912;p66"/>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3" name="Google Shape;16913;p66"/>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4" name="Google Shape;16914;p66"/>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5" name="Google Shape;16915;p66"/>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6" name="Google Shape;16916;p66"/>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7" name="Google Shape;16917;p66"/>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8" name="Google Shape;16918;p66"/>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9" name="Google Shape;16919;p66"/>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0" name="Google Shape;16920;p66"/>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1" name="Google Shape;16921;p66"/>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2" name="Google Shape;16922;p66"/>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3" name="Google Shape;16923;p66"/>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4" name="Google Shape;16924;p66"/>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5" name="Google Shape;16925;p66"/>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6" name="Google Shape;16926;p66"/>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7" name="Google Shape;16927;p66"/>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8" name="Google Shape;16928;p66"/>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9" name="Google Shape;16929;p66"/>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0" name="Google Shape;16930;p66"/>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1" name="Google Shape;16931;p66"/>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2" name="Google Shape;16932;p66"/>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3" name="Google Shape;16933;p66"/>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4" name="Google Shape;16934;p66"/>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5" name="Google Shape;16935;p66"/>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6" name="Google Shape;16936;p66"/>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7" name="Google Shape;16937;p66"/>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8" name="Google Shape;16938;p66"/>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9" name="Google Shape;16939;p66"/>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0" name="Google Shape;16940;p66"/>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1" name="Google Shape;16941;p66"/>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2" name="Google Shape;16942;p66"/>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43" name="Google Shape;16943;p66"/>
          <p:cNvGrpSpPr/>
          <p:nvPr/>
        </p:nvGrpSpPr>
        <p:grpSpPr>
          <a:xfrm>
            <a:off x="5147760" y="2438370"/>
            <a:ext cx="289518" cy="357651"/>
            <a:chOff x="5172817" y="2438370"/>
            <a:chExt cx="289518" cy="357651"/>
          </a:xfrm>
        </p:grpSpPr>
        <p:sp>
          <p:nvSpPr>
            <p:cNvPr id="16944" name="Google Shape;16944;p66"/>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5" name="Google Shape;16945;p66"/>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6" name="Google Shape;16946;p66"/>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7" name="Google Shape;16947;p66"/>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8" name="Google Shape;16948;p66"/>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9" name="Google Shape;16949;p66"/>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0" name="Google Shape;16950;p66"/>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1" name="Google Shape;16951;p66"/>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2" name="Google Shape;16952;p66"/>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3" name="Google Shape;16953;p66"/>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4" name="Google Shape;16954;p66"/>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55" name="Google Shape;16955;p66"/>
          <p:cNvGrpSpPr/>
          <p:nvPr/>
        </p:nvGrpSpPr>
        <p:grpSpPr>
          <a:xfrm>
            <a:off x="3209449" y="2484534"/>
            <a:ext cx="388297" cy="293320"/>
            <a:chOff x="3234506" y="2484534"/>
            <a:chExt cx="388297" cy="293320"/>
          </a:xfrm>
        </p:grpSpPr>
        <p:sp>
          <p:nvSpPr>
            <p:cNvPr id="16956" name="Google Shape;16956;p66"/>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7" name="Google Shape;16957;p66"/>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8" name="Google Shape;16958;p66"/>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9" name="Google Shape;16959;p66"/>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0" name="Google Shape;16960;p66"/>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1" name="Google Shape;16961;p66"/>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2" name="Google Shape;16962;p66"/>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3" name="Google Shape;16963;p66"/>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4" name="Google Shape;16964;p66"/>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5" name="Google Shape;16965;p66"/>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6" name="Google Shape;16966;p66"/>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7" name="Google Shape;16967;p66"/>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8" name="Google Shape;16968;p66"/>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9" name="Google Shape;16969;p66"/>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0" name="Google Shape;16970;p66"/>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1" name="Google Shape;16971;p66"/>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2" name="Google Shape;16972;p66"/>
          <p:cNvGrpSpPr/>
          <p:nvPr/>
        </p:nvGrpSpPr>
        <p:grpSpPr>
          <a:xfrm>
            <a:off x="6040092" y="3367036"/>
            <a:ext cx="362553" cy="356498"/>
            <a:chOff x="6065149" y="3367036"/>
            <a:chExt cx="362553" cy="356498"/>
          </a:xfrm>
        </p:grpSpPr>
        <p:sp>
          <p:nvSpPr>
            <p:cNvPr id="16973" name="Google Shape;16973;p66"/>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4" name="Google Shape;16974;p66"/>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5" name="Google Shape;16975;p66"/>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6" name="Google Shape;16976;p66"/>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7" name="Google Shape;16977;p66"/>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78" name="Google Shape;16978;p66"/>
          <p:cNvGrpSpPr/>
          <p:nvPr/>
        </p:nvGrpSpPr>
        <p:grpSpPr>
          <a:xfrm>
            <a:off x="6515764" y="3367036"/>
            <a:ext cx="362553" cy="356498"/>
            <a:chOff x="6540821" y="3367036"/>
            <a:chExt cx="362553" cy="356498"/>
          </a:xfrm>
        </p:grpSpPr>
        <p:sp>
          <p:nvSpPr>
            <p:cNvPr id="16979" name="Google Shape;16979;p66"/>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0" name="Google Shape;16980;p66"/>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1" name="Google Shape;16981;p66"/>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2" name="Google Shape;16982;p66"/>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3" name="Google Shape;16983;p66"/>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4" name="Google Shape;16984;p66"/>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5" name="Google Shape;16985;p66"/>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86" name="Google Shape;16986;p66"/>
          <p:cNvGrpSpPr/>
          <p:nvPr/>
        </p:nvGrpSpPr>
        <p:grpSpPr>
          <a:xfrm>
            <a:off x="2277401" y="2474704"/>
            <a:ext cx="354479" cy="312561"/>
            <a:chOff x="2302458" y="2474704"/>
            <a:chExt cx="354479" cy="312561"/>
          </a:xfrm>
        </p:grpSpPr>
        <p:sp>
          <p:nvSpPr>
            <p:cNvPr id="16987" name="Google Shape;16987;p66"/>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8" name="Google Shape;16988;p66"/>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9" name="Google Shape;16989;p66"/>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0" name="Google Shape;16990;p66"/>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1" name="Google Shape;16991;p66"/>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2" name="Google Shape;16992;p66"/>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3" name="Google Shape;16993;p66"/>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4" name="Google Shape;16994;p66"/>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5" name="Google Shape;16995;p66"/>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6" name="Google Shape;16996;p66"/>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7" name="Google Shape;16997;p66"/>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8" name="Google Shape;16998;p66"/>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9" name="Google Shape;16999;p66"/>
          <p:cNvGrpSpPr/>
          <p:nvPr/>
        </p:nvGrpSpPr>
        <p:grpSpPr>
          <a:xfrm>
            <a:off x="2806053" y="2442538"/>
            <a:ext cx="246002" cy="348922"/>
            <a:chOff x="2831110" y="2442538"/>
            <a:chExt cx="246002" cy="348922"/>
          </a:xfrm>
        </p:grpSpPr>
        <p:sp>
          <p:nvSpPr>
            <p:cNvPr id="17000" name="Google Shape;17000;p66"/>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1" name="Google Shape;17001;p66"/>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2" name="Google Shape;17002;p66"/>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3" name="Google Shape;17003;p66"/>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4" name="Google Shape;17004;p66"/>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5" name="Google Shape;17005;p66"/>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6" name="Google Shape;17006;p66"/>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7" name="Google Shape;17007;p66"/>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8" name="Google Shape;17008;p66"/>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9" name="Google Shape;17009;p66"/>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0" name="Google Shape;17010;p66"/>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1" name="Google Shape;17011;p66"/>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2" name="Google Shape;17012;p66"/>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3" name="Google Shape;17013;p66"/>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14" name="Google Shape;17014;p66"/>
          <p:cNvGrpSpPr/>
          <p:nvPr/>
        </p:nvGrpSpPr>
        <p:grpSpPr>
          <a:xfrm>
            <a:off x="6991435" y="3367036"/>
            <a:ext cx="362947" cy="356498"/>
            <a:chOff x="7016492" y="3367036"/>
            <a:chExt cx="362947" cy="356498"/>
          </a:xfrm>
        </p:grpSpPr>
        <p:sp>
          <p:nvSpPr>
            <p:cNvPr id="17015" name="Google Shape;17015;p66"/>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6" name="Google Shape;17016;p66"/>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7" name="Google Shape;17017;p66"/>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8" name="Google Shape;17018;p66"/>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9" name="Google Shape;17019;p66"/>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0" name="Google Shape;17020;p66"/>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1" name="Google Shape;17021;p66"/>
          <p:cNvGrpSpPr/>
          <p:nvPr/>
        </p:nvGrpSpPr>
        <p:grpSpPr>
          <a:xfrm>
            <a:off x="4806717" y="3817357"/>
            <a:ext cx="362947" cy="356576"/>
            <a:chOff x="5108852" y="3817357"/>
            <a:chExt cx="362947" cy="356576"/>
          </a:xfrm>
        </p:grpSpPr>
        <p:sp>
          <p:nvSpPr>
            <p:cNvPr id="17022" name="Google Shape;17022;p66"/>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3" name="Google Shape;17023;p66"/>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4" name="Google Shape;17024;p66"/>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5" name="Google Shape;17025;p66"/>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26" name="Google Shape;17026;p66"/>
          <p:cNvGrpSpPr/>
          <p:nvPr/>
        </p:nvGrpSpPr>
        <p:grpSpPr>
          <a:xfrm>
            <a:off x="5703585" y="3817357"/>
            <a:ext cx="362947" cy="356576"/>
            <a:chOff x="6005720" y="3817357"/>
            <a:chExt cx="362947" cy="356576"/>
          </a:xfrm>
        </p:grpSpPr>
        <p:sp>
          <p:nvSpPr>
            <p:cNvPr id="17027" name="Google Shape;17027;p66"/>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8" name="Google Shape;17028;p66"/>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9" name="Google Shape;17029;p66"/>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0" name="Google Shape;17030;p66"/>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1" name="Google Shape;17031;p66"/>
          <p:cNvGrpSpPr/>
          <p:nvPr/>
        </p:nvGrpSpPr>
        <p:grpSpPr>
          <a:xfrm>
            <a:off x="5564395" y="3367036"/>
            <a:ext cx="362580" cy="356498"/>
            <a:chOff x="5589452" y="3367036"/>
            <a:chExt cx="362580" cy="356498"/>
          </a:xfrm>
        </p:grpSpPr>
        <p:sp>
          <p:nvSpPr>
            <p:cNvPr id="17032" name="Google Shape;17032;p66"/>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3" name="Google Shape;17033;p66"/>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4" name="Google Shape;17034;p66"/>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5" name="Google Shape;17035;p66"/>
          <p:cNvGrpSpPr/>
          <p:nvPr/>
        </p:nvGrpSpPr>
        <p:grpSpPr>
          <a:xfrm>
            <a:off x="7462964" y="3362475"/>
            <a:ext cx="372017" cy="365621"/>
            <a:chOff x="7488021" y="3362475"/>
            <a:chExt cx="372017" cy="365621"/>
          </a:xfrm>
        </p:grpSpPr>
        <p:sp>
          <p:nvSpPr>
            <p:cNvPr id="17036" name="Google Shape;17036;p66"/>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7" name="Google Shape;17037;p66"/>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8" name="Google Shape;17038;p66"/>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9" name="Google Shape;17039;p66"/>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0" name="Google Shape;17040;p66"/>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1" name="Google Shape;17041;p66"/>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2" name="Google Shape;17042;p66"/>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3" name="Google Shape;17043;p66"/>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4" name="Google Shape;17044;p66"/>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5" name="Google Shape;17045;p66"/>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6" name="Google Shape;17046;p66"/>
          <p:cNvGrpSpPr/>
          <p:nvPr/>
        </p:nvGrpSpPr>
        <p:grpSpPr>
          <a:xfrm>
            <a:off x="5088724" y="3367036"/>
            <a:ext cx="362553" cy="356498"/>
            <a:chOff x="5113781" y="3367036"/>
            <a:chExt cx="362553" cy="356498"/>
          </a:xfrm>
        </p:grpSpPr>
        <p:sp>
          <p:nvSpPr>
            <p:cNvPr id="17047" name="Google Shape;17047;p66"/>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8" name="Google Shape;17048;p66"/>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49" name="Google Shape;17049;p66"/>
          <p:cNvSpPr/>
          <p:nvPr/>
        </p:nvSpPr>
        <p:spPr>
          <a:xfrm>
            <a:off x="5147760"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50" name="Google Shape;17050;p66"/>
          <p:cNvGrpSpPr/>
          <p:nvPr/>
        </p:nvGrpSpPr>
        <p:grpSpPr>
          <a:xfrm>
            <a:off x="7943564" y="3365489"/>
            <a:ext cx="375818" cy="357651"/>
            <a:chOff x="7968621" y="3365489"/>
            <a:chExt cx="375818" cy="357651"/>
          </a:xfrm>
        </p:grpSpPr>
        <p:sp>
          <p:nvSpPr>
            <p:cNvPr id="17051" name="Google Shape;17051;p66"/>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2" name="Google Shape;17052;p66"/>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3" name="Google Shape;17053;p66"/>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4" name="Google Shape;17054;p66"/>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5" name="Google Shape;17055;p66"/>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6" name="Google Shape;17056;p66"/>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7" name="Google Shape;17057;p66"/>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8" name="Google Shape;17058;p66"/>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9" name="Google Shape;17059;p66"/>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0" name="Google Shape;17060;p66"/>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1" name="Google Shape;17061;p66"/>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2" name="Google Shape;17062;p66"/>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3" name="Google Shape;17063;p66"/>
          <p:cNvGrpSpPr/>
          <p:nvPr/>
        </p:nvGrpSpPr>
        <p:grpSpPr>
          <a:xfrm>
            <a:off x="5255151" y="3817357"/>
            <a:ext cx="362947" cy="356576"/>
            <a:chOff x="5557286" y="3817357"/>
            <a:chExt cx="362947" cy="356576"/>
          </a:xfrm>
        </p:grpSpPr>
        <p:grpSp>
          <p:nvGrpSpPr>
            <p:cNvPr id="17064" name="Google Shape;17064;p66"/>
            <p:cNvGrpSpPr/>
            <p:nvPr/>
          </p:nvGrpSpPr>
          <p:grpSpPr>
            <a:xfrm>
              <a:off x="5557286" y="3817357"/>
              <a:ext cx="362947" cy="356576"/>
              <a:chOff x="5557286" y="3817357"/>
              <a:chExt cx="362947" cy="356576"/>
            </a:xfrm>
          </p:grpSpPr>
          <p:sp>
            <p:nvSpPr>
              <p:cNvPr id="17065" name="Google Shape;17065;p66"/>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6" name="Google Shape;17066;p66"/>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7" name="Google Shape;17067;p66"/>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68" name="Google Shape;17068;p66"/>
            <p:cNvSpPr/>
            <p:nvPr/>
          </p:nvSpPr>
          <p:spPr>
            <a:xfrm>
              <a:off x="5621675" y="3914200"/>
              <a:ext cx="234165" cy="163176"/>
            </a:xfrm>
            <a:custGeom>
              <a:avLst/>
              <a:gdLst/>
              <a:ahLst/>
              <a:cxnLst/>
              <a:rect l="l" t="t" r="r" b="b"/>
              <a:pathLst>
                <a:path w="12544" h="8740" extrusionOk="0">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69" name="Google Shape;17069;p66"/>
          <p:cNvGrpSpPr/>
          <p:nvPr/>
        </p:nvGrpSpPr>
        <p:grpSpPr>
          <a:xfrm>
            <a:off x="4358284" y="3817357"/>
            <a:ext cx="362947" cy="356576"/>
            <a:chOff x="4660419" y="3817357"/>
            <a:chExt cx="362947" cy="356576"/>
          </a:xfrm>
        </p:grpSpPr>
        <p:grpSp>
          <p:nvGrpSpPr>
            <p:cNvPr id="17070" name="Google Shape;17070;p66"/>
            <p:cNvGrpSpPr/>
            <p:nvPr/>
          </p:nvGrpSpPr>
          <p:grpSpPr>
            <a:xfrm>
              <a:off x="4660419" y="3817357"/>
              <a:ext cx="362947" cy="356576"/>
              <a:chOff x="4660419" y="3817357"/>
              <a:chExt cx="362947" cy="356576"/>
            </a:xfrm>
          </p:grpSpPr>
          <p:sp>
            <p:nvSpPr>
              <p:cNvPr id="17071" name="Google Shape;17071;p66"/>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2" name="Google Shape;17072;p66"/>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73" name="Google Shape;17073;p66"/>
            <p:cNvGrpSpPr/>
            <p:nvPr/>
          </p:nvGrpSpPr>
          <p:grpSpPr>
            <a:xfrm>
              <a:off x="4694459" y="3856408"/>
              <a:ext cx="282308" cy="265356"/>
              <a:chOff x="4690600" y="3853050"/>
              <a:chExt cx="289488" cy="272132"/>
            </a:xfrm>
          </p:grpSpPr>
          <p:sp>
            <p:nvSpPr>
              <p:cNvPr id="17074" name="Google Shape;17074;p66"/>
              <p:cNvSpPr/>
              <p:nvPr/>
            </p:nvSpPr>
            <p:spPr>
              <a:xfrm>
                <a:off x="4690600" y="3853050"/>
                <a:ext cx="289488" cy="272132"/>
              </a:xfrm>
              <a:custGeom>
                <a:avLst/>
                <a:gdLst/>
                <a:ahLst/>
                <a:cxnLst/>
                <a:rect l="l" t="t" r="r" b="b"/>
                <a:pathLst>
                  <a:path w="14478" h="13610" extrusionOk="0">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5" name="Google Shape;17075;p66"/>
              <p:cNvSpPr/>
              <p:nvPr/>
            </p:nvSpPr>
            <p:spPr>
              <a:xfrm>
                <a:off x="4773984" y="3934408"/>
                <a:ext cx="133407" cy="122069"/>
              </a:xfrm>
              <a:custGeom>
                <a:avLst/>
                <a:gdLst/>
                <a:ahLst/>
                <a:cxnLst/>
                <a:rect l="l" t="t" r="r" b="b"/>
                <a:pathLst>
                  <a:path w="6672" h="6105" extrusionOk="0">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76" name="Google Shape;17076;p66"/>
          <p:cNvGrpSpPr/>
          <p:nvPr/>
        </p:nvGrpSpPr>
        <p:grpSpPr>
          <a:xfrm>
            <a:off x="6159823" y="3813323"/>
            <a:ext cx="369882" cy="364325"/>
            <a:chOff x="1190200" y="238125"/>
            <a:chExt cx="5306767" cy="5212083"/>
          </a:xfrm>
        </p:grpSpPr>
        <p:grpSp>
          <p:nvGrpSpPr>
            <p:cNvPr id="17077" name="Google Shape;17077;p66"/>
            <p:cNvGrpSpPr/>
            <p:nvPr/>
          </p:nvGrpSpPr>
          <p:grpSpPr>
            <a:xfrm>
              <a:off x="1190200" y="238125"/>
              <a:ext cx="5212075" cy="5212075"/>
              <a:chOff x="1190200" y="238125"/>
              <a:chExt cx="5212075" cy="5212075"/>
            </a:xfrm>
          </p:grpSpPr>
          <p:sp>
            <p:nvSpPr>
              <p:cNvPr id="17078" name="Google Shape;17078;p66"/>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9" name="Google Shape;17079;p66"/>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80" name="Google Shape;17080;p66"/>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1" name="Google Shape;17081;p66"/>
          <p:cNvGrpSpPr/>
          <p:nvPr/>
        </p:nvGrpSpPr>
        <p:grpSpPr>
          <a:xfrm>
            <a:off x="3461049" y="3817357"/>
            <a:ext cx="363314" cy="356576"/>
            <a:chOff x="3763184" y="3817357"/>
            <a:chExt cx="363314" cy="356576"/>
          </a:xfrm>
        </p:grpSpPr>
        <p:sp>
          <p:nvSpPr>
            <p:cNvPr id="17082" name="Google Shape;17082;p66"/>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3" name="Google Shape;17083;p66"/>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4" name="Google Shape;17084;p66"/>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5" name="Google Shape;17085;p66"/>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6" name="Google Shape;17086;p66"/>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87" name="Google Shape;17087;p66"/>
          <p:cNvGrpSpPr/>
          <p:nvPr/>
        </p:nvGrpSpPr>
        <p:grpSpPr>
          <a:xfrm>
            <a:off x="3909850" y="3817357"/>
            <a:ext cx="362947" cy="356576"/>
            <a:chOff x="4211985" y="3817357"/>
            <a:chExt cx="362947" cy="356576"/>
          </a:xfrm>
        </p:grpSpPr>
        <p:sp>
          <p:nvSpPr>
            <p:cNvPr id="17088" name="Google Shape;17088;p66"/>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9" name="Google Shape;17089;p66"/>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0" name="Google Shape;17090;p66"/>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1" name="Google Shape;17091;p66"/>
          <p:cNvGrpSpPr/>
          <p:nvPr/>
        </p:nvGrpSpPr>
        <p:grpSpPr>
          <a:xfrm>
            <a:off x="3012615" y="3817357"/>
            <a:ext cx="362920" cy="356865"/>
            <a:chOff x="3314750" y="3817357"/>
            <a:chExt cx="362920" cy="356865"/>
          </a:xfrm>
        </p:grpSpPr>
        <p:grpSp>
          <p:nvGrpSpPr>
            <p:cNvPr id="17092" name="Google Shape;17092;p66"/>
            <p:cNvGrpSpPr/>
            <p:nvPr/>
          </p:nvGrpSpPr>
          <p:grpSpPr>
            <a:xfrm>
              <a:off x="3314750" y="3817357"/>
              <a:ext cx="362920" cy="356865"/>
              <a:chOff x="3314750" y="3817357"/>
              <a:chExt cx="362920" cy="356865"/>
            </a:xfrm>
          </p:grpSpPr>
          <p:sp>
            <p:nvSpPr>
              <p:cNvPr id="17093" name="Google Shape;17093;p66"/>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4" name="Google Shape;17094;p66"/>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95" name="Google Shape;17095;p66"/>
            <p:cNvGrpSpPr/>
            <p:nvPr/>
          </p:nvGrpSpPr>
          <p:grpSpPr>
            <a:xfrm>
              <a:off x="3394986" y="3894612"/>
              <a:ext cx="202339" cy="202323"/>
              <a:chOff x="935197" y="1793977"/>
              <a:chExt cx="256451" cy="256430"/>
            </a:xfrm>
          </p:grpSpPr>
          <p:sp>
            <p:nvSpPr>
              <p:cNvPr id="17096" name="Google Shape;17096;p66"/>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7" name="Google Shape;17097;p66"/>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098" name="Google Shape;17098;p66"/>
          <p:cNvGrpSpPr/>
          <p:nvPr/>
        </p:nvGrpSpPr>
        <p:grpSpPr>
          <a:xfrm>
            <a:off x="2564181" y="3817357"/>
            <a:ext cx="362920" cy="356865"/>
            <a:chOff x="2866317" y="3817357"/>
            <a:chExt cx="362920" cy="356865"/>
          </a:xfrm>
        </p:grpSpPr>
        <p:sp>
          <p:nvSpPr>
            <p:cNvPr id="17099" name="Google Shape;17099;p66"/>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0" name="Google Shape;17100;p66"/>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1" name="Google Shape;17101;p66"/>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02" name="Google Shape;17102;p6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106"/>
        <p:cNvGrpSpPr/>
        <p:nvPr/>
      </p:nvGrpSpPr>
      <p:grpSpPr>
        <a:xfrm>
          <a:off x="0" y="0"/>
          <a:ext cx="0" cy="0"/>
          <a:chOff x="0" y="0"/>
          <a:chExt cx="0" cy="0"/>
        </a:xfrm>
      </p:grpSpPr>
      <p:pic>
        <p:nvPicPr>
          <p:cNvPr id="17107" name="Google Shape;17107;p6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t Minitheme by Slidesgo">
  <a:themeElements>
    <a:clrScheme name="Simple Light">
      <a:dk1>
        <a:srgbClr val="16305B"/>
      </a:dk1>
      <a:lt1>
        <a:srgbClr val="E5D2F3"/>
      </a:lt1>
      <a:dk2>
        <a:srgbClr val="EFE3FA"/>
      </a:dk2>
      <a:lt2>
        <a:srgbClr val="F9F4FF"/>
      </a:lt2>
      <a:accent1>
        <a:srgbClr val="FEFCFF"/>
      </a:accent1>
      <a:accent2>
        <a:srgbClr val="EC9239"/>
      </a:accent2>
      <a:accent3>
        <a:srgbClr val="A07FBE"/>
      </a:accent3>
      <a:accent4>
        <a:srgbClr val="4B4390"/>
      </a:accent4>
      <a:accent5>
        <a:srgbClr val="211F57"/>
      </a:accent5>
      <a:accent6>
        <a:srgbClr val="FFFFFF"/>
      </a:accent6>
      <a:hlink>
        <a:srgbClr val="16305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D29915CB9DA524289E62534DCFF5271" ma:contentTypeVersion="5" ma:contentTypeDescription="Create a new document." ma:contentTypeScope="" ma:versionID="e50ca5f27bfb971ea47dadb1be0c5e02">
  <xsd:schema xmlns:xsd="http://www.w3.org/2001/XMLSchema" xmlns:xs="http://www.w3.org/2001/XMLSchema" xmlns:p="http://schemas.microsoft.com/office/2006/metadata/properties" xmlns:ns3="32c9f755-8ebb-4637-83a2-714fc0f2e65b" targetNamespace="http://schemas.microsoft.com/office/2006/metadata/properties" ma:root="true" ma:fieldsID="63f1acfc3da17244efa949944360d629" ns3:_="">
    <xsd:import namespace="32c9f755-8ebb-4637-83a2-714fc0f2e65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c9f755-8ebb-4637-83a2-714fc0f2e65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16A174E-E776-4961-9491-505094D0730E}">
  <ds:schemaRefs>
    <ds:schemaRef ds:uri="http://schemas.microsoft.com/sharepoint/v3/contenttype/forms"/>
  </ds:schemaRefs>
</ds:datastoreItem>
</file>

<file path=customXml/itemProps2.xml><?xml version="1.0" encoding="utf-8"?>
<ds:datastoreItem xmlns:ds="http://schemas.openxmlformats.org/officeDocument/2006/customXml" ds:itemID="{C005E6AC-E0B6-45E2-84F8-D9A0F11D9037}">
  <ds:schemaRefs>
    <ds:schemaRef ds:uri="http://purl.org/dc/terms/"/>
    <ds:schemaRef ds:uri="http://schemas.microsoft.com/office/2006/metadata/properties"/>
    <ds:schemaRef ds:uri="http://purl.org/dc/elements/1.1/"/>
    <ds:schemaRef ds:uri="http://schemas.openxmlformats.org/package/2006/metadata/core-properties"/>
    <ds:schemaRef ds:uri="32c9f755-8ebb-4637-83a2-714fc0f2e65b"/>
    <ds:schemaRef ds:uri="http://schemas.microsoft.com/office/infopath/2007/PartnerControls"/>
    <ds:schemaRef ds:uri="http://schemas.microsoft.com/office/2006/documentManagement/types"/>
    <ds:schemaRef ds:uri="http://www.w3.org/XML/1998/namespace"/>
    <ds:schemaRef ds:uri="http://purl.org/dc/dcmitype/"/>
  </ds:schemaRefs>
</ds:datastoreItem>
</file>

<file path=customXml/itemProps3.xml><?xml version="1.0" encoding="utf-8"?>
<ds:datastoreItem xmlns:ds="http://schemas.openxmlformats.org/officeDocument/2006/customXml" ds:itemID="{0A0904E5-3E09-4DB4-8D31-EA0839EB9D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c9f755-8ebb-4637-83a2-714fc0f2e65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Bis15L Presentation Group 7</Template>
  <TotalTime>129</TotalTime>
  <Words>1050</Words>
  <Application>Microsoft Macintosh PowerPoint</Application>
  <PresentationFormat>On-screen Show (16:9)</PresentationFormat>
  <Paragraphs>162</Paragraphs>
  <Slides>34</Slides>
  <Notes>33</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34</vt:i4>
      </vt:variant>
    </vt:vector>
  </HeadingPairs>
  <TitlesOfParts>
    <vt:vector size="45" baseType="lpstr">
      <vt:lpstr>Aclonica</vt:lpstr>
      <vt:lpstr>Darker Grotesque SemiBold</vt:lpstr>
      <vt:lpstr>Proxima Nova</vt:lpstr>
      <vt:lpstr>Calibri</vt:lpstr>
      <vt:lpstr>Arial</vt:lpstr>
      <vt:lpstr>Darker Grotesque</vt:lpstr>
      <vt:lpstr>Roboto Medium</vt:lpstr>
      <vt:lpstr>Amatic SC</vt:lpstr>
      <vt:lpstr>Darker Grotesque Medium</vt:lpstr>
      <vt:lpstr>Bat Minitheme by Slidesgo</vt:lpstr>
      <vt:lpstr>Slidesgo Final Pages</vt:lpstr>
      <vt:lpstr>Canadian Bat Phenology</vt:lpstr>
      <vt:lpstr>Dataset Intro and Analytical Methods</vt:lpstr>
      <vt:lpstr>Key Terms</vt:lpstr>
      <vt:lpstr>Site Location</vt:lpstr>
      <vt:lpstr>Data Exploration</vt:lpstr>
      <vt:lpstr>Data Exploration</vt:lpstr>
      <vt:lpstr>Data Exploration</vt:lpstr>
      <vt:lpstr>Data Exploration</vt:lpstr>
      <vt:lpstr>Data Exploration</vt:lpstr>
      <vt:lpstr>Seasonal Activity ShinyApp</vt:lpstr>
      <vt:lpstr>Reproductive Timing ShinyApp</vt:lpstr>
      <vt:lpstr>Morphology/Spatial ShinyApp</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Darius Arasteh</dc:creator>
  <cp:lastModifiedBy>Microsoft Office User</cp:lastModifiedBy>
  <cp:revision>4</cp:revision>
  <dcterms:created xsi:type="dcterms:W3CDTF">2026-03-10T17:45:39Z</dcterms:created>
  <dcterms:modified xsi:type="dcterms:W3CDTF">2026-03-10T20:30:18Z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0x010100CD29915CB9DA524289E62534DCFF5271</vt:lpwstr>
  </property>
</Properties>
</file>