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4"/>
  </p:sldMasterIdLst>
  <p:notesMasterIdLst>
    <p:notesMasterId r:id="rId17"/>
  </p:notesMasterIdLst>
  <p:sldIdLst>
    <p:sldId id="256" r:id="rId5"/>
    <p:sldId id="304" r:id="rId6"/>
    <p:sldId id="268" r:id="rId7"/>
    <p:sldId id="261" r:id="rId8"/>
    <p:sldId id="259" r:id="rId9"/>
    <p:sldId id="297" r:id="rId10"/>
    <p:sldId id="298" r:id="rId11"/>
    <p:sldId id="302" r:id="rId12"/>
    <p:sldId id="303" r:id="rId13"/>
    <p:sldId id="305" r:id="rId14"/>
    <p:sldId id="306" r:id="rId15"/>
    <p:sldId id="275" r:id="rId16"/>
  </p:sldIdLst>
  <p:sldSz cx="9144000" cy="5143500" type="screen16x9"/>
  <p:notesSz cx="6858000" cy="9144000"/>
  <p:embeddedFontLst>
    <p:embeddedFont>
      <p:font typeface="Aclonica" panose="02060503000000020004" pitchFamily="18" charset="0"/>
      <p:regular r:id="rId18"/>
    </p:embeddedFont>
    <p:embeddedFont>
      <p:font typeface="ADLaM Display" panose="02010000000000000000" pitchFamily="2" charset="77"/>
      <p:regular r:id="rId19"/>
    </p:embeddedFont>
    <p:embeddedFont>
      <p:font typeface="Darker Grotesque" pitchFamily="2" charset="0"/>
      <p:regular r:id="rId20"/>
      <p:bold r:id="rId21"/>
    </p:embeddedFont>
    <p:embeddedFont>
      <p:font typeface="Darker Grotesque Medium" pitchFamily="2" charset="0"/>
      <p:regular r:id="rId22"/>
      <p:bold r:id="rId23"/>
    </p:embeddedFont>
    <p:embeddedFont>
      <p:font typeface="Darker Grotesque SemiBold" pitchFamily="2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3EB8F-1BF3-49AB-B88B-96782A9D3280}" v="15" dt="2026-03-10T18:29:31.224"/>
  </p1510:revLst>
</p1510:revInfo>
</file>

<file path=ppt/tableStyles.xml><?xml version="1.0" encoding="utf-8"?>
<a:tblStyleLst xmlns:a="http://schemas.openxmlformats.org/drawingml/2006/main" def="{C45671E9-3E22-431C-94F4-C79F7631B32A}">
  <a:tblStyle styleId="{C45671E9-3E22-431C-94F4-C79F7631B3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78" autoAdjust="0"/>
    <p:restoredTop sz="94694"/>
  </p:normalViewPr>
  <p:slideViewPr>
    <p:cSldViewPr snapToGrid="0">
      <p:cViewPr varScale="1">
        <p:scale>
          <a:sx n="161" d="100"/>
          <a:sy n="161" d="100"/>
        </p:scale>
        <p:origin x="448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>
          <a:extLst>
            <a:ext uri="{FF2B5EF4-FFF2-40B4-BE49-F238E27FC236}">
              <a16:creationId xmlns:a16="http://schemas.microsoft.com/office/drawing/2014/main" id="{9530A016-1021-7318-8507-618642CA6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e1d838b627_4_19:notes">
            <a:extLst>
              <a:ext uri="{FF2B5EF4-FFF2-40B4-BE49-F238E27FC236}">
                <a16:creationId xmlns:a16="http://schemas.microsoft.com/office/drawing/2014/main" id="{A6A3553E-795D-69A6-DE1E-4893C49FBF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e1d838b627_4_19:notes">
            <a:extLst>
              <a:ext uri="{FF2B5EF4-FFF2-40B4-BE49-F238E27FC236}">
                <a16:creationId xmlns:a16="http://schemas.microsoft.com/office/drawing/2014/main" id="{C29D5A8B-A7B7-9762-07E9-82DEAD245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Remember to mention that they are from the Northern Hemisphere.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6711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e1d838b627_4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e1d838b627_4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North </a:t>
            </a:r>
            <a:r>
              <a:rPr lang="en-US" dirty="0" err="1"/>
              <a:t>Latitiude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br>
              <a:rPr lang="en-US" dirty="0"/>
            </a:br>
            <a:r>
              <a:rPr lang="en-US" dirty="0"/>
              <a:t>Hi everyone! Our project looks at little brown bats using acoustic data, which means recordings from bat detectors that pick up bat calls at night. In our dataset, Myotis detections are basically a count of how many bat call events were recorded, so higher detections usually mean more bat activity.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We made two graphs. Graph 1 shows total bat activity by month, which helps answer: “When is activity highest across the season?” Graph 2 compares total activity across **habitat types, which helps answer: “Which habitats have the most activity?”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5">
          <a:extLst>
            <a:ext uri="{FF2B5EF4-FFF2-40B4-BE49-F238E27FC236}">
              <a16:creationId xmlns:a16="http://schemas.microsoft.com/office/drawing/2014/main" id="{1B9F3757-2F05-E206-1066-B9DE3A97B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e207fd22f2_0_25013:notes">
            <a:extLst>
              <a:ext uri="{FF2B5EF4-FFF2-40B4-BE49-F238E27FC236}">
                <a16:creationId xmlns:a16="http://schemas.microsoft.com/office/drawing/2014/main" id="{193CF921-898E-4378-F9AC-A1C4CAD7BF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e207fd22f2_0_25013:notes">
            <a:extLst>
              <a:ext uri="{FF2B5EF4-FFF2-40B4-BE49-F238E27FC236}">
                <a16:creationId xmlns:a16="http://schemas.microsoft.com/office/drawing/2014/main" id="{50C47040-8982-00ED-5115-7323A5D4A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June - Pregnant; July - Lactating; Aug – Post-lactating</a:t>
            </a:r>
          </a:p>
        </p:txBody>
      </p:sp>
    </p:spTree>
    <p:extLst>
      <p:ext uri="{BB962C8B-B14F-4D97-AF65-F5344CB8AC3E}">
        <p14:creationId xmlns:p14="http://schemas.microsoft.com/office/powerpoint/2010/main" val="3080497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5">
          <a:extLst>
            <a:ext uri="{FF2B5EF4-FFF2-40B4-BE49-F238E27FC236}">
              <a16:creationId xmlns:a16="http://schemas.microsoft.com/office/drawing/2014/main" id="{E9208A50-3076-8A3F-5D05-124702FB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e207fd22f2_0_25013:notes">
            <a:extLst>
              <a:ext uri="{FF2B5EF4-FFF2-40B4-BE49-F238E27FC236}">
                <a16:creationId xmlns:a16="http://schemas.microsoft.com/office/drawing/2014/main" id="{BB4F78BA-E007-9E25-9A1E-B1C7B4ACDA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e207fd22f2_0_25013:notes">
            <a:extLst>
              <a:ext uri="{FF2B5EF4-FFF2-40B4-BE49-F238E27FC236}">
                <a16:creationId xmlns:a16="http://schemas.microsoft.com/office/drawing/2014/main" id="{310A9828-988F-0946-753A-1B7C5715FC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Null is no difference; Alternative is there is a difference</a:t>
            </a:r>
            <a:br>
              <a:rPr lang="en-US" dirty="0"/>
            </a:br>
            <a:r>
              <a:rPr lang="en-US" dirty="0"/>
              <a:t>Season: ANOVA Test.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Significant seasonal differences were detected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Regions: ANOVA Test. Significant regional differences were detected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81767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5">
          <a:extLst>
            <a:ext uri="{FF2B5EF4-FFF2-40B4-BE49-F238E27FC236}">
              <a16:creationId xmlns:a16="http://schemas.microsoft.com/office/drawing/2014/main" id="{B47BF9CD-F0B6-DCF8-0E96-BEB54A841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e207fd22f2_0_25013:notes">
            <a:extLst>
              <a:ext uri="{FF2B5EF4-FFF2-40B4-BE49-F238E27FC236}">
                <a16:creationId xmlns:a16="http://schemas.microsoft.com/office/drawing/2014/main" id="{15C7DA86-EA53-F032-CBD6-0B4F9DFF2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e207fd22f2_0_25013:notes">
            <a:extLst>
              <a:ext uri="{FF2B5EF4-FFF2-40B4-BE49-F238E27FC236}">
                <a16:creationId xmlns:a16="http://schemas.microsoft.com/office/drawing/2014/main" id="{3704D390-FFC3-6903-44D0-BE300C1CDD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Season: ANOVA Test.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No 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ignificant seasonal differences were detected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Regions: ANOVA Test. No significant regional differences were detected</a:t>
            </a:r>
          </a:p>
        </p:txBody>
      </p:sp>
    </p:spTree>
    <p:extLst>
      <p:ext uri="{BB962C8B-B14F-4D97-AF65-F5344CB8AC3E}">
        <p14:creationId xmlns:p14="http://schemas.microsoft.com/office/powerpoint/2010/main" val="2687098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5">
          <a:extLst>
            <a:ext uri="{FF2B5EF4-FFF2-40B4-BE49-F238E27FC236}">
              <a16:creationId xmlns:a16="http://schemas.microsoft.com/office/drawing/2014/main" id="{BDA32272-A083-5FB3-9E56-FAFD44E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e207fd22f2_0_25013:notes">
            <a:extLst>
              <a:ext uri="{FF2B5EF4-FFF2-40B4-BE49-F238E27FC236}">
                <a16:creationId xmlns:a16="http://schemas.microsoft.com/office/drawing/2014/main" id="{D3AC7EDE-1DC1-B647-E4D0-19C603933A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e207fd22f2_0_25013:notes">
            <a:extLst>
              <a:ext uri="{FF2B5EF4-FFF2-40B4-BE49-F238E27FC236}">
                <a16:creationId xmlns:a16="http://schemas.microsoft.com/office/drawing/2014/main" id="{0B095A2D-E714-5B80-A340-31D166FE3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Season: ANOVA Test. 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No s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ignificant seasonal differences were detected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Regions: ANOVA Test. Significant regional differences were detected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00095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5">
          <a:extLst>
            <a:ext uri="{FF2B5EF4-FFF2-40B4-BE49-F238E27FC236}">
              <a16:creationId xmlns:a16="http://schemas.microsoft.com/office/drawing/2014/main" id="{3CFCF17B-EFCE-7193-51B2-02ACBB38A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e207fd22f2_0_25013:notes">
            <a:extLst>
              <a:ext uri="{FF2B5EF4-FFF2-40B4-BE49-F238E27FC236}">
                <a16:creationId xmlns:a16="http://schemas.microsoft.com/office/drawing/2014/main" id="{4912A3C4-2FC7-4A7F-DC74-86BBE032EA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e207fd22f2_0_25013:notes">
            <a:extLst>
              <a:ext uri="{FF2B5EF4-FFF2-40B4-BE49-F238E27FC236}">
                <a16:creationId xmlns:a16="http://schemas.microsoft.com/office/drawing/2014/main" id="{93E64841-D007-5B93-5873-2B66A8C1C2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Despite the correlation values are low, we still can claim that there are positive relationships among these variables according to the graphs.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2511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5">
          <a:extLst>
            <a:ext uri="{FF2B5EF4-FFF2-40B4-BE49-F238E27FC236}">
              <a16:creationId xmlns:a16="http://schemas.microsoft.com/office/drawing/2014/main" id="{B306981E-1557-4718-BDE3-D2F5BFB72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e207fd22f2_0_25013:notes">
            <a:extLst>
              <a:ext uri="{FF2B5EF4-FFF2-40B4-BE49-F238E27FC236}">
                <a16:creationId xmlns:a16="http://schemas.microsoft.com/office/drawing/2014/main" id="{ECEA0C41-FA8A-2EBF-3009-1FC32B0A02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e207fd22f2_0_25013:notes">
            <a:extLst>
              <a:ext uri="{FF2B5EF4-FFF2-40B4-BE49-F238E27FC236}">
                <a16:creationId xmlns:a16="http://schemas.microsoft.com/office/drawing/2014/main" id="{18DDA533-7459-2B34-DAB6-351545F247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89676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Google Shape;1906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7" name="Google Shape;1907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0500" y="0"/>
            <a:ext cx="8913500" cy="5154433"/>
            <a:chOff x="230500" y="0"/>
            <a:chExt cx="8913500" cy="5154433"/>
          </a:xfrm>
        </p:grpSpPr>
        <p:sp>
          <p:nvSpPr>
            <p:cNvPr id="10" name="Google Shape;10;p2"/>
            <p:cNvSpPr/>
            <p:nvPr/>
          </p:nvSpPr>
          <p:spPr>
            <a:xfrm>
              <a:off x="230500" y="0"/>
              <a:ext cx="805906" cy="5067291"/>
            </a:xfrm>
            <a:custGeom>
              <a:avLst/>
              <a:gdLst/>
              <a:ahLst/>
              <a:cxnLst/>
              <a:rect l="l" t="t" r="r" b="b"/>
              <a:pathLst>
                <a:path w="5442" h="34939" extrusionOk="0">
                  <a:moveTo>
                    <a:pt x="1576" y="0"/>
                  </a:moveTo>
                  <a:cubicBezTo>
                    <a:pt x="1576" y="0"/>
                    <a:pt x="1576" y="2005"/>
                    <a:pt x="1507" y="4296"/>
                  </a:cubicBezTo>
                  <a:lnTo>
                    <a:pt x="144" y="3511"/>
                  </a:lnTo>
                  <a:lnTo>
                    <a:pt x="1" y="3654"/>
                  </a:lnTo>
                  <a:lnTo>
                    <a:pt x="1507" y="4582"/>
                  </a:lnTo>
                  <a:cubicBezTo>
                    <a:pt x="1507" y="6730"/>
                    <a:pt x="1507" y="9164"/>
                    <a:pt x="1576" y="10453"/>
                  </a:cubicBezTo>
                  <a:cubicBezTo>
                    <a:pt x="1719" y="12028"/>
                    <a:pt x="2005" y="14393"/>
                    <a:pt x="2223" y="16541"/>
                  </a:cubicBezTo>
                  <a:lnTo>
                    <a:pt x="573" y="15539"/>
                  </a:lnTo>
                  <a:lnTo>
                    <a:pt x="430" y="15682"/>
                  </a:lnTo>
                  <a:lnTo>
                    <a:pt x="2292" y="16828"/>
                  </a:lnTo>
                  <a:cubicBezTo>
                    <a:pt x="2435" y="18328"/>
                    <a:pt x="2578" y="19691"/>
                    <a:pt x="2653" y="20476"/>
                  </a:cubicBezTo>
                  <a:cubicBezTo>
                    <a:pt x="2865" y="22481"/>
                    <a:pt x="3151" y="24560"/>
                    <a:pt x="3369" y="25705"/>
                  </a:cubicBezTo>
                  <a:cubicBezTo>
                    <a:pt x="3655" y="26851"/>
                    <a:pt x="2578" y="34440"/>
                    <a:pt x="2435" y="34938"/>
                  </a:cubicBezTo>
                  <a:lnTo>
                    <a:pt x="5442" y="34938"/>
                  </a:lnTo>
                  <a:cubicBezTo>
                    <a:pt x="5442" y="34938"/>
                    <a:pt x="4800" y="32722"/>
                    <a:pt x="4726" y="31003"/>
                  </a:cubicBezTo>
                  <a:cubicBezTo>
                    <a:pt x="4657" y="29285"/>
                    <a:pt x="5230" y="25345"/>
                    <a:pt x="5012" y="24485"/>
                  </a:cubicBezTo>
                  <a:cubicBezTo>
                    <a:pt x="4800" y="23701"/>
                    <a:pt x="3724" y="20619"/>
                    <a:pt x="3512" y="18185"/>
                  </a:cubicBezTo>
                  <a:lnTo>
                    <a:pt x="4371" y="16255"/>
                  </a:lnTo>
                  <a:lnTo>
                    <a:pt x="4228" y="16180"/>
                  </a:lnTo>
                  <a:lnTo>
                    <a:pt x="3437" y="17830"/>
                  </a:lnTo>
                  <a:cubicBezTo>
                    <a:pt x="3225" y="15321"/>
                    <a:pt x="2653" y="11243"/>
                    <a:pt x="2578" y="9021"/>
                  </a:cubicBezTo>
                  <a:cubicBezTo>
                    <a:pt x="2578" y="6804"/>
                    <a:pt x="2653" y="0"/>
                    <a:pt x="2653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8107500" y="0"/>
              <a:ext cx="435222" cy="5067358"/>
            </a:xfrm>
            <a:custGeom>
              <a:avLst/>
              <a:gdLst/>
              <a:ahLst/>
              <a:cxnLst/>
              <a:rect l="l" t="t" r="r" b="b"/>
              <a:pathLst>
                <a:path w="2939" h="39378" extrusionOk="0">
                  <a:moveTo>
                    <a:pt x="1507" y="0"/>
                  </a:moveTo>
                  <a:cubicBezTo>
                    <a:pt x="1507" y="0"/>
                    <a:pt x="934" y="3511"/>
                    <a:pt x="791" y="4725"/>
                  </a:cubicBezTo>
                  <a:cubicBezTo>
                    <a:pt x="574" y="6014"/>
                    <a:pt x="75" y="10527"/>
                    <a:pt x="75" y="12102"/>
                  </a:cubicBezTo>
                  <a:cubicBezTo>
                    <a:pt x="1" y="13746"/>
                    <a:pt x="1003" y="21049"/>
                    <a:pt x="1221" y="22051"/>
                  </a:cubicBezTo>
                  <a:cubicBezTo>
                    <a:pt x="1364" y="23128"/>
                    <a:pt x="1078" y="28638"/>
                    <a:pt x="1146" y="30070"/>
                  </a:cubicBezTo>
                  <a:cubicBezTo>
                    <a:pt x="1221" y="31576"/>
                    <a:pt x="1221" y="35729"/>
                    <a:pt x="1078" y="36943"/>
                  </a:cubicBezTo>
                  <a:cubicBezTo>
                    <a:pt x="1003" y="38088"/>
                    <a:pt x="430" y="39377"/>
                    <a:pt x="430" y="39377"/>
                  </a:cubicBezTo>
                  <a:lnTo>
                    <a:pt x="2939" y="39377"/>
                  </a:lnTo>
                  <a:cubicBezTo>
                    <a:pt x="2939" y="39377"/>
                    <a:pt x="2578" y="38449"/>
                    <a:pt x="2509" y="37733"/>
                  </a:cubicBezTo>
                  <a:cubicBezTo>
                    <a:pt x="2435" y="37017"/>
                    <a:pt x="2366" y="32218"/>
                    <a:pt x="2292" y="30287"/>
                  </a:cubicBezTo>
                  <a:cubicBezTo>
                    <a:pt x="2223" y="28352"/>
                    <a:pt x="2435" y="23701"/>
                    <a:pt x="2292" y="22051"/>
                  </a:cubicBezTo>
                  <a:cubicBezTo>
                    <a:pt x="2149" y="20476"/>
                    <a:pt x="1078" y="13603"/>
                    <a:pt x="1078" y="12389"/>
                  </a:cubicBezTo>
                  <a:cubicBezTo>
                    <a:pt x="1078" y="11243"/>
                    <a:pt x="1078" y="7664"/>
                    <a:pt x="1650" y="5372"/>
                  </a:cubicBezTo>
                  <a:cubicBezTo>
                    <a:pt x="2149" y="3007"/>
                    <a:pt x="2292" y="0"/>
                    <a:pt x="2292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288375" y="10950"/>
              <a:ext cx="576080" cy="5067306"/>
            </a:xfrm>
            <a:custGeom>
              <a:avLst/>
              <a:gdLst/>
              <a:ahLst/>
              <a:cxnLst/>
              <a:rect l="l" t="t" r="r" b="b"/>
              <a:pathLst>
                <a:path w="3890" h="35876" extrusionOk="0">
                  <a:moveTo>
                    <a:pt x="1507" y="0"/>
                  </a:moveTo>
                  <a:cubicBezTo>
                    <a:pt x="1507" y="0"/>
                    <a:pt x="1794" y="5585"/>
                    <a:pt x="1719" y="7876"/>
                  </a:cubicBezTo>
                  <a:cubicBezTo>
                    <a:pt x="1719" y="8735"/>
                    <a:pt x="1650" y="9663"/>
                    <a:pt x="1650" y="10665"/>
                  </a:cubicBezTo>
                  <a:lnTo>
                    <a:pt x="648" y="9949"/>
                  </a:lnTo>
                  <a:lnTo>
                    <a:pt x="505" y="10092"/>
                  </a:lnTo>
                  <a:lnTo>
                    <a:pt x="1650" y="10883"/>
                  </a:lnTo>
                  <a:cubicBezTo>
                    <a:pt x="1650" y="12383"/>
                    <a:pt x="1576" y="13959"/>
                    <a:pt x="1650" y="15465"/>
                  </a:cubicBezTo>
                  <a:cubicBezTo>
                    <a:pt x="1650" y="17968"/>
                    <a:pt x="1576" y="19617"/>
                    <a:pt x="1433" y="21336"/>
                  </a:cubicBezTo>
                  <a:lnTo>
                    <a:pt x="648" y="20763"/>
                  </a:lnTo>
                  <a:lnTo>
                    <a:pt x="505" y="20906"/>
                  </a:lnTo>
                  <a:lnTo>
                    <a:pt x="1433" y="21548"/>
                  </a:lnTo>
                  <a:lnTo>
                    <a:pt x="1433" y="21691"/>
                  </a:lnTo>
                  <a:cubicBezTo>
                    <a:pt x="1290" y="23627"/>
                    <a:pt x="1433" y="27350"/>
                    <a:pt x="1364" y="28495"/>
                  </a:cubicBezTo>
                  <a:cubicBezTo>
                    <a:pt x="1364" y="29566"/>
                    <a:pt x="1507" y="31285"/>
                    <a:pt x="1433" y="32144"/>
                  </a:cubicBezTo>
                  <a:cubicBezTo>
                    <a:pt x="1364" y="33003"/>
                    <a:pt x="1078" y="34366"/>
                    <a:pt x="934" y="34652"/>
                  </a:cubicBezTo>
                  <a:cubicBezTo>
                    <a:pt x="860" y="34864"/>
                    <a:pt x="1" y="35225"/>
                    <a:pt x="75" y="35225"/>
                  </a:cubicBezTo>
                  <a:cubicBezTo>
                    <a:pt x="75" y="35294"/>
                    <a:pt x="934" y="35368"/>
                    <a:pt x="1078" y="35368"/>
                  </a:cubicBezTo>
                  <a:cubicBezTo>
                    <a:pt x="1279" y="35298"/>
                    <a:pt x="1548" y="34647"/>
                    <a:pt x="1761" y="34647"/>
                  </a:cubicBezTo>
                  <a:cubicBezTo>
                    <a:pt x="1772" y="34647"/>
                    <a:pt x="1783" y="34649"/>
                    <a:pt x="1794" y="34652"/>
                  </a:cubicBezTo>
                  <a:cubicBezTo>
                    <a:pt x="2006" y="34721"/>
                    <a:pt x="1794" y="35082"/>
                    <a:pt x="1794" y="35294"/>
                  </a:cubicBezTo>
                  <a:cubicBezTo>
                    <a:pt x="1794" y="35494"/>
                    <a:pt x="1852" y="35875"/>
                    <a:pt x="1919" y="35875"/>
                  </a:cubicBezTo>
                  <a:cubicBezTo>
                    <a:pt x="1925" y="35875"/>
                    <a:pt x="1931" y="35872"/>
                    <a:pt x="1937" y="35867"/>
                  </a:cubicBezTo>
                  <a:cubicBezTo>
                    <a:pt x="2006" y="35798"/>
                    <a:pt x="2223" y="35151"/>
                    <a:pt x="2292" y="35082"/>
                  </a:cubicBezTo>
                  <a:cubicBezTo>
                    <a:pt x="2308" y="35073"/>
                    <a:pt x="2329" y="35070"/>
                    <a:pt x="2354" y="35070"/>
                  </a:cubicBezTo>
                  <a:cubicBezTo>
                    <a:pt x="2546" y="35070"/>
                    <a:pt x="2963" y="35302"/>
                    <a:pt x="3151" y="35368"/>
                  </a:cubicBezTo>
                  <a:cubicBezTo>
                    <a:pt x="3303" y="35468"/>
                    <a:pt x="3626" y="35601"/>
                    <a:pt x="3784" y="35601"/>
                  </a:cubicBezTo>
                  <a:cubicBezTo>
                    <a:pt x="3853" y="35601"/>
                    <a:pt x="3890" y="35576"/>
                    <a:pt x="3867" y="35511"/>
                  </a:cubicBezTo>
                  <a:cubicBezTo>
                    <a:pt x="3724" y="35368"/>
                    <a:pt x="3226" y="34796"/>
                    <a:pt x="3008" y="34366"/>
                  </a:cubicBezTo>
                  <a:cubicBezTo>
                    <a:pt x="2796" y="34005"/>
                    <a:pt x="2722" y="31645"/>
                    <a:pt x="2722" y="30425"/>
                  </a:cubicBezTo>
                  <a:cubicBezTo>
                    <a:pt x="2653" y="29211"/>
                    <a:pt x="2435" y="25345"/>
                    <a:pt x="2366" y="23913"/>
                  </a:cubicBezTo>
                  <a:lnTo>
                    <a:pt x="3581" y="23054"/>
                  </a:lnTo>
                  <a:lnTo>
                    <a:pt x="3437" y="22911"/>
                  </a:lnTo>
                  <a:lnTo>
                    <a:pt x="2366" y="23695"/>
                  </a:lnTo>
                  <a:cubicBezTo>
                    <a:pt x="2292" y="22120"/>
                    <a:pt x="2366" y="17183"/>
                    <a:pt x="2366" y="14892"/>
                  </a:cubicBezTo>
                  <a:lnTo>
                    <a:pt x="3369" y="14176"/>
                  </a:lnTo>
                  <a:lnTo>
                    <a:pt x="3226" y="14033"/>
                  </a:lnTo>
                  <a:lnTo>
                    <a:pt x="2366" y="14675"/>
                  </a:lnTo>
                  <a:lnTo>
                    <a:pt x="2366" y="14245"/>
                  </a:lnTo>
                  <a:cubicBezTo>
                    <a:pt x="2366" y="12383"/>
                    <a:pt x="2578" y="9949"/>
                    <a:pt x="2653" y="7801"/>
                  </a:cubicBezTo>
                  <a:cubicBezTo>
                    <a:pt x="2722" y="6587"/>
                    <a:pt x="2722" y="4153"/>
                    <a:pt x="2722" y="2291"/>
                  </a:cubicBezTo>
                  <a:lnTo>
                    <a:pt x="3581" y="1644"/>
                  </a:lnTo>
                  <a:lnTo>
                    <a:pt x="3437" y="1576"/>
                  </a:lnTo>
                  <a:lnTo>
                    <a:pt x="2722" y="2074"/>
                  </a:lnTo>
                  <a:cubicBezTo>
                    <a:pt x="2653" y="928"/>
                    <a:pt x="2653" y="0"/>
                    <a:pt x="2653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337375" y="10950"/>
              <a:ext cx="1195827" cy="5143483"/>
            </a:xfrm>
            <a:custGeom>
              <a:avLst/>
              <a:gdLst/>
              <a:ahLst/>
              <a:cxnLst/>
              <a:rect l="l" t="t" r="r" b="b"/>
              <a:pathLst>
                <a:path w="8075" h="42248" extrusionOk="0">
                  <a:moveTo>
                    <a:pt x="3076" y="0"/>
                  </a:moveTo>
                  <a:cubicBezTo>
                    <a:pt x="3076" y="0"/>
                    <a:pt x="3792" y="6513"/>
                    <a:pt x="3580" y="9233"/>
                  </a:cubicBezTo>
                  <a:cubicBezTo>
                    <a:pt x="3580" y="10310"/>
                    <a:pt x="3506" y="11381"/>
                    <a:pt x="3437" y="12527"/>
                  </a:cubicBezTo>
                  <a:lnTo>
                    <a:pt x="1358" y="11742"/>
                  </a:lnTo>
                  <a:lnTo>
                    <a:pt x="1146" y="11811"/>
                  </a:lnTo>
                  <a:lnTo>
                    <a:pt x="3437" y="12813"/>
                  </a:lnTo>
                  <a:cubicBezTo>
                    <a:pt x="3362" y="14531"/>
                    <a:pt x="3362" y="16393"/>
                    <a:pt x="3362" y="18186"/>
                  </a:cubicBezTo>
                  <a:cubicBezTo>
                    <a:pt x="3506" y="21118"/>
                    <a:pt x="3294" y="23054"/>
                    <a:pt x="3007" y="25127"/>
                  </a:cubicBezTo>
                  <a:lnTo>
                    <a:pt x="1358" y="24486"/>
                  </a:lnTo>
                  <a:lnTo>
                    <a:pt x="1146" y="24555"/>
                  </a:lnTo>
                  <a:lnTo>
                    <a:pt x="3007" y="25345"/>
                  </a:lnTo>
                  <a:lnTo>
                    <a:pt x="3007" y="25557"/>
                  </a:lnTo>
                  <a:cubicBezTo>
                    <a:pt x="2721" y="27779"/>
                    <a:pt x="2933" y="32144"/>
                    <a:pt x="2933" y="33507"/>
                  </a:cubicBezTo>
                  <a:cubicBezTo>
                    <a:pt x="2864" y="34796"/>
                    <a:pt x="3150" y="36800"/>
                    <a:pt x="3007" y="37803"/>
                  </a:cubicBezTo>
                  <a:cubicBezTo>
                    <a:pt x="2933" y="38805"/>
                    <a:pt x="2217" y="40523"/>
                    <a:pt x="2005" y="40810"/>
                  </a:cubicBezTo>
                  <a:cubicBezTo>
                    <a:pt x="1787" y="41096"/>
                    <a:pt x="0" y="41451"/>
                    <a:pt x="143" y="41525"/>
                  </a:cubicBezTo>
                  <a:cubicBezTo>
                    <a:pt x="192" y="41574"/>
                    <a:pt x="1060" y="41625"/>
                    <a:pt x="1694" y="41625"/>
                  </a:cubicBezTo>
                  <a:cubicBezTo>
                    <a:pt x="1960" y="41625"/>
                    <a:pt x="2185" y="41616"/>
                    <a:pt x="2291" y="41594"/>
                  </a:cubicBezTo>
                  <a:cubicBezTo>
                    <a:pt x="2630" y="41529"/>
                    <a:pt x="3236" y="40805"/>
                    <a:pt x="3664" y="40805"/>
                  </a:cubicBezTo>
                  <a:cubicBezTo>
                    <a:pt x="3684" y="40805"/>
                    <a:pt x="3704" y="40806"/>
                    <a:pt x="3723" y="40810"/>
                  </a:cubicBezTo>
                  <a:cubicBezTo>
                    <a:pt x="4153" y="40878"/>
                    <a:pt x="3723" y="41308"/>
                    <a:pt x="3723" y="41525"/>
                  </a:cubicBezTo>
                  <a:cubicBezTo>
                    <a:pt x="3723" y="41726"/>
                    <a:pt x="3851" y="42247"/>
                    <a:pt x="4043" y="42247"/>
                  </a:cubicBezTo>
                  <a:cubicBezTo>
                    <a:pt x="4055" y="42247"/>
                    <a:pt x="4066" y="42245"/>
                    <a:pt x="4078" y="42241"/>
                  </a:cubicBezTo>
                  <a:cubicBezTo>
                    <a:pt x="4221" y="42167"/>
                    <a:pt x="4582" y="41382"/>
                    <a:pt x="4869" y="41308"/>
                  </a:cubicBezTo>
                  <a:cubicBezTo>
                    <a:pt x="4887" y="41302"/>
                    <a:pt x="4912" y="41299"/>
                    <a:pt x="4943" y="41299"/>
                  </a:cubicBezTo>
                  <a:cubicBezTo>
                    <a:pt x="5264" y="41299"/>
                    <a:pt x="6195" y="41601"/>
                    <a:pt x="6587" y="41669"/>
                  </a:cubicBezTo>
                  <a:cubicBezTo>
                    <a:pt x="6904" y="41719"/>
                    <a:pt x="7649" y="41889"/>
                    <a:pt x="7932" y="41889"/>
                  </a:cubicBezTo>
                  <a:cubicBezTo>
                    <a:pt x="8032" y="41889"/>
                    <a:pt x="8074" y="41867"/>
                    <a:pt x="8019" y="41812"/>
                  </a:cubicBezTo>
                  <a:cubicBezTo>
                    <a:pt x="7801" y="41594"/>
                    <a:pt x="6656" y="40953"/>
                    <a:pt x="6226" y="40523"/>
                  </a:cubicBezTo>
                  <a:cubicBezTo>
                    <a:pt x="5797" y="40019"/>
                    <a:pt x="5728" y="37230"/>
                    <a:pt x="5653" y="35798"/>
                  </a:cubicBezTo>
                  <a:cubicBezTo>
                    <a:pt x="5510" y="34435"/>
                    <a:pt x="5012" y="29853"/>
                    <a:pt x="4869" y="28134"/>
                  </a:cubicBezTo>
                  <a:lnTo>
                    <a:pt x="7446" y="27132"/>
                  </a:lnTo>
                  <a:lnTo>
                    <a:pt x="7228" y="26989"/>
                  </a:lnTo>
                  <a:lnTo>
                    <a:pt x="4869" y="27922"/>
                  </a:lnTo>
                  <a:cubicBezTo>
                    <a:pt x="4794" y="26061"/>
                    <a:pt x="5012" y="20190"/>
                    <a:pt x="5012" y="17538"/>
                  </a:cubicBezTo>
                  <a:lnTo>
                    <a:pt x="7017" y="16679"/>
                  </a:lnTo>
                  <a:lnTo>
                    <a:pt x="6799" y="16536"/>
                  </a:lnTo>
                  <a:lnTo>
                    <a:pt x="5012" y="17252"/>
                  </a:lnTo>
                  <a:lnTo>
                    <a:pt x="5012" y="16754"/>
                  </a:lnTo>
                  <a:cubicBezTo>
                    <a:pt x="4869" y="14606"/>
                    <a:pt x="5441" y="11742"/>
                    <a:pt x="5585" y="9233"/>
                  </a:cubicBezTo>
                  <a:cubicBezTo>
                    <a:pt x="5653" y="7733"/>
                    <a:pt x="5653" y="4869"/>
                    <a:pt x="5585" y="2721"/>
                  </a:cubicBezTo>
                  <a:lnTo>
                    <a:pt x="7446" y="1931"/>
                  </a:lnTo>
                  <a:lnTo>
                    <a:pt x="7228" y="1787"/>
                  </a:lnTo>
                  <a:lnTo>
                    <a:pt x="5585" y="2435"/>
                  </a:lnTo>
                  <a:lnTo>
                    <a:pt x="5585" y="0"/>
                  </a:ln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847075" y="0"/>
              <a:ext cx="296925" cy="5067317"/>
            </a:xfrm>
            <a:custGeom>
              <a:avLst/>
              <a:gdLst/>
              <a:ahLst/>
              <a:cxnLst/>
              <a:rect l="l" t="t" r="r" b="b"/>
              <a:pathLst>
                <a:path w="2005" h="36731" extrusionOk="0">
                  <a:moveTo>
                    <a:pt x="0" y="0"/>
                  </a:moveTo>
                  <a:cubicBezTo>
                    <a:pt x="0" y="0"/>
                    <a:pt x="287" y="6661"/>
                    <a:pt x="504" y="8093"/>
                  </a:cubicBezTo>
                  <a:cubicBezTo>
                    <a:pt x="791" y="9594"/>
                    <a:pt x="1862" y="12887"/>
                    <a:pt x="1936" y="14680"/>
                  </a:cubicBezTo>
                  <a:cubicBezTo>
                    <a:pt x="1936" y="16398"/>
                    <a:pt x="1220" y="23271"/>
                    <a:pt x="859" y="25419"/>
                  </a:cubicBezTo>
                  <a:cubicBezTo>
                    <a:pt x="573" y="27636"/>
                    <a:pt x="143" y="36301"/>
                    <a:pt x="143" y="36301"/>
                  </a:cubicBezTo>
                  <a:lnTo>
                    <a:pt x="2005" y="36731"/>
                  </a:lnTo>
                  <a:lnTo>
                    <a:pt x="2005" y="9382"/>
                  </a:lnTo>
                  <a:cubicBezTo>
                    <a:pt x="1793" y="8379"/>
                    <a:pt x="1575" y="7589"/>
                    <a:pt x="1575" y="7091"/>
                  </a:cubicBezTo>
                  <a:cubicBezTo>
                    <a:pt x="1363" y="5802"/>
                    <a:pt x="1363" y="0"/>
                    <a:pt x="1363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764850" y="0"/>
              <a:ext cx="794799" cy="5067346"/>
            </a:xfrm>
            <a:custGeom>
              <a:avLst/>
              <a:gdLst/>
              <a:ahLst/>
              <a:cxnLst/>
              <a:rect l="l" t="t" r="r" b="b"/>
              <a:pathLst>
                <a:path w="5367" h="38307" extrusionOk="0">
                  <a:moveTo>
                    <a:pt x="1575" y="0"/>
                  </a:moveTo>
                  <a:cubicBezTo>
                    <a:pt x="1575" y="0"/>
                    <a:pt x="1501" y="2222"/>
                    <a:pt x="1501" y="4725"/>
                  </a:cubicBezTo>
                  <a:lnTo>
                    <a:pt x="143" y="3866"/>
                  </a:lnTo>
                  <a:lnTo>
                    <a:pt x="0" y="4009"/>
                  </a:lnTo>
                  <a:lnTo>
                    <a:pt x="1501" y="5012"/>
                  </a:lnTo>
                  <a:cubicBezTo>
                    <a:pt x="1501" y="7446"/>
                    <a:pt x="1501" y="10098"/>
                    <a:pt x="1575" y="11530"/>
                  </a:cubicBezTo>
                  <a:cubicBezTo>
                    <a:pt x="1718" y="13173"/>
                    <a:pt x="1930" y="15825"/>
                    <a:pt x="2217" y="18185"/>
                  </a:cubicBezTo>
                  <a:lnTo>
                    <a:pt x="573" y="17114"/>
                  </a:lnTo>
                  <a:lnTo>
                    <a:pt x="430" y="17257"/>
                  </a:lnTo>
                  <a:lnTo>
                    <a:pt x="2217" y="18471"/>
                  </a:lnTo>
                  <a:cubicBezTo>
                    <a:pt x="2434" y="20121"/>
                    <a:pt x="2578" y="21622"/>
                    <a:pt x="2646" y="22481"/>
                  </a:cubicBezTo>
                  <a:cubicBezTo>
                    <a:pt x="2864" y="24629"/>
                    <a:pt x="3076" y="26994"/>
                    <a:pt x="3362" y="28208"/>
                  </a:cubicBezTo>
                  <a:cubicBezTo>
                    <a:pt x="3580" y="29497"/>
                    <a:pt x="2578" y="37802"/>
                    <a:pt x="2434" y="38306"/>
                  </a:cubicBezTo>
                  <a:lnTo>
                    <a:pt x="5367" y="38306"/>
                  </a:lnTo>
                  <a:cubicBezTo>
                    <a:pt x="5367" y="38306"/>
                    <a:pt x="4725" y="35941"/>
                    <a:pt x="4725" y="34079"/>
                  </a:cubicBezTo>
                  <a:cubicBezTo>
                    <a:pt x="4651" y="32149"/>
                    <a:pt x="5224" y="27779"/>
                    <a:pt x="5012" y="26920"/>
                  </a:cubicBezTo>
                  <a:cubicBezTo>
                    <a:pt x="4794" y="26061"/>
                    <a:pt x="3723" y="22624"/>
                    <a:pt x="3437" y="19978"/>
                  </a:cubicBezTo>
                  <a:lnTo>
                    <a:pt x="4365" y="17830"/>
                  </a:lnTo>
                  <a:lnTo>
                    <a:pt x="4153" y="17830"/>
                  </a:lnTo>
                  <a:lnTo>
                    <a:pt x="3437" y="19548"/>
                  </a:lnTo>
                  <a:cubicBezTo>
                    <a:pt x="3219" y="16828"/>
                    <a:pt x="2646" y="12389"/>
                    <a:pt x="2578" y="9880"/>
                  </a:cubicBezTo>
                  <a:cubicBezTo>
                    <a:pt x="2503" y="7446"/>
                    <a:pt x="2646" y="0"/>
                    <a:pt x="2646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269475" y="25"/>
              <a:ext cx="604080" cy="5143456"/>
            </a:xfrm>
            <a:custGeom>
              <a:avLst/>
              <a:gdLst/>
              <a:ahLst/>
              <a:cxnLst/>
              <a:rect l="l" t="t" r="r" b="b"/>
              <a:pathLst>
                <a:path w="4079" h="39452" extrusionOk="0">
                  <a:moveTo>
                    <a:pt x="1003" y="0"/>
                  </a:moveTo>
                  <a:cubicBezTo>
                    <a:pt x="1003" y="0"/>
                    <a:pt x="860" y="1650"/>
                    <a:pt x="928" y="2938"/>
                  </a:cubicBezTo>
                  <a:cubicBezTo>
                    <a:pt x="1072" y="4227"/>
                    <a:pt x="1787" y="11959"/>
                    <a:pt x="2005" y="14176"/>
                  </a:cubicBezTo>
                  <a:cubicBezTo>
                    <a:pt x="2217" y="16398"/>
                    <a:pt x="2360" y="19331"/>
                    <a:pt x="2005" y="21553"/>
                  </a:cubicBezTo>
                  <a:cubicBezTo>
                    <a:pt x="1644" y="23701"/>
                    <a:pt x="1146" y="30431"/>
                    <a:pt x="860" y="32934"/>
                  </a:cubicBezTo>
                  <a:cubicBezTo>
                    <a:pt x="573" y="35511"/>
                    <a:pt x="0" y="39452"/>
                    <a:pt x="0" y="39452"/>
                  </a:cubicBezTo>
                  <a:lnTo>
                    <a:pt x="3649" y="39234"/>
                  </a:lnTo>
                  <a:cubicBezTo>
                    <a:pt x="3649" y="39234"/>
                    <a:pt x="3076" y="37372"/>
                    <a:pt x="3007" y="36015"/>
                  </a:cubicBezTo>
                  <a:cubicBezTo>
                    <a:pt x="2933" y="34652"/>
                    <a:pt x="3151" y="29497"/>
                    <a:pt x="3219" y="27492"/>
                  </a:cubicBezTo>
                  <a:cubicBezTo>
                    <a:pt x="3219" y="25488"/>
                    <a:pt x="3935" y="20906"/>
                    <a:pt x="4010" y="19548"/>
                  </a:cubicBezTo>
                  <a:cubicBezTo>
                    <a:pt x="4079" y="18185"/>
                    <a:pt x="3506" y="13391"/>
                    <a:pt x="3219" y="10596"/>
                  </a:cubicBezTo>
                  <a:cubicBezTo>
                    <a:pt x="2933" y="7807"/>
                    <a:pt x="2360" y="0"/>
                    <a:pt x="2360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043800" y="0"/>
              <a:ext cx="604080" cy="5067346"/>
            </a:xfrm>
            <a:custGeom>
              <a:avLst/>
              <a:gdLst/>
              <a:ahLst/>
              <a:cxnLst/>
              <a:rect l="l" t="t" r="r" b="b"/>
              <a:pathLst>
                <a:path w="4079" h="38307" extrusionOk="0">
                  <a:moveTo>
                    <a:pt x="1719" y="0"/>
                  </a:moveTo>
                  <a:cubicBezTo>
                    <a:pt x="1719" y="0"/>
                    <a:pt x="1146" y="7589"/>
                    <a:pt x="860" y="10310"/>
                  </a:cubicBezTo>
                  <a:cubicBezTo>
                    <a:pt x="573" y="13030"/>
                    <a:pt x="1" y="17687"/>
                    <a:pt x="69" y="18975"/>
                  </a:cubicBezTo>
                  <a:cubicBezTo>
                    <a:pt x="144" y="20333"/>
                    <a:pt x="860" y="24772"/>
                    <a:pt x="860" y="26708"/>
                  </a:cubicBezTo>
                  <a:cubicBezTo>
                    <a:pt x="929" y="28638"/>
                    <a:pt x="1146" y="33650"/>
                    <a:pt x="1072" y="35013"/>
                  </a:cubicBezTo>
                  <a:cubicBezTo>
                    <a:pt x="1003" y="36301"/>
                    <a:pt x="430" y="38088"/>
                    <a:pt x="430" y="38088"/>
                  </a:cubicBezTo>
                  <a:lnTo>
                    <a:pt x="4079" y="38306"/>
                  </a:lnTo>
                  <a:cubicBezTo>
                    <a:pt x="4079" y="38306"/>
                    <a:pt x="3506" y="34440"/>
                    <a:pt x="3220" y="32006"/>
                  </a:cubicBezTo>
                  <a:cubicBezTo>
                    <a:pt x="2933" y="29572"/>
                    <a:pt x="2435" y="23054"/>
                    <a:pt x="2074" y="20906"/>
                  </a:cubicBezTo>
                  <a:cubicBezTo>
                    <a:pt x="1719" y="18758"/>
                    <a:pt x="1862" y="15969"/>
                    <a:pt x="2074" y="13821"/>
                  </a:cubicBezTo>
                  <a:cubicBezTo>
                    <a:pt x="2292" y="11673"/>
                    <a:pt x="3008" y="4153"/>
                    <a:pt x="3151" y="2864"/>
                  </a:cubicBezTo>
                  <a:cubicBezTo>
                    <a:pt x="3220" y="1575"/>
                    <a:pt x="3076" y="0"/>
                    <a:pt x="3076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29075" y="0"/>
              <a:ext cx="604049" cy="5067270"/>
            </a:xfrm>
            <a:custGeom>
              <a:avLst/>
              <a:gdLst/>
              <a:ahLst/>
              <a:cxnLst/>
              <a:rect l="l" t="t" r="r" b="b"/>
              <a:pathLst>
                <a:path w="4079" h="36875" extrusionOk="0">
                  <a:moveTo>
                    <a:pt x="1003" y="0"/>
                  </a:moveTo>
                  <a:cubicBezTo>
                    <a:pt x="1003" y="0"/>
                    <a:pt x="860" y="1506"/>
                    <a:pt x="929" y="2721"/>
                  </a:cubicBezTo>
                  <a:cubicBezTo>
                    <a:pt x="1072" y="4009"/>
                    <a:pt x="1788" y="11169"/>
                    <a:pt x="2006" y="13248"/>
                  </a:cubicBezTo>
                  <a:cubicBezTo>
                    <a:pt x="2217" y="15321"/>
                    <a:pt x="2361" y="18042"/>
                    <a:pt x="2006" y="20121"/>
                  </a:cubicBezTo>
                  <a:cubicBezTo>
                    <a:pt x="1645" y="22194"/>
                    <a:pt x="1146" y="28426"/>
                    <a:pt x="860" y="30786"/>
                  </a:cubicBezTo>
                  <a:cubicBezTo>
                    <a:pt x="574" y="33151"/>
                    <a:pt x="1" y="36874"/>
                    <a:pt x="1" y="36874"/>
                  </a:cubicBezTo>
                  <a:lnTo>
                    <a:pt x="3649" y="36657"/>
                  </a:lnTo>
                  <a:cubicBezTo>
                    <a:pt x="3649" y="36657"/>
                    <a:pt x="3077" y="34938"/>
                    <a:pt x="3008" y="33650"/>
                  </a:cubicBezTo>
                  <a:cubicBezTo>
                    <a:pt x="2933" y="32361"/>
                    <a:pt x="3151" y="27567"/>
                    <a:pt x="3220" y="25705"/>
                  </a:cubicBezTo>
                  <a:cubicBezTo>
                    <a:pt x="3220" y="23844"/>
                    <a:pt x="3936" y="19548"/>
                    <a:pt x="4010" y="18260"/>
                  </a:cubicBezTo>
                  <a:cubicBezTo>
                    <a:pt x="4079" y="16971"/>
                    <a:pt x="3506" y="12532"/>
                    <a:pt x="3220" y="9955"/>
                  </a:cubicBezTo>
                  <a:cubicBezTo>
                    <a:pt x="2933" y="7303"/>
                    <a:pt x="2361" y="0"/>
                    <a:pt x="2361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944625" y="0"/>
              <a:ext cx="477574" cy="5000585"/>
            </a:xfrm>
            <a:custGeom>
              <a:avLst/>
              <a:gdLst/>
              <a:ahLst/>
              <a:cxnLst/>
              <a:rect l="l" t="t" r="r" b="b"/>
              <a:pathLst>
                <a:path w="3225" h="33507" extrusionOk="0">
                  <a:moveTo>
                    <a:pt x="0" y="0"/>
                  </a:moveTo>
                  <a:cubicBezTo>
                    <a:pt x="0" y="0"/>
                    <a:pt x="286" y="6014"/>
                    <a:pt x="504" y="7377"/>
                  </a:cubicBezTo>
                  <a:cubicBezTo>
                    <a:pt x="790" y="8735"/>
                    <a:pt x="1862" y="11742"/>
                    <a:pt x="1936" y="13391"/>
                  </a:cubicBezTo>
                  <a:cubicBezTo>
                    <a:pt x="1936" y="14966"/>
                    <a:pt x="1146" y="21192"/>
                    <a:pt x="859" y="23197"/>
                  </a:cubicBezTo>
                  <a:cubicBezTo>
                    <a:pt x="573" y="25201"/>
                    <a:pt x="143" y="33077"/>
                    <a:pt x="143" y="33077"/>
                  </a:cubicBezTo>
                  <a:lnTo>
                    <a:pt x="2222" y="33506"/>
                  </a:lnTo>
                  <a:cubicBezTo>
                    <a:pt x="2222" y="33506"/>
                    <a:pt x="2148" y="27922"/>
                    <a:pt x="2222" y="25201"/>
                  </a:cubicBezTo>
                  <a:cubicBezTo>
                    <a:pt x="2366" y="22481"/>
                    <a:pt x="3225" y="13889"/>
                    <a:pt x="3082" y="12818"/>
                  </a:cubicBezTo>
                  <a:cubicBezTo>
                    <a:pt x="2864" y="11742"/>
                    <a:pt x="1718" y="7664"/>
                    <a:pt x="1506" y="6444"/>
                  </a:cubicBezTo>
                  <a:cubicBezTo>
                    <a:pt x="1363" y="5298"/>
                    <a:pt x="1363" y="0"/>
                    <a:pt x="1363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2276150" y="0"/>
              <a:ext cx="668478" cy="5000587"/>
            </a:xfrm>
            <a:custGeom>
              <a:avLst/>
              <a:gdLst/>
              <a:ahLst/>
              <a:cxnLst/>
              <a:rect l="l" t="t" r="r" b="b"/>
              <a:pathLst>
                <a:path w="4514" h="34584" extrusionOk="0">
                  <a:moveTo>
                    <a:pt x="1364" y="0"/>
                  </a:moveTo>
                  <a:cubicBezTo>
                    <a:pt x="1364" y="0"/>
                    <a:pt x="1289" y="5372"/>
                    <a:pt x="1289" y="7875"/>
                  </a:cubicBezTo>
                  <a:cubicBezTo>
                    <a:pt x="1289" y="8952"/>
                    <a:pt x="1364" y="10739"/>
                    <a:pt x="1432" y="12601"/>
                  </a:cubicBezTo>
                  <a:lnTo>
                    <a:pt x="934" y="12102"/>
                  </a:lnTo>
                  <a:lnTo>
                    <a:pt x="361" y="10384"/>
                  </a:lnTo>
                  <a:lnTo>
                    <a:pt x="287" y="10384"/>
                  </a:lnTo>
                  <a:lnTo>
                    <a:pt x="791" y="11885"/>
                  </a:lnTo>
                  <a:lnTo>
                    <a:pt x="144" y="11386"/>
                  </a:lnTo>
                  <a:lnTo>
                    <a:pt x="0" y="11530"/>
                  </a:lnTo>
                  <a:lnTo>
                    <a:pt x="1507" y="12962"/>
                  </a:lnTo>
                  <a:cubicBezTo>
                    <a:pt x="1576" y="15321"/>
                    <a:pt x="1650" y="17687"/>
                    <a:pt x="1576" y="18615"/>
                  </a:cubicBezTo>
                  <a:cubicBezTo>
                    <a:pt x="1507" y="20407"/>
                    <a:pt x="1289" y="26776"/>
                    <a:pt x="1003" y="29428"/>
                  </a:cubicBezTo>
                  <a:cubicBezTo>
                    <a:pt x="791" y="32006"/>
                    <a:pt x="218" y="34583"/>
                    <a:pt x="218" y="34583"/>
                  </a:cubicBezTo>
                  <a:lnTo>
                    <a:pt x="3580" y="34010"/>
                  </a:lnTo>
                  <a:cubicBezTo>
                    <a:pt x="3007" y="33294"/>
                    <a:pt x="2652" y="31003"/>
                    <a:pt x="2578" y="29142"/>
                  </a:cubicBezTo>
                  <a:cubicBezTo>
                    <a:pt x="2509" y="27280"/>
                    <a:pt x="2939" y="20476"/>
                    <a:pt x="2939" y="19044"/>
                  </a:cubicBezTo>
                  <a:lnTo>
                    <a:pt x="2939" y="18758"/>
                  </a:lnTo>
                  <a:lnTo>
                    <a:pt x="4514" y="17257"/>
                  </a:lnTo>
                  <a:lnTo>
                    <a:pt x="4371" y="17040"/>
                  </a:lnTo>
                  <a:lnTo>
                    <a:pt x="2939" y="18403"/>
                  </a:lnTo>
                  <a:cubicBezTo>
                    <a:pt x="2939" y="16255"/>
                    <a:pt x="3007" y="11026"/>
                    <a:pt x="2939" y="7875"/>
                  </a:cubicBezTo>
                  <a:cubicBezTo>
                    <a:pt x="2864" y="6948"/>
                    <a:pt x="2864" y="5945"/>
                    <a:pt x="2864" y="5012"/>
                  </a:cubicBezTo>
                  <a:lnTo>
                    <a:pt x="4514" y="3368"/>
                  </a:lnTo>
                  <a:lnTo>
                    <a:pt x="4371" y="3225"/>
                  </a:lnTo>
                  <a:lnTo>
                    <a:pt x="2864" y="4657"/>
                  </a:lnTo>
                  <a:cubicBezTo>
                    <a:pt x="2864" y="2148"/>
                    <a:pt x="2939" y="0"/>
                    <a:pt x="2939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648049" y="390807"/>
            <a:ext cx="2212648" cy="2641814"/>
            <a:chOff x="780000" y="2087625"/>
            <a:chExt cx="1580350" cy="1886875"/>
          </a:xfrm>
        </p:grpSpPr>
        <p:sp>
          <p:nvSpPr>
            <p:cNvPr id="22" name="Google Shape;22;p2"/>
            <p:cNvSpPr/>
            <p:nvPr/>
          </p:nvSpPr>
          <p:spPr>
            <a:xfrm>
              <a:off x="2343425" y="3858675"/>
              <a:ext cx="3300" cy="30550"/>
            </a:xfrm>
            <a:custGeom>
              <a:avLst/>
              <a:gdLst/>
              <a:ahLst/>
              <a:cxnLst/>
              <a:rect l="l" t="t" r="r" b="b"/>
              <a:pathLst>
                <a:path w="132" h="1222" extrusionOk="0">
                  <a:moveTo>
                    <a:pt x="1" y="0"/>
                  </a:moveTo>
                  <a:lnTo>
                    <a:pt x="1" y="545"/>
                  </a:lnTo>
                  <a:lnTo>
                    <a:pt x="1" y="1221"/>
                  </a:lnTo>
                  <a:cubicBezTo>
                    <a:pt x="131" y="1221"/>
                    <a:pt x="131" y="949"/>
                    <a:pt x="131" y="545"/>
                  </a:cubicBezTo>
                  <a:cubicBezTo>
                    <a:pt x="131" y="273"/>
                    <a:pt x="13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329800" y="3872300"/>
              <a:ext cx="30550" cy="3300"/>
            </a:xfrm>
            <a:custGeom>
              <a:avLst/>
              <a:gdLst/>
              <a:ahLst/>
              <a:cxnLst/>
              <a:rect l="l" t="t" r="r" b="b"/>
              <a:pathLst>
                <a:path w="1222" h="132" extrusionOk="0">
                  <a:moveTo>
                    <a:pt x="1" y="0"/>
                  </a:moveTo>
                  <a:cubicBezTo>
                    <a:pt x="1" y="131"/>
                    <a:pt x="273" y="131"/>
                    <a:pt x="546" y="131"/>
                  </a:cubicBezTo>
                  <a:cubicBezTo>
                    <a:pt x="949" y="131"/>
                    <a:pt x="1221" y="131"/>
                    <a:pt x="12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333075" y="3861950"/>
              <a:ext cx="27275" cy="20450"/>
            </a:xfrm>
            <a:custGeom>
              <a:avLst/>
              <a:gdLst/>
              <a:ahLst/>
              <a:cxnLst/>
              <a:rect l="l" t="t" r="r" b="b"/>
              <a:pathLst>
                <a:path w="1091" h="818" extrusionOk="0">
                  <a:moveTo>
                    <a:pt x="1090" y="0"/>
                  </a:moveTo>
                  <a:cubicBezTo>
                    <a:pt x="960" y="0"/>
                    <a:pt x="818" y="142"/>
                    <a:pt x="545" y="414"/>
                  </a:cubicBezTo>
                  <a:cubicBezTo>
                    <a:pt x="818" y="273"/>
                    <a:pt x="1090" y="0"/>
                    <a:pt x="1090" y="0"/>
                  </a:cubicBezTo>
                  <a:close/>
                  <a:moveTo>
                    <a:pt x="545" y="414"/>
                  </a:moveTo>
                  <a:cubicBezTo>
                    <a:pt x="273" y="545"/>
                    <a:pt x="1" y="818"/>
                    <a:pt x="1" y="818"/>
                  </a:cubicBezTo>
                  <a:cubicBezTo>
                    <a:pt x="142" y="818"/>
                    <a:pt x="273" y="687"/>
                    <a:pt x="545" y="4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336625" y="3858675"/>
              <a:ext cx="20450" cy="28125"/>
            </a:xfrm>
            <a:custGeom>
              <a:avLst/>
              <a:gdLst/>
              <a:ahLst/>
              <a:cxnLst/>
              <a:rect l="l" t="t" r="r" b="b"/>
              <a:pathLst>
                <a:path w="818" h="1125" extrusionOk="0">
                  <a:moveTo>
                    <a:pt x="0" y="0"/>
                  </a:moveTo>
                  <a:cubicBezTo>
                    <a:pt x="0" y="131"/>
                    <a:pt x="131" y="404"/>
                    <a:pt x="273" y="676"/>
                  </a:cubicBezTo>
                  <a:cubicBezTo>
                    <a:pt x="497" y="900"/>
                    <a:pt x="625" y="1124"/>
                    <a:pt x="663" y="1124"/>
                  </a:cubicBezTo>
                  <a:cubicBezTo>
                    <a:pt x="672" y="1124"/>
                    <a:pt x="676" y="1114"/>
                    <a:pt x="676" y="1090"/>
                  </a:cubicBezTo>
                  <a:cubicBezTo>
                    <a:pt x="818" y="1090"/>
                    <a:pt x="676" y="818"/>
                    <a:pt x="403" y="545"/>
                  </a:cubicBezTo>
                  <a:cubicBezTo>
                    <a:pt x="273" y="27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2030100" y="3787025"/>
              <a:ext cx="3275" cy="30800"/>
            </a:xfrm>
            <a:custGeom>
              <a:avLst/>
              <a:gdLst/>
              <a:ahLst/>
              <a:cxnLst/>
              <a:rect l="l" t="t" r="r" b="b"/>
              <a:pathLst>
                <a:path w="131" h="1232" extrusionOk="0">
                  <a:moveTo>
                    <a:pt x="131" y="0"/>
                  </a:moveTo>
                  <a:cubicBezTo>
                    <a:pt x="0" y="0"/>
                    <a:pt x="0" y="273"/>
                    <a:pt x="0" y="687"/>
                  </a:cubicBezTo>
                  <a:cubicBezTo>
                    <a:pt x="0" y="959"/>
                    <a:pt x="0" y="1232"/>
                    <a:pt x="131" y="1232"/>
                  </a:cubicBezTo>
                  <a:lnTo>
                    <a:pt x="131" y="687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2016475" y="3800625"/>
              <a:ext cx="30525" cy="3575"/>
            </a:xfrm>
            <a:custGeom>
              <a:avLst/>
              <a:gdLst/>
              <a:ahLst/>
              <a:cxnLst/>
              <a:rect l="l" t="t" r="r" b="b"/>
              <a:pathLst>
                <a:path w="1221" h="143" extrusionOk="0">
                  <a:moveTo>
                    <a:pt x="676" y="1"/>
                  </a:moveTo>
                  <a:cubicBezTo>
                    <a:pt x="273" y="1"/>
                    <a:pt x="0" y="1"/>
                    <a:pt x="0" y="143"/>
                  </a:cubicBezTo>
                  <a:lnTo>
                    <a:pt x="1221" y="143"/>
                  </a:lnTo>
                  <a:cubicBezTo>
                    <a:pt x="1221" y="1"/>
                    <a:pt x="948" y="1"/>
                    <a:pt x="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019750" y="3790550"/>
              <a:ext cx="27250" cy="21325"/>
            </a:xfrm>
            <a:custGeom>
              <a:avLst/>
              <a:gdLst/>
              <a:ahLst/>
              <a:cxnLst/>
              <a:rect l="l" t="t" r="r" b="b"/>
              <a:pathLst>
                <a:path w="1090" h="853" extrusionOk="0">
                  <a:moveTo>
                    <a:pt x="1090" y="1"/>
                  </a:moveTo>
                  <a:cubicBezTo>
                    <a:pt x="1090" y="1"/>
                    <a:pt x="817" y="132"/>
                    <a:pt x="545" y="404"/>
                  </a:cubicBezTo>
                  <a:cubicBezTo>
                    <a:pt x="272" y="676"/>
                    <a:pt x="0" y="818"/>
                    <a:pt x="142" y="818"/>
                  </a:cubicBezTo>
                  <a:cubicBezTo>
                    <a:pt x="142" y="842"/>
                    <a:pt x="151" y="853"/>
                    <a:pt x="168" y="853"/>
                  </a:cubicBezTo>
                  <a:cubicBezTo>
                    <a:pt x="243" y="853"/>
                    <a:pt x="465" y="652"/>
                    <a:pt x="687" y="546"/>
                  </a:cubicBezTo>
                  <a:cubicBezTo>
                    <a:pt x="959" y="273"/>
                    <a:pt x="1090" y="1"/>
                    <a:pt x="10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023275" y="3789575"/>
              <a:ext cx="20475" cy="28250"/>
            </a:xfrm>
            <a:custGeom>
              <a:avLst/>
              <a:gdLst/>
              <a:ahLst/>
              <a:cxnLst/>
              <a:rect l="l" t="t" r="r" b="b"/>
              <a:pathLst>
                <a:path w="819" h="1130" extrusionOk="0">
                  <a:moveTo>
                    <a:pt x="27" y="1"/>
                  </a:moveTo>
                  <a:cubicBezTo>
                    <a:pt x="10" y="1"/>
                    <a:pt x="1" y="13"/>
                    <a:pt x="1" y="40"/>
                  </a:cubicBezTo>
                  <a:lnTo>
                    <a:pt x="273" y="585"/>
                  </a:lnTo>
                  <a:cubicBezTo>
                    <a:pt x="546" y="857"/>
                    <a:pt x="676" y="1130"/>
                    <a:pt x="818" y="1130"/>
                  </a:cubicBezTo>
                  <a:cubicBezTo>
                    <a:pt x="818" y="988"/>
                    <a:pt x="676" y="857"/>
                    <a:pt x="404" y="443"/>
                  </a:cubicBezTo>
                  <a:cubicBezTo>
                    <a:pt x="298" y="222"/>
                    <a:pt x="99" y="1"/>
                    <a:pt x="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186750" y="3943675"/>
              <a:ext cx="3300" cy="30825"/>
            </a:xfrm>
            <a:custGeom>
              <a:avLst/>
              <a:gdLst/>
              <a:ahLst/>
              <a:cxnLst/>
              <a:rect l="l" t="t" r="r" b="b"/>
              <a:pathLst>
                <a:path w="132" h="1233" extrusionOk="0">
                  <a:moveTo>
                    <a:pt x="1" y="1"/>
                  </a:moveTo>
                  <a:lnTo>
                    <a:pt x="1" y="546"/>
                  </a:lnTo>
                  <a:lnTo>
                    <a:pt x="1" y="1232"/>
                  </a:lnTo>
                  <a:cubicBezTo>
                    <a:pt x="132" y="1232"/>
                    <a:pt x="132" y="960"/>
                    <a:pt x="132" y="546"/>
                  </a:cubicBezTo>
                  <a:cubicBezTo>
                    <a:pt x="132" y="273"/>
                    <a:pt x="132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173125" y="3957300"/>
              <a:ext cx="30550" cy="3575"/>
            </a:xfrm>
            <a:custGeom>
              <a:avLst/>
              <a:gdLst/>
              <a:ahLst/>
              <a:cxnLst/>
              <a:rect l="l" t="t" r="r" b="b"/>
              <a:pathLst>
                <a:path w="1222" h="143" extrusionOk="0">
                  <a:moveTo>
                    <a:pt x="1" y="1"/>
                  </a:moveTo>
                  <a:cubicBezTo>
                    <a:pt x="1" y="142"/>
                    <a:pt x="273" y="142"/>
                    <a:pt x="546" y="142"/>
                  </a:cubicBezTo>
                  <a:cubicBezTo>
                    <a:pt x="949" y="142"/>
                    <a:pt x="1222" y="142"/>
                    <a:pt x="1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2176400" y="3947225"/>
              <a:ext cx="27275" cy="20450"/>
            </a:xfrm>
            <a:custGeom>
              <a:avLst/>
              <a:gdLst/>
              <a:ahLst/>
              <a:cxnLst/>
              <a:rect l="l" t="t" r="r" b="b"/>
              <a:pathLst>
                <a:path w="1091" h="818" extrusionOk="0">
                  <a:moveTo>
                    <a:pt x="1091" y="1"/>
                  </a:moveTo>
                  <a:cubicBezTo>
                    <a:pt x="960" y="1"/>
                    <a:pt x="818" y="131"/>
                    <a:pt x="546" y="404"/>
                  </a:cubicBezTo>
                  <a:cubicBezTo>
                    <a:pt x="818" y="273"/>
                    <a:pt x="1091" y="1"/>
                    <a:pt x="1091" y="1"/>
                  </a:cubicBezTo>
                  <a:close/>
                  <a:moveTo>
                    <a:pt x="546" y="404"/>
                  </a:moveTo>
                  <a:lnTo>
                    <a:pt x="546" y="404"/>
                  </a:lnTo>
                  <a:cubicBezTo>
                    <a:pt x="273" y="545"/>
                    <a:pt x="1" y="818"/>
                    <a:pt x="1" y="818"/>
                  </a:cubicBezTo>
                  <a:cubicBezTo>
                    <a:pt x="142" y="818"/>
                    <a:pt x="273" y="676"/>
                    <a:pt x="546" y="4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179950" y="3943675"/>
              <a:ext cx="20450" cy="28250"/>
            </a:xfrm>
            <a:custGeom>
              <a:avLst/>
              <a:gdLst/>
              <a:ahLst/>
              <a:cxnLst/>
              <a:rect l="l" t="t" r="r" b="b"/>
              <a:pathLst>
                <a:path w="818" h="1130" extrusionOk="0">
                  <a:moveTo>
                    <a:pt x="0" y="1"/>
                  </a:moveTo>
                  <a:cubicBezTo>
                    <a:pt x="0" y="143"/>
                    <a:pt x="131" y="415"/>
                    <a:pt x="273" y="687"/>
                  </a:cubicBezTo>
                  <a:cubicBezTo>
                    <a:pt x="494" y="908"/>
                    <a:pt x="622" y="1129"/>
                    <a:pt x="662" y="1129"/>
                  </a:cubicBezTo>
                  <a:cubicBezTo>
                    <a:pt x="672" y="1129"/>
                    <a:pt x="676" y="1117"/>
                    <a:pt x="676" y="1091"/>
                  </a:cubicBezTo>
                  <a:cubicBezTo>
                    <a:pt x="818" y="1091"/>
                    <a:pt x="676" y="818"/>
                    <a:pt x="404" y="546"/>
                  </a:cubicBezTo>
                  <a:cubicBezTo>
                    <a:pt x="131" y="273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89000" y="3695200"/>
              <a:ext cx="3575" cy="30525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72100" y="3708825"/>
              <a:ext cx="34075" cy="327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78925" y="3698450"/>
              <a:ext cx="27250" cy="21475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78925" y="3697625"/>
              <a:ext cx="20450" cy="28100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188700" y="2594975"/>
              <a:ext cx="6850" cy="34075"/>
            </a:xfrm>
            <a:custGeom>
              <a:avLst/>
              <a:gdLst/>
              <a:ahLst/>
              <a:cxnLst/>
              <a:rect l="l" t="t" r="r" b="b"/>
              <a:pathLst>
                <a:path w="274" h="1363" extrusionOk="0">
                  <a:moveTo>
                    <a:pt x="143" y="0"/>
                  </a:moveTo>
                  <a:cubicBezTo>
                    <a:pt x="143" y="0"/>
                    <a:pt x="1" y="273"/>
                    <a:pt x="1" y="687"/>
                  </a:cubicBezTo>
                  <a:cubicBezTo>
                    <a:pt x="1" y="1090"/>
                    <a:pt x="143" y="1362"/>
                    <a:pt x="143" y="1362"/>
                  </a:cubicBezTo>
                  <a:cubicBezTo>
                    <a:pt x="143" y="1362"/>
                    <a:pt x="273" y="1090"/>
                    <a:pt x="273" y="687"/>
                  </a:cubicBezTo>
                  <a:cubicBezTo>
                    <a:pt x="273" y="273"/>
                    <a:pt x="143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175100" y="2608600"/>
              <a:ext cx="34075" cy="3550"/>
            </a:xfrm>
            <a:custGeom>
              <a:avLst/>
              <a:gdLst/>
              <a:ahLst/>
              <a:cxnLst/>
              <a:rect l="l" t="t" r="r" b="b"/>
              <a:pathLst>
                <a:path w="1363" h="142" extrusionOk="0">
                  <a:moveTo>
                    <a:pt x="687" y="0"/>
                  </a:moveTo>
                  <a:cubicBezTo>
                    <a:pt x="272" y="0"/>
                    <a:pt x="0" y="142"/>
                    <a:pt x="0" y="142"/>
                  </a:cubicBezTo>
                  <a:lnTo>
                    <a:pt x="1362" y="142"/>
                  </a:lnTo>
                  <a:cubicBezTo>
                    <a:pt x="1362" y="142"/>
                    <a:pt x="109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181900" y="2598500"/>
              <a:ext cx="24000" cy="23725"/>
            </a:xfrm>
            <a:custGeom>
              <a:avLst/>
              <a:gdLst/>
              <a:ahLst/>
              <a:cxnLst/>
              <a:rect l="l" t="t" r="r" b="b"/>
              <a:pathLst>
                <a:path w="960" h="949" extrusionOk="0">
                  <a:moveTo>
                    <a:pt x="960" y="1"/>
                  </a:moveTo>
                  <a:cubicBezTo>
                    <a:pt x="960" y="1"/>
                    <a:pt x="687" y="132"/>
                    <a:pt x="415" y="404"/>
                  </a:cubicBezTo>
                  <a:cubicBezTo>
                    <a:pt x="142" y="676"/>
                    <a:pt x="0" y="818"/>
                    <a:pt x="0" y="949"/>
                  </a:cubicBezTo>
                  <a:cubicBezTo>
                    <a:pt x="0" y="949"/>
                    <a:pt x="273" y="818"/>
                    <a:pt x="545" y="546"/>
                  </a:cubicBezTo>
                  <a:cubicBezTo>
                    <a:pt x="818" y="273"/>
                    <a:pt x="960" y="132"/>
                    <a:pt x="9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181900" y="2598500"/>
              <a:ext cx="20450" cy="27275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1"/>
                  </a:moveTo>
                  <a:cubicBezTo>
                    <a:pt x="0" y="1"/>
                    <a:pt x="142" y="273"/>
                    <a:pt x="415" y="546"/>
                  </a:cubicBezTo>
                  <a:cubicBezTo>
                    <a:pt x="545" y="818"/>
                    <a:pt x="818" y="1091"/>
                    <a:pt x="818" y="1091"/>
                  </a:cubicBezTo>
                  <a:lnTo>
                    <a:pt x="545" y="546"/>
                  </a:lnTo>
                  <a:cubicBezTo>
                    <a:pt x="273" y="132"/>
                    <a:pt x="142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93625" y="2629025"/>
              <a:ext cx="3575" cy="30800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80000" y="2642650"/>
              <a:ext cx="34100" cy="357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783550" y="2632575"/>
              <a:ext cx="27275" cy="21325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86825" y="2631600"/>
              <a:ext cx="20450" cy="28225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997975" y="2870975"/>
              <a:ext cx="3575" cy="34075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4350" y="2884600"/>
              <a:ext cx="34100" cy="3300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7900" y="2874250"/>
              <a:ext cx="27275" cy="24000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91175" y="2874250"/>
              <a:ext cx="20450" cy="27275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188700" y="3436350"/>
              <a:ext cx="3575" cy="30550"/>
            </a:xfrm>
            <a:custGeom>
              <a:avLst/>
              <a:gdLst/>
              <a:ahLst/>
              <a:cxnLst/>
              <a:rect l="l" t="t" r="r" b="b"/>
              <a:pathLst>
                <a:path w="143" h="1222" extrusionOk="0">
                  <a:moveTo>
                    <a:pt x="1" y="0"/>
                  </a:moveTo>
                  <a:lnTo>
                    <a:pt x="1" y="676"/>
                  </a:lnTo>
                  <a:lnTo>
                    <a:pt x="1" y="1221"/>
                  </a:lnTo>
                  <a:cubicBezTo>
                    <a:pt x="143" y="1221"/>
                    <a:pt x="143" y="949"/>
                    <a:pt x="143" y="676"/>
                  </a:cubicBezTo>
                  <a:cubicBezTo>
                    <a:pt x="143" y="273"/>
                    <a:pt x="14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175100" y="3449975"/>
              <a:ext cx="30800" cy="3300"/>
            </a:xfrm>
            <a:custGeom>
              <a:avLst/>
              <a:gdLst/>
              <a:ahLst/>
              <a:cxnLst/>
              <a:rect l="l" t="t" r="r" b="b"/>
              <a:pathLst>
                <a:path w="1232" h="132" extrusionOk="0">
                  <a:moveTo>
                    <a:pt x="545" y="0"/>
                  </a:moveTo>
                  <a:cubicBezTo>
                    <a:pt x="272" y="0"/>
                    <a:pt x="0" y="0"/>
                    <a:pt x="0" y="131"/>
                  </a:cubicBezTo>
                  <a:lnTo>
                    <a:pt x="1232" y="131"/>
                  </a:lnTo>
                  <a:cubicBezTo>
                    <a:pt x="1232" y="0"/>
                    <a:pt x="959" y="0"/>
                    <a:pt x="5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178625" y="3439625"/>
              <a:ext cx="27275" cy="20450"/>
            </a:xfrm>
            <a:custGeom>
              <a:avLst/>
              <a:gdLst/>
              <a:ahLst/>
              <a:cxnLst/>
              <a:rect l="l" t="t" r="r" b="b"/>
              <a:pathLst>
                <a:path w="1091" h="818" extrusionOk="0">
                  <a:moveTo>
                    <a:pt x="1091" y="0"/>
                  </a:moveTo>
                  <a:cubicBezTo>
                    <a:pt x="949" y="0"/>
                    <a:pt x="818" y="142"/>
                    <a:pt x="546" y="414"/>
                  </a:cubicBezTo>
                  <a:cubicBezTo>
                    <a:pt x="818" y="273"/>
                    <a:pt x="1091" y="0"/>
                    <a:pt x="1091" y="0"/>
                  </a:cubicBezTo>
                  <a:close/>
                  <a:moveTo>
                    <a:pt x="546" y="414"/>
                  </a:moveTo>
                  <a:lnTo>
                    <a:pt x="546" y="414"/>
                  </a:lnTo>
                  <a:cubicBezTo>
                    <a:pt x="273" y="545"/>
                    <a:pt x="1" y="818"/>
                    <a:pt x="1" y="818"/>
                  </a:cubicBezTo>
                  <a:cubicBezTo>
                    <a:pt x="131" y="818"/>
                    <a:pt x="273" y="687"/>
                    <a:pt x="546" y="4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181900" y="3438775"/>
              <a:ext cx="20450" cy="25700"/>
            </a:xfrm>
            <a:custGeom>
              <a:avLst/>
              <a:gdLst/>
              <a:ahLst/>
              <a:cxnLst/>
              <a:rect l="l" t="t" r="r" b="b"/>
              <a:pathLst>
                <a:path w="818" h="1028" extrusionOk="0">
                  <a:moveTo>
                    <a:pt x="24" y="0"/>
                  </a:moveTo>
                  <a:cubicBezTo>
                    <a:pt x="9" y="0"/>
                    <a:pt x="0" y="11"/>
                    <a:pt x="0" y="34"/>
                  </a:cubicBezTo>
                  <a:lnTo>
                    <a:pt x="273" y="579"/>
                  </a:lnTo>
                  <a:cubicBezTo>
                    <a:pt x="497" y="803"/>
                    <a:pt x="633" y="1027"/>
                    <a:pt x="674" y="1027"/>
                  </a:cubicBezTo>
                  <a:cubicBezTo>
                    <a:pt x="683" y="1027"/>
                    <a:pt x="687" y="1017"/>
                    <a:pt x="687" y="993"/>
                  </a:cubicBezTo>
                  <a:cubicBezTo>
                    <a:pt x="818" y="993"/>
                    <a:pt x="687" y="721"/>
                    <a:pt x="415" y="448"/>
                  </a:cubicBezTo>
                  <a:cubicBezTo>
                    <a:pt x="298" y="224"/>
                    <a:pt x="93" y="0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822200" y="2612125"/>
              <a:ext cx="3575" cy="34100"/>
            </a:xfrm>
            <a:custGeom>
              <a:avLst/>
              <a:gdLst/>
              <a:ahLst/>
              <a:cxnLst/>
              <a:rect l="l" t="t" r="r" b="b"/>
              <a:pathLst>
                <a:path w="143" h="1364" extrusionOk="0">
                  <a:moveTo>
                    <a:pt x="0" y="1"/>
                  </a:moveTo>
                  <a:lnTo>
                    <a:pt x="0" y="676"/>
                  </a:lnTo>
                  <a:lnTo>
                    <a:pt x="0" y="1363"/>
                  </a:lnTo>
                  <a:cubicBezTo>
                    <a:pt x="0" y="1363"/>
                    <a:pt x="142" y="1091"/>
                    <a:pt x="142" y="676"/>
                  </a:cubicBezTo>
                  <a:cubicBezTo>
                    <a:pt x="142" y="40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1805300" y="2629025"/>
              <a:ext cx="34100" cy="357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1" y="0"/>
                  </a:moveTo>
                  <a:cubicBezTo>
                    <a:pt x="1" y="142"/>
                    <a:pt x="273" y="142"/>
                    <a:pt x="676" y="142"/>
                  </a:cubicBezTo>
                  <a:cubicBezTo>
                    <a:pt x="1091" y="142"/>
                    <a:pt x="1363" y="142"/>
                    <a:pt x="1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812125" y="2617950"/>
              <a:ext cx="27275" cy="21450"/>
            </a:xfrm>
            <a:custGeom>
              <a:avLst/>
              <a:gdLst/>
              <a:ahLst/>
              <a:cxnLst/>
              <a:rect l="l" t="t" r="r" b="b"/>
              <a:pathLst>
                <a:path w="1091" h="858" extrusionOk="0">
                  <a:moveTo>
                    <a:pt x="919" y="0"/>
                  </a:moveTo>
                  <a:cubicBezTo>
                    <a:pt x="841" y="0"/>
                    <a:pt x="622" y="199"/>
                    <a:pt x="403" y="313"/>
                  </a:cubicBezTo>
                  <a:cubicBezTo>
                    <a:pt x="131" y="585"/>
                    <a:pt x="0" y="858"/>
                    <a:pt x="0" y="858"/>
                  </a:cubicBezTo>
                  <a:cubicBezTo>
                    <a:pt x="0" y="858"/>
                    <a:pt x="273" y="716"/>
                    <a:pt x="545" y="443"/>
                  </a:cubicBezTo>
                  <a:cubicBezTo>
                    <a:pt x="818" y="313"/>
                    <a:pt x="1090" y="40"/>
                    <a:pt x="948" y="40"/>
                  </a:cubicBezTo>
                  <a:cubicBezTo>
                    <a:pt x="948" y="12"/>
                    <a:pt x="938" y="0"/>
                    <a:pt x="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812125" y="2615400"/>
              <a:ext cx="20450" cy="27275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131" y="0"/>
                  </a:moveTo>
                  <a:lnTo>
                    <a:pt x="131" y="0"/>
                  </a:lnTo>
                  <a:cubicBezTo>
                    <a:pt x="0" y="142"/>
                    <a:pt x="131" y="273"/>
                    <a:pt x="403" y="687"/>
                  </a:cubicBezTo>
                  <a:cubicBezTo>
                    <a:pt x="545" y="960"/>
                    <a:pt x="818" y="1090"/>
                    <a:pt x="818" y="1090"/>
                  </a:cubicBezTo>
                  <a:lnTo>
                    <a:pt x="545" y="545"/>
                  </a:lnTo>
                  <a:cubicBezTo>
                    <a:pt x="273" y="273"/>
                    <a:pt x="131" y="1"/>
                    <a:pt x="1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835825" y="3453250"/>
              <a:ext cx="3575" cy="30800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42" y="0"/>
                    <a:pt x="0" y="273"/>
                    <a:pt x="0" y="545"/>
                  </a:cubicBezTo>
                  <a:cubicBezTo>
                    <a:pt x="0" y="959"/>
                    <a:pt x="142" y="1232"/>
                    <a:pt x="142" y="1232"/>
                  </a:cubicBezTo>
                  <a:lnTo>
                    <a:pt x="142" y="545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822200" y="3466875"/>
              <a:ext cx="34075" cy="3550"/>
            </a:xfrm>
            <a:custGeom>
              <a:avLst/>
              <a:gdLst/>
              <a:ahLst/>
              <a:cxnLst/>
              <a:rect l="l" t="t" r="r" b="b"/>
              <a:pathLst>
                <a:path w="1363" h="142" extrusionOk="0">
                  <a:moveTo>
                    <a:pt x="0" y="0"/>
                  </a:moveTo>
                  <a:cubicBezTo>
                    <a:pt x="0" y="142"/>
                    <a:pt x="273" y="142"/>
                    <a:pt x="687" y="142"/>
                  </a:cubicBezTo>
                  <a:cubicBezTo>
                    <a:pt x="1090" y="142"/>
                    <a:pt x="1363" y="142"/>
                    <a:pt x="1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829000" y="3455800"/>
              <a:ext cx="24000" cy="21450"/>
            </a:xfrm>
            <a:custGeom>
              <a:avLst/>
              <a:gdLst/>
              <a:ahLst/>
              <a:cxnLst/>
              <a:rect l="l" t="t" r="r" b="b"/>
              <a:pathLst>
                <a:path w="960" h="858" extrusionOk="0">
                  <a:moveTo>
                    <a:pt x="931" y="0"/>
                  </a:moveTo>
                  <a:cubicBezTo>
                    <a:pt x="853" y="0"/>
                    <a:pt x="634" y="198"/>
                    <a:pt x="415" y="312"/>
                  </a:cubicBezTo>
                  <a:cubicBezTo>
                    <a:pt x="143" y="585"/>
                    <a:pt x="1" y="857"/>
                    <a:pt x="1" y="857"/>
                  </a:cubicBezTo>
                  <a:cubicBezTo>
                    <a:pt x="1" y="857"/>
                    <a:pt x="273" y="715"/>
                    <a:pt x="546" y="443"/>
                  </a:cubicBezTo>
                  <a:cubicBezTo>
                    <a:pt x="818" y="312"/>
                    <a:pt x="960" y="40"/>
                    <a:pt x="960" y="40"/>
                  </a:cubicBezTo>
                  <a:cubicBezTo>
                    <a:pt x="960" y="12"/>
                    <a:pt x="949" y="0"/>
                    <a:pt x="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829000" y="3453250"/>
              <a:ext cx="20475" cy="27250"/>
            </a:xfrm>
            <a:custGeom>
              <a:avLst/>
              <a:gdLst/>
              <a:ahLst/>
              <a:cxnLst/>
              <a:rect l="l" t="t" r="r" b="b"/>
              <a:pathLst>
                <a:path w="819" h="1090" extrusionOk="0">
                  <a:moveTo>
                    <a:pt x="1" y="0"/>
                  </a:moveTo>
                  <a:cubicBezTo>
                    <a:pt x="1" y="142"/>
                    <a:pt x="143" y="273"/>
                    <a:pt x="415" y="687"/>
                  </a:cubicBezTo>
                  <a:cubicBezTo>
                    <a:pt x="546" y="959"/>
                    <a:pt x="818" y="1090"/>
                    <a:pt x="818" y="1090"/>
                  </a:cubicBezTo>
                  <a:lnTo>
                    <a:pt x="546" y="545"/>
                  </a:lnTo>
                  <a:cubicBezTo>
                    <a:pt x="273" y="273"/>
                    <a:pt x="14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318125" y="2087625"/>
              <a:ext cx="3575" cy="34075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" y="1"/>
                  </a:moveTo>
                  <a:lnTo>
                    <a:pt x="1" y="676"/>
                  </a:lnTo>
                  <a:lnTo>
                    <a:pt x="1" y="1363"/>
                  </a:lnTo>
                  <a:cubicBezTo>
                    <a:pt x="1" y="1363"/>
                    <a:pt x="143" y="1090"/>
                    <a:pt x="143" y="676"/>
                  </a:cubicBezTo>
                  <a:cubicBezTo>
                    <a:pt x="143" y="27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01250" y="2104525"/>
              <a:ext cx="34075" cy="3575"/>
            </a:xfrm>
            <a:custGeom>
              <a:avLst/>
              <a:gdLst/>
              <a:ahLst/>
              <a:cxnLst/>
              <a:rect l="l" t="t" r="r" b="b"/>
              <a:pathLst>
                <a:path w="1363" h="143" extrusionOk="0">
                  <a:moveTo>
                    <a:pt x="0" y="0"/>
                  </a:moveTo>
                  <a:cubicBezTo>
                    <a:pt x="0" y="0"/>
                    <a:pt x="273" y="142"/>
                    <a:pt x="676" y="142"/>
                  </a:cubicBezTo>
                  <a:cubicBezTo>
                    <a:pt x="1090" y="142"/>
                    <a:pt x="1362" y="0"/>
                    <a:pt x="1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308050" y="2090900"/>
              <a:ext cx="27275" cy="24000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949" y="0"/>
                  </a:moveTo>
                  <a:cubicBezTo>
                    <a:pt x="949" y="0"/>
                    <a:pt x="676" y="142"/>
                    <a:pt x="404" y="415"/>
                  </a:cubicBezTo>
                  <a:cubicBezTo>
                    <a:pt x="131" y="687"/>
                    <a:pt x="1" y="959"/>
                    <a:pt x="1" y="959"/>
                  </a:cubicBezTo>
                  <a:cubicBezTo>
                    <a:pt x="1" y="959"/>
                    <a:pt x="273" y="818"/>
                    <a:pt x="546" y="545"/>
                  </a:cubicBezTo>
                  <a:cubicBezTo>
                    <a:pt x="818" y="273"/>
                    <a:pt x="1090" y="142"/>
                    <a:pt x="9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1308050" y="2090900"/>
              <a:ext cx="20450" cy="27275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131" y="0"/>
                  </a:moveTo>
                  <a:cubicBezTo>
                    <a:pt x="1" y="0"/>
                    <a:pt x="131" y="273"/>
                    <a:pt x="404" y="545"/>
                  </a:cubicBezTo>
                  <a:cubicBezTo>
                    <a:pt x="546" y="959"/>
                    <a:pt x="818" y="1090"/>
                    <a:pt x="818" y="1090"/>
                  </a:cubicBezTo>
                  <a:lnTo>
                    <a:pt x="546" y="545"/>
                  </a:lnTo>
                  <a:cubicBezTo>
                    <a:pt x="273" y="273"/>
                    <a:pt x="131" y="0"/>
                    <a:pt x="1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66;p2"/>
          <p:cNvGrpSpPr/>
          <p:nvPr/>
        </p:nvGrpSpPr>
        <p:grpSpPr>
          <a:xfrm rot="5400000">
            <a:off x="6601649" y="-54468"/>
            <a:ext cx="2212648" cy="2641814"/>
            <a:chOff x="780000" y="2087625"/>
            <a:chExt cx="1580350" cy="1886875"/>
          </a:xfrm>
        </p:grpSpPr>
        <p:sp>
          <p:nvSpPr>
            <p:cNvPr id="67" name="Google Shape;67;p2"/>
            <p:cNvSpPr/>
            <p:nvPr/>
          </p:nvSpPr>
          <p:spPr>
            <a:xfrm>
              <a:off x="2343425" y="3858675"/>
              <a:ext cx="3300" cy="30550"/>
            </a:xfrm>
            <a:custGeom>
              <a:avLst/>
              <a:gdLst/>
              <a:ahLst/>
              <a:cxnLst/>
              <a:rect l="l" t="t" r="r" b="b"/>
              <a:pathLst>
                <a:path w="132" h="1222" extrusionOk="0">
                  <a:moveTo>
                    <a:pt x="1" y="0"/>
                  </a:moveTo>
                  <a:lnTo>
                    <a:pt x="1" y="545"/>
                  </a:lnTo>
                  <a:lnTo>
                    <a:pt x="1" y="1221"/>
                  </a:lnTo>
                  <a:cubicBezTo>
                    <a:pt x="131" y="1221"/>
                    <a:pt x="131" y="949"/>
                    <a:pt x="131" y="545"/>
                  </a:cubicBezTo>
                  <a:cubicBezTo>
                    <a:pt x="131" y="273"/>
                    <a:pt x="131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329800" y="3872300"/>
              <a:ext cx="30550" cy="3300"/>
            </a:xfrm>
            <a:custGeom>
              <a:avLst/>
              <a:gdLst/>
              <a:ahLst/>
              <a:cxnLst/>
              <a:rect l="l" t="t" r="r" b="b"/>
              <a:pathLst>
                <a:path w="1222" h="132" extrusionOk="0">
                  <a:moveTo>
                    <a:pt x="1" y="0"/>
                  </a:moveTo>
                  <a:cubicBezTo>
                    <a:pt x="1" y="131"/>
                    <a:pt x="273" y="131"/>
                    <a:pt x="546" y="131"/>
                  </a:cubicBezTo>
                  <a:cubicBezTo>
                    <a:pt x="949" y="131"/>
                    <a:pt x="1221" y="131"/>
                    <a:pt x="12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333075" y="3861950"/>
              <a:ext cx="27275" cy="20450"/>
            </a:xfrm>
            <a:custGeom>
              <a:avLst/>
              <a:gdLst/>
              <a:ahLst/>
              <a:cxnLst/>
              <a:rect l="l" t="t" r="r" b="b"/>
              <a:pathLst>
                <a:path w="1091" h="818" extrusionOk="0">
                  <a:moveTo>
                    <a:pt x="1090" y="0"/>
                  </a:moveTo>
                  <a:cubicBezTo>
                    <a:pt x="960" y="0"/>
                    <a:pt x="818" y="142"/>
                    <a:pt x="545" y="414"/>
                  </a:cubicBezTo>
                  <a:cubicBezTo>
                    <a:pt x="818" y="273"/>
                    <a:pt x="1090" y="0"/>
                    <a:pt x="1090" y="0"/>
                  </a:cubicBezTo>
                  <a:close/>
                  <a:moveTo>
                    <a:pt x="545" y="414"/>
                  </a:moveTo>
                  <a:cubicBezTo>
                    <a:pt x="273" y="545"/>
                    <a:pt x="1" y="818"/>
                    <a:pt x="1" y="818"/>
                  </a:cubicBezTo>
                  <a:cubicBezTo>
                    <a:pt x="142" y="818"/>
                    <a:pt x="273" y="687"/>
                    <a:pt x="545" y="4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336625" y="3858675"/>
              <a:ext cx="20450" cy="28125"/>
            </a:xfrm>
            <a:custGeom>
              <a:avLst/>
              <a:gdLst/>
              <a:ahLst/>
              <a:cxnLst/>
              <a:rect l="l" t="t" r="r" b="b"/>
              <a:pathLst>
                <a:path w="818" h="1125" extrusionOk="0">
                  <a:moveTo>
                    <a:pt x="0" y="0"/>
                  </a:moveTo>
                  <a:cubicBezTo>
                    <a:pt x="0" y="131"/>
                    <a:pt x="131" y="404"/>
                    <a:pt x="273" y="676"/>
                  </a:cubicBezTo>
                  <a:cubicBezTo>
                    <a:pt x="497" y="900"/>
                    <a:pt x="625" y="1124"/>
                    <a:pt x="663" y="1124"/>
                  </a:cubicBezTo>
                  <a:cubicBezTo>
                    <a:pt x="672" y="1124"/>
                    <a:pt x="676" y="1114"/>
                    <a:pt x="676" y="1090"/>
                  </a:cubicBezTo>
                  <a:cubicBezTo>
                    <a:pt x="818" y="1090"/>
                    <a:pt x="676" y="818"/>
                    <a:pt x="403" y="545"/>
                  </a:cubicBezTo>
                  <a:cubicBezTo>
                    <a:pt x="273" y="27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030100" y="3787025"/>
              <a:ext cx="3275" cy="30800"/>
            </a:xfrm>
            <a:custGeom>
              <a:avLst/>
              <a:gdLst/>
              <a:ahLst/>
              <a:cxnLst/>
              <a:rect l="l" t="t" r="r" b="b"/>
              <a:pathLst>
                <a:path w="131" h="1232" extrusionOk="0">
                  <a:moveTo>
                    <a:pt x="131" y="0"/>
                  </a:moveTo>
                  <a:cubicBezTo>
                    <a:pt x="0" y="0"/>
                    <a:pt x="0" y="273"/>
                    <a:pt x="0" y="687"/>
                  </a:cubicBezTo>
                  <a:cubicBezTo>
                    <a:pt x="0" y="959"/>
                    <a:pt x="0" y="1232"/>
                    <a:pt x="131" y="1232"/>
                  </a:cubicBezTo>
                  <a:lnTo>
                    <a:pt x="131" y="687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016475" y="3800625"/>
              <a:ext cx="30525" cy="3575"/>
            </a:xfrm>
            <a:custGeom>
              <a:avLst/>
              <a:gdLst/>
              <a:ahLst/>
              <a:cxnLst/>
              <a:rect l="l" t="t" r="r" b="b"/>
              <a:pathLst>
                <a:path w="1221" h="143" extrusionOk="0">
                  <a:moveTo>
                    <a:pt x="676" y="1"/>
                  </a:moveTo>
                  <a:cubicBezTo>
                    <a:pt x="273" y="1"/>
                    <a:pt x="0" y="1"/>
                    <a:pt x="0" y="143"/>
                  </a:cubicBezTo>
                  <a:lnTo>
                    <a:pt x="1221" y="143"/>
                  </a:lnTo>
                  <a:cubicBezTo>
                    <a:pt x="1221" y="1"/>
                    <a:pt x="948" y="1"/>
                    <a:pt x="6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019750" y="3790550"/>
              <a:ext cx="27250" cy="21325"/>
            </a:xfrm>
            <a:custGeom>
              <a:avLst/>
              <a:gdLst/>
              <a:ahLst/>
              <a:cxnLst/>
              <a:rect l="l" t="t" r="r" b="b"/>
              <a:pathLst>
                <a:path w="1090" h="853" extrusionOk="0">
                  <a:moveTo>
                    <a:pt x="1090" y="1"/>
                  </a:moveTo>
                  <a:cubicBezTo>
                    <a:pt x="1090" y="1"/>
                    <a:pt x="817" y="132"/>
                    <a:pt x="545" y="404"/>
                  </a:cubicBezTo>
                  <a:cubicBezTo>
                    <a:pt x="272" y="676"/>
                    <a:pt x="0" y="818"/>
                    <a:pt x="142" y="818"/>
                  </a:cubicBezTo>
                  <a:cubicBezTo>
                    <a:pt x="142" y="842"/>
                    <a:pt x="151" y="853"/>
                    <a:pt x="168" y="853"/>
                  </a:cubicBezTo>
                  <a:cubicBezTo>
                    <a:pt x="243" y="853"/>
                    <a:pt x="465" y="652"/>
                    <a:pt x="687" y="546"/>
                  </a:cubicBezTo>
                  <a:cubicBezTo>
                    <a:pt x="959" y="273"/>
                    <a:pt x="1090" y="1"/>
                    <a:pt x="10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023275" y="3789575"/>
              <a:ext cx="20475" cy="28250"/>
            </a:xfrm>
            <a:custGeom>
              <a:avLst/>
              <a:gdLst/>
              <a:ahLst/>
              <a:cxnLst/>
              <a:rect l="l" t="t" r="r" b="b"/>
              <a:pathLst>
                <a:path w="819" h="1130" extrusionOk="0">
                  <a:moveTo>
                    <a:pt x="27" y="1"/>
                  </a:moveTo>
                  <a:cubicBezTo>
                    <a:pt x="10" y="1"/>
                    <a:pt x="1" y="13"/>
                    <a:pt x="1" y="40"/>
                  </a:cubicBezTo>
                  <a:lnTo>
                    <a:pt x="273" y="585"/>
                  </a:lnTo>
                  <a:cubicBezTo>
                    <a:pt x="546" y="857"/>
                    <a:pt x="676" y="1130"/>
                    <a:pt x="818" y="1130"/>
                  </a:cubicBezTo>
                  <a:cubicBezTo>
                    <a:pt x="818" y="988"/>
                    <a:pt x="676" y="857"/>
                    <a:pt x="404" y="443"/>
                  </a:cubicBezTo>
                  <a:cubicBezTo>
                    <a:pt x="298" y="222"/>
                    <a:pt x="99" y="1"/>
                    <a:pt x="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2186750" y="3943675"/>
              <a:ext cx="3300" cy="30825"/>
            </a:xfrm>
            <a:custGeom>
              <a:avLst/>
              <a:gdLst/>
              <a:ahLst/>
              <a:cxnLst/>
              <a:rect l="l" t="t" r="r" b="b"/>
              <a:pathLst>
                <a:path w="132" h="1233" extrusionOk="0">
                  <a:moveTo>
                    <a:pt x="1" y="1"/>
                  </a:moveTo>
                  <a:lnTo>
                    <a:pt x="1" y="546"/>
                  </a:lnTo>
                  <a:lnTo>
                    <a:pt x="1" y="1232"/>
                  </a:lnTo>
                  <a:cubicBezTo>
                    <a:pt x="132" y="1232"/>
                    <a:pt x="132" y="960"/>
                    <a:pt x="132" y="546"/>
                  </a:cubicBezTo>
                  <a:cubicBezTo>
                    <a:pt x="132" y="273"/>
                    <a:pt x="132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173125" y="3957300"/>
              <a:ext cx="30550" cy="3575"/>
            </a:xfrm>
            <a:custGeom>
              <a:avLst/>
              <a:gdLst/>
              <a:ahLst/>
              <a:cxnLst/>
              <a:rect l="l" t="t" r="r" b="b"/>
              <a:pathLst>
                <a:path w="1222" h="143" extrusionOk="0">
                  <a:moveTo>
                    <a:pt x="1" y="1"/>
                  </a:moveTo>
                  <a:cubicBezTo>
                    <a:pt x="1" y="142"/>
                    <a:pt x="273" y="142"/>
                    <a:pt x="546" y="142"/>
                  </a:cubicBezTo>
                  <a:cubicBezTo>
                    <a:pt x="949" y="142"/>
                    <a:pt x="1222" y="142"/>
                    <a:pt x="1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176400" y="3947225"/>
              <a:ext cx="27275" cy="20450"/>
            </a:xfrm>
            <a:custGeom>
              <a:avLst/>
              <a:gdLst/>
              <a:ahLst/>
              <a:cxnLst/>
              <a:rect l="l" t="t" r="r" b="b"/>
              <a:pathLst>
                <a:path w="1091" h="818" extrusionOk="0">
                  <a:moveTo>
                    <a:pt x="1091" y="1"/>
                  </a:moveTo>
                  <a:cubicBezTo>
                    <a:pt x="960" y="1"/>
                    <a:pt x="818" y="131"/>
                    <a:pt x="546" y="404"/>
                  </a:cubicBezTo>
                  <a:cubicBezTo>
                    <a:pt x="818" y="273"/>
                    <a:pt x="1091" y="1"/>
                    <a:pt x="1091" y="1"/>
                  </a:cubicBezTo>
                  <a:close/>
                  <a:moveTo>
                    <a:pt x="546" y="404"/>
                  </a:moveTo>
                  <a:lnTo>
                    <a:pt x="546" y="404"/>
                  </a:lnTo>
                  <a:cubicBezTo>
                    <a:pt x="273" y="545"/>
                    <a:pt x="1" y="818"/>
                    <a:pt x="1" y="818"/>
                  </a:cubicBezTo>
                  <a:cubicBezTo>
                    <a:pt x="142" y="818"/>
                    <a:pt x="273" y="676"/>
                    <a:pt x="546" y="40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179950" y="3943675"/>
              <a:ext cx="20450" cy="28250"/>
            </a:xfrm>
            <a:custGeom>
              <a:avLst/>
              <a:gdLst/>
              <a:ahLst/>
              <a:cxnLst/>
              <a:rect l="l" t="t" r="r" b="b"/>
              <a:pathLst>
                <a:path w="818" h="1130" extrusionOk="0">
                  <a:moveTo>
                    <a:pt x="0" y="1"/>
                  </a:moveTo>
                  <a:cubicBezTo>
                    <a:pt x="0" y="143"/>
                    <a:pt x="131" y="415"/>
                    <a:pt x="273" y="687"/>
                  </a:cubicBezTo>
                  <a:cubicBezTo>
                    <a:pt x="494" y="908"/>
                    <a:pt x="622" y="1129"/>
                    <a:pt x="662" y="1129"/>
                  </a:cubicBezTo>
                  <a:cubicBezTo>
                    <a:pt x="672" y="1129"/>
                    <a:pt x="676" y="1117"/>
                    <a:pt x="676" y="1091"/>
                  </a:cubicBezTo>
                  <a:cubicBezTo>
                    <a:pt x="818" y="1091"/>
                    <a:pt x="676" y="818"/>
                    <a:pt x="404" y="546"/>
                  </a:cubicBezTo>
                  <a:cubicBezTo>
                    <a:pt x="131" y="273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889000" y="3695200"/>
              <a:ext cx="3575" cy="30525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872100" y="3708825"/>
              <a:ext cx="34075" cy="327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78925" y="3698450"/>
              <a:ext cx="27250" cy="21475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878925" y="3697625"/>
              <a:ext cx="20450" cy="28100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88700" y="2594975"/>
              <a:ext cx="6850" cy="34075"/>
            </a:xfrm>
            <a:custGeom>
              <a:avLst/>
              <a:gdLst/>
              <a:ahLst/>
              <a:cxnLst/>
              <a:rect l="l" t="t" r="r" b="b"/>
              <a:pathLst>
                <a:path w="274" h="1363" extrusionOk="0">
                  <a:moveTo>
                    <a:pt x="143" y="0"/>
                  </a:moveTo>
                  <a:cubicBezTo>
                    <a:pt x="143" y="0"/>
                    <a:pt x="1" y="273"/>
                    <a:pt x="1" y="687"/>
                  </a:cubicBezTo>
                  <a:cubicBezTo>
                    <a:pt x="1" y="1090"/>
                    <a:pt x="143" y="1362"/>
                    <a:pt x="143" y="1362"/>
                  </a:cubicBezTo>
                  <a:cubicBezTo>
                    <a:pt x="143" y="1362"/>
                    <a:pt x="273" y="1090"/>
                    <a:pt x="273" y="687"/>
                  </a:cubicBezTo>
                  <a:cubicBezTo>
                    <a:pt x="273" y="273"/>
                    <a:pt x="143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75100" y="2608600"/>
              <a:ext cx="34075" cy="3550"/>
            </a:xfrm>
            <a:custGeom>
              <a:avLst/>
              <a:gdLst/>
              <a:ahLst/>
              <a:cxnLst/>
              <a:rect l="l" t="t" r="r" b="b"/>
              <a:pathLst>
                <a:path w="1363" h="142" extrusionOk="0">
                  <a:moveTo>
                    <a:pt x="687" y="0"/>
                  </a:moveTo>
                  <a:cubicBezTo>
                    <a:pt x="272" y="0"/>
                    <a:pt x="0" y="142"/>
                    <a:pt x="0" y="142"/>
                  </a:cubicBezTo>
                  <a:lnTo>
                    <a:pt x="1362" y="142"/>
                  </a:lnTo>
                  <a:cubicBezTo>
                    <a:pt x="1362" y="142"/>
                    <a:pt x="109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81900" y="2598500"/>
              <a:ext cx="24000" cy="23725"/>
            </a:xfrm>
            <a:custGeom>
              <a:avLst/>
              <a:gdLst/>
              <a:ahLst/>
              <a:cxnLst/>
              <a:rect l="l" t="t" r="r" b="b"/>
              <a:pathLst>
                <a:path w="960" h="949" extrusionOk="0">
                  <a:moveTo>
                    <a:pt x="960" y="1"/>
                  </a:moveTo>
                  <a:cubicBezTo>
                    <a:pt x="960" y="1"/>
                    <a:pt x="687" y="132"/>
                    <a:pt x="415" y="404"/>
                  </a:cubicBezTo>
                  <a:cubicBezTo>
                    <a:pt x="142" y="676"/>
                    <a:pt x="0" y="818"/>
                    <a:pt x="0" y="949"/>
                  </a:cubicBezTo>
                  <a:cubicBezTo>
                    <a:pt x="0" y="949"/>
                    <a:pt x="273" y="818"/>
                    <a:pt x="545" y="546"/>
                  </a:cubicBezTo>
                  <a:cubicBezTo>
                    <a:pt x="818" y="273"/>
                    <a:pt x="960" y="132"/>
                    <a:pt x="9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81900" y="2598500"/>
              <a:ext cx="20450" cy="27275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1"/>
                  </a:moveTo>
                  <a:cubicBezTo>
                    <a:pt x="0" y="1"/>
                    <a:pt x="142" y="273"/>
                    <a:pt x="415" y="546"/>
                  </a:cubicBezTo>
                  <a:cubicBezTo>
                    <a:pt x="545" y="818"/>
                    <a:pt x="818" y="1091"/>
                    <a:pt x="818" y="1091"/>
                  </a:cubicBezTo>
                  <a:lnTo>
                    <a:pt x="545" y="546"/>
                  </a:lnTo>
                  <a:cubicBezTo>
                    <a:pt x="273" y="132"/>
                    <a:pt x="142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793625" y="2629025"/>
              <a:ext cx="3575" cy="30800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780000" y="2642650"/>
              <a:ext cx="34100" cy="357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783550" y="2632575"/>
              <a:ext cx="27275" cy="21325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786825" y="2631600"/>
              <a:ext cx="20450" cy="28225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997975" y="2870975"/>
              <a:ext cx="3575" cy="34075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984350" y="2884600"/>
              <a:ext cx="34100" cy="3300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987900" y="2874250"/>
              <a:ext cx="27275" cy="24000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91175" y="2874250"/>
              <a:ext cx="20450" cy="27275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188700" y="3436350"/>
              <a:ext cx="3575" cy="30550"/>
            </a:xfrm>
            <a:custGeom>
              <a:avLst/>
              <a:gdLst/>
              <a:ahLst/>
              <a:cxnLst/>
              <a:rect l="l" t="t" r="r" b="b"/>
              <a:pathLst>
                <a:path w="143" h="1222" extrusionOk="0">
                  <a:moveTo>
                    <a:pt x="1" y="0"/>
                  </a:moveTo>
                  <a:lnTo>
                    <a:pt x="1" y="676"/>
                  </a:lnTo>
                  <a:lnTo>
                    <a:pt x="1" y="1221"/>
                  </a:lnTo>
                  <a:cubicBezTo>
                    <a:pt x="143" y="1221"/>
                    <a:pt x="143" y="949"/>
                    <a:pt x="143" y="676"/>
                  </a:cubicBezTo>
                  <a:cubicBezTo>
                    <a:pt x="143" y="273"/>
                    <a:pt x="14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175100" y="3449975"/>
              <a:ext cx="30800" cy="3300"/>
            </a:xfrm>
            <a:custGeom>
              <a:avLst/>
              <a:gdLst/>
              <a:ahLst/>
              <a:cxnLst/>
              <a:rect l="l" t="t" r="r" b="b"/>
              <a:pathLst>
                <a:path w="1232" h="132" extrusionOk="0">
                  <a:moveTo>
                    <a:pt x="545" y="0"/>
                  </a:moveTo>
                  <a:cubicBezTo>
                    <a:pt x="272" y="0"/>
                    <a:pt x="0" y="0"/>
                    <a:pt x="0" y="131"/>
                  </a:cubicBezTo>
                  <a:lnTo>
                    <a:pt x="1232" y="131"/>
                  </a:lnTo>
                  <a:cubicBezTo>
                    <a:pt x="1232" y="0"/>
                    <a:pt x="959" y="0"/>
                    <a:pt x="5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178625" y="3439625"/>
              <a:ext cx="27275" cy="20450"/>
            </a:xfrm>
            <a:custGeom>
              <a:avLst/>
              <a:gdLst/>
              <a:ahLst/>
              <a:cxnLst/>
              <a:rect l="l" t="t" r="r" b="b"/>
              <a:pathLst>
                <a:path w="1091" h="818" extrusionOk="0">
                  <a:moveTo>
                    <a:pt x="1091" y="0"/>
                  </a:moveTo>
                  <a:cubicBezTo>
                    <a:pt x="949" y="0"/>
                    <a:pt x="818" y="142"/>
                    <a:pt x="546" y="414"/>
                  </a:cubicBezTo>
                  <a:cubicBezTo>
                    <a:pt x="818" y="273"/>
                    <a:pt x="1091" y="0"/>
                    <a:pt x="1091" y="0"/>
                  </a:cubicBezTo>
                  <a:close/>
                  <a:moveTo>
                    <a:pt x="546" y="414"/>
                  </a:moveTo>
                  <a:lnTo>
                    <a:pt x="546" y="414"/>
                  </a:lnTo>
                  <a:cubicBezTo>
                    <a:pt x="273" y="545"/>
                    <a:pt x="1" y="818"/>
                    <a:pt x="1" y="818"/>
                  </a:cubicBezTo>
                  <a:cubicBezTo>
                    <a:pt x="131" y="818"/>
                    <a:pt x="273" y="687"/>
                    <a:pt x="546" y="4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181900" y="3438775"/>
              <a:ext cx="20450" cy="25700"/>
            </a:xfrm>
            <a:custGeom>
              <a:avLst/>
              <a:gdLst/>
              <a:ahLst/>
              <a:cxnLst/>
              <a:rect l="l" t="t" r="r" b="b"/>
              <a:pathLst>
                <a:path w="818" h="1028" extrusionOk="0">
                  <a:moveTo>
                    <a:pt x="24" y="0"/>
                  </a:moveTo>
                  <a:cubicBezTo>
                    <a:pt x="9" y="0"/>
                    <a:pt x="0" y="11"/>
                    <a:pt x="0" y="34"/>
                  </a:cubicBezTo>
                  <a:lnTo>
                    <a:pt x="273" y="579"/>
                  </a:lnTo>
                  <a:cubicBezTo>
                    <a:pt x="497" y="803"/>
                    <a:pt x="633" y="1027"/>
                    <a:pt x="674" y="1027"/>
                  </a:cubicBezTo>
                  <a:cubicBezTo>
                    <a:pt x="683" y="1027"/>
                    <a:pt x="687" y="1017"/>
                    <a:pt x="687" y="993"/>
                  </a:cubicBezTo>
                  <a:cubicBezTo>
                    <a:pt x="818" y="993"/>
                    <a:pt x="687" y="721"/>
                    <a:pt x="415" y="448"/>
                  </a:cubicBezTo>
                  <a:cubicBezTo>
                    <a:pt x="298" y="224"/>
                    <a:pt x="93" y="0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822200" y="2612125"/>
              <a:ext cx="3575" cy="34100"/>
            </a:xfrm>
            <a:custGeom>
              <a:avLst/>
              <a:gdLst/>
              <a:ahLst/>
              <a:cxnLst/>
              <a:rect l="l" t="t" r="r" b="b"/>
              <a:pathLst>
                <a:path w="143" h="1364" extrusionOk="0">
                  <a:moveTo>
                    <a:pt x="0" y="1"/>
                  </a:moveTo>
                  <a:lnTo>
                    <a:pt x="0" y="676"/>
                  </a:lnTo>
                  <a:lnTo>
                    <a:pt x="0" y="1363"/>
                  </a:lnTo>
                  <a:cubicBezTo>
                    <a:pt x="0" y="1363"/>
                    <a:pt x="142" y="1091"/>
                    <a:pt x="142" y="676"/>
                  </a:cubicBezTo>
                  <a:cubicBezTo>
                    <a:pt x="142" y="404"/>
                    <a:pt x="0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805300" y="2629025"/>
              <a:ext cx="34100" cy="357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1" y="0"/>
                  </a:moveTo>
                  <a:cubicBezTo>
                    <a:pt x="1" y="142"/>
                    <a:pt x="273" y="142"/>
                    <a:pt x="676" y="142"/>
                  </a:cubicBezTo>
                  <a:cubicBezTo>
                    <a:pt x="1091" y="142"/>
                    <a:pt x="1363" y="142"/>
                    <a:pt x="1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812125" y="2617950"/>
              <a:ext cx="27275" cy="21450"/>
            </a:xfrm>
            <a:custGeom>
              <a:avLst/>
              <a:gdLst/>
              <a:ahLst/>
              <a:cxnLst/>
              <a:rect l="l" t="t" r="r" b="b"/>
              <a:pathLst>
                <a:path w="1091" h="858" extrusionOk="0">
                  <a:moveTo>
                    <a:pt x="919" y="0"/>
                  </a:moveTo>
                  <a:cubicBezTo>
                    <a:pt x="841" y="0"/>
                    <a:pt x="622" y="199"/>
                    <a:pt x="403" y="313"/>
                  </a:cubicBezTo>
                  <a:cubicBezTo>
                    <a:pt x="131" y="585"/>
                    <a:pt x="0" y="858"/>
                    <a:pt x="0" y="858"/>
                  </a:cubicBezTo>
                  <a:cubicBezTo>
                    <a:pt x="0" y="858"/>
                    <a:pt x="273" y="716"/>
                    <a:pt x="545" y="443"/>
                  </a:cubicBezTo>
                  <a:cubicBezTo>
                    <a:pt x="818" y="313"/>
                    <a:pt x="1090" y="40"/>
                    <a:pt x="948" y="40"/>
                  </a:cubicBezTo>
                  <a:cubicBezTo>
                    <a:pt x="948" y="12"/>
                    <a:pt x="938" y="0"/>
                    <a:pt x="9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812125" y="2615400"/>
              <a:ext cx="20450" cy="27275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131" y="0"/>
                  </a:moveTo>
                  <a:lnTo>
                    <a:pt x="131" y="0"/>
                  </a:lnTo>
                  <a:cubicBezTo>
                    <a:pt x="0" y="142"/>
                    <a:pt x="131" y="273"/>
                    <a:pt x="403" y="687"/>
                  </a:cubicBezTo>
                  <a:cubicBezTo>
                    <a:pt x="545" y="960"/>
                    <a:pt x="818" y="1090"/>
                    <a:pt x="818" y="1090"/>
                  </a:cubicBezTo>
                  <a:lnTo>
                    <a:pt x="545" y="545"/>
                  </a:lnTo>
                  <a:cubicBezTo>
                    <a:pt x="273" y="273"/>
                    <a:pt x="131" y="1"/>
                    <a:pt x="1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835825" y="3453250"/>
              <a:ext cx="3575" cy="30800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42" y="0"/>
                    <a:pt x="0" y="273"/>
                    <a:pt x="0" y="545"/>
                  </a:cubicBezTo>
                  <a:cubicBezTo>
                    <a:pt x="0" y="959"/>
                    <a:pt x="142" y="1232"/>
                    <a:pt x="142" y="1232"/>
                  </a:cubicBezTo>
                  <a:lnTo>
                    <a:pt x="142" y="545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822200" y="3466875"/>
              <a:ext cx="34075" cy="3550"/>
            </a:xfrm>
            <a:custGeom>
              <a:avLst/>
              <a:gdLst/>
              <a:ahLst/>
              <a:cxnLst/>
              <a:rect l="l" t="t" r="r" b="b"/>
              <a:pathLst>
                <a:path w="1363" h="142" extrusionOk="0">
                  <a:moveTo>
                    <a:pt x="0" y="0"/>
                  </a:moveTo>
                  <a:cubicBezTo>
                    <a:pt x="0" y="142"/>
                    <a:pt x="273" y="142"/>
                    <a:pt x="687" y="142"/>
                  </a:cubicBezTo>
                  <a:cubicBezTo>
                    <a:pt x="1090" y="142"/>
                    <a:pt x="1363" y="142"/>
                    <a:pt x="13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829000" y="3455800"/>
              <a:ext cx="24000" cy="21450"/>
            </a:xfrm>
            <a:custGeom>
              <a:avLst/>
              <a:gdLst/>
              <a:ahLst/>
              <a:cxnLst/>
              <a:rect l="l" t="t" r="r" b="b"/>
              <a:pathLst>
                <a:path w="960" h="858" extrusionOk="0">
                  <a:moveTo>
                    <a:pt x="931" y="0"/>
                  </a:moveTo>
                  <a:cubicBezTo>
                    <a:pt x="853" y="0"/>
                    <a:pt x="634" y="198"/>
                    <a:pt x="415" y="312"/>
                  </a:cubicBezTo>
                  <a:cubicBezTo>
                    <a:pt x="143" y="585"/>
                    <a:pt x="1" y="857"/>
                    <a:pt x="1" y="857"/>
                  </a:cubicBezTo>
                  <a:cubicBezTo>
                    <a:pt x="1" y="857"/>
                    <a:pt x="273" y="715"/>
                    <a:pt x="546" y="443"/>
                  </a:cubicBezTo>
                  <a:cubicBezTo>
                    <a:pt x="818" y="312"/>
                    <a:pt x="960" y="40"/>
                    <a:pt x="960" y="40"/>
                  </a:cubicBezTo>
                  <a:cubicBezTo>
                    <a:pt x="960" y="12"/>
                    <a:pt x="949" y="0"/>
                    <a:pt x="9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829000" y="3453250"/>
              <a:ext cx="20475" cy="27250"/>
            </a:xfrm>
            <a:custGeom>
              <a:avLst/>
              <a:gdLst/>
              <a:ahLst/>
              <a:cxnLst/>
              <a:rect l="l" t="t" r="r" b="b"/>
              <a:pathLst>
                <a:path w="819" h="1090" extrusionOk="0">
                  <a:moveTo>
                    <a:pt x="1" y="0"/>
                  </a:moveTo>
                  <a:cubicBezTo>
                    <a:pt x="1" y="142"/>
                    <a:pt x="143" y="273"/>
                    <a:pt x="415" y="687"/>
                  </a:cubicBezTo>
                  <a:cubicBezTo>
                    <a:pt x="546" y="959"/>
                    <a:pt x="818" y="1090"/>
                    <a:pt x="818" y="1090"/>
                  </a:cubicBezTo>
                  <a:lnTo>
                    <a:pt x="546" y="545"/>
                  </a:lnTo>
                  <a:cubicBezTo>
                    <a:pt x="273" y="273"/>
                    <a:pt x="14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318125" y="2087625"/>
              <a:ext cx="3575" cy="34075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" y="1"/>
                  </a:moveTo>
                  <a:lnTo>
                    <a:pt x="1" y="676"/>
                  </a:lnTo>
                  <a:lnTo>
                    <a:pt x="1" y="1363"/>
                  </a:lnTo>
                  <a:cubicBezTo>
                    <a:pt x="1" y="1363"/>
                    <a:pt x="143" y="1090"/>
                    <a:pt x="143" y="676"/>
                  </a:cubicBezTo>
                  <a:cubicBezTo>
                    <a:pt x="143" y="27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301250" y="2104525"/>
              <a:ext cx="34075" cy="3575"/>
            </a:xfrm>
            <a:custGeom>
              <a:avLst/>
              <a:gdLst/>
              <a:ahLst/>
              <a:cxnLst/>
              <a:rect l="l" t="t" r="r" b="b"/>
              <a:pathLst>
                <a:path w="1363" h="143" extrusionOk="0">
                  <a:moveTo>
                    <a:pt x="0" y="0"/>
                  </a:moveTo>
                  <a:cubicBezTo>
                    <a:pt x="0" y="0"/>
                    <a:pt x="273" y="142"/>
                    <a:pt x="676" y="142"/>
                  </a:cubicBezTo>
                  <a:cubicBezTo>
                    <a:pt x="1090" y="142"/>
                    <a:pt x="1362" y="0"/>
                    <a:pt x="1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308050" y="2090900"/>
              <a:ext cx="27275" cy="24000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949" y="0"/>
                  </a:moveTo>
                  <a:cubicBezTo>
                    <a:pt x="949" y="0"/>
                    <a:pt x="676" y="142"/>
                    <a:pt x="404" y="415"/>
                  </a:cubicBezTo>
                  <a:cubicBezTo>
                    <a:pt x="131" y="687"/>
                    <a:pt x="1" y="959"/>
                    <a:pt x="1" y="959"/>
                  </a:cubicBezTo>
                  <a:cubicBezTo>
                    <a:pt x="1" y="959"/>
                    <a:pt x="273" y="818"/>
                    <a:pt x="546" y="545"/>
                  </a:cubicBezTo>
                  <a:cubicBezTo>
                    <a:pt x="818" y="273"/>
                    <a:pt x="1090" y="142"/>
                    <a:pt x="9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308050" y="2090900"/>
              <a:ext cx="20450" cy="27275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131" y="0"/>
                  </a:moveTo>
                  <a:cubicBezTo>
                    <a:pt x="1" y="0"/>
                    <a:pt x="131" y="273"/>
                    <a:pt x="404" y="545"/>
                  </a:cubicBezTo>
                  <a:cubicBezTo>
                    <a:pt x="546" y="959"/>
                    <a:pt x="818" y="1090"/>
                    <a:pt x="818" y="1090"/>
                  </a:cubicBezTo>
                  <a:lnTo>
                    <a:pt x="546" y="545"/>
                  </a:lnTo>
                  <a:cubicBezTo>
                    <a:pt x="273" y="273"/>
                    <a:pt x="131" y="0"/>
                    <a:pt x="1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43843" y="203972"/>
            <a:ext cx="75974" cy="84124"/>
            <a:chOff x="7553342" y="94254"/>
            <a:chExt cx="43123" cy="47743"/>
          </a:xfrm>
        </p:grpSpPr>
        <p:sp>
          <p:nvSpPr>
            <p:cNvPr id="112" name="Google Shape;112;p2"/>
            <p:cNvSpPr/>
            <p:nvPr/>
          </p:nvSpPr>
          <p:spPr>
            <a:xfrm rot="-5400000" flipH="1">
              <a:off x="7572401" y="942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 rot="-5400000" flipH="1">
              <a:off x="7551049" y="115623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 rot="-5400000" flipH="1">
              <a:off x="7554147" y="103389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 rot="-5400000" flipH="1">
              <a:off x="7562390" y="9836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511318" y="1336897"/>
            <a:ext cx="75974" cy="84124"/>
            <a:chOff x="7553342" y="94254"/>
            <a:chExt cx="43123" cy="47743"/>
          </a:xfrm>
        </p:grpSpPr>
        <p:sp>
          <p:nvSpPr>
            <p:cNvPr id="117" name="Google Shape;117;p2"/>
            <p:cNvSpPr/>
            <p:nvPr/>
          </p:nvSpPr>
          <p:spPr>
            <a:xfrm rot="-5400000" flipH="1">
              <a:off x="7572401" y="942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 rot="-5400000" flipH="1">
              <a:off x="7551049" y="115623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 rot="-5400000" flipH="1">
              <a:off x="7554147" y="103389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 rot="-5400000" flipH="1">
              <a:off x="7562390" y="9836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8371818" y="1034472"/>
            <a:ext cx="75974" cy="84124"/>
            <a:chOff x="7553342" y="94254"/>
            <a:chExt cx="43123" cy="47743"/>
          </a:xfrm>
        </p:grpSpPr>
        <p:sp>
          <p:nvSpPr>
            <p:cNvPr id="122" name="Google Shape;122;p2"/>
            <p:cNvSpPr/>
            <p:nvPr/>
          </p:nvSpPr>
          <p:spPr>
            <a:xfrm rot="-5400000" flipH="1">
              <a:off x="7572401" y="942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 rot="-5400000" flipH="1">
              <a:off x="7551049" y="115623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 rot="-5400000" flipH="1">
              <a:off x="7554147" y="103389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-5400000" flipH="1">
              <a:off x="7562390" y="9836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 txBox="1">
            <a:spLocks noGrp="1"/>
          </p:cNvSpPr>
          <p:nvPr>
            <p:ph type="ctrTitle"/>
          </p:nvPr>
        </p:nvSpPr>
        <p:spPr>
          <a:xfrm>
            <a:off x="1610800" y="1209325"/>
            <a:ext cx="5922300" cy="1933500"/>
          </a:xfrm>
          <a:prstGeom prst="rect">
            <a:avLst/>
          </a:prstGeom>
          <a:effectLst>
            <a:outerShdw blurRad="57150" dist="28575" dir="54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subTitle" idx="1"/>
          </p:nvPr>
        </p:nvSpPr>
        <p:spPr>
          <a:xfrm>
            <a:off x="1610850" y="3049313"/>
            <a:ext cx="59223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0" y="0"/>
            <a:ext cx="396021" cy="4732371"/>
          </a:xfrm>
          <a:custGeom>
            <a:avLst/>
            <a:gdLst/>
            <a:ahLst/>
            <a:cxnLst/>
            <a:rect l="l" t="t" r="r" b="b"/>
            <a:pathLst>
              <a:path w="5692" h="41247" extrusionOk="0">
                <a:moveTo>
                  <a:pt x="2217" y="1"/>
                </a:moveTo>
                <a:cubicBezTo>
                  <a:pt x="2217" y="1"/>
                  <a:pt x="2647" y="6375"/>
                  <a:pt x="2578" y="9022"/>
                </a:cubicBezTo>
                <a:cubicBezTo>
                  <a:pt x="2504" y="10024"/>
                  <a:pt x="2504" y="11101"/>
                  <a:pt x="2435" y="12246"/>
                </a:cubicBezTo>
                <a:lnTo>
                  <a:pt x="1003" y="11387"/>
                </a:lnTo>
                <a:lnTo>
                  <a:pt x="785" y="11530"/>
                </a:lnTo>
                <a:lnTo>
                  <a:pt x="2435" y="12458"/>
                </a:lnTo>
                <a:cubicBezTo>
                  <a:pt x="2435" y="14176"/>
                  <a:pt x="2361" y="16038"/>
                  <a:pt x="2435" y="17756"/>
                </a:cubicBezTo>
                <a:cubicBezTo>
                  <a:pt x="2504" y="20620"/>
                  <a:pt x="2361" y="22556"/>
                  <a:pt x="2149" y="24560"/>
                </a:cubicBezTo>
                <a:lnTo>
                  <a:pt x="1003" y="23913"/>
                </a:lnTo>
                <a:lnTo>
                  <a:pt x="785" y="24056"/>
                </a:lnTo>
                <a:lnTo>
                  <a:pt x="2149" y="24772"/>
                </a:lnTo>
                <a:lnTo>
                  <a:pt x="2149" y="24916"/>
                </a:lnTo>
                <a:cubicBezTo>
                  <a:pt x="1931" y="27138"/>
                  <a:pt x="2074" y="31434"/>
                  <a:pt x="2074" y="32722"/>
                </a:cubicBezTo>
                <a:cubicBezTo>
                  <a:pt x="2074" y="34011"/>
                  <a:pt x="2292" y="36016"/>
                  <a:pt x="2149" y="36944"/>
                </a:cubicBezTo>
                <a:cubicBezTo>
                  <a:pt x="2074" y="37946"/>
                  <a:pt x="1576" y="39595"/>
                  <a:pt x="1433" y="39882"/>
                </a:cubicBezTo>
                <a:cubicBezTo>
                  <a:pt x="1289" y="40168"/>
                  <a:pt x="1" y="40523"/>
                  <a:pt x="69" y="40598"/>
                </a:cubicBezTo>
                <a:cubicBezTo>
                  <a:pt x="183" y="40598"/>
                  <a:pt x="975" y="40688"/>
                  <a:pt x="1403" y="40688"/>
                </a:cubicBezTo>
                <a:cubicBezTo>
                  <a:pt x="1514" y="40688"/>
                  <a:pt x="1601" y="40682"/>
                  <a:pt x="1645" y="40666"/>
                </a:cubicBezTo>
                <a:cubicBezTo>
                  <a:pt x="1918" y="40601"/>
                  <a:pt x="2322" y="39877"/>
                  <a:pt x="2607" y="39877"/>
                </a:cubicBezTo>
                <a:cubicBezTo>
                  <a:pt x="2621" y="39877"/>
                  <a:pt x="2634" y="39878"/>
                  <a:pt x="2647" y="39882"/>
                </a:cubicBezTo>
                <a:cubicBezTo>
                  <a:pt x="2933" y="39950"/>
                  <a:pt x="2647" y="40380"/>
                  <a:pt x="2647" y="40598"/>
                </a:cubicBezTo>
                <a:cubicBezTo>
                  <a:pt x="2647" y="40795"/>
                  <a:pt x="2771" y="41247"/>
                  <a:pt x="2904" y="41247"/>
                </a:cubicBezTo>
                <a:cubicBezTo>
                  <a:pt x="2914" y="41247"/>
                  <a:pt x="2924" y="41244"/>
                  <a:pt x="2933" y="41239"/>
                </a:cubicBezTo>
                <a:cubicBezTo>
                  <a:pt x="3008" y="41170"/>
                  <a:pt x="3294" y="40455"/>
                  <a:pt x="3437" y="40380"/>
                </a:cubicBezTo>
                <a:cubicBezTo>
                  <a:pt x="3452" y="40373"/>
                  <a:pt x="3474" y="40370"/>
                  <a:pt x="3502" y="40370"/>
                </a:cubicBezTo>
                <a:cubicBezTo>
                  <a:pt x="3739" y="40370"/>
                  <a:pt x="4395" y="40613"/>
                  <a:pt x="4652" y="40741"/>
                </a:cubicBezTo>
                <a:cubicBezTo>
                  <a:pt x="4918" y="40792"/>
                  <a:pt x="5415" y="40961"/>
                  <a:pt x="5600" y="40961"/>
                </a:cubicBezTo>
                <a:cubicBezTo>
                  <a:pt x="5665" y="40961"/>
                  <a:pt x="5691" y="40940"/>
                  <a:pt x="5654" y="40884"/>
                </a:cubicBezTo>
                <a:cubicBezTo>
                  <a:pt x="5511" y="40666"/>
                  <a:pt x="4726" y="40025"/>
                  <a:pt x="4440" y="39595"/>
                </a:cubicBezTo>
                <a:cubicBezTo>
                  <a:pt x="4153" y="39091"/>
                  <a:pt x="4079" y="36371"/>
                  <a:pt x="4010" y="35013"/>
                </a:cubicBezTo>
                <a:cubicBezTo>
                  <a:pt x="3936" y="33650"/>
                  <a:pt x="3581" y="29211"/>
                  <a:pt x="3437" y="27493"/>
                </a:cubicBezTo>
                <a:lnTo>
                  <a:pt x="5299" y="26491"/>
                </a:lnTo>
                <a:lnTo>
                  <a:pt x="5081" y="26347"/>
                </a:lnTo>
                <a:lnTo>
                  <a:pt x="3437" y="27281"/>
                </a:lnTo>
                <a:cubicBezTo>
                  <a:pt x="3363" y="25488"/>
                  <a:pt x="3581" y="19692"/>
                  <a:pt x="3581" y="17115"/>
                </a:cubicBezTo>
                <a:lnTo>
                  <a:pt x="4938" y="16255"/>
                </a:lnTo>
                <a:lnTo>
                  <a:pt x="4795" y="16181"/>
                </a:lnTo>
                <a:lnTo>
                  <a:pt x="3581" y="16828"/>
                </a:lnTo>
                <a:cubicBezTo>
                  <a:pt x="3581" y="16685"/>
                  <a:pt x="3506" y="16467"/>
                  <a:pt x="3506" y="16324"/>
                </a:cubicBezTo>
                <a:cubicBezTo>
                  <a:pt x="3506" y="14251"/>
                  <a:pt x="3867" y="11456"/>
                  <a:pt x="3936" y="8953"/>
                </a:cubicBezTo>
                <a:cubicBezTo>
                  <a:pt x="4010" y="7521"/>
                  <a:pt x="4010" y="4726"/>
                  <a:pt x="4010" y="2652"/>
                </a:cubicBezTo>
                <a:lnTo>
                  <a:pt x="5299" y="1862"/>
                </a:lnTo>
                <a:lnTo>
                  <a:pt x="5081" y="1719"/>
                </a:lnTo>
                <a:lnTo>
                  <a:pt x="4010" y="2366"/>
                </a:lnTo>
                <a:cubicBezTo>
                  <a:pt x="3936" y="1003"/>
                  <a:pt x="3936" y="1"/>
                  <a:pt x="39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0" y="3851201"/>
            <a:ext cx="9144123" cy="1205765"/>
          </a:xfrm>
          <a:custGeom>
            <a:avLst/>
            <a:gdLst/>
            <a:ahLst/>
            <a:cxnLst/>
            <a:rect l="l" t="t" r="r" b="b"/>
            <a:pathLst>
              <a:path w="116197" h="15322" extrusionOk="0">
                <a:moveTo>
                  <a:pt x="5156" y="2503"/>
                </a:moveTo>
                <a:cubicBezTo>
                  <a:pt x="5169" y="2575"/>
                  <a:pt x="5186" y="2646"/>
                  <a:pt x="5204" y="2717"/>
                </a:cubicBezTo>
                <a:lnTo>
                  <a:pt x="5204" y="2717"/>
                </a:lnTo>
                <a:cubicBezTo>
                  <a:pt x="5188" y="2642"/>
                  <a:pt x="5172" y="2571"/>
                  <a:pt x="5156" y="2503"/>
                </a:cubicBezTo>
                <a:close/>
                <a:moveTo>
                  <a:pt x="6227" y="2646"/>
                </a:moveTo>
                <a:lnTo>
                  <a:pt x="6227" y="2646"/>
                </a:lnTo>
                <a:cubicBezTo>
                  <a:pt x="6239" y="2681"/>
                  <a:pt x="6252" y="2716"/>
                  <a:pt x="6267" y="2750"/>
                </a:cubicBezTo>
                <a:lnTo>
                  <a:pt x="6267" y="2750"/>
                </a:lnTo>
                <a:cubicBezTo>
                  <a:pt x="6254" y="2715"/>
                  <a:pt x="6240" y="2680"/>
                  <a:pt x="6227" y="2646"/>
                </a:cubicBezTo>
                <a:close/>
                <a:moveTo>
                  <a:pt x="25701" y="3293"/>
                </a:moveTo>
                <a:lnTo>
                  <a:pt x="25701" y="3293"/>
                </a:lnTo>
                <a:cubicBezTo>
                  <a:pt x="25775" y="3437"/>
                  <a:pt x="25775" y="3505"/>
                  <a:pt x="25844" y="3580"/>
                </a:cubicBezTo>
                <a:cubicBezTo>
                  <a:pt x="25775" y="3505"/>
                  <a:pt x="25775" y="3362"/>
                  <a:pt x="25701" y="3293"/>
                </a:cubicBezTo>
                <a:close/>
                <a:moveTo>
                  <a:pt x="19543" y="3649"/>
                </a:moveTo>
                <a:lnTo>
                  <a:pt x="19543" y="3649"/>
                </a:lnTo>
                <a:cubicBezTo>
                  <a:pt x="19502" y="3693"/>
                  <a:pt x="19486" y="3736"/>
                  <a:pt x="19479" y="3779"/>
                </a:cubicBezTo>
                <a:lnTo>
                  <a:pt x="19479" y="3779"/>
                </a:lnTo>
                <a:lnTo>
                  <a:pt x="19543" y="3649"/>
                </a:lnTo>
                <a:close/>
                <a:moveTo>
                  <a:pt x="10597" y="4439"/>
                </a:moveTo>
                <a:lnTo>
                  <a:pt x="10597" y="4439"/>
                </a:lnTo>
                <a:cubicBezTo>
                  <a:pt x="10597" y="4439"/>
                  <a:pt x="10597" y="4439"/>
                  <a:pt x="10597" y="4439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1003" y="4937"/>
                </a:moveTo>
                <a:cubicBezTo>
                  <a:pt x="1003" y="4937"/>
                  <a:pt x="1003" y="4937"/>
                  <a:pt x="1003" y="4937"/>
                </a:cubicBezTo>
                <a:lnTo>
                  <a:pt x="1003" y="4937"/>
                </a:lnTo>
                <a:close/>
                <a:moveTo>
                  <a:pt x="9451" y="4296"/>
                </a:moveTo>
                <a:cubicBezTo>
                  <a:pt x="9451" y="4439"/>
                  <a:pt x="9520" y="4651"/>
                  <a:pt x="9520" y="4869"/>
                </a:cubicBezTo>
                <a:cubicBezTo>
                  <a:pt x="9451" y="4937"/>
                  <a:pt x="9451" y="5012"/>
                  <a:pt x="9377" y="5155"/>
                </a:cubicBezTo>
                <a:cubicBezTo>
                  <a:pt x="9377" y="4869"/>
                  <a:pt x="9451" y="4582"/>
                  <a:pt x="9451" y="4296"/>
                </a:cubicBezTo>
                <a:close/>
                <a:moveTo>
                  <a:pt x="11095" y="4651"/>
                </a:moveTo>
                <a:cubicBezTo>
                  <a:pt x="11095" y="4869"/>
                  <a:pt x="11170" y="5080"/>
                  <a:pt x="11238" y="5224"/>
                </a:cubicBezTo>
                <a:lnTo>
                  <a:pt x="11170" y="5224"/>
                </a:lnTo>
                <a:cubicBezTo>
                  <a:pt x="11170" y="5080"/>
                  <a:pt x="11095" y="4937"/>
                  <a:pt x="11026" y="4725"/>
                </a:cubicBezTo>
                <a:lnTo>
                  <a:pt x="11095" y="4651"/>
                </a:lnTo>
                <a:close/>
                <a:moveTo>
                  <a:pt x="20334" y="5224"/>
                </a:moveTo>
                <a:lnTo>
                  <a:pt x="20334" y="5224"/>
                </a:lnTo>
                <a:cubicBezTo>
                  <a:pt x="20334" y="5224"/>
                  <a:pt x="20334" y="5224"/>
                  <a:pt x="20334" y="5224"/>
                </a:cubicBezTo>
                <a:close/>
                <a:moveTo>
                  <a:pt x="20334" y="5224"/>
                </a:moveTo>
                <a:lnTo>
                  <a:pt x="20334" y="5224"/>
                </a:lnTo>
                <a:cubicBezTo>
                  <a:pt x="20334" y="5224"/>
                  <a:pt x="20334" y="5224"/>
                  <a:pt x="20334" y="5224"/>
                </a:cubicBezTo>
                <a:close/>
                <a:moveTo>
                  <a:pt x="20334" y="5224"/>
                </a:moveTo>
                <a:lnTo>
                  <a:pt x="20334" y="5224"/>
                </a:lnTo>
                <a:cubicBezTo>
                  <a:pt x="20334" y="5224"/>
                  <a:pt x="20334" y="5224"/>
                  <a:pt x="20334" y="5224"/>
                </a:cubicBezTo>
                <a:close/>
                <a:moveTo>
                  <a:pt x="25987" y="4153"/>
                </a:moveTo>
                <a:lnTo>
                  <a:pt x="26205" y="5012"/>
                </a:lnTo>
                <a:lnTo>
                  <a:pt x="25918" y="5298"/>
                </a:lnTo>
                <a:cubicBezTo>
                  <a:pt x="25918" y="4937"/>
                  <a:pt x="25987" y="4582"/>
                  <a:pt x="25987" y="4153"/>
                </a:cubicBezTo>
                <a:close/>
                <a:moveTo>
                  <a:pt x="11598" y="4798"/>
                </a:moveTo>
                <a:lnTo>
                  <a:pt x="11742" y="5224"/>
                </a:lnTo>
                <a:cubicBezTo>
                  <a:pt x="11668" y="5298"/>
                  <a:pt x="11599" y="5367"/>
                  <a:pt x="11599" y="5510"/>
                </a:cubicBezTo>
                <a:cubicBezTo>
                  <a:pt x="11525" y="5367"/>
                  <a:pt x="11525" y="5224"/>
                  <a:pt x="11456" y="5080"/>
                </a:cubicBezTo>
                <a:lnTo>
                  <a:pt x="11456" y="5080"/>
                </a:lnTo>
                <a:cubicBezTo>
                  <a:pt x="11456" y="5224"/>
                  <a:pt x="11525" y="5367"/>
                  <a:pt x="11525" y="5510"/>
                </a:cubicBezTo>
                <a:cubicBezTo>
                  <a:pt x="11525" y="5441"/>
                  <a:pt x="11456" y="5367"/>
                  <a:pt x="11382" y="5224"/>
                </a:cubicBezTo>
                <a:cubicBezTo>
                  <a:pt x="11456" y="5155"/>
                  <a:pt x="11456" y="5155"/>
                  <a:pt x="11456" y="5080"/>
                </a:cubicBezTo>
                <a:cubicBezTo>
                  <a:pt x="11519" y="5017"/>
                  <a:pt x="11588" y="4827"/>
                  <a:pt x="11598" y="4798"/>
                </a:cubicBezTo>
                <a:close/>
                <a:moveTo>
                  <a:pt x="34653" y="5510"/>
                </a:moveTo>
                <a:cubicBezTo>
                  <a:pt x="34653" y="5510"/>
                  <a:pt x="34653" y="5510"/>
                  <a:pt x="34653" y="5510"/>
                </a:cubicBezTo>
                <a:lnTo>
                  <a:pt x="34653" y="5510"/>
                </a:lnTo>
                <a:close/>
                <a:moveTo>
                  <a:pt x="34653" y="5510"/>
                </a:moveTo>
                <a:cubicBezTo>
                  <a:pt x="34653" y="5510"/>
                  <a:pt x="34653" y="5510"/>
                  <a:pt x="34653" y="5510"/>
                </a:cubicBezTo>
                <a:lnTo>
                  <a:pt x="34653" y="5510"/>
                </a:lnTo>
                <a:close/>
                <a:moveTo>
                  <a:pt x="34653" y="5510"/>
                </a:moveTo>
                <a:cubicBezTo>
                  <a:pt x="34653" y="5510"/>
                  <a:pt x="34653" y="5510"/>
                  <a:pt x="34653" y="5510"/>
                </a:cubicBezTo>
                <a:lnTo>
                  <a:pt x="34653" y="5510"/>
                </a:lnTo>
                <a:close/>
                <a:moveTo>
                  <a:pt x="10883" y="5155"/>
                </a:moveTo>
                <a:cubicBezTo>
                  <a:pt x="10883" y="5224"/>
                  <a:pt x="10952" y="5441"/>
                  <a:pt x="10952" y="5585"/>
                </a:cubicBezTo>
                <a:cubicBezTo>
                  <a:pt x="10952" y="5585"/>
                  <a:pt x="10883" y="5585"/>
                  <a:pt x="10883" y="5653"/>
                </a:cubicBezTo>
                <a:cubicBezTo>
                  <a:pt x="10883" y="5510"/>
                  <a:pt x="10809" y="5441"/>
                  <a:pt x="10809" y="5298"/>
                </a:cubicBezTo>
                <a:cubicBezTo>
                  <a:pt x="10809" y="5224"/>
                  <a:pt x="10883" y="5155"/>
                  <a:pt x="10883" y="5155"/>
                </a:cubicBezTo>
                <a:close/>
                <a:moveTo>
                  <a:pt x="11886" y="5585"/>
                </a:moveTo>
                <a:lnTo>
                  <a:pt x="11886" y="5653"/>
                </a:lnTo>
                <a:cubicBezTo>
                  <a:pt x="11886" y="5653"/>
                  <a:pt x="11886" y="5728"/>
                  <a:pt x="11811" y="5728"/>
                </a:cubicBezTo>
                <a:cubicBezTo>
                  <a:pt x="11811" y="5728"/>
                  <a:pt x="11886" y="5653"/>
                  <a:pt x="11886" y="5585"/>
                </a:cubicBezTo>
                <a:close/>
                <a:moveTo>
                  <a:pt x="16823" y="4869"/>
                </a:moveTo>
                <a:lnTo>
                  <a:pt x="16823" y="4869"/>
                </a:lnTo>
                <a:cubicBezTo>
                  <a:pt x="16897" y="5080"/>
                  <a:pt x="16966" y="5224"/>
                  <a:pt x="17040" y="5510"/>
                </a:cubicBezTo>
                <a:lnTo>
                  <a:pt x="17040" y="5728"/>
                </a:lnTo>
                <a:lnTo>
                  <a:pt x="16823" y="4869"/>
                </a:lnTo>
                <a:close/>
                <a:moveTo>
                  <a:pt x="33078" y="5080"/>
                </a:moveTo>
                <a:cubicBezTo>
                  <a:pt x="33078" y="5298"/>
                  <a:pt x="33146" y="5510"/>
                  <a:pt x="33146" y="5728"/>
                </a:cubicBezTo>
                <a:cubicBezTo>
                  <a:pt x="33146" y="5585"/>
                  <a:pt x="33078" y="5367"/>
                  <a:pt x="33003" y="5224"/>
                </a:cubicBezTo>
                <a:cubicBezTo>
                  <a:pt x="33078" y="5155"/>
                  <a:pt x="33078" y="5155"/>
                  <a:pt x="33078" y="5080"/>
                </a:cubicBezTo>
                <a:close/>
                <a:moveTo>
                  <a:pt x="48325" y="5728"/>
                </a:moveTo>
                <a:lnTo>
                  <a:pt x="48325" y="5728"/>
                </a:lnTo>
                <a:cubicBezTo>
                  <a:pt x="48325" y="5728"/>
                  <a:pt x="48325" y="5728"/>
                  <a:pt x="48325" y="5728"/>
                </a:cubicBezTo>
                <a:close/>
                <a:moveTo>
                  <a:pt x="48325" y="5728"/>
                </a:moveTo>
                <a:lnTo>
                  <a:pt x="48325" y="5728"/>
                </a:lnTo>
                <a:cubicBezTo>
                  <a:pt x="48325" y="5728"/>
                  <a:pt x="48325" y="5728"/>
                  <a:pt x="48325" y="5728"/>
                </a:cubicBezTo>
                <a:close/>
                <a:moveTo>
                  <a:pt x="48325" y="5728"/>
                </a:moveTo>
                <a:lnTo>
                  <a:pt x="48325" y="5728"/>
                </a:lnTo>
                <a:cubicBezTo>
                  <a:pt x="48325" y="5728"/>
                  <a:pt x="48325" y="5728"/>
                  <a:pt x="48325" y="5728"/>
                </a:cubicBezTo>
                <a:close/>
                <a:moveTo>
                  <a:pt x="12813" y="4794"/>
                </a:moveTo>
                <a:lnTo>
                  <a:pt x="12813" y="5012"/>
                </a:lnTo>
                <a:cubicBezTo>
                  <a:pt x="12745" y="5224"/>
                  <a:pt x="12602" y="5510"/>
                  <a:pt x="12527" y="5796"/>
                </a:cubicBezTo>
                <a:lnTo>
                  <a:pt x="12527" y="5653"/>
                </a:lnTo>
                <a:lnTo>
                  <a:pt x="12527" y="5585"/>
                </a:lnTo>
                <a:cubicBezTo>
                  <a:pt x="12602" y="5298"/>
                  <a:pt x="12745" y="5012"/>
                  <a:pt x="12813" y="4794"/>
                </a:cubicBezTo>
                <a:close/>
                <a:moveTo>
                  <a:pt x="9520" y="5155"/>
                </a:moveTo>
                <a:cubicBezTo>
                  <a:pt x="9520" y="5367"/>
                  <a:pt x="9595" y="5510"/>
                  <a:pt x="9595" y="5728"/>
                </a:cubicBezTo>
                <a:cubicBezTo>
                  <a:pt x="9520" y="5796"/>
                  <a:pt x="9520" y="5871"/>
                  <a:pt x="9520" y="5940"/>
                </a:cubicBezTo>
                <a:lnTo>
                  <a:pt x="9451" y="5871"/>
                </a:lnTo>
                <a:cubicBezTo>
                  <a:pt x="9520" y="5653"/>
                  <a:pt x="9520" y="5441"/>
                  <a:pt x="9520" y="5155"/>
                </a:cubicBezTo>
                <a:close/>
                <a:moveTo>
                  <a:pt x="16107" y="5510"/>
                </a:moveTo>
                <a:cubicBezTo>
                  <a:pt x="16181" y="5653"/>
                  <a:pt x="16181" y="5871"/>
                  <a:pt x="16250" y="6014"/>
                </a:cubicBezTo>
                <a:cubicBezTo>
                  <a:pt x="16250" y="5871"/>
                  <a:pt x="16181" y="5653"/>
                  <a:pt x="16107" y="5510"/>
                </a:cubicBezTo>
                <a:close/>
                <a:moveTo>
                  <a:pt x="10740" y="5510"/>
                </a:moveTo>
                <a:lnTo>
                  <a:pt x="10740" y="5796"/>
                </a:lnTo>
                <a:cubicBezTo>
                  <a:pt x="10666" y="5940"/>
                  <a:pt x="10597" y="6014"/>
                  <a:pt x="10522" y="6083"/>
                </a:cubicBezTo>
                <a:lnTo>
                  <a:pt x="10522" y="6014"/>
                </a:lnTo>
                <a:cubicBezTo>
                  <a:pt x="10597" y="5796"/>
                  <a:pt x="10666" y="5653"/>
                  <a:pt x="10740" y="5510"/>
                </a:cubicBezTo>
                <a:close/>
                <a:moveTo>
                  <a:pt x="26273" y="5155"/>
                </a:moveTo>
                <a:cubicBezTo>
                  <a:pt x="26273" y="5298"/>
                  <a:pt x="26348" y="5441"/>
                  <a:pt x="26348" y="5585"/>
                </a:cubicBezTo>
                <a:cubicBezTo>
                  <a:pt x="26205" y="5728"/>
                  <a:pt x="26061" y="5940"/>
                  <a:pt x="25844" y="6226"/>
                </a:cubicBezTo>
                <a:lnTo>
                  <a:pt x="25844" y="6083"/>
                </a:lnTo>
                <a:cubicBezTo>
                  <a:pt x="26061" y="5653"/>
                  <a:pt x="26130" y="5367"/>
                  <a:pt x="26273" y="5155"/>
                </a:cubicBezTo>
                <a:close/>
                <a:moveTo>
                  <a:pt x="29143" y="6195"/>
                </a:moveTo>
                <a:lnTo>
                  <a:pt x="29143" y="6195"/>
                </a:lnTo>
                <a:cubicBezTo>
                  <a:pt x="29141" y="6205"/>
                  <a:pt x="29139" y="6216"/>
                  <a:pt x="29137" y="6226"/>
                </a:cubicBezTo>
                <a:cubicBezTo>
                  <a:pt x="29137" y="6214"/>
                  <a:pt x="29139" y="6204"/>
                  <a:pt x="29143" y="6195"/>
                </a:cubicBezTo>
                <a:close/>
                <a:moveTo>
                  <a:pt x="1576" y="5367"/>
                </a:moveTo>
                <a:cubicBezTo>
                  <a:pt x="1645" y="5585"/>
                  <a:pt x="1719" y="5796"/>
                  <a:pt x="1788" y="6083"/>
                </a:cubicBezTo>
                <a:cubicBezTo>
                  <a:pt x="1719" y="6157"/>
                  <a:pt x="1719" y="6226"/>
                  <a:pt x="1645" y="6300"/>
                </a:cubicBezTo>
                <a:cubicBezTo>
                  <a:pt x="1645" y="6157"/>
                  <a:pt x="1576" y="6083"/>
                  <a:pt x="1576" y="5940"/>
                </a:cubicBezTo>
                <a:lnTo>
                  <a:pt x="1576" y="5367"/>
                </a:lnTo>
                <a:close/>
                <a:moveTo>
                  <a:pt x="11026" y="6083"/>
                </a:moveTo>
                <a:cubicBezTo>
                  <a:pt x="11026" y="6226"/>
                  <a:pt x="11095" y="6369"/>
                  <a:pt x="11095" y="6444"/>
                </a:cubicBezTo>
                <a:lnTo>
                  <a:pt x="11095" y="6512"/>
                </a:lnTo>
                <a:cubicBezTo>
                  <a:pt x="11026" y="6369"/>
                  <a:pt x="11026" y="6300"/>
                  <a:pt x="11026" y="6157"/>
                </a:cubicBezTo>
                <a:lnTo>
                  <a:pt x="11026" y="6083"/>
                </a:lnTo>
                <a:close/>
                <a:moveTo>
                  <a:pt x="16611" y="5728"/>
                </a:moveTo>
                <a:lnTo>
                  <a:pt x="16611" y="5796"/>
                </a:lnTo>
                <a:lnTo>
                  <a:pt x="16611" y="6300"/>
                </a:lnTo>
                <a:lnTo>
                  <a:pt x="16393" y="6512"/>
                </a:lnTo>
                <a:lnTo>
                  <a:pt x="16393" y="6300"/>
                </a:lnTo>
                <a:cubicBezTo>
                  <a:pt x="16536" y="6014"/>
                  <a:pt x="16536" y="5871"/>
                  <a:pt x="16611" y="5728"/>
                </a:cubicBezTo>
                <a:close/>
                <a:moveTo>
                  <a:pt x="6799" y="6083"/>
                </a:moveTo>
                <a:cubicBezTo>
                  <a:pt x="6874" y="6157"/>
                  <a:pt x="6874" y="6300"/>
                  <a:pt x="6874" y="6444"/>
                </a:cubicBezTo>
                <a:cubicBezTo>
                  <a:pt x="6874" y="6300"/>
                  <a:pt x="6799" y="6226"/>
                  <a:pt x="6799" y="6157"/>
                </a:cubicBezTo>
                <a:lnTo>
                  <a:pt x="6799" y="6157"/>
                </a:lnTo>
                <a:cubicBezTo>
                  <a:pt x="6799" y="6300"/>
                  <a:pt x="6874" y="6444"/>
                  <a:pt x="6874" y="6587"/>
                </a:cubicBezTo>
                <a:cubicBezTo>
                  <a:pt x="6799" y="6444"/>
                  <a:pt x="6799" y="6369"/>
                  <a:pt x="6731" y="6226"/>
                </a:cubicBezTo>
                <a:cubicBezTo>
                  <a:pt x="6731" y="6226"/>
                  <a:pt x="6799" y="6226"/>
                  <a:pt x="6799" y="6157"/>
                </a:cubicBezTo>
                <a:lnTo>
                  <a:pt x="6799" y="6083"/>
                </a:lnTo>
                <a:close/>
                <a:moveTo>
                  <a:pt x="6731" y="6300"/>
                </a:moveTo>
                <a:cubicBezTo>
                  <a:pt x="6731" y="6444"/>
                  <a:pt x="6799" y="6512"/>
                  <a:pt x="6799" y="6656"/>
                </a:cubicBezTo>
                <a:lnTo>
                  <a:pt x="6731" y="6730"/>
                </a:lnTo>
                <a:cubicBezTo>
                  <a:pt x="6731" y="6587"/>
                  <a:pt x="6656" y="6512"/>
                  <a:pt x="6656" y="6444"/>
                </a:cubicBezTo>
                <a:cubicBezTo>
                  <a:pt x="6656" y="6369"/>
                  <a:pt x="6731" y="6369"/>
                  <a:pt x="6731" y="6300"/>
                </a:cubicBezTo>
                <a:close/>
                <a:moveTo>
                  <a:pt x="16324" y="6512"/>
                </a:moveTo>
                <a:lnTo>
                  <a:pt x="16324" y="6656"/>
                </a:lnTo>
                <a:lnTo>
                  <a:pt x="16181" y="6799"/>
                </a:lnTo>
                <a:cubicBezTo>
                  <a:pt x="16181" y="6656"/>
                  <a:pt x="16250" y="6587"/>
                  <a:pt x="16324" y="6512"/>
                </a:cubicBezTo>
                <a:close/>
                <a:moveTo>
                  <a:pt x="1788" y="6226"/>
                </a:moveTo>
                <a:cubicBezTo>
                  <a:pt x="1788" y="6444"/>
                  <a:pt x="1862" y="6656"/>
                  <a:pt x="1862" y="6873"/>
                </a:cubicBezTo>
                <a:lnTo>
                  <a:pt x="1788" y="6942"/>
                </a:lnTo>
                <a:lnTo>
                  <a:pt x="1788" y="6656"/>
                </a:lnTo>
                <a:lnTo>
                  <a:pt x="1788" y="6226"/>
                </a:lnTo>
                <a:close/>
                <a:moveTo>
                  <a:pt x="5368" y="4221"/>
                </a:moveTo>
                <a:cubicBezTo>
                  <a:pt x="5442" y="5012"/>
                  <a:pt x="5442" y="5871"/>
                  <a:pt x="5368" y="6730"/>
                </a:cubicBezTo>
                <a:lnTo>
                  <a:pt x="5368" y="6942"/>
                </a:lnTo>
                <a:cubicBezTo>
                  <a:pt x="5368" y="6873"/>
                  <a:pt x="5299" y="6799"/>
                  <a:pt x="5299" y="6656"/>
                </a:cubicBezTo>
                <a:cubicBezTo>
                  <a:pt x="5299" y="6369"/>
                  <a:pt x="5299" y="6014"/>
                  <a:pt x="5368" y="5653"/>
                </a:cubicBezTo>
                <a:lnTo>
                  <a:pt x="5368" y="5653"/>
                </a:lnTo>
                <a:cubicBezTo>
                  <a:pt x="5299" y="5796"/>
                  <a:pt x="5224" y="6014"/>
                  <a:pt x="5081" y="6300"/>
                </a:cubicBezTo>
                <a:lnTo>
                  <a:pt x="5081" y="6157"/>
                </a:lnTo>
                <a:cubicBezTo>
                  <a:pt x="5224" y="5796"/>
                  <a:pt x="5368" y="5510"/>
                  <a:pt x="5368" y="5510"/>
                </a:cubicBezTo>
                <a:lnTo>
                  <a:pt x="5368" y="5510"/>
                </a:lnTo>
                <a:cubicBezTo>
                  <a:pt x="5367" y="5510"/>
                  <a:pt x="5224" y="5653"/>
                  <a:pt x="5012" y="5940"/>
                </a:cubicBezTo>
                <a:cubicBezTo>
                  <a:pt x="4938" y="5796"/>
                  <a:pt x="4938" y="5728"/>
                  <a:pt x="4869" y="5585"/>
                </a:cubicBezTo>
                <a:cubicBezTo>
                  <a:pt x="5012" y="5080"/>
                  <a:pt x="5224" y="4651"/>
                  <a:pt x="5368" y="4221"/>
                </a:cubicBezTo>
                <a:close/>
                <a:moveTo>
                  <a:pt x="7733" y="6587"/>
                </a:moveTo>
                <a:lnTo>
                  <a:pt x="7733" y="7016"/>
                </a:lnTo>
                <a:cubicBezTo>
                  <a:pt x="7659" y="7016"/>
                  <a:pt x="7659" y="7016"/>
                  <a:pt x="7659" y="7085"/>
                </a:cubicBezTo>
                <a:lnTo>
                  <a:pt x="7659" y="7016"/>
                </a:lnTo>
                <a:cubicBezTo>
                  <a:pt x="7659" y="6873"/>
                  <a:pt x="7733" y="6730"/>
                  <a:pt x="7733" y="6587"/>
                </a:cubicBezTo>
                <a:close/>
                <a:moveTo>
                  <a:pt x="10809" y="6730"/>
                </a:moveTo>
                <a:lnTo>
                  <a:pt x="10809" y="7085"/>
                </a:lnTo>
                <a:cubicBezTo>
                  <a:pt x="10809" y="7016"/>
                  <a:pt x="10740" y="6942"/>
                  <a:pt x="10740" y="6873"/>
                </a:cubicBezTo>
                <a:cubicBezTo>
                  <a:pt x="10740" y="6799"/>
                  <a:pt x="10809" y="6730"/>
                  <a:pt x="10809" y="6730"/>
                </a:cubicBezTo>
                <a:close/>
                <a:moveTo>
                  <a:pt x="6513" y="6730"/>
                </a:moveTo>
                <a:cubicBezTo>
                  <a:pt x="6588" y="6799"/>
                  <a:pt x="6588" y="6873"/>
                  <a:pt x="6588" y="6942"/>
                </a:cubicBezTo>
                <a:cubicBezTo>
                  <a:pt x="6588" y="7016"/>
                  <a:pt x="6513" y="7085"/>
                  <a:pt x="6513" y="7160"/>
                </a:cubicBezTo>
                <a:cubicBezTo>
                  <a:pt x="6513" y="7085"/>
                  <a:pt x="6444" y="7016"/>
                  <a:pt x="6444" y="6942"/>
                </a:cubicBezTo>
                <a:cubicBezTo>
                  <a:pt x="6444" y="6873"/>
                  <a:pt x="6513" y="6799"/>
                  <a:pt x="6513" y="6730"/>
                </a:cubicBezTo>
                <a:close/>
                <a:moveTo>
                  <a:pt x="16611" y="6656"/>
                </a:moveTo>
                <a:lnTo>
                  <a:pt x="16611" y="7228"/>
                </a:lnTo>
                <a:cubicBezTo>
                  <a:pt x="16536" y="7160"/>
                  <a:pt x="16536" y="7016"/>
                  <a:pt x="16536" y="6873"/>
                </a:cubicBezTo>
                <a:cubicBezTo>
                  <a:pt x="16536" y="6799"/>
                  <a:pt x="16536" y="6799"/>
                  <a:pt x="16611" y="6656"/>
                </a:cubicBezTo>
                <a:close/>
                <a:moveTo>
                  <a:pt x="30643" y="7228"/>
                </a:moveTo>
                <a:cubicBezTo>
                  <a:pt x="30647" y="7236"/>
                  <a:pt x="30650" y="7243"/>
                  <a:pt x="30654" y="7250"/>
                </a:cubicBezTo>
                <a:lnTo>
                  <a:pt x="30654" y="7250"/>
                </a:lnTo>
                <a:lnTo>
                  <a:pt x="30643" y="7228"/>
                </a:lnTo>
                <a:close/>
                <a:moveTo>
                  <a:pt x="26560" y="6942"/>
                </a:moveTo>
                <a:cubicBezTo>
                  <a:pt x="26634" y="7085"/>
                  <a:pt x="26634" y="7160"/>
                  <a:pt x="26634" y="7303"/>
                </a:cubicBezTo>
                <a:cubicBezTo>
                  <a:pt x="26634" y="7228"/>
                  <a:pt x="26560" y="7228"/>
                  <a:pt x="26560" y="7160"/>
                </a:cubicBezTo>
                <a:lnTo>
                  <a:pt x="26560" y="6942"/>
                </a:lnTo>
                <a:close/>
                <a:moveTo>
                  <a:pt x="16393" y="7228"/>
                </a:moveTo>
                <a:lnTo>
                  <a:pt x="16393" y="7372"/>
                </a:lnTo>
                <a:cubicBezTo>
                  <a:pt x="16393" y="7303"/>
                  <a:pt x="16324" y="7303"/>
                  <a:pt x="16324" y="7303"/>
                </a:cubicBezTo>
                <a:cubicBezTo>
                  <a:pt x="16324" y="7303"/>
                  <a:pt x="16324" y="7228"/>
                  <a:pt x="16393" y="7228"/>
                </a:cubicBezTo>
                <a:close/>
                <a:moveTo>
                  <a:pt x="20477" y="6369"/>
                </a:moveTo>
                <a:cubicBezTo>
                  <a:pt x="20546" y="6587"/>
                  <a:pt x="20546" y="6799"/>
                  <a:pt x="20546" y="7016"/>
                </a:cubicBezTo>
                <a:lnTo>
                  <a:pt x="20334" y="7446"/>
                </a:lnTo>
                <a:cubicBezTo>
                  <a:pt x="20259" y="7372"/>
                  <a:pt x="20259" y="7303"/>
                  <a:pt x="20191" y="7228"/>
                </a:cubicBezTo>
                <a:cubicBezTo>
                  <a:pt x="20334" y="6942"/>
                  <a:pt x="20403" y="6656"/>
                  <a:pt x="20477" y="6369"/>
                </a:cubicBezTo>
                <a:close/>
                <a:moveTo>
                  <a:pt x="34292" y="6656"/>
                </a:moveTo>
                <a:cubicBezTo>
                  <a:pt x="34223" y="6873"/>
                  <a:pt x="34223" y="7160"/>
                  <a:pt x="34149" y="7446"/>
                </a:cubicBezTo>
                <a:cubicBezTo>
                  <a:pt x="34149" y="7372"/>
                  <a:pt x="34080" y="7228"/>
                  <a:pt x="34080" y="7160"/>
                </a:cubicBezTo>
                <a:cubicBezTo>
                  <a:pt x="34149" y="6942"/>
                  <a:pt x="34223" y="6799"/>
                  <a:pt x="34292" y="6656"/>
                </a:cubicBezTo>
                <a:close/>
                <a:moveTo>
                  <a:pt x="29567" y="7303"/>
                </a:moveTo>
                <a:cubicBezTo>
                  <a:pt x="29567" y="7370"/>
                  <a:pt x="29567" y="7443"/>
                  <a:pt x="29636" y="7510"/>
                </a:cubicBezTo>
                <a:lnTo>
                  <a:pt x="29636" y="7510"/>
                </a:lnTo>
                <a:cubicBezTo>
                  <a:pt x="29629" y="7446"/>
                  <a:pt x="29611" y="7388"/>
                  <a:pt x="29567" y="7303"/>
                </a:cubicBezTo>
                <a:close/>
                <a:moveTo>
                  <a:pt x="48611" y="6157"/>
                </a:moveTo>
                <a:cubicBezTo>
                  <a:pt x="48685" y="6587"/>
                  <a:pt x="48685" y="7016"/>
                  <a:pt x="48754" y="7515"/>
                </a:cubicBezTo>
                <a:cubicBezTo>
                  <a:pt x="48685" y="7160"/>
                  <a:pt x="48611" y="6873"/>
                  <a:pt x="48468" y="6512"/>
                </a:cubicBezTo>
                <a:cubicBezTo>
                  <a:pt x="48542" y="6300"/>
                  <a:pt x="48542" y="6300"/>
                  <a:pt x="48611" y="6157"/>
                </a:cubicBezTo>
                <a:close/>
                <a:moveTo>
                  <a:pt x="49756" y="7446"/>
                </a:moveTo>
                <a:cubicBezTo>
                  <a:pt x="49756" y="7515"/>
                  <a:pt x="49756" y="7515"/>
                  <a:pt x="49831" y="7515"/>
                </a:cubicBezTo>
                <a:cubicBezTo>
                  <a:pt x="49831" y="7515"/>
                  <a:pt x="49756" y="7515"/>
                  <a:pt x="49756" y="7446"/>
                </a:cubicBezTo>
                <a:close/>
                <a:moveTo>
                  <a:pt x="26416" y="5796"/>
                </a:moveTo>
                <a:cubicBezTo>
                  <a:pt x="26491" y="6083"/>
                  <a:pt x="26491" y="6444"/>
                  <a:pt x="26560" y="6730"/>
                </a:cubicBezTo>
                <a:cubicBezTo>
                  <a:pt x="26491" y="6799"/>
                  <a:pt x="26491" y="6873"/>
                  <a:pt x="26416" y="6942"/>
                </a:cubicBezTo>
                <a:cubicBezTo>
                  <a:pt x="26348" y="7160"/>
                  <a:pt x="26273" y="7372"/>
                  <a:pt x="26273" y="7589"/>
                </a:cubicBezTo>
                <a:cubicBezTo>
                  <a:pt x="26130" y="7372"/>
                  <a:pt x="26061" y="7160"/>
                  <a:pt x="25918" y="6942"/>
                </a:cubicBezTo>
                <a:cubicBezTo>
                  <a:pt x="26130" y="6512"/>
                  <a:pt x="26273" y="6083"/>
                  <a:pt x="26416" y="5796"/>
                </a:cubicBezTo>
                <a:close/>
                <a:moveTo>
                  <a:pt x="1931" y="7016"/>
                </a:moveTo>
                <a:cubicBezTo>
                  <a:pt x="1931" y="7215"/>
                  <a:pt x="1931" y="7418"/>
                  <a:pt x="1992" y="7617"/>
                </a:cubicBezTo>
                <a:lnTo>
                  <a:pt x="1992" y="7617"/>
                </a:lnTo>
                <a:cubicBezTo>
                  <a:pt x="1982" y="7602"/>
                  <a:pt x="1963" y="7589"/>
                  <a:pt x="1931" y="7589"/>
                </a:cubicBezTo>
                <a:cubicBezTo>
                  <a:pt x="1931" y="7446"/>
                  <a:pt x="1931" y="7303"/>
                  <a:pt x="1862" y="7160"/>
                </a:cubicBezTo>
                <a:cubicBezTo>
                  <a:pt x="1862" y="7085"/>
                  <a:pt x="1931" y="7085"/>
                  <a:pt x="1931" y="7016"/>
                </a:cubicBezTo>
                <a:close/>
                <a:moveTo>
                  <a:pt x="29567" y="7446"/>
                </a:moveTo>
                <a:cubicBezTo>
                  <a:pt x="29567" y="7515"/>
                  <a:pt x="29641" y="7589"/>
                  <a:pt x="29641" y="7658"/>
                </a:cubicBezTo>
                <a:cubicBezTo>
                  <a:pt x="29641" y="7602"/>
                  <a:pt x="29641" y="7557"/>
                  <a:pt x="29637" y="7515"/>
                </a:cubicBezTo>
                <a:lnTo>
                  <a:pt x="29637" y="7515"/>
                </a:lnTo>
                <a:cubicBezTo>
                  <a:pt x="29638" y="7515"/>
                  <a:pt x="29640" y="7515"/>
                  <a:pt x="29641" y="7515"/>
                </a:cubicBezTo>
                <a:cubicBezTo>
                  <a:pt x="29639" y="7513"/>
                  <a:pt x="29638" y="7512"/>
                  <a:pt x="29636" y="7510"/>
                </a:cubicBezTo>
                <a:lnTo>
                  <a:pt x="29636" y="7510"/>
                </a:lnTo>
                <a:cubicBezTo>
                  <a:pt x="29636" y="7511"/>
                  <a:pt x="29636" y="7513"/>
                  <a:pt x="29637" y="7515"/>
                </a:cubicBezTo>
                <a:lnTo>
                  <a:pt x="29637" y="7515"/>
                </a:lnTo>
                <a:cubicBezTo>
                  <a:pt x="29567" y="7512"/>
                  <a:pt x="29567" y="7447"/>
                  <a:pt x="29567" y="7446"/>
                </a:cubicBezTo>
                <a:close/>
                <a:moveTo>
                  <a:pt x="29641" y="5940"/>
                </a:moveTo>
                <a:cubicBezTo>
                  <a:pt x="29710" y="6512"/>
                  <a:pt x="29710" y="7085"/>
                  <a:pt x="29710" y="7658"/>
                </a:cubicBezTo>
                <a:lnTo>
                  <a:pt x="29641" y="7658"/>
                </a:lnTo>
                <a:lnTo>
                  <a:pt x="29641" y="7732"/>
                </a:lnTo>
                <a:cubicBezTo>
                  <a:pt x="29641" y="7658"/>
                  <a:pt x="29567" y="7589"/>
                  <a:pt x="29567" y="7515"/>
                </a:cubicBezTo>
                <a:lnTo>
                  <a:pt x="29567" y="7446"/>
                </a:lnTo>
                <a:lnTo>
                  <a:pt x="29567" y="7303"/>
                </a:lnTo>
                <a:cubicBezTo>
                  <a:pt x="29567" y="6873"/>
                  <a:pt x="29641" y="6369"/>
                  <a:pt x="29641" y="5940"/>
                </a:cubicBezTo>
                <a:close/>
                <a:moveTo>
                  <a:pt x="50759" y="7589"/>
                </a:moveTo>
                <a:cubicBezTo>
                  <a:pt x="50759" y="7658"/>
                  <a:pt x="50759" y="7732"/>
                  <a:pt x="50833" y="7801"/>
                </a:cubicBezTo>
                <a:cubicBezTo>
                  <a:pt x="50833" y="7732"/>
                  <a:pt x="50759" y="7658"/>
                  <a:pt x="50759" y="7589"/>
                </a:cubicBezTo>
                <a:close/>
                <a:moveTo>
                  <a:pt x="32860" y="5585"/>
                </a:moveTo>
                <a:cubicBezTo>
                  <a:pt x="32934" y="6083"/>
                  <a:pt x="32934" y="6587"/>
                  <a:pt x="32934" y="7085"/>
                </a:cubicBezTo>
                <a:cubicBezTo>
                  <a:pt x="32860" y="7303"/>
                  <a:pt x="32791" y="7515"/>
                  <a:pt x="32648" y="7801"/>
                </a:cubicBezTo>
                <a:cubicBezTo>
                  <a:pt x="32574" y="7515"/>
                  <a:pt x="32505" y="7228"/>
                  <a:pt x="32362" y="6873"/>
                </a:cubicBezTo>
                <a:lnTo>
                  <a:pt x="32362" y="6873"/>
                </a:lnTo>
                <a:cubicBezTo>
                  <a:pt x="32430" y="7160"/>
                  <a:pt x="32505" y="7515"/>
                  <a:pt x="32574" y="7876"/>
                </a:cubicBezTo>
                <a:lnTo>
                  <a:pt x="32362" y="7228"/>
                </a:lnTo>
                <a:lnTo>
                  <a:pt x="32362" y="7228"/>
                </a:lnTo>
                <a:cubicBezTo>
                  <a:pt x="32362" y="7372"/>
                  <a:pt x="32430" y="7515"/>
                  <a:pt x="32430" y="7732"/>
                </a:cubicBezTo>
                <a:cubicBezTo>
                  <a:pt x="32362" y="7515"/>
                  <a:pt x="32362" y="7372"/>
                  <a:pt x="32287" y="7228"/>
                </a:cubicBezTo>
                <a:cubicBezTo>
                  <a:pt x="32287" y="7085"/>
                  <a:pt x="32362" y="7016"/>
                  <a:pt x="32362" y="6873"/>
                </a:cubicBezTo>
                <a:cubicBezTo>
                  <a:pt x="32574" y="6369"/>
                  <a:pt x="32717" y="5940"/>
                  <a:pt x="32860" y="5585"/>
                </a:cubicBezTo>
                <a:close/>
                <a:moveTo>
                  <a:pt x="41669" y="5012"/>
                </a:moveTo>
                <a:cubicBezTo>
                  <a:pt x="41881" y="5728"/>
                  <a:pt x="42099" y="6656"/>
                  <a:pt x="42311" y="7515"/>
                </a:cubicBezTo>
                <a:lnTo>
                  <a:pt x="41955" y="7876"/>
                </a:lnTo>
                <a:cubicBezTo>
                  <a:pt x="41812" y="7446"/>
                  <a:pt x="41669" y="7016"/>
                  <a:pt x="41526" y="6512"/>
                </a:cubicBezTo>
                <a:cubicBezTo>
                  <a:pt x="41595" y="6014"/>
                  <a:pt x="41595" y="5585"/>
                  <a:pt x="41669" y="5012"/>
                </a:cubicBezTo>
                <a:close/>
                <a:moveTo>
                  <a:pt x="4726" y="7016"/>
                </a:moveTo>
                <a:lnTo>
                  <a:pt x="4726" y="7944"/>
                </a:lnTo>
                <a:cubicBezTo>
                  <a:pt x="4726" y="7801"/>
                  <a:pt x="4652" y="7658"/>
                  <a:pt x="4583" y="7446"/>
                </a:cubicBezTo>
                <a:lnTo>
                  <a:pt x="4583" y="7303"/>
                </a:lnTo>
                <a:cubicBezTo>
                  <a:pt x="4652" y="7228"/>
                  <a:pt x="4652" y="7085"/>
                  <a:pt x="4726" y="7016"/>
                </a:cubicBezTo>
                <a:close/>
                <a:moveTo>
                  <a:pt x="24486" y="7446"/>
                </a:moveTo>
                <a:cubicBezTo>
                  <a:pt x="24486" y="7515"/>
                  <a:pt x="24486" y="7589"/>
                  <a:pt x="24555" y="7658"/>
                </a:cubicBezTo>
                <a:cubicBezTo>
                  <a:pt x="24555" y="7658"/>
                  <a:pt x="24486" y="7658"/>
                  <a:pt x="24486" y="7732"/>
                </a:cubicBezTo>
                <a:cubicBezTo>
                  <a:pt x="24486" y="7801"/>
                  <a:pt x="24486" y="7944"/>
                  <a:pt x="24412" y="8019"/>
                </a:cubicBezTo>
                <a:cubicBezTo>
                  <a:pt x="24412" y="7876"/>
                  <a:pt x="24486" y="7658"/>
                  <a:pt x="24486" y="7446"/>
                </a:cubicBezTo>
                <a:close/>
                <a:moveTo>
                  <a:pt x="20191" y="7372"/>
                </a:moveTo>
                <a:lnTo>
                  <a:pt x="20191" y="7732"/>
                </a:lnTo>
                <a:cubicBezTo>
                  <a:pt x="20116" y="7801"/>
                  <a:pt x="20047" y="7944"/>
                  <a:pt x="19973" y="8087"/>
                </a:cubicBezTo>
                <a:cubicBezTo>
                  <a:pt x="20047" y="7876"/>
                  <a:pt x="20116" y="7589"/>
                  <a:pt x="20191" y="7372"/>
                </a:cubicBezTo>
                <a:close/>
                <a:moveTo>
                  <a:pt x="25918" y="7016"/>
                </a:moveTo>
                <a:cubicBezTo>
                  <a:pt x="25987" y="7303"/>
                  <a:pt x="26061" y="7589"/>
                  <a:pt x="26130" y="7944"/>
                </a:cubicBezTo>
                <a:lnTo>
                  <a:pt x="26130" y="8162"/>
                </a:lnTo>
                <a:cubicBezTo>
                  <a:pt x="26061" y="7801"/>
                  <a:pt x="25918" y="7515"/>
                  <a:pt x="25844" y="7160"/>
                </a:cubicBezTo>
                <a:cubicBezTo>
                  <a:pt x="25844" y="7085"/>
                  <a:pt x="25844" y="7085"/>
                  <a:pt x="25918" y="7016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3649" y="7085"/>
                </a:moveTo>
                <a:lnTo>
                  <a:pt x="3649" y="7303"/>
                </a:lnTo>
                <a:lnTo>
                  <a:pt x="3649" y="7732"/>
                </a:lnTo>
                <a:cubicBezTo>
                  <a:pt x="3581" y="7876"/>
                  <a:pt x="3581" y="8019"/>
                  <a:pt x="3581" y="8231"/>
                </a:cubicBezTo>
                <a:cubicBezTo>
                  <a:pt x="3534" y="8231"/>
                  <a:pt x="3517" y="8259"/>
                  <a:pt x="3510" y="8281"/>
                </a:cubicBezTo>
                <a:lnTo>
                  <a:pt x="3510" y="8281"/>
                </a:lnTo>
                <a:cubicBezTo>
                  <a:pt x="3581" y="7859"/>
                  <a:pt x="3582" y="7439"/>
                  <a:pt x="3649" y="7085"/>
                </a:cubicBezTo>
                <a:close/>
                <a:moveTo>
                  <a:pt x="1719" y="8019"/>
                </a:moveTo>
                <a:lnTo>
                  <a:pt x="1719" y="8305"/>
                </a:lnTo>
                <a:lnTo>
                  <a:pt x="1645" y="8231"/>
                </a:lnTo>
                <a:cubicBezTo>
                  <a:pt x="1645" y="8087"/>
                  <a:pt x="1645" y="8087"/>
                  <a:pt x="1719" y="8019"/>
                </a:cubicBezTo>
                <a:close/>
                <a:moveTo>
                  <a:pt x="45174" y="6300"/>
                </a:moveTo>
                <a:cubicBezTo>
                  <a:pt x="45249" y="7016"/>
                  <a:pt x="45249" y="7801"/>
                  <a:pt x="45249" y="8517"/>
                </a:cubicBezTo>
                <a:lnTo>
                  <a:pt x="45031" y="8087"/>
                </a:lnTo>
                <a:cubicBezTo>
                  <a:pt x="45106" y="7515"/>
                  <a:pt x="45106" y="6942"/>
                  <a:pt x="45174" y="6300"/>
                </a:cubicBezTo>
                <a:close/>
                <a:moveTo>
                  <a:pt x="16107" y="7944"/>
                </a:moveTo>
                <a:lnTo>
                  <a:pt x="16107" y="8591"/>
                </a:lnTo>
                <a:cubicBezTo>
                  <a:pt x="16038" y="8517"/>
                  <a:pt x="16038" y="8448"/>
                  <a:pt x="15964" y="8374"/>
                </a:cubicBezTo>
                <a:lnTo>
                  <a:pt x="15964" y="8305"/>
                </a:lnTo>
                <a:lnTo>
                  <a:pt x="15964" y="8231"/>
                </a:lnTo>
                <a:cubicBezTo>
                  <a:pt x="16038" y="8162"/>
                  <a:pt x="16038" y="8019"/>
                  <a:pt x="16107" y="7944"/>
                </a:cubicBezTo>
                <a:close/>
                <a:moveTo>
                  <a:pt x="41451" y="7446"/>
                </a:moveTo>
                <a:cubicBezTo>
                  <a:pt x="41526" y="7732"/>
                  <a:pt x="41595" y="8019"/>
                  <a:pt x="41595" y="8305"/>
                </a:cubicBezTo>
                <a:cubicBezTo>
                  <a:pt x="41526" y="8374"/>
                  <a:pt x="41451" y="8448"/>
                  <a:pt x="41383" y="8591"/>
                </a:cubicBezTo>
                <a:cubicBezTo>
                  <a:pt x="41383" y="8231"/>
                  <a:pt x="41451" y="7801"/>
                  <a:pt x="41451" y="7446"/>
                </a:cubicBezTo>
                <a:close/>
                <a:moveTo>
                  <a:pt x="1645" y="8374"/>
                </a:moveTo>
                <a:lnTo>
                  <a:pt x="1645" y="8591"/>
                </a:lnTo>
                <a:cubicBezTo>
                  <a:pt x="1645" y="8660"/>
                  <a:pt x="1645" y="8660"/>
                  <a:pt x="1576" y="8735"/>
                </a:cubicBezTo>
                <a:cubicBezTo>
                  <a:pt x="1576" y="8591"/>
                  <a:pt x="1576" y="8517"/>
                  <a:pt x="1645" y="8374"/>
                </a:cubicBezTo>
                <a:close/>
                <a:moveTo>
                  <a:pt x="17252" y="6157"/>
                </a:moveTo>
                <a:cubicBezTo>
                  <a:pt x="17396" y="6942"/>
                  <a:pt x="17539" y="7732"/>
                  <a:pt x="17682" y="8591"/>
                </a:cubicBezTo>
                <a:cubicBezTo>
                  <a:pt x="17613" y="8660"/>
                  <a:pt x="17613" y="8660"/>
                  <a:pt x="17613" y="8735"/>
                </a:cubicBezTo>
                <a:cubicBezTo>
                  <a:pt x="17613" y="8660"/>
                  <a:pt x="17539" y="8517"/>
                  <a:pt x="17539" y="8448"/>
                </a:cubicBezTo>
                <a:cubicBezTo>
                  <a:pt x="17470" y="7944"/>
                  <a:pt x="17327" y="7446"/>
                  <a:pt x="17184" y="6873"/>
                </a:cubicBezTo>
                <a:cubicBezTo>
                  <a:pt x="17184" y="6656"/>
                  <a:pt x="17252" y="6444"/>
                  <a:pt x="17252" y="6157"/>
                </a:cubicBezTo>
                <a:close/>
                <a:moveTo>
                  <a:pt x="40381" y="7892"/>
                </a:moveTo>
                <a:cubicBezTo>
                  <a:pt x="40384" y="8095"/>
                  <a:pt x="40449" y="8236"/>
                  <a:pt x="40449" y="8448"/>
                </a:cubicBezTo>
                <a:cubicBezTo>
                  <a:pt x="40449" y="8517"/>
                  <a:pt x="40380" y="8660"/>
                  <a:pt x="40380" y="8735"/>
                </a:cubicBezTo>
                <a:cubicBezTo>
                  <a:pt x="40306" y="8591"/>
                  <a:pt x="40237" y="8374"/>
                  <a:pt x="40237" y="8231"/>
                </a:cubicBezTo>
                <a:cubicBezTo>
                  <a:pt x="40285" y="8115"/>
                  <a:pt x="40333" y="8001"/>
                  <a:pt x="40381" y="7892"/>
                </a:cubicBezTo>
                <a:close/>
                <a:moveTo>
                  <a:pt x="40020" y="8735"/>
                </a:moveTo>
                <a:cubicBezTo>
                  <a:pt x="40019" y="8742"/>
                  <a:pt x="40018" y="8749"/>
                  <a:pt x="40017" y="8756"/>
                </a:cubicBezTo>
                <a:lnTo>
                  <a:pt x="40017" y="8756"/>
                </a:lnTo>
                <a:cubicBezTo>
                  <a:pt x="40019" y="8750"/>
                  <a:pt x="40020" y="8743"/>
                  <a:pt x="40020" y="8735"/>
                </a:cubicBezTo>
                <a:close/>
                <a:moveTo>
                  <a:pt x="32144" y="7589"/>
                </a:moveTo>
                <a:cubicBezTo>
                  <a:pt x="32219" y="7801"/>
                  <a:pt x="32287" y="8087"/>
                  <a:pt x="32287" y="8374"/>
                </a:cubicBezTo>
                <a:cubicBezTo>
                  <a:pt x="32219" y="8231"/>
                  <a:pt x="32144" y="8087"/>
                  <a:pt x="32075" y="8019"/>
                </a:cubicBezTo>
                <a:lnTo>
                  <a:pt x="32075" y="8019"/>
                </a:lnTo>
                <a:lnTo>
                  <a:pt x="32287" y="8448"/>
                </a:lnTo>
                <a:cubicBezTo>
                  <a:pt x="32144" y="8517"/>
                  <a:pt x="32075" y="8660"/>
                  <a:pt x="31932" y="8803"/>
                </a:cubicBezTo>
                <a:cubicBezTo>
                  <a:pt x="32001" y="8591"/>
                  <a:pt x="32075" y="8374"/>
                  <a:pt x="32075" y="8231"/>
                </a:cubicBezTo>
                <a:lnTo>
                  <a:pt x="32075" y="8231"/>
                </a:lnTo>
                <a:cubicBezTo>
                  <a:pt x="32075" y="8231"/>
                  <a:pt x="32001" y="8305"/>
                  <a:pt x="31932" y="8305"/>
                </a:cubicBezTo>
                <a:cubicBezTo>
                  <a:pt x="32001" y="8087"/>
                  <a:pt x="32075" y="7801"/>
                  <a:pt x="32144" y="7589"/>
                </a:cubicBezTo>
                <a:close/>
                <a:moveTo>
                  <a:pt x="42311" y="7658"/>
                </a:moveTo>
                <a:lnTo>
                  <a:pt x="42311" y="7732"/>
                </a:lnTo>
                <a:cubicBezTo>
                  <a:pt x="42242" y="8087"/>
                  <a:pt x="42167" y="8448"/>
                  <a:pt x="42167" y="8803"/>
                </a:cubicBezTo>
                <a:cubicBezTo>
                  <a:pt x="42099" y="8591"/>
                  <a:pt x="42099" y="8448"/>
                  <a:pt x="42024" y="8231"/>
                </a:cubicBezTo>
                <a:cubicBezTo>
                  <a:pt x="42167" y="8019"/>
                  <a:pt x="42242" y="7801"/>
                  <a:pt x="42311" y="7658"/>
                </a:cubicBezTo>
                <a:close/>
                <a:moveTo>
                  <a:pt x="49688" y="8231"/>
                </a:moveTo>
                <a:lnTo>
                  <a:pt x="49688" y="8231"/>
                </a:lnTo>
                <a:cubicBezTo>
                  <a:pt x="49613" y="8374"/>
                  <a:pt x="49613" y="8517"/>
                  <a:pt x="49545" y="8660"/>
                </a:cubicBezTo>
                <a:cubicBezTo>
                  <a:pt x="49545" y="8735"/>
                  <a:pt x="49545" y="8803"/>
                  <a:pt x="49470" y="8803"/>
                </a:cubicBezTo>
                <a:cubicBezTo>
                  <a:pt x="49545" y="8592"/>
                  <a:pt x="49613" y="8374"/>
                  <a:pt x="49688" y="8231"/>
                </a:cubicBezTo>
                <a:close/>
                <a:moveTo>
                  <a:pt x="16038" y="8591"/>
                </a:moveTo>
                <a:cubicBezTo>
                  <a:pt x="16038" y="8660"/>
                  <a:pt x="16107" y="8735"/>
                  <a:pt x="16107" y="8803"/>
                </a:cubicBezTo>
                <a:cubicBezTo>
                  <a:pt x="16107" y="8803"/>
                  <a:pt x="16107" y="8878"/>
                  <a:pt x="16038" y="8878"/>
                </a:cubicBezTo>
                <a:lnTo>
                  <a:pt x="16038" y="8591"/>
                </a:lnTo>
                <a:close/>
                <a:moveTo>
                  <a:pt x="26560" y="7228"/>
                </a:moveTo>
                <a:cubicBezTo>
                  <a:pt x="26560" y="7303"/>
                  <a:pt x="26634" y="7446"/>
                  <a:pt x="26634" y="7515"/>
                </a:cubicBezTo>
                <a:cubicBezTo>
                  <a:pt x="26703" y="7944"/>
                  <a:pt x="26777" y="8374"/>
                  <a:pt x="26777" y="8803"/>
                </a:cubicBezTo>
                <a:lnTo>
                  <a:pt x="26777" y="8878"/>
                </a:lnTo>
                <a:cubicBezTo>
                  <a:pt x="26703" y="8593"/>
                  <a:pt x="26635" y="8376"/>
                  <a:pt x="26561" y="8092"/>
                </a:cubicBezTo>
                <a:lnTo>
                  <a:pt x="26561" y="8092"/>
                </a:lnTo>
                <a:cubicBezTo>
                  <a:pt x="26635" y="8376"/>
                  <a:pt x="26703" y="8593"/>
                  <a:pt x="26703" y="8878"/>
                </a:cubicBezTo>
                <a:lnTo>
                  <a:pt x="26491" y="8231"/>
                </a:lnTo>
                <a:cubicBezTo>
                  <a:pt x="26491" y="7876"/>
                  <a:pt x="26560" y="7589"/>
                  <a:pt x="26560" y="7228"/>
                </a:cubicBezTo>
                <a:close/>
                <a:moveTo>
                  <a:pt x="111328" y="8735"/>
                </a:moveTo>
                <a:cubicBezTo>
                  <a:pt x="111328" y="8803"/>
                  <a:pt x="111259" y="8947"/>
                  <a:pt x="111259" y="9021"/>
                </a:cubicBezTo>
                <a:lnTo>
                  <a:pt x="111259" y="8947"/>
                </a:lnTo>
                <a:lnTo>
                  <a:pt x="111259" y="8803"/>
                </a:lnTo>
                <a:lnTo>
                  <a:pt x="111328" y="8735"/>
                </a:lnTo>
                <a:close/>
                <a:moveTo>
                  <a:pt x="27992" y="6226"/>
                </a:moveTo>
                <a:cubicBezTo>
                  <a:pt x="28135" y="7016"/>
                  <a:pt x="28209" y="7801"/>
                  <a:pt x="28278" y="8591"/>
                </a:cubicBezTo>
                <a:cubicBezTo>
                  <a:pt x="28209" y="8735"/>
                  <a:pt x="28066" y="8878"/>
                  <a:pt x="27992" y="9090"/>
                </a:cubicBezTo>
                <a:cubicBezTo>
                  <a:pt x="27992" y="8803"/>
                  <a:pt x="27923" y="8517"/>
                  <a:pt x="27848" y="8231"/>
                </a:cubicBezTo>
                <a:cubicBezTo>
                  <a:pt x="27923" y="7589"/>
                  <a:pt x="27923" y="6942"/>
                  <a:pt x="27992" y="6226"/>
                </a:cubicBezTo>
                <a:close/>
                <a:moveTo>
                  <a:pt x="57775" y="8878"/>
                </a:moveTo>
                <a:lnTo>
                  <a:pt x="57775" y="8878"/>
                </a:lnTo>
                <a:cubicBezTo>
                  <a:pt x="57796" y="8951"/>
                  <a:pt x="57817" y="9023"/>
                  <a:pt x="57838" y="9094"/>
                </a:cubicBezTo>
                <a:lnTo>
                  <a:pt x="57838" y="9094"/>
                </a:lnTo>
                <a:cubicBezTo>
                  <a:pt x="57819" y="9019"/>
                  <a:pt x="57798" y="8946"/>
                  <a:pt x="57775" y="8878"/>
                </a:cubicBezTo>
                <a:close/>
                <a:moveTo>
                  <a:pt x="44172" y="9090"/>
                </a:moveTo>
                <a:cubicBezTo>
                  <a:pt x="44172" y="9090"/>
                  <a:pt x="44172" y="9164"/>
                  <a:pt x="44247" y="9164"/>
                </a:cubicBezTo>
                <a:cubicBezTo>
                  <a:pt x="44247" y="9090"/>
                  <a:pt x="44172" y="9090"/>
                  <a:pt x="44172" y="9090"/>
                </a:cubicBezTo>
                <a:close/>
                <a:moveTo>
                  <a:pt x="115194" y="8517"/>
                </a:moveTo>
                <a:lnTo>
                  <a:pt x="115194" y="8517"/>
                </a:lnTo>
                <a:cubicBezTo>
                  <a:pt x="115126" y="8660"/>
                  <a:pt x="115051" y="8947"/>
                  <a:pt x="114982" y="9164"/>
                </a:cubicBezTo>
                <a:cubicBezTo>
                  <a:pt x="114982" y="9090"/>
                  <a:pt x="114982" y="9021"/>
                  <a:pt x="114908" y="8947"/>
                </a:cubicBezTo>
                <a:cubicBezTo>
                  <a:pt x="115126" y="8660"/>
                  <a:pt x="115126" y="8591"/>
                  <a:pt x="115194" y="8517"/>
                </a:cubicBezTo>
                <a:close/>
                <a:moveTo>
                  <a:pt x="21909" y="8947"/>
                </a:moveTo>
                <a:cubicBezTo>
                  <a:pt x="21909" y="9021"/>
                  <a:pt x="21909" y="9021"/>
                  <a:pt x="21978" y="9090"/>
                </a:cubicBezTo>
                <a:cubicBezTo>
                  <a:pt x="21909" y="9164"/>
                  <a:pt x="21909" y="9164"/>
                  <a:pt x="21909" y="9233"/>
                </a:cubicBezTo>
                <a:lnTo>
                  <a:pt x="21909" y="9090"/>
                </a:lnTo>
                <a:lnTo>
                  <a:pt x="21909" y="8947"/>
                </a:lnTo>
                <a:close/>
                <a:moveTo>
                  <a:pt x="29498" y="8448"/>
                </a:moveTo>
                <a:cubicBezTo>
                  <a:pt x="29498" y="8591"/>
                  <a:pt x="29567" y="8735"/>
                  <a:pt x="29567" y="8878"/>
                </a:cubicBezTo>
                <a:lnTo>
                  <a:pt x="29567" y="9307"/>
                </a:lnTo>
                <a:cubicBezTo>
                  <a:pt x="29498" y="9307"/>
                  <a:pt x="29498" y="9376"/>
                  <a:pt x="29498" y="9376"/>
                </a:cubicBezTo>
                <a:lnTo>
                  <a:pt x="29498" y="8448"/>
                </a:lnTo>
                <a:close/>
                <a:moveTo>
                  <a:pt x="43170" y="8878"/>
                </a:moveTo>
                <a:cubicBezTo>
                  <a:pt x="43244" y="9021"/>
                  <a:pt x="43244" y="9090"/>
                  <a:pt x="43313" y="9233"/>
                </a:cubicBezTo>
                <a:lnTo>
                  <a:pt x="43313" y="9376"/>
                </a:lnTo>
                <a:cubicBezTo>
                  <a:pt x="43244" y="9233"/>
                  <a:pt x="43244" y="9021"/>
                  <a:pt x="43170" y="8878"/>
                </a:cubicBezTo>
                <a:close/>
                <a:moveTo>
                  <a:pt x="49401" y="8947"/>
                </a:moveTo>
                <a:lnTo>
                  <a:pt x="49401" y="9021"/>
                </a:lnTo>
                <a:lnTo>
                  <a:pt x="49401" y="9233"/>
                </a:lnTo>
                <a:cubicBezTo>
                  <a:pt x="49401" y="9164"/>
                  <a:pt x="49327" y="9090"/>
                  <a:pt x="49327" y="9090"/>
                </a:cubicBezTo>
                <a:lnTo>
                  <a:pt x="49327" y="9090"/>
                </a:lnTo>
                <a:cubicBezTo>
                  <a:pt x="49327" y="9164"/>
                  <a:pt x="49327" y="9233"/>
                  <a:pt x="49401" y="9307"/>
                </a:cubicBezTo>
                <a:cubicBezTo>
                  <a:pt x="49327" y="9307"/>
                  <a:pt x="49327" y="9376"/>
                  <a:pt x="49327" y="9376"/>
                </a:cubicBezTo>
                <a:lnTo>
                  <a:pt x="49327" y="9164"/>
                </a:lnTo>
                <a:lnTo>
                  <a:pt x="49327" y="9090"/>
                </a:lnTo>
                <a:cubicBezTo>
                  <a:pt x="49327" y="9021"/>
                  <a:pt x="49401" y="9021"/>
                  <a:pt x="49401" y="8947"/>
                </a:cubicBezTo>
                <a:close/>
                <a:moveTo>
                  <a:pt x="51263" y="9164"/>
                </a:moveTo>
                <a:cubicBezTo>
                  <a:pt x="51263" y="9233"/>
                  <a:pt x="51263" y="9307"/>
                  <a:pt x="51332" y="9376"/>
                </a:cubicBezTo>
                <a:cubicBezTo>
                  <a:pt x="51263" y="9376"/>
                  <a:pt x="51263" y="9307"/>
                  <a:pt x="51188" y="9233"/>
                </a:cubicBezTo>
                <a:cubicBezTo>
                  <a:pt x="51263" y="9233"/>
                  <a:pt x="51263" y="9164"/>
                  <a:pt x="51263" y="9164"/>
                </a:cubicBezTo>
                <a:close/>
                <a:moveTo>
                  <a:pt x="44315" y="8660"/>
                </a:moveTo>
                <a:lnTo>
                  <a:pt x="44315" y="8660"/>
                </a:lnTo>
                <a:cubicBezTo>
                  <a:pt x="44247" y="8803"/>
                  <a:pt x="44247" y="8947"/>
                  <a:pt x="44247" y="9164"/>
                </a:cubicBezTo>
                <a:cubicBezTo>
                  <a:pt x="44103" y="9233"/>
                  <a:pt x="44029" y="9376"/>
                  <a:pt x="43960" y="9451"/>
                </a:cubicBezTo>
                <a:lnTo>
                  <a:pt x="43960" y="9376"/>
                </a:lnTo>
                <a:lnTo>
                  <a:pt x="43960" y="9307"/>
                </a:lnTo>
                <a:cubicBezTo>
                  <a:pt x="44103" y="9021"/>
                  <a:pt x="44247" y="8735"/>
                  <a:pt x="44315" y="8660"/>
                </a:cubicBezTo>
                <a:close/>
                <a:moveTo>
                  <a:pt x="48468" y="6656"/>
                </a:moveTo>
                <a:cubicBezTo>
                  <a:pt x="48542" y="7446"/>
                  <a:pt x="48542" y="8374"/>
                  <a:pt x="48542" y="9164"/>
                </a:cubicBezTo>
                <a:cubicBezTo>
                  <a:pt x="48468" y="9307"/>
                  <a:pt x="48468" y="9376"/>
                  <a:pt x="48399" y="9451"/>
                </a:cubicBezTo>
                <a:cubicBezTo>
                  <a:pt x="48325" y="8878"/>
                  <a:pt x="48256" y="8305"/>
                  <a:pt x="48113" y="7446"/>
                </a:cubicBezTo>
                <a:cubicBezTo>
                  <a:pt x="48181" y="7160"/>
                  <a:pt x="48325" y="6873"/>
                  <a:pt x="48468" y="6656"/>
                </a:cubicBezTo>
                <a:close/>
                <a:moveTo>
                  <a:pt x="38805" y="6730"/>
                </a:moveTo>
                <a:cubicBezTo>
                  <a:pt x="38948" y="7372"/>
                  <a:pt x="39017" y="8087"/>
                  <a:pt x="39092" y="8803"/>
                </a:cubicBezTo>
                <a:lnTo>
                  <a:pt x="38874" y="9021"/>
                </a:lnTo>
                <a:cubicBezTo>
                  <a:pt x="38805" y="8878"/>
                  <a:pt x="38805" y="8660"/>
                  <a:pt x="38731" y="8448"/>
                </a:cubicBezTo>
                <a:lnTo>
                  <a:pt x="38731" y="8448"/>
                </a:lnTo>
                <a:cubicBezTo>
                  <a:pt x="38731" y="8660"/>
                  <a:pt x="38805" y="8878"/>
                  <a:pt x="38805" y="9090"/>
                </a:cubicBezTo>
                <a:cubicBezTo>
                  <a:pt x="38731" y="9307"/>
                  <a:pt x="38588" y="9451"/>
                  <a:pt x="38519" y="9594"/>
                </a:cubicBezTo>
                <a:cubicBezTo>
                  <a:pt x="38444" y="9594"/>
                  <a:pt x="38444" y="9519"/>
                  <a:pt x="38444" y="9451"/>
                </a:cubicBezTo>
                <a:cubicBezTo>
                  <a:pt x="38444" y="9090"/>
                  <a:pt x="38519" y="8660"/>
                  <a:pt x="38519" y="8231"/>
                </a:cubicBezTo>
                <a:lnTo>
                  <a:pt x="38519" y="8231"/>
                </a:lnTo>
                <a:cubicBezTo>
                  <a:pt x="38444" y="8374"/>
                  <a:pt x="38301" y="8660"/>
                  <a:pt x="38233" y="9021"/>
                </a:cubicBezTo>
                <a:cubicBezTo>
                  <a:pt x="38158" y="8878"/>
                  <a:pt x="38089" y="8735"/>
                  <a:pt x="38089" y="8660"/>
                </a:cubicBezTo>
                <a:cubicBezTo>
                  <a:pt x="38015" y="8591"/>
                  <a:pt x="38015" y="8517"/>
                  <a:pt x="38015" y="8448"/>
                </a:cubicBezTo>
                <a:cubicBezTo>
                  <a:pt x="38376" y="7589"/>
                  <a:pt x="38731" y="6873"/>
                  <a:pt x="38805" y="6730"/>
                </a:cubicBezTo>
                <a:close/>
                <a:moveTo>
                  <a:pt x="25701" y="9376"/>
                </a:moveTo>
                <a:cubicBezTo>
                  <a:pt x="25701" y="9519"/>
                  <a:pt x="25701" y="9594"/>
                  <a:pt x="25775" y="9663"/>
                </a:cubicBezTo>
                <a:cubicBezTo>
                  <a:pt x="25701" y="9594"/>
                  <a:pt x="25701" y="9519"/>
                  <a:pt x="25701" y="9451"/>
                </a:cubicBezTo>
                <a:lnTo>
                  <a:pt x="25701" y="9376"/>
                </a:lnTo>
                <a:close/>
                <a:moveTo>
                  <a:pt x="35941" y="8591"/>
                </a:moveTo>
                <a:cubicBezTo>
                  <a:pt x="36010" y="8947"/>
                  <a:pt x="36085" y="9307"/>
                  <a:pt x="36085" y="9663"/>
                </a:cubicBezTo>
                <a:lnTo>
                  <a:pt x="36085" y="9663"/>
                </a:lnTo>
                <a:cubicBezTo>
                  <a:pt x="36010" y="9663"/>
                  <a:pt x="36010" y="9663"/>
                  <a:pt x="36010" y="9594"/>
                </a:cubicBezTo>
                <a:cubicBezTo>
                  <a:pt x="36010" y="9519"/>
                  <a:pt x="36010" y="9451"/>
                  <a:pt x="35941" y="9451"/>
                </a:cubicBezTo>
                <a:lnTo>
                  <a:pt x="35941" y="9519"/>
                </a:lnTo>
                <a:cubicBezTo>
                  <a:pt x="35941" y="9451"/>
                  <a:pt x="35941" y="9376"/>
                  <a:pt x="35867" y="9307"/>
                </a:cubicBezTo>
                <a:cubicBezTo>
                  <a:pt x="35941" y="9090"/>
                  <a:pt x="35941" y="8878"/>
                  <a:pt x="35941" y="8591"/>
                </a:cubicBezTo>
                <a:close/>
                <a:moveTo>
                  <a:pt x="1645" y="8660"/>
                </a:moveTo>
                <a:cubicBezTo>
                  <a:pt x="1719" y="8735"/>
                  <a:pt x="1719" y="8878"/>
                  <a:pt x="1719" y="9021"/>
                </a:cubicBezTo>
                <a:cubicBezTo>
                  <a:pt x="1719" y="9164"/>
                  <a:pt x="1645" y="9307"/>
                  <a:pt x="1645" y="9451"/>
                </a:cubicBezTo>
                <a:lnTo>
                  <a:pt x="1645" y="9663"/>
                </a:lnTo>
                <a:cubicBezTo>
                  <a:pt x="1645" y="9594"/>
                  <a:pt x="1645" y="9519"/>
                  <a:pt x="1576" y="9451"/>
                </a:cubicBezTo>
                <a:lnTo>
                  <a:pt x="1645" y="9376"/>
                </a:lnTo>
                <a:lnTo>
                  <a:pt x="1645" y="8660"/>
                </a:lnTo>
                <a:close/>
                <a:moveTo>
                  <a:pt x="47826" y="8305"/>
                </a:moveTo>
                <a:cubicBezTo>
                  <a:pt x="47826" y="8735"/>
                  <a:pt x="47826" y="9233"/>
                  <a:pt x="47752" y="9594"/>
                </a:cubicBezTo>
                <a:lnTo>
                  <a:pt x="47752" y="9663"/>
                </a:lnTo>
                <a:lnTo>
                  <a:pt x="47683" y="9737"/>
                </a:lnTo>
                <a:cubicBezTo>
                  <a:pt x="47752" y="9451"/>
                  <a:pt x="47752" y="9164"/>
                  <a:pt x="47752" y="8878"/>
                </a:cubicBezTo>
                <a:lnTo>
                  <a:pt x="47752" y="8878"/>
                </a:lnTo>
                <a:cubicBezTo>
                  <a:pt x="47609" y="9021"/>
                  <a:pt x="47540" y="9307"/>
                  <a:pt x="47465" y="9663"/>
                </a:cubicBezTo>
                <a:cubicBezTo>
                  <a:pt x="47540" y="9233"/>
                  <a:pt x="47609" y="8735"/>
                  <a:pt x="47826" y="8305"/>
                </a:cubicBezTo>
                <a:close/>
                <a:moveTo>
                  <a:pt x="51045" y="9737"/>
                </a:moveTo>
                <a:lnTo>
                  <a:pt x="51051" y="9748"/>
                </a:lnTo>
                <a:lnTo>
                  <a:pt x="51051" y="9748"/>
                </a:lnTo>
                <a:cubicBezTo>
                  <a:pt x="51049" y="9744"/>
                  <a:pt x="51047" y="9741"/>
                  <a:pt x="51045" y="9737"/>
                </a:cubicBezTo>
                <a:close/>
                <a:moveTo>
                  <a:pt x="41669" y="9021"/>
                </a:moveTo>
                <a:cubicBezTo>
                  <a:pt x="41738" y="9307"/>
                  <a:pt x="41738" y="9519"/>
                  <a:pt x="41738" y="9737"/>
                </a:cubicBezTo>
                <a:lnTo>
                  <a:pt x="41738" y="9806"/>
                </a:lnTo>
                <a:cubicBezTo>
                  <a:pt x="41669" y="9806"/>
                  <a:pt x="41669" y="9737"/>
                  <a:pt x="41669" y="9737"/>
                </a:cubicBezTo>
                <a:cubicBezTo>
                  <a:pt x="41669" y="9594"/>
                  <a:pt x="41595" y="9519"/>
                  <a:pt x="41526" y="9376"/>
                </a:cubicBezTo>
                <a:cubicBezTo>
                  <a:pt x="41595" y="9233"/>
                  <a:pt x="41669" y="9164"/>
                  <a:pt x="41669" y="9021"/>
                </a:cubicBezTo>
                <a:close/>
                <a:moveTo>
                  <a:pt x="37661" y="9531"/>
                </a:moveTo>
                <a:cubicBezTo>
                  <a:pt x="37660" y="9552"/>
                  <a:pt x="37660" y="9573"/>
                  <a:pt x="37660" y="9594"/>
                </a:cubicBezTo>
                <a:lnTo>
                  <a:pt x="37660" y="9737"/>
                </a:lnTo>
                <a:cubicBezTo>
                  <a:pt x="37660" y="9806"/>
                  <a:pt x="37585" y="9806"/>
                  <a:pt x="37517" y="9880"/>
                </a:cubicBezTo>
                <a:cubicBezTo>
                  <a:pt x="37563" y="9783"/>
                  <a:pt x="37613" y="9651"/>
                  <a:pt x="37661" y="9531"/>
                </a:cubicBezTo>
                <a:close/>
                <a:moveTo>
                  <a:pt x="52408" y="9594"/>
                </a:moveTo>
                <a:cubicBezTo>
                  <a:pt x="52408" y="9663"/>
                  <a:pt x="52408" y="9806"/>
                  <a:pt x="52477" y="9880"/>
                </a:cubicBezTo>
                <a:cubicBezTo>
                  <a:pt x="52477" y="9806"/>
                  <a:pt x="52408" y="9663"/>
                  <a:pt x="52408" y="9594"/>
                </a:cubicBezTo>
                <a:close/>
                <a:moveTo>
                  <a:pt x="108321" y="9451"/>
                </a:moveTo>
                <a:cubicBezTo>
                  <a:pt x="108396" y="9519"/>
                  <a:pt x="108396" y="9594"/>
                  <a:pt x="108464" y="9663"/>
                </a:cubicBezTo>
                <a:cubicBezTo>
                  <a:pt x="108396" y="9737"/>
                  <a:pt x="108321" y="9806"/>
                  <a:pt x="108321" y="9880"/>
                </a:cubicBezTo>
                <a:lnTo>
                  <a:pt x="108321" y="9451"/>
                </a:lnTo>
                <a:close/>
                <a:moveTo>
                  <a:pt x="53124" y="9949"/>
                </a:moveTo>
                <a:lnTo>
                  <a:pt x="53193" y="10023"/>
                </a:lnTo>
                <a:lnTo>
                  <a:pt x="53124" y="10023"/>
                </a:lnTo>
                <a:lnTo>
                  <a:pt x="53124" y="9949"/>
                </a:lnTo>
                <a:close/>
                <a:moveTo>
                  <a:pt x="102525" y="9747"/>
                </a:moveTo>
                <a:cubicBezTo>
                  <a:pt x="102525" y="9813"/>
                  <a:pt x="102521" y="9887"/>
                  <a:pt x="102450" y="10023"/>
                </a:cubicBezTo>
                <a:lnTo>
                  <a:pt x="102450" y="9949"/>
                </a:lnTo>
                <a:cubicBezTo>
                  <a:pt x="102521" y="9883"/>
                  <a:pt x="102525" y="9813"/>
                  <a:pt x="102525" y="9747"/>
                </a:cubicBezTo>
                <a:close/>
                <a:moveTo>
                  <a:pt x="90354" y="10023"/>
                </a:moveTo>
                <a:cubicBezTo>
                  <a:pt x="90353" y="10029"/>
                  <a:pt x="90352" y="10034"/>
                  <a:pt x="90352" y="10039"/>
                </a:cubicBezTo>
                <a:lnTo>
                  <a:pt x="90352" y="10039"/>
                </a:lnTo>
                <a:cubicBezTo>
                  <a:pt x="90354" y="10029"/>
                  <a:pt x="90354" y="10023"/>
                  <a:pt x="90354" y="10023"/>
                </a:cubicBezTo>
                <a:close/>
                <a:moveTo>
                  <a:pt x="41526" y="9519"/>
                </a:moveTo>
                <a:lnTo>
                  <a:pt x="41526" y="9663"/>
                </a:lnTo>
                <a:cubicBezTo>
                  <a:pt x="41526" y="9737"/>
                  <a:pt x="41595" y="9880"/>
                  <a:pt x="41595" y="9949"/>
                </a:cubicBezTo>
                <a:lnTo>
                  <a:pt x="41451" y="10092"/>
                </a:lnTo>
                <a:cubicBezTo>
                  <a:pt x="41451" y="9949"/>
                  <a:pt x="41451" y="9737"/>
                  <a:pt x="41526" y="9519"/>
                </a:cubicBezTo>
                <a:lnTo>
                  <a:pt x="41526" y="9519"/>
                </a:lnTo>
                <a:lnTo>
                  <a:pt x="41451" y="9594"/>
                </a:lnTo>
                <a:lnTo>
                  <a:pt x="41451" y="9519"/>
                </a:lnTo>
                <a:close/>
                <a:moveTo>
                  <a:pt x="51692" y="9880"/>
                </a:moveTo>
                <a:cubicBezTo>
                  <a:pt x="51761" y="9880"/>
                  <a:pt x="51761" y="9949"/>
                  <a:pt x="51761" y="10023"/>
                </a:cubicBezTo>
                <a:lnTo>
                  <a:pt x="51761" y="10092"/>
                </a:lnTo>
                <a:cubicBezTo>
                  <a:pt x="51761" y="10023"/>
                  <a:pt x="51761" y="9949"/>
                  <a:pt x="51692" y="9880"/>
                </a:cubicBezTo>
                <a:close/>
                <a:moveTo>
                  <a:pt x="60141" y="10023"/>
                </a:moveTo>
                <a:cubicBezTo>
                  <a:pt x="60175" y="10057"/>
                  <a:pt x="60192" y="10109"/>
                  <a:pt x="60209" y="10162"/>
                </a:cubicBezTo>
                <a:lnTo>
                  <a:pt x="60209" y="10162"/>
                </a:lnTo>
                <a:cubicBezTo>
                  <a:pt x="60209" y="10089"/>
                  <a:pt x="60208" y="10023"/>
                  <a:pt x="60141" y="10023"/>
                </a:cubicBezTo>
                <a:close/>
                <a:moveTo>
                  <a:pt x="26416" y="9090"/>
                </a:moveTo>
                <a:cubicBezTo>
                  <a:pt x="26491" y="9451"/>
                  <a:pt x="26560" y="9806"/>
                  <a:pt x="26560" y="10167"/>
                </a:cubicBezTo>
                <a:cubicBezTo>
                  <a:pt x="26560" y="10092"/>
                  <a:pt x="26491" y="9949"/>
                  <a:pt x="26416" y="9880"/>
                </a:cubicBezTo>
                <a:cubicBezTo>
                  <a:pt x="26416" y="9806"/>
                  <a:pt x="26416" y="9663"/>
                  <a:pt x="26348" y="9594"/>
                </a:cubicBezTo>
                <a:cubicBezTo>
                  <a:pt x="26416" y="9451"/>
                  <a:pt x="26416" y="9233"/>
                  <a:pt x="26416" y="9090"/>
                </a:cubicBezTo>
                <a:close/>
                <a:moveTo>
                  <a:pt x="102382" y="10023"/>
                </a:moveTo>
                <a:cubicBezTo>
                  <a:pt x="102450" y="10023"/>
                  <a:pt x="102450" y="10092"/>
                  <a:pt x="102450" y="10092"/>
                </a:cubicBezTo>
                <a:lnTo>
                  <a:pt x="102450" y="10167"/>
                </a:lnTo>
                <a:cubicBezTo>
                  <a:pt x="102382" y="10092"/>
                  <a:pt x="102382" y="10092"/>
                  <a:pt x="102382" y="10023"/>
                </a:cubicBezTo>
                <a:close/>
                <a:moveTo>
                  <a:pt x="89351" y="10092"/>
                </a:moveTo>
                <a:lnTo>
                  <a:pt x="89351" y="10310"/>
                </a:lnTo>
                <a:cubicBezTo>
                  <a:pt x="89351" y="10235"/>
                  <a:pt x="89351" y="10235"/>
                  <a:pt x="89277" y="10167"/>
                </a:cubicBezTo>
                <a:cubicBezTo>
                  <a:pt x="89277" y="10167"/>
                  <a:pt x="89351" y="10167"/>
                  <a:pt x="89351" y="10092"/>
                </a:cubicBezTo>
                <a:close/>
                <a:moveTo>
                  <a:pt x="51188" y="9376"/>
                </a:moveTo>
                <a:lnTo>
                  <a:pt x="51406" y="10023"/>
                </a:lnTo>
                <a:cubicBezTo>
                  <a:pt x="51332" y="10023"/>
                  <a:pt x="51332" y="10092"/>
                  <a:pt x="51263" y="10167"/>
                </a:cubicBezTo>
                <a:lnTo>
                  <a:pt x="51051" y="9748"/>
                </a:lnTo>
                <a:lnTo>
                  <a:pt x="51051" y="9748"/>
                </a:lnTo>
                <a:cubicBezTo>
                  <a:pt x="51120" y="9888"/>
                  <a:pt x="51121" y="10027"/>
                  <a:pt x="51188" y="10167"/>
                </a:cubicBezTo>
                <a:lnTo>
                  <a:pt x="50976" y="10378"/>
                </a:lnTo>
                <a:lnTo>
                  <a:pt x="50976" y="10235"/>
                </a:lnTo>
                <a:cubicBezTo>
                  <a:pt x="50976" y="10092"/>
                  <a:pt x="51045" y="9949"/>
                  <a:pt x="51045" y="9737"/>
                </a:cubicBezTo>
                <a:cubicBezTo>
                  <a:pt x="51120" y="9594"/>
                  <a:pt x="51120" y="9519"/>
                  <a:pt x="51188" y="9376"/>
                </a:cubicBezTo>
                <a:close/>
                <a:moveTo>
                  <a:pt x="112617" y="10378"/>
                </a:moveTo>
                <a:cubicBezTo>
                  <a:pt x="112617" y="10378"/>
                  <a:pt x="112617" y="10378"/>
                  <a:pt x="112617" y="10378"/>
                </a:cubicBezTo>
                <a:lnTo>
                  <a:pt x="112617" y="10378"/>
                </a:lnTo>
                <a:close/>
                <a:moveTo>
                  <a:pt x="112617" y="10378"/>
                </a:moveTo>
                <a:cubicBezTo>
                  <a:pt x="112617" y="10378"/>
                  <a:pt x="112617" y="10378"/>
                  <a:pt x="112617" y="10378"/>
                </a:cubicBezTo>
                <a:lnTo>
                  <a:pt x="112617" y="10378"/>
                </a:lnTo>
                <a:close/>
                <a:moveTo>
                  <a:pt x="82621" y="10235"/>
                </a:moveTo>
                <a:cubicBezTo>
                  <a:pt x="82644" y="10302"/>
                  <a:pt x="82666" y="10366"/>
                  <a:pt x="82688" y="10429"/>
                </a:cubicBezTo>
                <a:lnTo>
                  <a:pt x="82688" y="10429"/>
                </a:lnTo>
                <a:cubicBezTo>
                  <a:pt x="82668" y="10361"/>
                  <a:pt x="82646" y="10296"/>
                  <a:pt x="82621" y="10235"/>
                </a:cubicBezTo>
                <a:close/>
                <a:moveTo>
                  <a:pt x="45031" y="8517"/>
                </a:moveTo>
                <a:cubicBezTo>
                  <a:pt x="45031" y="9164"/>
                  <a:pt x="45031" y="9806"/>
                  <a:pt x="44962" y="10453"/>
                </a:cubicBezTo>
                <a:lnTo>
                  <a:pt x="44888" y="10378"/>
                </a:lnTo>
                <a:cubicBezTo>
                  <a:pt x="44962" y="9880"/>
                  <a:pt x="44962" y="9233"/>
                  <a:pt x="45031" y="8517"/>
                </a:cubicBezTo>
                <a:close/>
                <a:moveTo>
                  <a:pt x="112044" y="6656"/>
                </a:moveTo>
                <a:cubicBezTo>
                  <a:pt x="112405" y="7372"/>
                  <a:pt x="112617" y="8231"/>
                  <a:pt x="112760" y="9164"/>
                </a:cubicBezTo>
                <a:cubicBezTo>
                  <a:pt x="112548" y="9233"/>
                  <a:pt x="112405" y="9451"/>
                  <a:pt x="112262" y="9663"/>
                </a:cubicBezTo>
                <a:cubicBezTo>
                  <a:pt x="112044" y="9880"/>
                  <a:pt x="111901" y="10167"/>
                  <a:pt x="111758" y="10453"/>
                </a:cubicBezTo>
                <a:lnTo>
                  <a:pt x="111758" y="10378"/>
                </a:lnTo>
                <a:cubicBezTo>
                  <a:pt x="111832" y="10023"/>
                  <a:pt x="111832" y="9519"/>
                  <a:pt x="111832" y="9021"/>
                </a:cubicBezTo>
                <a:cubicBezTo>
                  <a:pt x="111975" y="8878"/>
                  <a:pt x="112044" y="8735"/>
                  <a:pt x="112044" y="8735"/>
                </a:cubicBezTo>
                <a:lnTo>
                  <a:pt x="112044" y="8735"/>
                </a:lnTo>
                <a:lnTo>
                  <a:pt x="111901" y="8878"/>
                </a:lnTo>
                <a:cubicBezTo>
                  <a:pt x="111901" y="8162"/>
                  <a:pt x="111975" y="7446"/>
                  <a:pt x="112044" y="6656"/>
                </a:cubicBezTo>
                <a:close/>
                <a:moveTo>
                  <a:pt x="70021" y="10235"/>
                </a:moveTo>
                <a:lnTo>
                  <a:pt x="70021" y="10522"/>
                </a:lnTo>
                <a:cubicBezTo>
                  <a:pt x="70021" y="10453"/>
                  <a:pt x="69946" y="10453"/>
                  <a:pt x="69946" y="10453"/>
                </a:cubicBezTo>
                <a:cubicBezTo>
                  <a:pt x="69946" y="10378"/>
                  <a:pt x="70021" y="10310"/>
                  <a:pt x="70021" y="10235"/>
                </a:cubicBezTo>
                <a:close/>
                <a:moveTo>
                  <a:pt x="104885" y="10378"/>
                </a:moveTo>
                <a:lnTo>
                  <a:pt x="104885" y="10522"/>
                </a:lnTo>
                <a:cubicBezTo>
                  <a:pt x="104885" y="10522"/>
                  <a:pt x="104816" y="10522"/>
                  <a:pt x="104816" y="10453"/>
                </a:cubicBezTo>
                <a:cubicBezTo>
                  <a:pt x="104885" y="10453"/>
                  <a:pt x="104885" y="10453"/>
                  <a:pt x="104885" y="10378"/>
                </a:cubicBezTo>
                <a:close/>
                <a:moveTo>
                  <a:pt x="92713" y="10453"/>
                </a:moveTo>
                <a:cubicBezTo>
                  <a:pt x="92729" y="10487"/>
                  <a:pt x="92743" y="10521"/>
                  <a:pt x="92758" y="10554"/>
                </a:cubicBezTo>
                <a:lnTo>
                  <a:pt x="92758" y="10554"/>
                </a:lnTo>
                <a:cubicBezTo>
                  <a:pt x="92745" y="10520"/>
                  <a:pt x="92730" y="10486"/>
                  <a:pt x="92713" y="10453"/>
                </a:cubicBezTo>
                <a:close/>
                <a:moveTo>
                  <a:pt x="110687" y="9949"/>
                </a:moveTo>
                <a:cubicBezTo>
                  <a:pt x="110687" y="10023"/>
                  <a:pt x="110612" y="10167"/>
                  <a:pt x="110612" y="10235"/>
                </a:cubicBezTo>
                <a:cubicBezTo>
                  <a:pt x="110543" y="10378"/>
                  <a:pt x="110469" y="10453"/>
                  <a:pt x="110400" y="10596"/>
                </a:cubicBezTo>
                <a:cubicBezTo>
                  <a:pt x="110469" y="10378"/>
                  <a:pt x="110612" y="10167"/>
                  <a:pt x="110687" y="9949"/>
                </a:cubicBezTo>
                <a:close/>
                <a:moveTo>
                  <a:pt x="54270" y="10092"/>
                </a:moveTo>
                <a:cubicBezTo>
                  <a:pt x="54339" y="10235"/>
                  <a:pt x="54413" y="10378"/>
                  <a:pt x="54413" y="10522"/>
                </a:cubicBezTo>
                <a:lnTo>
                  <a:pt x="54270" y="10665"/>
                </a:lnTo>
                <a:lnTo>
                  <a:pt x="54270" y="10092"/>
                </a:lnTo>
                <a:close/>
                <a:moveTo>
                  <a:pt x="67512" y="9594"/>
                </a:moveTo>
                <a:cubicBezTo>
                  <a:pt x="67655" y="9880"/>
                  <a:pt x="67655" y="10092"/>
                  <a:pt x="67730" y="10378"/>
                </a:cubicBezTo>
                <a:cubicBezTo>
                  <a:pt x="67730" y="10453"/>
                  <a:pt x="67655" y="10522"/>
                  <a:pt x="67655" y="10665"/>
                </a:cubicBezTo>
                <a:cubicBezTo>
                  <a:pt x="67586" y="10522"/>
                  <a:pt x="67586" y="10378"/>
                  <a:pt x="67512" y="10167"/>
                </a:cubicBezTo>
                <a:lnTo>
                  <a:pt x="67512" y="9594"/>
                </a:lnTo>
                <a:close/>
                <a:moveTo>
                  <a:pt x="87272" y="10522"/>
                </a:moveTo>
                <a:cubicBezTo>
                  <a:pt x="87272" y="10596"/>
                  <a:pt x="87272" y="10665"/>
                  <a:pt x="87347" y="10665"/>
                </a:cubicBezTo>
                <a:cubicBezTo>
                  <a:pt x="87347" y="10596"/>
                  <a:pt x="87272" y="10522"/>
                  <a:pt x="87272" y="10522"/>
                </a:cubicBezTo>
                <a:close/>
                <a:moveTo>
                  <a:pt x="104598" y="10310"/>
                </a:moveTo>
                <a:lnTo>
                  <a:pt x="104598" y="10453"/>
                </a:lnTo>
                <a:cubicBezTo>
                  <a:pt x="104598" y="10453"/>
                  <a:pt x="104598" y="10522"/>
                  <a:pt x="104530" y="10596"/>
                </a:cubicBezTo>
                <a:lnTo>
                  <a:pt x="104455" y="10665"/>
                </a:lnTo>
                <a:cubicBezTo>
                  <a:pt x="104530" y="10596"/>
                  <a:pt x="104530" y="10453"/>
                  <a:pt x="104598" y="10310"/>
                </a:cubicBezTo>
                <a:close/>
                <a:moveTo>
                  <a:pt x="112760" y="9233"/>
                </a:moveTo>
                <a:cubicBezTo>
                  <a:pt x="112760" y="9376"/>
                  <a:pt x="112835" y="9519"/>
                  <a:pt x="112835" y="9737"/>
                </a:cubicBezTo>
                <a:cubicBezTo>
                  <a:pt x="112835" y="9949"/>
                  <a:pt x="112760" y="10167"/>
                  <a:pt x="112760" y="10378"/>
                </a:cubicBezTo>
                <a:cubicBezTo>
                  <a:pt x="112691" y="10453"/>
                  <a:pt x="112691" y="10522"/>
                  <a:pt x="112617" y="10596"/>
                </a:cubicBezTo>
                <a:lnTo>
                  <a:pt x="112617" y="10378"/>
                </a:lnTo>
                <a:cubicBezTo>
                  <a:pt x="112617" y="10453"/>
                  <a:pt x="112548" y="10596"/>
                  <a:pt x="112474" y="10665"/>
                </a:cubicBezTo>
                <a:cubicBezTo>
                  <a:pt x="112474" y="10596"/>
                  <a:pt x="112405" y="10596"/>
                  <a:pt x="112405" y="10522"/>
                </a:cubicBezTo>
                <a:cubicBezTo>
                  <a:pt x="112474" y="10092"/>
                  <a:pt x="112617" y="9663"/>
                  <a:pt x="112760" y="9233"/>
                </a:cubicBezTo>
                <a:close/>
                <a:moveTo>
                  <a:pt x="40020" y="8660"/>
                </a:moveTo>
                <a:cubicBezTo>
                  <a:pt x="40094" y="8947"/>
                  <a:pt x="40163" y="9233"/>
                  <a:pt x="40163" y="9594"/>
                </a:cubicBezTo>
                <a:cubicBezTo>
                  <a:pt x="40094" y="9949"/>
                  <a:pt x="40094" y="10310"/>
                  <a:pt x="40020" y="10665"/>
                </a:cubicBezTo>
                <a:cubicBezTo>
                  <a:pt x="40020" y="10739"/>
                  <a:pt x="39951" y="10739"/>
                  <a:pt x="39951" y="10739"/>
                </a:cubicBezTo>
                <a:cubicBezTo>
                  <a:pt x="39951" y="10665"/>
                  <a:pt x="39876" y="10522"/>
                  <a:pt x="39876" y="10378"/>
                </a:cubicBezTo>
                <a:cubicBezTo>
                  <a:pt x="39950" y="9886"/>
                  <a:pt x="39951" y="9322"/>
                  <a:pt x="40017" y="8756"/>
                </a:cubicBezTo>
                <a:lnTo>
                  <a:pt x="40017" y="8756"/>
                </a:lnTo>
                <a:cubicBezTo>
                  <a:pt x="40005" y="8804"/>
                  <a:pt x="39951" y="8812"/>
                  <a:pt x="39951" y="8877"/>
                </a:cubicBezTo>
                <a:lnTo>
                  <a:pt x="39951" y="8877"/>
                </a:lnTo>
                <a:cubicBezTo>
                  <a:pt x="39951" y="8803"/>
                  <a:pt x="40020" y="8734"/>
                  <a:pt x="40020" y="8660"/>
                </a:cubicBezTo>
                <a:close/>
                <a:moveTo>
                  <a:pt x="47683" y="10310"/>
                </a:moveTo>
                <a:lnTo>
                  <a:pt x="47683" y="10808"/>
                </a:lnTo>
                <a:lnTo>
                  <a:pt x="47609" y="10808"/>
                </a:lnTo>
                <a:lnTo>
                  <a:pt x="47609" y="10739"/>
                </a:lnTo>
                <a:cubicBezTo>
                  <a:pt x="47609" y="10596"/>
                  <a:pt x="47683" y="10453"/>
                  <a:pt x="47683" y="10310"/>
                </a:cubicBezTo>
                <a:close/>
                <a:moveTo>
                  <a:pt x="107680" y="10092"/>
                </a:moveTo>
                <a:lnTo>
                  <a:pt x="107680" y="10378"/>
                </a:lnTo>
                <a:cubicBezTo>
                  <a:pt x="107680" y="10453"/>
                  <a:pt x="107680" y="10522"/>
                  <a:pt x="107748" y="10596"/>
                </a:cubicBezTo>
                <a:cubicBezTo>
                  <a:pt x="107680" y="10665"/>
                  <a:pt x="107605" y="10739"/>
                  <a:pt x="107605" y="10808"/>
                </a:cubicBezTo>
                <a:cubicBezTo>
                  <a:pt x="107605" y="10596"/>
                  <a:pt x="107605" y="10378"/>
                  <a:pt x="107680" y="10092"/>
                </a:cubicBezTo>
                <a:close/>
                <a:moveTo>
                  <a:pt x="22550" y="9376"/>
                </a:moveTo>
                <a:cubicBezTo>
                  <a:pt x="22550" y="9880"/>
                  <a:pt x="22550" y="10378"/>
                  <a:pt x="22482" y="10883"/>
                </a:cubicBezTo>
                <a:cubicBezTo>
                  <a:pt x="22482" y="10739"/>
                  <a:pt x="22482" y="10665"/>
                  <a:pt x="22407" y="10522"/>
                </a:cubicBezTo>
                <a:cubicBezTo>
                  <a:pt x="22407" y="10378"/>
                  <a:pt x="22482" y="10235"/>
                  <a:pt x="22482" y="10167"/>
                </a:cubicBezTo>
                <a:cubicBezTo>
                  <a:pt x="22482" y="9880"/>
                  <a:pt x="22482" y="9663"/>
                  <a:pt x="22550" y="9376"/>
                </a:cubicBezTo>
                <a:close/>
                <a:moveTo>
                  <a:pt x="51406" y="10092"/>
                </a:moveTo>
                <a:cubicBezTo>
                  <a:pt x="51475" y="10310"/>
                  <a:pt x="51475" y="10453"/>
                  <a:pt x="51549" y="10665"/>
                </a:cubicBezTo>
                <a:cubicBezTo>
                  <a:pt x="51475" y="10739"/>
                  <a:pt x="51475" y="10808"/>
                  <a:pt x="51475" y="10883"/>
                </a:cubicBezTo>
                <a:cubicBezTo>
                  <a:pt x="51406" y="10665"/>
                  <a:pt x="51332" y="10522"/>
                  <a:pt x="51263" y="10310"/>
                </a:cubicBezTo>
                <a:cubicBezTo>
                  <a:pt x="51332" y="10167"/>
                  <a:pt x="51406" y="10167"/>
                  <a:pt x="51406" y="10092"/>
                </a:cubicBezTo>
                <a:close/>
                <a:moveTo>
                  <a:pt x="51618" y="10808"/>
                </a:moveTo>
                <a:lnTo>
                  <a:pt x="51618" y="10883"/>
                </a:lnTo>
                <a:lnTo>
                  <a:pt x="51549" y="10883"/>
                </a:lnTo>
                <a:lnTo>
                  <a:pt x="51549" y="10808"/>
                </a:lnTo>
                <a:close/>
                <a:moveTo>
                  <a:pt x="112405" y="10596"/>
                </a:moveTo>
                <a:cubicBezTo>
                  <a:pt x="112405" y="10596"/>
                  <a:pt x="112405" y="10665"/>
                  <a:pt x="112474" y="10739"/>
                </a:cubicBezTo>
                <a:cubicBezTo>
                  <a:pt x="112474" y="10808"/>
                  <a:pt x="112405" y="10808"/>
                  <a:pt x="112405" y="10883"/>
                </a:cubicBezTo>
                <a:cubicBezTo>
                  <a:pt x="112405" y="10808"/>
                  <a:pt x="112330" y="10739"/>
                  <a:pt x="112330" y="10665"/>
                </a:cubicBezTo>
                <a:cubicBezTo>
                  <a:pt x="112330" y="10665"/>
                  <a:pt x="112330" y="10596"/>
                  <a:pt x="112405" y="10596"/>
                </a:cubicBezTo>
                <a:close/>
                <a:moveTo>
                  <a:pt x="97582" y="10883"/>
                </a:moveTo>
                <a:lnTo>
                  <a:pt x="97582" y="10951"/>
                </a:lnTo>
                <a:cubicBezTo>
                  <a:pt x="97582" y="10883"/>
                  <a:pt x="97582" y="10883"/>
                  <a:pt x="97513" y="10883"/>
                </a:cubicBezTo>
                <a:close/>
                <a:moveTo>
                  <a:pt x="101379" y="10522"/>
                </a:moveTo>
                <a:cubicBezTo>
                  <a:pt x="101379" y="10596"/>
                  <a:pt x="101448" y="10665"/>
                  <a:pt x="101448" y="10808"/>
                </a:cubicBezTo>
                <a:lnTo>
                  <a:pt x="101305" y="10951"/>
                </a:lnTo>
                <a:cubicBezTo>
                  <a:pt x="101305" y="10883"/>
                  <a:pt x="101305" y="10808"/>
                  <a:pt x="101236" y="10739"/>
                </a:cubicBezTo>
                <a:cubicBezTo>
                  <a:pt x="101305" y="10665"/>
                  <a:pt x="101305" y="10596"/>
                  <a:pt x="101379" y="10522"/>
                </a:cubicBezTo>
                <a:close/>
                <a:moveTo>
                  <a:pt x="106677" y="10665"/>
                </a:moveTo>
                <a:lnTo>
                  <a:pt x="106677" y="10808"/>
                </a:lnTo>
                <a:lnTo>
                  <a:pt x="106677" y="10951"/>
                </a:lnTo>
                <a:cubicBezTo>
                  <a:pt x="106677" y="10883"/>
                  <a:pt x="106603" y="10883"/>
                  <a:pt x="106603" y="10808"/>
                </a:cubicBezTo>
                <a:cubicBezTo>
                  <a:pt x="106677" y="10739"/>
                  <a:pt x="106677" y="10739"/>
                  <a:pt x="106677" y="10665"/>
                </a:cubicBezTo>
                <a:close/>
                <a:moveTo>
                  <a:pt x="26491" y="10378"/>
                </a:moveTo>
                <a:lnTo>
                  <a:pt x="26491" y="10378"/>
                </a:lnTo>
                <a:cubicBezTo>
                  <a:pt x="26560" y="10522"/>
                  <a:pt x="26560" y="10596"/>
                  <a:pt x="26560" y="10739"/>
                </a:cubicBezTo>
                <a:lnTo>
                  <a:pt x="26560" y="11026"/>
                </a:lnTo>
                <a:cubicBezTo>
                  <a:pt x="26560" y="10808"/>
                  <a:pt x="26491" y="10596"/>
                  <a:pt x="26491" y="10378"/>
                </a:cubicBezTo>
                <a:close/>
                <a:moveTo>
                  <a:pt x="52552" y="10310"/>
                </a:moveTo>
                <a:lnTo>
                  <a:pt x="52552" y="10453"/>
                </a:lnTo>
                <a:cubicBezTo>
                  <a:pt x="52552" y="10596"/>
                  <a:pt x="52477" y="10739"/>
                  <a:pt x="52477" y="10883"/>
                </a:cubicBezTo>
                <a:cubicBezTo>
                  <a:pt x="52477" y="10883"/>
                  <a:pt x="52408" y="10951"/>
                  <a:pt x="52408" y="11026"/>
                </a:cubicBezTo>
                <a:cubicBezTo>
                  <a:pt x="52334" y="10951"/>
                  <a:pt x="52334" y="10883"/>
                  <a:pt x="52265" y="10808"/>
                </a:cubicBezTo>
                <a:cubicBezTo>
                  <a:pt x="52334" y="10665"/>
                  <a:pt x="52477" y="10453"/>
                  <a:pt x="52552" y="10310"/>
                </a:cubicBezTo>
                <a:close/>
                <a:moveTo>
                  <a:pt x="37660" y="9880"/>
                </a:moveTo>
                <a:cubicBezTo>
                  <a:pt x="37660" y="10310"/>
                  <a:pt x="37585" y="10739"/>
                  <a:pt x="37517" y="11094"/>
                </a:cubicBezTo>
                <a:cubicBezTo>
                  <a:pt x="37517" y="10951"/>
                  <a:pt x="37442" y="10808"/>
                  <a:pt x="37373" y="10596"/>
                </a:cubicBezTo>
                <a:lnTo>
                  <a:pt x="37373" y="10453"/>
                </a:lnTo>
                <a:cubicBezTo>
                  <a:pt x="37585" y="10092"/>
                  <a:pt x="37585" y="10023"/>
                  <a:pt x="37660" y="9880"/>
                </a:cubicBezTo>
                <a:close/>
                <a:moveTo>
                  <a:pt x="40020" y="10808"/>
                </a:moveTo>
                <a:cubicBezTo>
                  <a:pt x="39951" y="10883"/>
                  <a:pt x="39951" y="11026"/>
                  <a:pt x="39951" y="11094"/>
                </a:cubicBezTo>
                <a:lnTo>
                  <a:pt x="39951" y="10883"/>
                </a:lnTo>
                <a:lnTo>
                  <a:pt x="40020" y="10808"/>
                </a:lnTo>
                <a:close/>
                <a:moveTo>
                  <a:pt x="55845" y="10808"/>
                </a:moveTo>
                <a:lnTo>
                  <a:pt x="55845" y="10951"/>
                </a:lnTo>
                <a:cubicBezTo>
                  <a:pt x="55845" y="11026"/>
                  <a:pt x="55845" y="11026"/>
                  <a:pt x="55770" y="11094"/>
                </a:cubicBezTo>
                <a:lnTo>
                  <a:pt x="55770" y="11026"/>
                </a:lnTo>
                <a:cubicBezTo>
                  <a:pt x="55770" y="10951"/>
                  <a:pt x="55845" y="10883"/>
                  <a:pt x="55845" y="10808"/>
                </a:cubicBezTo>
                <a:close/>
                <a:moveTo>
                  <a:pt x="58566" y="10596"/>
                </a:moveTo>
                <a:cubicBezTo>
                  <a:pt x="58566" y="10739"/>
                  <a:pt x="58565" y="10883"/>
                  <a:pt x="58491" y="11094"/>
                </a:cubicBezTo>
                <a:cubicBezTo>
                  <a:pt x="58491" y="11026"/>
                  <a:pt x="58491" y="10951"/>
                  <a:pt x="58422" y="10883"/>
                </a:cubicBezTo>
                <a:cubicBezTo>
                  <a:pt x="58491" y="10808"/>
                  <a:pt x="58565" y="10665"/>
                  <a:pt x="58566" y="10596"/>
                </a:cubicBezTo>
                <a:close/>
                <a:moveTo>
                  <a:pt x="51188" y="10453"/>
                </a:moveTo>
                <a:cubicBezTo>
                  <a:pt x="51263" y="10665"/>
                  <a:pt x="51263" y="10883"/>
                  <a:pt x="51263" y="11094"/>
                </a:cubicBezTo>
                <a:lnTo>
                  <a:pt x="51263" y="11169"/>
                </a:lnTo>
                <a:cubicBezTo>
                  <a:pt x="51188" y="11026"/>
                  <a:pt x="51120" y="10883"/>
                  <a:pt x="51120" y="10665"/>
                </a:cubicBezTo>
                <a:cubicBezTo>
                  <a:pt x="51120" y="10596"/>
                  <a:pt x="51188" y="10522"/>
                  <a:pt x="51188" y="10453"/>
                </a:cubicBezTo>
                <a:close/>
                <a:moveTo>
                  <a:pt x="98566" y="8591"/>
                </a:moveTo>
                <a:cubicBezTo>
                  <a:pt x="98357" y="9158"/>
                  <a:pt x="98186" y="10018"/>
                  <a:pt x="98011" y="10883"/>
                </a:cubicBezTo>
                <a:cubicBezTo>
                  <a:pt x="97943" y="10951"/>
                  <a:pt x="97943" y="11026"/>
                  <a:pt x="97868" y="11094"/>
                </a:cubicBezTo>
                <a:lnTo>
                  <a:pt x="97868" y="11169"/>
                </a:lnTo>
                <a:cubicBezTo>
                  <a:pt x="97800" y="11169"/>
                  <a:pt x="97800" y="11169"/>
                  <a:pt x="97800" y="11094"/>
                </a:cubicBezTo>
                <a:cubicBezTo>
                  <a:pt x="97800" y="10808"/>
                  <a:pt x="97868" y="10522"/>
                  <a:pt x="97868" y="10235"/>
                </a:cubicBezTo>
                <a:lnTo>
                  <a:pt x="97868" y="10235"/>
                </a:lnTo>
                <a:cubicBezTo>
                  <a:pt x="97800" y="10378"/>
                  <a:pt x="97656" y="10596"/>
                  <a:pt x="97582" y="10808"/>
                </a:cubicBezTo>
                <a:cubicBezTo>
                  <a:pt x="97800" y="10167"/>
                  <a:pt x="98155" y="9519"/>
                  <a:pt x="98372" y="8947"/>
                </a:cubicBezTo>
                <a:cubicBezTo>
                  <a:pt x="98446" y="8818"/>
                  <a:pt x="98511" y="8698"/>
                  <a:pt x="98566" y="8591"/>
                </a:cubicBezTo>
                <a:close/>
                <a:moveTo>
                  <a:pt x="106534" y="10883"/>
                </a:moveTo>
                <a:lnTo>
                  <a:pt x="106603" y="10951"/>
                </a:lnTo>
                <a:lnTo>
                  <a:pt x="106603" y="11094"/>
                </a:lnTo>
                <a:lnTo>
                  <a:pt x="106534" y="11169"/>
                </a:lnTo>
                <a:lnTo>
                  <a:pt x="106534" y="11094"/>
                </a:lnTo>
                <a:cubicBezTo>
                  <a:pt x="106534" y="11094"/>
                  <a:pt x="106603" y="11026"/>
                  <a:pt x="106603" y="10951"/>
                </a:cubicBezTo>
                <a:lnTo>
                  <a:pt x="106603" y="10951"/>
                </a:lnTo>
                <a:cubicBezTo>
                  <a:pt x="106603" y="10951"/>
                  <a:pt x="106534" y="11026"/>
                  <a:pt x="106460" y="11026"/>
                </a:cubicBezTo>
                <a:cubicBezTo>
                  <a:pt x="106534" y="11026"/>
                  <a:pt x="106534" y="10951"/>
                  <a:pt x="106534" y="10883"/>
                </a:cubicBezTo>
                <a:close/>
                <a:moveTo>
                  <a:pt x="102095" y="10596"/>
                </a:moveTo>
                <a:lnTo>
                  <a:pt x="102095" y="11094"/>
                </a:lnTo>
                <a:lnTo>
                  <a:pt x="101952" y="11238"/>
                </a:lnTo>
                <a:cubicBezTo>
                  <a:pt x="101952" y="11169"/>
                  <a:pt x="101878" y="11094"/>
                  <a:pt x="101878" y="11026"/>
                </a:cubicBezTo>
                <a:lnTo>
                  <a:pt x="102095" y="10596"/>
                </a:lnTo>
                <a:close/>
                <a:moveTo>
                  <a:pt x="87988" y="11238"/>
                </a:moveTo>
                <a:cubicBezTo>
                  <a:pt x="87988" y="11238"/>
                  <a:pt x="87988" y="11238"/>
                  <a:pt x="87988" y="11238"/>
                </a:cubicBezTo>
                <a:lnTo>
                  <a:pt x="87988" y="11238"/>
                </a:lnTo>
                <a:close/>
                <a:moveTo>
                  <a:pt x="78898" y="10739"/>
                </a:moveTo>
                <a:cubicBezTo>
                  <a:pt x="78898" y="10808"/>
                  <a:pt x="78967" y="10883"/>
                  <a:pt x="78967" y="10883"/>
                </a:cubicBezTo>
                <a:cubicBezTo>
                  <a:pt x="78898" y="11026"/>
                  <a:pt x="78824" y="11094"/>
                  <a:pt x="78824" y="11238"/>
                </a:cubicBezTo>
                <a:lnTo>
                  <a:pt x="78824" y="11312"/>
                </a:lnTo>
                <a:cubicBezTo>
                  <a:pt x="78755" y="11238"/>
                  <a:pt x="78755" y="11169"/>
                  <a:pt x="78755" y="11094"/>
                </a:cubicBezTo>
                <a:cubicBezTo>
                  <a:pt x="78824" y="11026"/>
                  <a:pt x="78824" y="10883"/>
                  <a:pt x="78898" y="10739"/>
                </a:cubicBezTo>
                <a:close/>
                <a:moveTo>
                  <a:pt x="104741" y="10739"/>
                </a:moveTo>
                <a:lnTo>
                  <a:pt x="104741" y="10883"/>
                </a:lnTo>
                <a:lnTo>
                  <a:pt x="104741" y="11169"/>
                </a:lnTo>
                <a:cubicBezTo>
                  <a:pt x="104673" y="11238"/>
                  <a:pt x="104598" y="11238"/>
                  <a:pt x="104598" y="11312"/>
                </a:cubicBezTo>
                <a:lnTo>
                  <a:pt x="104598" y="10883"/>
                </a:lnTo>
                <a:cubicBezTo>
                  <a:pt x="104673" y="10808"/>
                  <a:pt x="104673" y="10739"/>
                  <a:pt x="104741" y="10739"/>
                </a:cubicBezTo>
                <a:close/>
                <a:moveTo>
                  <a:pt x="106460" y="11169"/>
                </a:moveTo>
                <a:lnTo>
                  <a:pt x="106460" y="11238"/>
                </a:lnTo>
                <a:lnTo>
                  <a:pt x="106391" y="11312"/>
                </a:lnTo>
                <a:cubicBezTo>
                  <a:pt x="106460" y="11238"/>
                  <a:pt x="106460" y="11238"/>
                  <a:pt x="106460" y="11169"/>
                </a:cubicBezTo>
                <a:close/>
                <a:moveTo>
                  <a:pt x="108539" y="10092"/>
                </a:moveTo>
                <a:cubicBezTo>
                  <a:pt x="108608" y="10092"/>
                  <a:pt x="108608" y="10167"/>
                  <a:pt x="108608" y="10167"/>
                </a:cubicBezTo>
                <a:lnTo>
                  <a:pt x="108608" y="11312"/>
                </a:lnTo>
                <a:cubicBezTo>
                  <a:pt x="108539" y="11094"/>
                  <a:pt x="108396" y="10883"/>
                  <a:pt x="108321" y="10596"/>
                </a:cubicBezTo>
                <a:cubicBezTo>
                  <a:pt x="108396" y="10378"/>
                  <a:pt x="108464" y="10235"/>
                  <a:pt x="108539" y="10092"/>
                </a:cubicBezTo>
                <a:close/>
                <a:moveTo>
                  <a:pt x="53983" y="9307"/>
                </a:moveTo>
                <a:lnTo>
                  <a:pt x="54052" y="9376"/>
                </a:lnTo>
                <a:cubicBezTo>
                  <a:pt x="53909" y="9949"/>
                  <a:pt x="53766" y="10665"/>
                  <a:pt x="53623" y="11381"/>
                </a:cubicBezTo>
                <a:cubicBezTo>
                  <a:pt x="53623" y="10883"/>
                  <a:pt x="53697" y="10378"/>
                  <a:pt x="53766" y="9806"/>
                </a:cubicBezTo>
                <a:cubicBezTo>
                  <a:pt x="53909" y="9451"/>
                  <a:pt x="53909" y="9451"/>
                  <a:pt x="53983" y="9307"/>
                </a:cubicBezTo>
                <a:close/>
                <a:moveTo>
                  <a:pt x="61000" y="11169"/>
                </a:moveTo>
                <a:lnTo>
                  <a:pt x="61000" y="11238"/>
                </a:lnTo>
                <a:lnTo>
                  <a:pt x="60857" y="11381"/>
                </a:lnTo>
                <a:cubicBezTo>
                  <a:pt x="60925" y="11312"/>
                  <a:pt x="60925" y="11238"/>
                  <a:pt x="61000" y="11169"/>
                </a:cubicBezTo>
                <a:close/>
                <a:moveTo>
                  <a:pt x="67873" y="10883"/>
                </a:moveTo>
                <a:cubicBezTo>
                  <a:pt x="67873" y="10951"/>
                  <a:pt x="67942" y="11094"/>
                  <a:pt x="67942" y="11238"/>
                </a:cubicBezTo>
                <a:cubicBezTo>
                  <a:pt x="67942" y="11238"/>
                  <a:pt x="67873" y="11312"/>
                  <a:pt x="67873" y="11381"/>
                </a:cubicBezTo>
                <a:lnTo>
                  <a:pt x="67873" y="11169"/>
                </a:lnTo>
                <a:lnTo>
                  <a:pt x="67873" y="10883"/>
                </a:lnTo>
                <a:close/>
                <a:moveTo>
                  <a:pt x="89134" y="10522"/>
                </a:moveTo>
                <a:cubicBezTo>
                  <a:pt x="89134" y="10596"/>
                  <a:pt x="89134" y="10665"/>
                  <a:pt x="89208" y="10739"/>
                </a:cubicBezTo>
                <a:cubicBezTo>
                  <a:pt x="89065" y="10883"/>
                  <a:pt x="88991" y="11094"/>
                  <a:pt x="88922" y="11381"/>
                </a:cubicBezTo>
                <a:cubicBezTo>
                  <a:pt x="88922" y="11312"/>
                  <a:pt x="88847" y="11238"/>
                  <a:pt x="88847" y="11169"/>
                </a:cubicBezTo>
                <a:lnTo>
                  <a:pt x="88847" y="11026"/>
                </a:lnTo>
                <a:cubicBezTo>
                  <a:pt x="88991" y="10739"/>
                  <a:pt x="89065" y="10665"/>
                  <a:pt x="89134" y="10522"/>
                </a:cubicBezTo>
                <a:close/>
                <a:moveTo>
                  <a:pt x="70519" y="9663"/>
                </a:moveTo>
                <a:cubicBezTo>
                  <a:pt x="70593" y="9806"/>
                  <a:pt x="70593" y="9949"/>
                  <a:pt x="70662" y="10092"/>
                </a:cubicBezTo>
                <a:cubicBezTo>
                  <a:pt x="70737" y="10453"/>
                  <a:pt x="70737" y="10808"/>
                  <a:pt x="70737" y="11094"/>
                </a:cubicBezTo>
                <a:cubicBezTo>
                  <a:pt x="70662" y="11238"/>
                  <a:pt x="70519" y="11381"/>
                  <a:pt x="70450" y="11455"/>
                </a:cubicBezTo>
                <a:cubicBezTo>
                  <a:pt x="70450" y="10951"/>
                  <a:pt x="70519" y="10378"/>
                  <a:pt x="70519" y="9663"/>
                </a:cubicBezTo>
                <a:close/>
                <a:moveTo>
                  <a:pt x="59923" y="9806"/>
                </a:moveTo>
                <a:cubicBezTo>
                  <a:pt x="60066" y="10235"/>
                  <a:pt x="60209" y="10665"/>
                  <a:pt x="60284" y="11026"/>
                </a:cubicBezTo>
                <a:cubicBezTo>
                  <a:pt x="60209" y="11094"/>
                  <a:pt x="60209" y="11238"/>
                  <a:pt x="60141" y="11312"/>
                </a:cubicBezTo>
                <a:cubicBezTo>
                  <a:pt x="60141" y="11094"/>
                  <a:pt x="60141" y="10951"/>
                  <a:pt x="60209" y="10739"/>
                </a:cubicBezTo>
                <a:lnTo>
                  <a:pt x="60209" y="10739"/>
                </a:lnTo>
                <a:cubicBezTo>
                  <a:pt x="60141" y="10883"/>
                  <a:pt x="60066" y="10951"/>
                  <a:pt x="59997" y="11094"/>
                </a:cubicBezTo>
                <a:lnTo>
                  <a:pt x="59923" y="11026"/>
                </a:lnTo>
                <a:lnTo>
                  <a:pt x="59923" y="11026"/>
                </a:lnTo>
                <a:cubicBezTo>
                  <a:pt x="59923" y="11094"/>
                  <a:pt x="59923" y="11169"/>
                  <a:pt x="59997" y="11238"/>
                </a:cubicBezTo>
                <a:cubicBezTo>
                  <a:pt x="59923" y="11312"/>
                  <a:pt x="59854" y="11381"/>
                  <a:pt x="59854" y="11524"/>
                </a:cubicBezTo>
                <a:cubicBezTo>
                  <a:pt x="59854" y="11238"/>
                  <a:pt x="59923" y="11026"/>
                  <a:pt x="59923" y="10808"/>
                </a:cubicBezTo>
                <a:lnTo>
                  <a:pt x="59923" y="10808"/>
                </a:lnTo>
                <a:cubicBezTo>
                  <a:pt x="59780" y="10951"/>
                  <a:pt x="59711" y="11169"/>
                  <a:pt x="59637" y="11381"/>
                </a:cubicBezTo>
                <a:lnTo>
                  <a:pt x="59425" y="10951"/>
                </a:lnTo>
                <a:cubicBezTo>
                  <a:pt x="59568" y="10596"/>
                  <a:pt x="59780" y="10167"/>
                  <a:pt x="59923" y="9806"/>
                </a:cubicBezTo>
                <a:close/>
                <a:moveTo>
                  <a:pt x="67512" y="10235"/>
                </a:moveTo>
                <a:cubicBezTo>
                  <a:pt x="67512" y="10378"/>
                  <a:pt x="67586" y="10596"/>
                  <a:pt x="67586" y="10739"/>
                </a:cubicBezTo>
                <a:cubicBezTo>
                  <a:pt x="67512" y="10951"/>
                  <a:pt x="67443" y="11238"/>
                  <a:pt x="67369" y="11524"/>
                </a:cubicBezTo>
                <a:cubicBezTo>
                  <a:pt x="67443" y="11094"/>
                  <a:pt x="67443" y="10665"/>
                  <a:pt x="67512" y="10235"/>
                </a:cubicBezTo>
                <a:close/>
                <a:moveTo>
                  <a:pt x="88847" y="11238"/>
                </a:moveTo>
                <a:cubicBezTo>
                  <a:pt x="88847" y="11312"/>
                  <a:pt x="88922" y="11381"/>
                  <a:pt x="88922" y="11455"/>
                </a:cubicBezTo>
                <a:lnTo>
                  <a:pt x="88922" y="11524"/>
                </a:lnTo>
                <a:cubicBezTo>
                  <a:pt x="88847" y="11455"/>
                  <a:pt x="88847" y="11381"/>
                  <a:pt x="88847" y="11312"/>
                </a:cubicBezTo>
                <a:lnTo>
                  <a:pt x="88847" y="11238"/>
                </a:lnTo>
                <a:close/>
                <a:moveTo>
                  <a:pt x="89277" y="11312"/>
                </a:moveTo>
                <a:lnTo>
                  <a:pt x="89351" y="11381"/>
                </a:lnTo>
                <a:cubicBezTo>
                  <a:pt x="89277" y="11455"/>
                  <a:pt x="89277" y="11455"/>
                  <a:pt x="89277" y="11524"/>
                </a:cubicBezTo>
                <a:lnTo>
                  <a:pt x="89277" y="11312"/>
                </a:lnTo>
                <a:close/>
                <a:moveTo>
                  <a:pt x="98945" y="10596"/>
                </a:moveTo>
                <a:cubicBezTo>
                  <a:pt x="99014" y="10739"/>
                  <a:pt x="99014" y="10951"/>
                  <a:pt x="99014" y="11094"/>
                </a:cubicBezTo>
                <a:cubicBezTo>
                  <a:pt x="98883" y="11225"/>
                  <a:pt x="98752" y="11356"/>
                  <a:pt x="98513" y="11543"/>
                </a:cubicBezTo>
                <a:lnTo>
                  <a:pt x="98513" y="11543"/>
                </a:lnTo>
                <a:cubicBezTo>
                  <a:pt x="98516" y="11532"/>
                  <a:pt x="98516" y="11524"/>
                  <a:pt x="98516" y="11524"/>
                </a:cubicBezTo>
                <a:lnTo>
                  <a:pt x="98516" y="11455"/>
                </a:lnTo>
                <a:cubicBezTo>
                  <a:pt x="98659" y="11094"/>
                  <a:pt x="98802" y="10883"/>
                  <a:pt x="98945" y="10596"/>
                </a:cubicBezTo>
                <a:close/>
                <a:moveTo>
                  <a:pt x="85554" y="11455"/>
                </a:moveTo>
                <a:cubicBezTo>
                  <a:pt x="85554" y="11524"/>
                  <a:pt x="85628" y="11598"/>
                  <a:pt x="85628" y="11598"/>
                </a:cubicBezTo>
                <a:cubicBezTo>
                  <a:pt x="85628" y="11524"/>
                  <a:pt x="85628" y="11455"/>
                  <a:pt x="85554" y="11455"/>
                </a:cubicBezTo>
                <a:close/>
                <a:moveTo>
                  <a:pt x="102737" y="10883"/>
                </a:moveTo>
                <a:cubicBezTo>
                  <a:pt x="102737" y="11026"/>
                  <a:pt x="102811" y="11094"/>
                  <a:pt x="102811" y="11238"/>
                </a:cubicBezTo>
                <a:cubicBezTo>
                  <a:pt x="102811" y="11312"/>
                  <a:pt x="102811" y="11455"/>
                  <a:pt x="102737" y="11598"/>
                </a:cubicBezTo>
                <a:cubicBezTo>
                  <a:pt x="102737" y="11524"/>
                  <a:pt x="102668" y="11455"/>
                  <a:pt x="102668" y="11381"/>
                </a:cubicBezTo>
                <a:lnTo>
                  <a:pt x="102668" y="11094"/>
                </a:lnTo>
                <a:lnTo>
                  <a:pt x="102668" y="11026"/>
                </a:lnTo>
                <a:cubicBezTo>
                  <a:pt x="102668" y="10951"/>
                  <a:pt x="102737" y="10951"/>
                  <a:pt x="102737" y="10883"/>
                </a:cubicBezTo>
                <a:close/>
                <a:moveTo>
                  <a:pt x="59425" y="11598"/>
                </a:moveTo>
                <a:cubicBezTo>
                  <a:pt x="59425" y="11599"/>
                  <a:pt x="59425" y="11651"/>
                  <a:pt x="59471" y="11664"/>
                </a:cubicBezTo>
                <a:lnTo>
                  <a:pt x="59471" y="11664"/>
                </a:lnTo>
                <a:cubicBezTo>
                  <a:pt x="59461" y="11642"/>
                  <a:pt x="59446" y="11620"/>
                  <a:pt x="59425" y="11598"/>
                </a:cubicBezTo>
                <a:close/>
                <a:moveTo>
                  <a:pt x="76819" y="11238"/>
                </a:moveTo>
                <a:cubicBezTo>
                  <a:pt x="76819" y="11381"/>
                  <a:pt x="76751" y="11524"/>
                  <a:pt x="76751" y="11667"/>
                </a:cubicBezTo>
                <a:cubicBezTo>
                  <a:pt x="76676" y="11667"/>
                  <a:pt x="76676" y="11667"/>
                  <a:pt x="76676" y="11598"/>
                </a:cubicBezTo>
                <a:cubicBezTo>
                  <a:pt x="76751" y="11524"/>
                  <a:pt x="76751" y="11381"/>
                  <a:pt x="76819" y="11238"/>
                </a:cubicBezTo>
                <a:close/>
                <a:moveTo>
                  <a:pt x="78755" y="11169"/>
                </a:moveTo>
                <a:lnTo>
                  <a:pt x="78755" y="11455"/>
                </a:lnTo>
                <a:cubicBezTo>
                  <a:pt x="78755" y="11524"/>
                  <a:pt x="78681" y="11598"/>
                  <a:pt x="78681" y="11667"/>
                </a:cubicBezTo>
                <a:cubicBezTo>
                  <a:pt x="78681" y="11667"/>
                  <a:pt x="78612" y="11598"/>
                  <a:pt x="78612" y="11524"/>
                </a:cubicBezTo>
                <a:cubicBezTo>
                  <a:pt x="78612" y="11455"/>
                  <a:pt x="78681" y="11312"/>
                  <a:pt x="78755" y="11169"/>
                </a:cubicBezTo>
                <a:close/>
                <a:moveTo>
                  <a:pt x="94718" y="11598"/>
                </a:moveTo>
                <a:cubicBezTo>
                  <a:pt x="94718" y="11598"/>
                  <a:pt x="94793" y="11598"/>
                  <a:pt x="94793" y="11667"/>
                </a:cubicBezTo>
                <a:lnTo>
                  <a:pt x="94718" y="11667"/>
                </a:lnTo>
                <a:lnTo>
                  <a:pt x="94718" y="11598"/>
                </a:lnTo>
                <a:close/>
                <a:moveTo>
                  <a:pt x="94220" y="11094"/>
                </a:moveTo>
                <a:cubicBezTo>
                  <a:pt x="94289" y="11238"/>
                  <a:pt x="94363" y="11381"/>
                  <a:pt x="94363" y="11524"/>
                </a:cubicBezTo>
                <a:cubicBezTo>
                  <a:pt x="94289" y="11598"/>
                  <a:pt x="94220" y="11667"/>
                  <a:pt x="94077" y="11742"/>
                </a:cubicBezTo>
                <a:cubicBezTo>
                  <a:pt x="94077" y="11667"/>
                  <a:pt x="94077" y="11598"/>
                  <a:pt x="94002" y="11524"/>
                </a:cubicBezTo>
                <a:lnTo>
                  <a:pt x="94220" y="11094"/>
                </a:lnTo>
                <a:close/>
                <a:moveTo>
                  <a:pt x="101236" y="10808"/>
                </a:moveTo>
                <a:lnTo>
                  <a:pt x="101236" y="11026"/>
                </a:lnTo>
                <a:cubicBezTo>
                  <a:pt x="101162" y="11094"/>
                  <a:pt x="101162" y="11169"/>
                  <a:pt x="101093" y="11238"/>
                </a:cubicBezTo>
                <a:cubicBezTo>
                  <a:pt x="101093" y="11238"/>
                  <a:pt x="101093" y="11169"/>
                  <a:pt x="101018" y="11094"/>
                </a:cubicBezTo>
                <a:lnTo>
                  <a:pt x="101018" y="11094"/>
                </a:lnTo>
                <a:cubicBezTo>
                  <a:pt x="101018" y="11169"/>
                  <a:pt x="101093" y="11238"/>
                  <a:pt x="101093" y="11312"/>
                </a:cubicBezTo>
                <a:cubicBezTo>
                  <a:pt x="100950" y="11455"/>
                  <a:pt x="100875" y="11598"/>
                  <a:pt x="100807" y="11742"/>
                </a:cubicBezTo>
                <a:cubicBezTo>
                  <a:pt x="100807" y="11742"/>
                  <a:pt x="100807" y="11667"/>
                  <a:pt x="100732" y="11598"/>
                </a:cubicBezTo>
                <a:cubicBezTo>
                  <a:pt x="100875" y="11455"/>
                  <a:pt x="100950" y="11312"/>
                  <a:pt x="101018" y="11094"/>
                </a:cubicBezTo>
                <a:cubicBezTo>
                  <a:pt x="101093" y="11026"/>
                  <a:pt x="101162" y="10883"/>
                  <a:pt x="101236" y="10808"/>
                </a:cubicBezTo>
                <a:close/>
                <a:moveTo>
                  <a:pt x="101666" y="11524"/>
                </a:moveTo>
                <a:lnTo>
                  <a:pt x="101666" y="11742"/>
                </a:lnTo>
                <a:cubicBezTo>
                  <a:pt x="101666" y="11742"/>
                  <a:pt x="101591" y="11667"/>
                  <a:pt x="101591" y="11598"/>
                </a:cubicBezTo>
                <a:lnTo>
                  <a:pt x="101666" y="11524"/>
                </a:lnTo>
                <a:close/>
                <a:moveTo>
                  <a:pt x="102668" y="11598"/>
                </a:moveTo>
                <a:cubicBezTo>
                  <a:pt x="102737" y="11598"/>
                  <a:pt x="102737" y="11667"/>
                  <a:pt x="102737" y="11667"/>
                </a:cubicBezTo>
                <a:lnTo>
                  <a:pt x="102737" y="11742"/>
                </a:lnTo>
                <a:cubicBezTo>
                  <a:pt x="102737" y="11667"/>
                  <a:pt x="102737" y="11667"/>
                  <a:pt x="102668" y="11598"/>
                </a:cubicBezTo>
                <a:close/>
                <a:moveTo>
                  <a:pt x="105314" y="10023"/>
                </a:moveTo>
                <a:cubicBezTo>
                  <a:pt x="105457" y="10235"/>
                  <a:pt x="105601" y="10596"/>
                  <a:pt x="105675" y="10883"/>
                </a:cubicBezTo>
                <a:lnTo>
                  <a:pt x="105457" y="11742"/>
                </a:lnTo>
                <a:cubicBezTo>
                  <a:pt x="105389" y="11524"/>
                  <a:pt x="105314" y="11381"/>
                  <a:pt x="105245" y="11238"/>
                </a:cubicBezTo>
                <a:cubicBezTo>
                  <a:pt x="105245" y="11238"/>
                  <a:pt x="105245" y="11169"/>
                  <a:pt x="105171" y="11169"/>
                </a:cubicBezTo>
                <a:cubicBezTo>
                  <a:pt x="105245" y="10808"/>
                  <a:pt x="105245" y="10378"/>
                  <a:pt x="105314" y="10023"/>
                </a:cubicBezTo>
                <a:close/>
                <a:moveTo>
                  <a:pt x="66584" y="11742"/>
                </a:moveTo>
                <a:cubicBezTo>
                  <a:pt x="66653" y="11742"/>
                  <a:pt x="66653" y="11810"/>
                  <a:pt x="66653" y="11810"/>
                </a:cubicBezTo>
                <a:cubicBezTo>
                  <a:pt x="66653" y="11742"/>
                  <a:pt x="66653" y="11742"/>
                  <a:pt x="66584" y="11742"/>
                </a:cubicBezTo>
                <a:close/>
                <a:moveTo>
                  <a:pt x="88779" y="11667"/>
                </a:moveTo>
                <a:cubicBezTo>
                  <a:pt x="88779" y="11667"/>
                  <a:pt x="88847" y="11742"/>
                  <a:pt x="88847" y="11810"/>
                </a:cubicBezTo>
                <a:cubicBezTo>
                  <a:pt x="88779" y="11810"/>
                  <a:pt x="88779" y="11810"/>
                  <a:pt x="88779" y="11742"/>
                </a:cubicBezTo>
                <a:lnTo>
                  <a:pt x="88779" y="11667"/>
                </a:lnTo>
                <a:close/>
                <a:moveTo>
                  <a:pt x="94432" y="11598"/>
                </a:moveTo>
                <a:lnTo>
                  <a:pt x="94432" y="11742"/>
                </a:lnTo>
                <a:cubicBezTo>
                  <a:pt x="94432" y="11742"/>
                  <a:pt x="94363" y="11742"/>
                  <a:pt x="94363" y="11810"/>
                </a:cubicBezTo>
                <a:cubicBezTo>
                  <a:pt x="94363" y="11742"/>
                  <a:pt x="94363" y="11667"/>
                  <a:pt x="94432" y="11598"/>
                </a:cubicBezTo>
                <a:close/>
                <a:moveTo>
                  <a:pt x="106460" y="11598"/>
                </a:moveTo>
                <a:lnTo>
                  <a:pt x="106460" y="11810"/>
                </a:lnTo>
                <a:cubicBezTo>
                  <a:pt x="106391" y="11810"/>
                  <a:pt x="106391" y="11742"/>
                  <a:pt x="106391" y="11742"/>
                </a:cubicBezTo>
                <a:cubicBezTo>
                  <a:pt x="106460" y="11667"/>
                  <a:pt x="106460" y="11667"/>
                  <a:pt x="106460" y="11598"/>
                </a:cubicBezTo>
                <a:close/>
                <a:moveTo>
                  <a:pt x="64648" y="9806"/>
                </a:moveTo>
                <a:cubicBezTo>
                  <a:pt x="64791" y="10023"/>
                  <a:pt x="64866" y="10235"/>
                  <a:pt x="64866" y="10453"/>
                </a:cubicBezTo>
                <a:cubicBezTo>
                  <a:pt x="64866" y="10522"/>
                  <a:pt x="64791" y="10596"/>
                  <a:pt x="64791" y="10665"/>
                </a:cubicBezTo>
                <a:cubicBezTo>
                  <a:pt x="64648" y="10522"/>
                  <a:pt x="64580" y="10379"/>
                  <a:pt x="64505" y="10235"/>
                </a:cubicBezTo>
                <a:lnTo>
                  <a:pt x="64505" y="10235"/>
                </a:lnTo>
                <a:cubicBezTo>
                  <a:pt x="64580" y="10379"/>
                  <a:pt x="64648" y="10596"/>
                  <a:pt x="64723" y="10739"/>
                </a:cubicBezTo>
                <a:cubicBezTo>
                  <a:pt x="64579" y="10951"/>
                  <a:pt x="64436" y="11238"/>
                  <a:pt x="64362" y="11455"/>
                </a:cubicBezTo>
                <a:cubicBezTo>
                  <a:pt x="64293" y="11381"/>
                  <a:pt x="64293" y="11238"/>
                  <a:pt x="64219" y="11169"/>
                </a:cubicBezTo>
                <a:lnTo>
                  <a:pt x="64219" y="11169"/>
                </a:lnTo>
                <a:cubicBezTo>
                  <a:pt x="64219" y="11238"/>
                  <a:pt x="64293" y="11381"/>
                  <a:pt x="64293" y="11524"/>
                </a:cubicBezTo>
                <a:cubicBezTo>
                  <a:pt x="64219" y="11667"/>
                  <a:pt x="64075" y="11742"/>
                  <a:pt x="64007" y="11885"/>
                </a:cubicBezTo>
                <a:cubicBezTo>
                  <a:pt x="64007" y="11598"/>
                  <a:pt x="64007" y="11312"/>
                  <a:pt x="64075" y="11026"/>
                </a:cubicBezTo>
                <a:cubicBezTo>
                  <a:pt x="64362" y="10378"/>
                  <a:pt x="64579" y="10023"/>
                  <a:pt x="64648" y="9806"/>
                </a:cubicBezTo>
                <a:close/>
                <a:moveTo>
                  <a:pt x="66223" y="11667"/>
                </a:moveTo>
                <a:cubicBezTo>
                  <a:pt x="66223" y="11742"/>
                  <a:pt x="66223" y="11810"/>
                  <a:pt x="66298" y="11885"/>
                </a:cubicBezTo>
                <a:lnTo>
                  <a:pt x="66223" y="11885"/>
                </a:lnTo>
                <a:cubicBezTo>
                  <a:pt x="66223" y="11810"/>
                  <a:pt x="66223" y="11742"/>
                  <a:pt x="66155" y="11667"/>
                </a:cubicBezTo>
                <a:close/>
                <a:moveTo>
                  <a:pt x="97513" y="10951"/>
                </a:moveTo>
                <a:lnTo>
                  <a:pt x="97513" y="11026"/>
                </a:lnTo>
                <a:cubicBezTo>
                  <a:pt x="97439" y="11238"/>
                  <a:pt x="97370" y="11524"/>
                  <a:pt x="97296" y="11810"/>
                </a:cubicBezTo>
                <a:lnTo>
                  <a:pt x="97227" y="11885"/>
                </a:lnTo>
                <a:cubicBezTo>
                  <a:pt x="97296" y="11598"/>
                  <a:pt x="97370" y="11312"/>
                  <a:pt x="97513" y="10951"/>
                </a:cubicBezTo>
                <a:close/>
                <a:moveTo>
                  <a:pt x="108332" y="10831"/>
                </a:moveTo>
                <a:cubicBezTo>
                  <a:pt x="108464" y="11117"/>
                  <a:pt x="108466" y="11534"/>
                  <a:pt x="108539" y="11885"/>
                </a:cubicBezTo>
                <a:lnTo>
                  <a:pt x="108464" y="11885"/>
                </a:lnTo>
                <a:cubicBezTo>
                  <a:pt x="108464" y="11667"/>
                  <a:pt x="108464" y="11524"/>
                  <a:pt x="108396" y="11312"/>
                </a:cubicBezTo>
                <a:cubicBezTo>
                  <a:pt x="108396" y="11176"/>
                  <a:pt x="108396" y="10974"/>
                  <a:pt x="108332" y="10831"/>
                </a:cubicBezTo>
                <a:close/>
                <a:moveTo>
                  <a:pt x="61784" y="10665"/>
                </a:moveTo>
                <a:lnTo>
                  <a:pt x="61784" y="11094"/>
                </a:lnTo>
                <a:cubicBezTo>
                  <a:pt x="61784" y="11381"/>
                  <a:pt x="61716" y="11667"/>
                  <a:pt x="61641" y="11954"/>
                </a:cubicBezTo>
                <a:cubicBezTo>
                  <a:pt x="61573" y="11810"/>
                  <a:pt x="61498" y="11598"/>
                  <a:pt x="61355" y="11381"/>
                </a:cubicBezTo>
                <a:cubicBezTo>
                  <a:pt x="61498" y="11094"/>
                  <a:pt x="61641" y="10883"/>
                  <a:pt x="61784" y="10665"/>
                </a:cubicBezTo>
                <a:close/>
                <a:moveTo>
                  <a:pt x="72237" y="11742"/>
                </a:moveTo>
                <a:cubicBezTo>
                  <a:pt x="72312" y="11810"/>
                  <a:pt x="72312" y="11885"/>
                  <a:pt x="72312" y="11885"/>
                </a:cubicBezTo>
                <a:lnTo>
                  <a:pt x="72312" y="11954"/>
                </a:lnTo>
                <a:lnTo>
                  <a:pt x="72237" y="11885"/>
                </a:lnTo>
                <a:lnTo>
                  <a:pt x="72237" y="11742"/>
                </a:lnTo>
                <a:close/>
                <a:moveTo>
                  <a:pt x="77822" y="11598"/>
                </a:moveTo>
                <a:cubicBezTo>
                  <a:pt x="77753" y="11742"/>
                  <a:pt x="77753" y="11810"/>
                  <a:pt x="77679" y="11954"/>
                </a:cubicBezTo>
                <a:lnTo>
                  <a:pt x="77679" y="11885"/>
                </a:lnTo>
                <a:cubicBezTo>
                  <a:pt x="77753" y="11810"/>
                  <a:pt x="77753" y="11667"/>
                  <a:pt x="77822" y="11598"/>
                </a:cubicBezTo>
                <a:close/>
                <a:moveTo>
                  <a:pt x="69734" y="10883"/>
                </a:moveTo>
                <a:cubicBezTo>
                  <a:pt x="69803" y="11026"/>
                  <a:pt x="69803" y="11238"/>
                  <a:pt x="69878" y="11381"/>
                </a:cubicBezTo>
                <a:cubicBezTo>
                  <a:pt x="69803" y="11455"/>
                  <a:pt x="69803" y="11524"/>
                  <a:pt x="69803" y="11598"/>
                </a:cubicBezTo>
                <a:cubicBezTo>
                  <a:pt x="69734" y="11742"/>
                  <a:pt x="69660" y="11885"/>
                  <a:pt x="69660" y="12028"/>
                </a:cubicBezTo>
                <a:cubicBezTo>
                  <a:pt x="69591" y="11885"/>
                  <a:pt x="69517" y="11667"/>
                  <a:pt x="69448" y="11455"/>
                </a:cubicBezTo>
                <a:cubicBezTo>
                  <a:pt x="69517" y="11238"/>
                  <a:pt x="69660" y="11094"/>
                  <a:pt x="69734" y="10883"/>
                </a:cubicBezTo>
                <a:close/>
                <a:moveTo>
                  <a:pt x="70805" y="11810"/>
                </a:moveTo>
                <a:lnTo>
                  <a:pt x="70805" y="12028"/>
                </a:lnTo>
                <a:lnTo>
                  <a:pt x="70737" y="11954"/>
                </a:lnTo>
                <a:cubicBezTo>
                  <a:pt x="70737" y="11885"/>
                  <a:pt x="70737" y="11885"/>
                  <a:pt x="70805" y="11810"/>
                </a:cubicBezTo>
                <a:close/>
                <a:moveTo>
                  <a:pt x="75319" y="11455"/>
                </a:moveTo>
                <a:lnTo>
                  <a:pt x="75319" y="12028"/>
                </a:lnTo>
                <a:lnTo>
                  <a:pt x="75244" y="12028"/>
                </a:lnTo>
                <a:cubicBezTo>
                  <a:pt x="75244" y="11885"/>
                  <a:pt x="75244" y="11667"/>
                  <a:pt x="75319" y="11455"/>
                </a:cubicBezTo>
                <a:close/>
                <a:moveTo>
                  <a:pt x="85772" y="10951"/>
                </a:moveTo>
                <a:cubicBezTo>
                  <a:pt x="85984" y="11238"/>
                  <a:pt x="86058" y="11524"/>
                  <a:pt x="86201" y="11810"/>
                </a:cubicBezTo>
                <a:cubicBezTo>
                  <a:pt x="86127" y="11885"/>
                  <a:pt x="86127" y="11954"/>
                  <a:pt x="86058" y="12028"/>
                </a:cubicBezTo>
                <a:cubicBezTo>
                  <a:pt x="85984" y="11742"/>
                  <a:pt x="85915" y="11381"/>
                  <a:pt x="85772" y="11026"/>
                </a:cubicBezTo>
                <a:lnTo>
                  <a:pt x="85772" y="10951"/>
                </a:lnTo>
                <a:close/>
                <a:moveTo>
                  <a:pt x="104598" y="11742"/>
                </a:moveTo>
                <a:lnTo>
                  <a:pt x="104598" y="11810"/>
                </a:lnTo>
                <a:cubicBezTo>
                  <a:pt x="104598" y="11885"/>
                  <a:pt x="104598" y="11954"/>
                  <a:pt x="104530" y="12028"/>
                </a:cubicBezTo>
                <a:lnTo>
                  <a:pt x="104530" y="11954"/>
                </a:lnTo>
                <a:lnTo>
                  <a:pt x="104530" y="11885"/>
                </a:lnTo>
                <a:cubicBezTo>
                  <a:pt x="104530" y="11810"/>
                  <a:pt x="104598" y="11810"/>
                  <a:pt x="104598" y="11742"/>
                </a:cubicBezTo>
                <a:close/>
                <a:moveTo>
                  <a:pt x="88779" y="11954"/>
                </a:moveTo>
                <a:lnTo>
                  <a:pt x="88779" y="12028"/>
                </a:lnTo>
                <a:lnTo>
                  <a:pt x="88779" y="12097"/>
                </a:lnTo>
                <a:lnTo>
                  <a:pt x="88704" y="12097"/>
                </a:lnTo>
                <a:cubicBezTo>
                  <a:pt x="88779" y="12028"/>
                  <a:pt x="88779" y="12028"/>
                  <a:pt x="88779" y="11954"/>
                </a:cubicBezTo>
                <a:close/>
                <a:moveTo>
                  <a:pt x="37299" y="11381"/>
                </a:moveTo>
                <a:cubicBezTo>
                  <a:pt x="37299" y="11524"/>
                  <a:pt x="37373" y="11667"/>
                  <a:pt x="37373" y="11810"/>
                </a:cubicBezTo>
                <a:lnTo>
                  <a:pt x="37373" y="11885"/>
                </a:lnTo>
                <a:cubicBezTo>
                  <a:pt x="37373" y="12028"/>
                  <a:pt x="37299" y="12097"/>
                  <a:pt x="37230" y="12240"/>
                </a:cubicBezTo>
                <a:cubicBezTo>
                  <a:pt x="37230" y="11954"/>
                  <a:pt x="37299" y="11667"/>
                  <a:pt x="37299" y="11381"/>
                </a:cubicBezTo>
                <a:close/>
                <a:moveTo>
                  <a:pt x="59350" y="11238"/>
                </a:moveTo>
                <a:cubicBezTo>
                  <a:pt x="59350" y="11381"/>
                  <a:pt x="59425" y="11524"/>
                  <a:pt x="59493" y="11667"/>
                </a:cubicBezTo>
                <a:cubicBezTo>
                  <a:pt x="59485" y="11667"/>
                  <a:pt x="59478" y="11666"/>
                  <a:pt x="59471" y="11664"/>
                </a:cubicBezTo>
                <a:lnTo>
                  <a:pt x="59471" y="11664"/>
                </a:lnTo>
                <a:cubicBezTo>
                  <a:pt x="59493" y="11713"/>
                  <a:pt x="59493" y="11763"/>
                  <a:pt x="59493" y="11810"/>
                </a:cubicBezTo>
                <a:lnTo>
                  <a:pt x="59493" y="11885"/>
                </a:lnTo>
                <a:cubicBezTo>
                  <a:pt x="59425" y="11954"/>
                  <a:pt x="59281" y="12028"/>
                  <a:pt x="58995" y="12240"/>
                </a:cubicBezTo>
                <a:cubicBezTo>
                  <a:pt x="59064" y="11954"/>
                  <a:pt x="59207" y="11598"/>
                  <a:pt x="59350" y="11238"/>
                </a:cubicBezTo>
                <a:close/>
                <a:moveTo>
                  <a:pt x="73314" y="11524"/>
                </a:moveTo>
                <a:lnTo>
                  <a:pt x="73314" y="12028"/>
                </a:lnTo>
                <a:cubicBezTo>
                  <a:pt x="73314" y="12097"/>
                  <a:pt x="73314" y="12171"/>
                  <a:pt x="73240" y="12240"/>
                </a:cubicBezTo>
                <a:cubicBezTo>
                  <a:pt x="73240" y="12028"/>
                  <a:pt x="73314" y="11810"/>
                  <a:pt x="73314" y="11524"/>
                </a:cubicBezTo>
                <a:close/>
                <a:moveTo>
                  <a:pt x="92358" y="10522"/>
                </a:moveTo>
                <a:cubicBezTo>
                  <a:pt x="92427" y="10665"/>
                  <a:pt x="92502" y="10883"/>
                  <a:pt x="92570" y="11026"/>
                </a:cubicBezTo>
                <a:lnTo>
                  <a:pt x="92570" y="11312"/>
                </a:lnTo>
                <a:cubicBezTo>
                  <a:pt x="92570" y="11238"/>
                  <a:pt x="92502" y="11169"/>
                  <a:pt x="92427" y="11026"/>
                </a:cubicBezTo>
                <a:lnTo>
                  <a:pt x="92427" y="11026"/>
                </a:lnTo>
                <a:cubicBezTo>
                  <a:pt x="92502" y="11169"/>
                  <a:pt x="92502" y="11312"/>
                  <a:pt x="92570" y="11381"/>
                </a:cubicBezTo>
                <a:lnTo>
                  <a:pt x="92570" y="11524"/>
                </a:lnTo>
                <a:lnTo>
                  <a:pt x="92570" y="12097"/>
                </a:lnTo>
                <a:cubicBezTo>
                  <a:pt x="92502" y="12171"/>
                  <a:pt x="92502" y="12171"/>
                  <a:pt x="92358" y="12240"/>
                </a:cubicBezTo>
                <a:cubicBezTo>
                  <a:pt x="92358" y="12097"/>
                  <a:pt x="92284" y="12028"/>
                  <a:pt x="92284" y="11885"/>
                </a:cubicBezTo>
                <a:cubicBezTo>
                  <a:pt x="92427" y="11667"/>
                  <a:pt x="92570" y="11455"/>
                  <a:pt x="92570" y="11381"/>
                </a:cubicBezTo>
                <a:lnTo>
                  <a:pt x="92570" y="11381"/>
                </a:lnTo>
                <a:lnTo>
                  <a:pt x="92284" y="11667"/>
                </a:lnTo>
                <a:cubicBezTo>
                  <a:pt x="92284" y="11312"/>
                  <a:pt x="92284" y="10951"/>
                  <a:pt x="92358" y="10522"/>
                </a:cubicBezTo>
                <a:close/>
                <a:moveTo>
                  <a:pt x="66653" y="11667"/>
                </a:moveTo>
                <a:lnTo>
                  <a:pt x="66653" y="11810"/>
                </a:lnTo>
                <a:lnTo>
                  <a:pt x="66653" y="12314"/>
                </a:lnTo>
                <a:cubicBezTo>
                  <a:pt x="66584" y="12171"/>
                  <a:pt x="66510" y="12097"/>
                  <a:pt x="66441" y="11954"/>
                </a:cubicBezTo>
                <a:cubicBezTo>
                  <a:pt x="66584" y="11810"/>
                  <a:pt x="66584" y="11810"/>
                  <a:pt x="66584" y="11742"/>
                </a:cubicBezTo>
                <a:cubicBezTo>
                  <a:pt x="66653" y="11742"/>
                  <a:pt x="66653" y="11667"/>
                  <a:pt x="66653" y="11667"/>
                </a:cubicBezTo>
                <a:close/>
                <a:moveTo>
                  <a:pt x="80972" y="12240"/>
                </a:moveTo>
                <a:cubicBezTo>
                  <a:pt x="81008" y="12277"/>
                  <a:pt x="81027" y="12312"/>
                  <a:pt x="81045" y="12338"/>
                </a:cubicBezTo>
                <a:lnTo>
                  <a:pt x="81045" y="12338"/>
                </a:lnTo>
                <a:cubicBezTo>
                  <a:pt x="81040" y="12308"/>
                  <a:pt x="81025" y="12293"/>
                  <a:pt x="80972" y="12240"/>
                </a:cubicBezTo>
                <a:close/>
                <a:moveTo>
                  <a:pt x="56704" y="11026"/>
                </a:moveTo>
                <a:lnTo>
                  <a:pt x="56704" y="11169"/>
                </a:lnTo>
                <a:cubicBezTo>
                  <a:pt x="56630" y="11598"/>
                  <a:pt x="56561" y="11954"/>
                  <a:pt x="56486" y="12383"/>
                </a:cubicBezTo>
                <a:cubicBezTo>
                  <a:pt x="56486" y="12097"/>
                  <a:pt x="56486" y="11810"/>
                  <a:pt x="56418" y="11524"/>
                </a:cubicBezTo>
                <a:cubicBezTo>
                  <a:pt x="56486" y="11312"/>
                  <a:pt x="56561" y="11169"/>
                  <a:pt x="56704" y="11026"/>
                </a:cubicBezTo>
                <a:close/>
                <a:moveTo>
                  <a:pt x="59425" y="11954"/>
                </a:moveTo>
                <a:cubicBezTo>
                  <a:pt x="59425" y="12097"/>
                  <a:pt x="59350" y="12240"/>
                  <a:pt x="59350" y="12383"/>
                </a:cubicBezTo>
                <a:lnTo>
                  <a:pt x="59281" y="12314"/>
                </a:lnTo>
                <a:cubicBezTo>
                  <a:pt x="59350" y="12097"/>
                  <a:pt x="59425" y="12028"/>
                  <a:pt x="59425" y="11954"/>
                </a:cubicBezTo>
                <a:close/>
                <a:moveTo>
                  <a:pt x="88418" y="11885"/>
                </a:moveTo>
                <a:cubicBezTo>
                  <a:pt x="88418" y="12028"/>
                  <a:pt x="88349" y="12240"/>
                  <a:pt x="88275" y="12383"/>
                </a:cubicBezTo>
                <a:cubicBezTo>
                  <a:pt x="88275" y="12314"/>
                  <a:pt x="88275" y="12314"/>
                  <a:pt x="88206" y="12240"/>
                </a:cubicBezTo>
                <a:cubicBezTo>
                  <a:pt x="88275" y="12097"/>
                  <a:pt x="88349" y="11954"/>
                  <a:pt x="88418" y="11885"/>
                </a:cubicBezTo>
                <a:close/>
                <a:moveTo>
                  <a:pt x="85628" y="11312"/>
                </a:moveTo>
                <a:lnTo>
                  <a:pt x="85628" y="11598"/>
                </a:lnTo>
                <a:cubicBezTo>
                  <a:pt x="85697" y="11885"/>
                  <a:pt x="85697" y="12171"/>
                  <a:pt x="85697" y="12458"/>
                </a:cubicBezTo>
                <a:cubicBezTo>
                  <a:pt x="85628" y="12240"/>
                  <a:pt x="85485" y="12028"/>
                  <a:pt x="85411" y="11742"/>
                </a:cubicBezTo>
                <a:cubicBezTo>
                  <a:pt x="85485" y="11667"/>
                  <a:pt x="85485" y="11524"/>
                  <a:pt x="85554" y="11455"/>
                </a:cubicBezTo>
                <a:cubicBezTo>
                  <a:pt x="85554" y="11381"/>
                  <a:pt x="85628" y="11312"/>
                  <a:pt x="85628" y="11312"/>
                </a:cubicBezTo>
                <a:close/>
                <a:moveTo>
                  <a:pt x="96007" y="12240"/>
                </a:moveTo>
                <a:lnTo>
                  <a:pt x="96007" y="12458"/>
                </a:lnTo>
                <a:cubicBezTo>
                  <a:pt x="96007" y="12458"/>
                  <a:pt x="96007" y="12383"/>
                  <a:pt x="95938" y="12383"/>
                </a:cubicBezTo>
                <a:cubicBezTo>
                  <a:pt x="96007" y="12314"/>
                  <a:pt x="96007" y="12314"/>
                  <a:pt x="96007" y="12240"/>
                </a:cubicBezTo>
                <a:close/>
                <a:moveTo>
                  <a:pt x="98441" y="12171"/>
                </a:moveTo>
                <a:cubicBezTo>
                  <a:pt x="98441" y="12314"/>
                  <a:pt x="98516" y="12383"/>
                  <a:pt x="98516" y="12458"/>
                </a:cubicBezTo>
                <a:cubicBezTo>
                  <a:pt x="98516" y="12458"/>
                  <a:pt x="98441" y="12458"/>
                  <a:pt x="98441" y="12383"/>
                </a:cubicBezTo>
                <a:lnTo>
                  <a:pt x="98441" y="12314"/>
                </a:lnTo>
                <a:lnTo>
                  <a:pt x="98441" y="12171"/>
                </a:lnTo>
                <a:close/>
                <a:moveTo>
                  <a:pt x="70662" y="12028"/>
                </a:moveTo>
                <a:cubicBezTo>
                  <a:pt x="70662" y="12097"/>
                  <a:pt x="70737" y="12171"/>
                  <a:pt x="70737" y="12171"/>
                </a:cubicBezTo>
                <a:cubicBezTo>
                  <a:pt x="70662" y="12314"/>
                  <a:pt x="70662" y="12383"/>
                  <a:pt x="70593" y="12526"/>
                </a:cubicBezTo>
                <a:cubicBezTo>
                  <a:pt x="70593" y="12458"/>
                  <a:pt x="70593" y="12383"/>
                  <a:pt x="70519" y="12314"/>
                </a:cubicBezTo>
                <a:cubicBezTo>
                  <a:pt x="70593" y="12240"/>
                  <a:pt x="70662" y="12097"/>
                  <a:pt x="70662" y="12028"/>
                </a:cubicBezTo>
                <a:close/>
                <a:moveTo>
                  <a:pt x="63360" y="12601"/>
                </a:moveTo>
                <a:cubicBezTo>
                  <a:pt x="63360" y="12601"/>
                  <a:pt x="63359" y="12670"/>
                  <a:pt x="63291" y="12670"/>
                </a:cubicBezTo>
                <a:lnTo>
                  <a:pt x="63360" y="12601"/>
                </a:lnTo>
                <a:close/>
                <a:moveTo>
                  <a:pt x="75319" y="12028"/>
                </a:moveTo>
                <a:lnTo>
                  <a:pt x="75319" y="12028"/>
                </a:lnTo>
                <a:cubicBezTo>
                  <a:pt x="75244" y="12240"/>
                  <a:pt x="75244" y="12383"/>
                  <a:pt x="75244" y="12601"/>
                </a:cubicBezTo>
                <a:lnTo>
                  <a:pt x="75176" y="12670"/>
                </a:lnTo>
                <a:lnTo>
                  <a:pt x="75176" y="12314"/>
                </a:lnTo>
                <a:cubicBezTo>
                  <a:pt x="75244" y="12240"/>
                  <a:pt x="75244" y="12097"/>
                  <a:pt x="75319" y="12028"/>
                </a:cubicBezTo>
                <a:close/>
                <a:moveTo>
                  <a:pt x="66367" y="12097"/>
                </a:moveTo>
                <a:cubicBezTo>
                  <a:pt x="66441" y="12240"/>
                  <a:pt x="66510" y="12383"/>
                  <a:pt x="66584" y="12601"/>
                </a:cubicBezTo>
                <a:cubicBezTo>
                  <a:pt x="66510" y="12601"/>
                  <a:pt x="66510" y="12670"/>
                  <a:pt x="66441" y="12744"/>
                </a:cubicBezTo>
                <a:cubicBezTo>
                  <a:pt x="66441" y="12601"/>
                  <a:pt x="66367" y="12383"/>
                  <a:pt x="66298" y="12240"/>
                </a:cubicBezTo>
                <a:cubicBezTo>
                  <a:pt x="66367" y="12171"/>
                  <a:pt x="66367" y="12171"/>
                  <a:pt x="66367" y="12097"/>
                </a:cubicBezTo>
                <a:close/>
                <a:moveTo>
                  <a:pt x="99014" y="11238"/>
                </a:moveTo>
                <a:lnTo>
                  <a:pt x="99014" y="11810"/>
                </a:lnTo>
                <a:cubicBezTo>
                  <a:pt x="99014" y="11885"/>
                  <a:pt x="98945" y="11954"/>
                  <a:pt x="98945" y="12028"/>
                </a:cubicBezTo>
                <a:cubicBezTo>
                  <a:pt x="98871" y="12240"/>
                  <a:pt x="98802" y="12526"/>
                  <a:pt x="98727" y="12744"/>
                </a:cubicBezTo>
                <a:lnTo>
                  <a:pt x="98516" y="12097"/>
                </a:lnTo>
                <a:cubicBezTo>
                  <a:pt x="98727" y="11667"/>
                  <a:pt x="98871" y="11381"/>
                  <a:pt x="99014" y="11238"/>
                </a:cubicBezTo>
                <a:close/>
                <a:moveTo>
                  <a:pt x="65009" y="11524"/>
                </a:moveTo>
                <a:cubicBezTo>
                  <a:pt x="65152" y="11810"/>
                  <a:pt x="65221" y="12097"/>
                  <a:pt x="65295" y="12383"/>
                </a:cubicBezTo>
                <a:lnTo>
                  <a:pt x="65078" y="12601"/>
                </a:lnTo>
                <a:lnTo>
                  <a:pt x="64866" y="12383"/>
                </a:lnTo>
                <a:lnTo>
                  <a:pt x="64866" y="12383"/>
                </a:lnTo>
                <a:cubicBezTo>
                  <a:pt x="64935" y="12526"/>
                  <a:pt x="64935" y="12670"/>
                  <a:pt x="64935" y="12813"/>
                </a:cubicBezTo>
                <a:cubicBezTo>
                  <a:pt x="64866" y="12813"/>
                  <a:pt x="64866" y="12887"/>
                  <a:pt x="64791" y="12887"/>
                </a:cubicBezTo>
                <a:cubicBezTo>
                  <a:pt x="64791" y="12813"/>
                  <a:pt x="64723" y="12670"/>
                  <a:pt x="64723" y="12526"/>
                </a:cubicBezTo>
                <a:cubicBezTo>
                  <a:pt x="64791" y="12240"/>
                  <a:pt x="64866" y="11885"/>
                  <a:pt x="65009" y="11524"/>
                </a:cubicBezTo>
                <a:close/>
                <a:moveTo>
                  <a:pt x="86270" y="12028"/>
                </a:moveTo>
                <a:cubicBezTo>
                  <a:pt x="86344" y="12240"/>
                  <a:pt x="86413" y="12526"/>
                  <a:pt x="86488" y="12813"/>
                </a:cubicBezTo>
                <a:lnTo>
                  <a:pt x="86488" y="12887"/>
                </a:lnTo>
                <a:cubicBezTo>
                  <a:pt x="86413" y="12744"/>
                  <a:pt x="86270" y="12601"/>
                  <a:pt x="86201" y="12383"/>
                </a:cubicBezTo>
                <a:lnTo>
                  <a:pt x="86270" y="12028"/>
                </a:lnTo>
                <a:close/>
                <a:moveTo>
                  <a:pt x="59207" y="12383"/>
                </a:moveTo>
                <a:lnTo>
                  <a:pt x="59207" y="13030"/>
                </a:lnTo>
                <a:cubicBezTo>
                  <a:pt x="59138" y="12887"/>
                  <a:pt x="59138" y="12744"/>
                  <a:pt x="59064" y="12601"/>
                </a:cubicBezTo>
                <a:cubicBezTo>
                  <a:pt x="59064" y="12526"/>
                  <a:pt x="59138" y="12458"/>
                  <a:pt x="59207" y="12383"/>
                </a:cubicBezTo>
                <a:close/>
                <a:moveTo>
                  <a:pt x="78538" y="11598"/>
                </a:moveTo>
                <a:cubicBezTo>
                  <a:pt x="78612" y="11667"/>
                  <a:pt x="78612" y="11742"/>
                  <a:pt x="78681" y="11810"/>
                </a:cubicBezTo>
                <a:cubicBezTo>
                  <a:pt x="78538" y="12240"/>
                  <a:pt x="78394" y="12601"/>
                  <a:pt x="78251" y="13030"/>
                </a:cubicBezTo>
                <a:lnTo>
                  <a:pt x="78251" y="12813"/>
                </a:lnTo>
                <a:cubicBezTo>
                  <a:pt x="78251" y="12458"/>
                  <a:pt x="78394" y="12028"/>
                  <a:pt x="78538" y="11598"/>
                </a:cubicBezTo>
                <a:close/>
                <a:moveTo>
                  <a:pt x="82833" y="12383"/>
                </a:moveTo>
                <a:cubicBezTo>
                  <a:pt x="82833" y="12383"/>
                  <a:pt x="82908" y="12458"/>
                  <a:pt x="82908" y="12526"/>
                </a:cubicBezTo>
                <a:cubicBezTo>
                  <a:pt x="82908" y="12744"/>
                  <a:pt x="82833" y="12887"/>
                  <a:pt x="82833" y="13099"/>
                </a:cubicBezTo>
                <a:cubicBezTo>
                  <a:pt x="82765" y="12956"/>
                  <a:pt x="82690" y="12887"/>
                  <a:pt x="82690" y="12744"/>
                </a:cubicBezTo>
                <a:cubicBezTo>
                  <a:pt x="82765" y="12601"/>
                  <a:pt x="82765" y="12458"/>
                  <a:pt x="82833" y="12383"/>
                </a:cubicBezTo>
                <a:close/>
                <a:moveTo>
                  <a:pt x="90852" y="12601"/>
                </a:moveTo>
                <a:lnTo>
                  <a:pt x="90852" y="12813"/>
                </a:lnTo>
                <a:cubicBezTo>
                  <a:pt x="90783" y="12887"/>
                  <a:pt x="90709" y="13030"/>
                  <a:pt x="90640" y="13174"/>
                </a:cubicBezTo>
                <a:lnTo>
                  <a:pt x="90640" y="13099"/>
                </a:lnTo>
                <a:lnTo>
                  <a:pt x="90640" y="12956"/>
                </a:lnTo>
                <a:cubicBezTo>
                  <a:pt x="90709" y="12813"/>
                  <a:pt x="90783" y="12744"/>
                  <a:pt x="90852" y="12601"/>
                </a:cubicBezTo>
                <a:close/>
                <a:moveTo>
                  <a:pt x="92215" y="13030"/>
                </a:moveTo>
                <a:lnTo>
                  <a:pt x="92215" y="13174"/>
                </a:lnTo>
                <a:cubicBezTo>
                  <a:pt x="92215" y="13242"/>
                  <a:pt x="92141" y="13242"/>
                  <a:pt x="92141" y="13242"/>
                </a:cubicBezTo>
                <a:lnTo>
                  <a:pt x="92141" y="13030"/>
                </a:lnTo>
                <a:close/>
                <a:moveTo>
                  <a:pt x="82547" y="13030"/>
                </a:moveTo>
                <a:cubicBezTo>
                  <a:pt x="82621" y="13174"/>
                  <a:pt x="82621" y="13317"/>
                  <a:pt x="82690" y="13460"/>
                </a:cubicBezTo>
                <a:cubicBezTo>
                  <a:pt x="82621" y="13385"/>
                  <a:pt x="82547" y="13242"/>
                  <a:pt x="82478" y="13174"/>
                </a:cubicBezTo>
                <a:cubicBezTo>
                  <a:pt x="82478" y="13099"/>
                  <a:pt x="82547" y="13030"/>
                  <a:pt x="82547" y="13030"/>
                </a:cubicBezTo>
                <a:close/>
                <a:moveTo>
                  <a:pt x="83337" y="12744"/>
                </a:moveTo>
                <a:cubicBezTo>
                  <a:pt x="83481" y="12956"/>
                  <a:pt x="83549" y="13174"/>
                  <a:pt x="83624" y="13385"/>
                </a:cubicBezTo>
                <a:cubicBezTo>
                  <a:pt x="83549" y="13385"/>
                  <a:pt x="83549" y="13460"/>
                  <a:pt x="83481" y="13529"/>
                </a:cubicBezTo>
                <a:cubicBezTo>
                  <a:pt x="83481" y="13317"/>
                  <a:pt x="83406" y="13030"/>
                  <a:pt x="83337" y="12744"/>
                </a:cubicBezTo>
                <a:close/>
                <a:moveTo>
                  <a:pt x="86413" y="13746"/>
                </a:moveTo>
                <a:lnTo>
                  <a:pt x="86413" y="13890"/>
                </a:lnTo>
                <a:cubicBezTo>
                  <a:pt x="86413" y="13890"/>
                  <a:pt x="86413" y="13815"/>
                  <a:pt x="86344" y="13815"/>
                </a:cubicBezTo>
                <a:lnTo>
                  <a:pt x="86413" y="13746"/>
                </a:lnTo>
                <a:close/>
                <a:moveTo>
                  <a:pt x="80330" y="12240"/>
                </a:moveTo>
                <a:cubicBezTo>
                  <a:pt x="80399" y="12813"/>
                  <a:pt x="80399" y="13317"/>
                  <a:pt x="80330" y="13815"/>
                </a:cubicBezTo>
                <a:cubicBezTo>
                  <a:pt x="80330" y="13746"/>
                  <a:pt x="80256" y="13672"/>
                  <a:pt x="80256" y="13603"/>
                </a:cubicBezTo>
                <a:lnTo>
                  <a:pt x="80256" y="13603"/>
                </a:lnTo>
                <a:cubicBezTo>
                  <a:pt x="80256" y="13672"/>
                  <a:pt x="80256" y="13815"/>
                  <a:pt x="80330" y="13890"/>
                </a:cubicBezTo>
                <a:lnTo>
                  <a:pt x="80330" y="13958"/>
                </a:lnTo>
                <a:cubicBezTo>
                  <a:pt x="80256" y="13815"/>
                  <a:pt x="80256" y="13746"/>
                  <a:pt x="80187" y="13603"/>
                </a:cubicBezTo>
                <a:cubicBezTo>
                  <a:pt x="80256" y="13174"/>
                  <a:pt x="80256" y="12744"/>
                  <a:pt x="80330" y="12240"/>
                </a:cubicBezTo>
                <a:close/>
                <a:moveTo>
                  <a:pt x="82478" y="13242"/>
                </a:moveTo>
                <a:lnTo>
                  <a:pt x="82478" y="14245"/>
                </a:lnTo>
                <a:cubicBezTo>
                  <a:pt x="82404" y="14033"/>
                  <a:pt x="82335" y="13890"/>
                  <a:pt x="82261" y="13746"/>
                </a:cubicBezTo>
                <a:cubicBezTo>
                  <a:pt x="82335" y="13603"/>
                  <a:pt x="82404" y="13385"/>
                  <a:pt x="82478" y="13242"/>
                </a:cubicBezTo>
                <a:close/>
                <a:moveTo>
                  <a:pt x="9377" y="0"/>
                </a:moveTo>
                <a:cubicBezTo>
                  <a:pt x="9022" y="642"/>
                  <a:pt x="8804" y="1861"/>
                  <a:pt x="8592" y="3293"/>
                </a:cubicBezTo>
                <a:lnTo>
                  <a:pt x="8592" y="3293"/>
                </a:lnTo>
                <a:cubicBezTo>
                  <a:pt x="8593" y="3020"/>
                  <a:pt x="8598" y="2698"/>
                  <a:pt x="8661" y="2434"/>
                </a:cubicBezTo>
                <a:lnTo>
                  <a:pt x="8661" y="2434"/>
                </a:lnTo>
                <a:cubicBezTo>
                  <a:pt x="8449" y="2789"/>
                  <a:pt x="8306" y="3293"/>
                  <a:pt x="8163" y="3866"/>
                </a:cubicBezTo>
                <a:cubicBezTo>
                  <a:pt x="8088" y="4009"/>
                  <a:pt x="7945" y="4221"/>
                  <a:pt x="7876" y="4365"/>
                </a:cubicBezTo>
                <a:cubicBezTo>
                  <a:pt x="7802" y="4078"/>
                  <a:pt x="7733" y="3792"/>
                  <a:pt x="7659" y="3580"/>
                </a:cubicBezTo>
                <a:lnTo>
                  <a:pt x="7659" y="3580"/>
                </a:lnTo>
                <a:cubicBezTo>
                  <a:pt x="7733" y="3866"/>
                  <a:pt x="7733" y="4153"/>
                  <a:pt x="7802" y="4508"/>
                </a:cubicBezTo>
                <a:cubicBezTo>
                  <a:pt x="7733" y="4582"/>
                  <a:pt x="7733" y="4651"/>
                  <a:pt x="7659" y="4794"/>
                </a:cubicBezTo>
                <a:cubicBezTo>
                  <a:pt x="7590" y="4869"/>
                  <a:pt x="7590" y="4937"/>
                  <a:pt x="7515" y="5012"/>
                </a:cubicBezTo>
                <a:cubicBezTo>
                  <a:pt x="7515" y="4651"/>
                  <a:pt x="7590" y="4296"/>
                  <a:pt x="7590" y="4009"/>
                </a:cubicBezTo>
                <a:lnTo>
                  <a:pt x="7590" y="4009"/>
                </a:lnTo>
                <a:cubicBezTo>
                  <a:pt x="7447" y="4221"/>
                  <a:pt x="7372" y="4582"/>
                  <a:pt x="7229" y="5012"/>
                </a:cubicBezTo>
                <a:cubicBezTo>
                  <a:pt x="7017" y="3580"/>
                  <a:pt x="6513" y="2005"/>
                  <a:pt x="5797" y="642"/>
                </a:cubicBezTo>
                <a:lnTo>
                  <a:pt x="5797" y="642"/>
                </a:lnTo>
                <a:cubicBezTo>
                  <a:pt x="6084" y="1358"/>
                  <a:pt x="6370" y="2217"/>
                  <a:pt x="6513" y="3219"/>
                </a:cubicBezTo>
                <a:cubicBezTo>
                  <a:pt x="6455" y="3099"/>
                  <a:pt x="6345" y="2930"/>
                  <a:pt x="6267" y="2750"/>
                </a:cubicBezTo>
                <a:lnTo>
                  <a:pt x="6267" y="2750"/>
                </a:lnTo>
                <a:cubicBezTo>
                  <a:pt x="6396" y="3088"/>
                  <a:pt x="6520" y="3477"/>
                  <a:pt x="6588" y="3866"/>
                </a:cubicBezTo>
                <a:cubicBezTo>
                  <a:pt x="6731" y="4508"/>
                  <a:pt x="6799" y="5224"/>
                  <a:pt x="6799" y="5940"/>
                </a:cubicBezTo>
                <a:cubicBezTo>
                  <a:pt x="6799" y="6014"/>
                  <a:pt x="6799" y="6014"/>
                  <a:pt x="6731" y="6083"/>
                </a:cubicBezTo>
                <a:cubicBezTo>
                  <a:pt x="6656" y="6083"/>
                  <a:pt x="6656" y="6014"/>
                  <a:pt x="6656" y="5940"/>
                </a:cubicBezTo>
                <a:lnTo>
                  <a:pt x="6656" y="6157"/>
                </a:lnTo>
                <a:cubicBezTo>
                  <a:pt x="6656" y="6157"/>
                  <a:pt x="6588" y="6226"/>
                  <a:pt x="6588" y="6300"/>
                </a:cubicBezTo>
                <a:cubicBezTo>
                  <a:pt x="6513" y="6226"/>
                  <a:pt x="6513" y="6157"/>
                  <a:pt x="6513" y="6083"/>
                </a:cubicBezTo>
                <a:lnTo>
                  <a:pt x="6513" y="5653"/>
                </a:lnTo>
                <a:lnTo>
                  <a:pt x="6513" y="5510"/>
                </a:lnTo>
                <a:cubicBezTo>
                  <a:pt x="6444" y="5585"/>
                  <a:pt x="6444" y="5728"/>
                  <a:pt x="6370" y="5871"/>
                </a:cubicBezTo>
                <a:cubicBezTo>
                  <a:pt x="6301" y="5728"/>
                  <a:pt x="6158" y="5510"/>
                  <a:pt x="6084" y="5367"/>
                </a:cubicBezTo>
                <a:lnTo>
                  <a:pt x="6084" y="5367"/>
                </a:lnTo>
                <a:lnTo>
                  <a:pt x="6301" y="6014"/>
                </a:lnTo>
                <a:lnTo>
                  <a:pt x="6301" y="6157"/>
                </a:lnTo>
                <a:lnTo>
                  <a:pt x="6084" y="5510"/>
                </a:lnTo>
                <a:lnTo>
                  <a:pt x="6084" y="5367"/>
                </a:lnTo>
                <a:cubicBezTo>
                  <a:pt x="6158" y="4725"/>
                  <a:pt x="6158" y="4009"/>
                  <a:pt x="6227" y="3362"/>
                </a:cubicBezTo>
                <a:lnTo>
                  <a:pt x="6227" y="3362"/>
                </a:lnTo>
                <a:cubicBezTo>
                  <a:pt x="6084" y="3649"/>
                  <a:pt x="5940" y="4153"/>
                  <a:pt x="5797" y="4725"/>
                </a:cubicBezTo>
                <a:lnTo>
                  <a:pt x="5585" y="4078"/>
                </a:lnTo>
                <a:cubicBezTo>
                  <a:pt x="5585" y="4009"/>
                  <a:pt x="5511" y="3935"/>
                  <a:pt x="5511" y="3866"/>
                </a:cubicBezTo>
                <a:cubicBezTo>
                  <a:pt x="5728" y="3437"/>
                  <a:pt x="5872" y="3076"/>
                  <a:pt x="5872" y="3076"/>
                </a:cubicBezTo>
                <a:lnTo>
                  <a:pt x="5872" y="3076"/>
                </a:lnTo>
                <a:cubicBezTo>
                  <a:pt x="5872" y="3076"/>
                  <a:pt x="5654" y="3294"/>
                  <a:pt x="5442" y="3580"/>
                </a:cubicBezTo>
                <a:cubicBezTo>
                  <a:pt x="5382" y="3291"/>
                  <a:pt x="5278" y="3005"/>
                  <a:pt x="5204" y="2717"/>
                </a:cubicBezTo>
                <a:lnTo>
                  <a:pt x="5204" y="2717"/>
                </a:lnTo>
                <a:cubicBezTo>
                  <a:pt x="5255" y="2959"/>
                  <a:pt x="5299" y="3234"/>
                  <a:pt x="5299" y="3505"/>
                </a:cubicBezTo>
                <a:lnTo>
                  <a:pt x="5081" y="3076"/>
                </a:lnTo>
                <a:lnTo>
                  <a:pt x="5299" y="3723"/>
                </a:lnTo>
                <a:cubicBezTo>
                  <a:pt x="5081" y="4078"/>
                  <a:pt x="4795" y="4439"/>
                  <a:pt x="4508" y="4937"/>
                </a:cubicBezTo>
                <a:lnTo>
                  <a:pt x="4508" y="4869"/>
                </a:lnTo>
                <a:cubicBezTo>
                  <a:pt x="4508" y="4794"/>
                  <a:pt x="4440" y="4725"/>
                  <a:pt x="4440" y="4725"/>
                </a:cubicBezTo>
                <a:lnTo>
                  <a:pt x="4440" y="4725"/>
                </a:lnTo>
                <a:cubicBezTo>
                  <a:pt x="4440" y="4794"/>
                  <a:pt x="4508" y="4869"/>
                  <a:pt x="4508" y="5012"/>
                </a:cubicBezTo>
                <a:cubicBezTo>
                  <a:pt x="4440" y="5080"/>
                  <a:pt x="4440" y="5155"/>
                  <a:pt x="4365" y="5298"/>
                </a:cubicBezTo>
                <a:cubicBezTo>
                  <a:pt x="4365" y="5080"/>
                  <a:pt x="4365" y="4937"/>
                  <a:pt x="4440" y="4725"/>
                </a:cubicBezTo>
                <a:cubicBezTo>
                  <a:pt x="4440" y="4153"/>
                  <a:pt x="4508" y="3649"/>
                  <a:pt x="4508" y="3150"/>
                </a:cubicBezTo>
                <a:lnTo>
                  <a:pt x="4508" y="3150"/>
                </a:lnTo>
                <a:cubicBezTo>
                  <a:pt x="4222" y="3723"/>
                  <a:pt x="4010" y="4937"/>
                  <a:pt x="3792" y="6226"/>
                </a:cubicBezTo>
                <a:cubicBezTo>
                  <a:pt x="3792" y="6157"/>
                  <a:pt x="3724" y="6083"/>
                  <a:pt x="3724" y="6014"/>
                </a:cubicBezTo>
                <a:cubicBezTo>
                  <a:pt x="3724" y="5728"/>
                  <a:pt x="3724" y="5510"/>
                  <a:pt x="3792" y="5298"/>
                </a:cubicBezTo>
                <a:lnTo>
                  <a:pt x="3792" y="5298"/>
                </a:lnTo>
                <a:cubicBezTo>
                  <a:pt x="3724" y="5367"/>
                  <a:pt x="3649" y="5510"/>
                  <a:pt x="3581" y="5653"/>
                </a:cubicBezTo>
                <a:lnTo>
                  <a:pt x="3581" y="5585"/>
                </a:lnTo>
                <a:cubicBezTo>
                  <a:pt x="3363" y="5012"/>
                  <a:pt x="3151" y="4508"/>
                  <a:pt x="2790" y="4009"/>
                </a:cubicBezTo>
                <a:lnTo>
                  <a:pt x="2790" y="4009"/>
                </a:lnTo>
                <a:cubicBezTo>
                  <a:pt x="3077" y="4508"/>
                  <a:pt x="3294" y="5155"/>
                  <a:pt x="3437" y="5871"/>
                </a:cubicBezTo>
                <a:cubicBezTo>
                  <a:pt x="3363" y="5940"/>
                  <a:pt x="3363" y="6014"/>
                  <a:pt x="3363" y="6083"/>
                </a:cubicBezTo>
                <a:cubicBezTo>
                  <a:pt x="3294" y="6226"/>
                  <a:pt x="3220" y="6444"/>
                  <a:pt x="3151" y="6587"/>
                </a:cubicBezTo>
                <a:cubicBezTo>
                  <a:pt x="3077" y="5653"/>
                  <a:pt x="2865" y="4508"/>
                  <a:pt x="2435" y="3150"/>
                </a:cubicBezTo>
                <a:lnTo>
                  <a:pt x="2435" y="3150"/>
                </a:lnTo>
                <a:cubicBezTo>
                  <a:pt x="2647" y="3866"/>
                  <a:pt x="2647" y="4869"/>
                  <a:pt x="2647" y="5940"/>
                </a:cubicBezTo>
                <a:cubicBezTo>
                  <a:pt x="2647" y="5871"/>
                  <a:pt x="2578" y="5728"/>
                  <a:pt x="2504" y="5653"/>
                </a:cubicBezTo>
                <a:lnTo>
                  <a:pt x="2504" y="5653"/>
                </a:lnTo>
                <a:cubicBezTo>
                  <a:pt x="2578" y="6014"/>
                  <a:pt x="2578" y="6369"/>
                  <a:pt x="2578" y="6799"/>
                </a:cubicBezTo>
                <a:cubicBezTo>
                  <a:pt x="2504" y="6587"/>
                  <a:pt x="2361" y="6444"/>
                  <a:pt x="2292" y="6226"/>
                </a:cubicBezTo>
                <a:lnTo>
                  <a:pt x="2292" y="6226"/>
                </a:lnTo>
                <a:cubicBezTo>
                  <a:pt x="2361" y="6444"/>
                  <a:pt x="2504" y="6730"/>
                  <a:pt x="2578" y="7016"/>
                </a:cubicBezTo>
                <a:cubicBezTo>
                  <a:pt x="2504" y="7085"/>
                  <a:pt x="2504" y="7160"/>
                  <a:pt x="2504" y="7228"/>
                </a:cubicBezTo>
                <a:cubicBezTo>
                  <a:pt x="2435" y="7303"/>
                  <a:pt x="2435" y="7372"/>
                  <a:pt x="2435" y="7446"/>
                </a:cubicBezTo>
                <a:cubicBezTo>
                  <a:pt x="2217" y="6587"/>
                  <a:pt x="2005" y="5728"/>
                  <a:pt x="1645" y="4937"/>
                </a:cubicBezTo>
                <a:lnTo>
                  <a:pt x="1862" y="2148"/>
                </a:lnTo>
                <a:lnTo>
                  <a:pt x="1862" y="2148"/>
                </a:lnTo>
                <a:cubicBezTo>
                  <a:pt x="1645" y="2578"/>
                  <a:pt x="1433" y="3293"/>
                  <a:pt x="1290" y="4153"/>
                </a:cubicBezTo>
                <a:cubicBezTo>
                  <a:pt x="1215" y="4079"/>
                  <a:pt x="1147" y="4010"/>
                  <a:pt x="1073" y="3869"/>
                </a:cubicBezTo>
                <a:lnTo>
                  <a:pt x="1073" y="3869"/>
                </a:lnTo>
                <a:cubicBezTo>
                  <a:pt x="1147" y="4010"/>
                  <a:pt x="1215" y="4079"/>
                  <a:pt x="1290" y="4221"/>
                </a:cubicBezTo>
                <a:cubicBezTo>
                  <a:pt x="1215" y="4439"/>
                  <a:pt x="1215" y="4651"/>
                  <a:pt x="1146" y="4869"/>
                </a:cubicBezTo>
                <a:cubicBezTo>
                  <a:pt x="1146" y="5012"/>
                  <a:pt x="1072" y="5155"/>
                  <a:pt x="1072" y="5298"/>
                </a:cubicBezTo>
                <a:lnTo>
                  <a:pt x="1003" y="5224"/>
                </a:lnTo>
                <a:lnTo>
                  <a:pt x="1003" y="4937"/>
                </a:lnTo>
                <a:cubicBezTo>
                  <a:pt x="1003" y="5012"/>
                  <a:pt x="1003" y="5080"/>
                  <a:pt x="929" y="5155"/>
                </a:cubicBezTo>
                <a:cubicBezTo>
                  <a:pt x="860" y="5367"/>
                  <a:pt x="717" y="5728"/>
                  <a:pt x="642" y="6083"/>
                </a:cubicBezTo>
                <a:cubicBezTo>
                  <a:pt x="642" y="5871"/>
                  <a:pt x="717" y="5728"/>
                  <a:pt x="717" y="5585"/>
                </a:cubicBezTo>
                <a:lnTo>
                  <a:pt x="717" y="5585"/>
                </a:lnTo>
                <a:cubicBezTo>
                  <a:pt x="642" y="5728"/>
                  <a:pt x="499" y="5940"/>
                  <a:pt x="430" y="6157"/>
                </a:cubicBezTo>
                <a:cubicBezTo>
                  <a:pt x="430" y="6014"/>
                  <a:pt x="356" y="5871"/>
                  <a:pt x="287" y="5796"/>
                </a:cubicBezTo>
                <a:lnTo>
                  <a:pt x="287" y="6083"/>
                </a:lnTo>
                <a:lnTo>
                  <a:pt x="287" y="6512"/>
                </a:lnTo>
                <a:cubicBezTo>
                  <a:pt x="287" y="6444"/>
                  <a:pt x="213" y="6369"/>
                  <a:pt x="144" y="6300"/>
                </a:cubicBezTo>
                <a:lnTo>
                  <a:pt x="144" y="6300"/>
                </a:lnTo>
                <a:cubicBezTo>
                  <a:pt x="213" y="6369"/>
                  <a:pt x="287" y="6512"/>
                  <a:pt x="287" y="6587"/>
                </a:cubicBezTo>
                <a:lnTo>
                  <a:pt x="287" y="6799"/>
                </a:lnTo>
                <a:cubicBezTo>
                  <a:pt x="287" y="6942"/>
                  <a:pt x="213" y="7016"/>
                  <a:pt x="213" y="7160"/>
                </a:cubicBezTo>
                <a:lnTo>
                  <a:pt x="1" y="6730"/>
                </a:lnTo>
                <a:lnTo>
                  <a:pt x="1" y="6799"/>
                </a:lnTo>
                <a:cubicBezTo>
                  <a:pt x="70" y="6942"/>
                  <a:pt x="144" y="7160"/>
                  <a:pt x="213" y="7303"/>
                </a:cubicBezTo>
                <a:cubicBezTo>
                  <a:pt x="144" y="7732"/>
                  <a:pt x="70" y="8087"/>
                  <a:pt x="1" y="8517"/>
                </a:cubicBezTo>
                <a:lnTo>
                  <a:pt x="1" y="15321"/>
                </a:lnTo>
                <a:lnTo>
                  <a:pt x="116197" y="15321"/>
                </a:lnTo>
                <a:lnTo>
                  <a:pt x="116197" y="9090"/>
                </a:lnTo>
                <a:cubicBezTo>
                  <a:pt x="116197" y="8878"/>
                  <a:pt x="116128" y="8735"/>
                  <a:pt x="116053" y="8517"/>
                </a:cubicBezTo>
                <a:cubicBezTo>
                  <a:pt x="116053" y="8374"/>
                  <a:pt x="116053" y="8305"/>
                  <a:pt x="115985" y="8162"/>
                </a:cubicBezTo>
                <a:cubicBezTo>
                  <a:pt x="116053" y="8019"/>
                  <a:pt x="116128" y="7876"/>
                  <a:pt x="116197" y="7658"/>
                </a:cubicBezTo>
                <a:lnTo>
                  <a:pt x="116197" y="6656"/>
                </a:lnTo>
                <a:cubicBezTo>
                  <a:pt x="116053" y="6799"/>
                  <a:pt x="115910" y="7016"/>
                  <a:pt x="115767" y="7228"/>
                </a:cubicBezTo>
                <a:cubicBezTo>
                  <a:pt x="115624" y="6730"/>
                  <a:pt x="115481" y="6300"/>
                  <a:pt x="115269" y="5728"/>
                </a:cubicBezTo>
                <a:lnTo>
                  <a:pt x="115269" y="5728"/>
                </a:lnTo>
                <a:cubicBezTo>
                  <a:pt x="115412" y="6226"/>
                  <a:pt x="115481" y="6942"/>
                  <a:pt x="115481" y="7658"/>
                </a:cubicBezTo>
                <a:cubicBezTo>
                  <a:pt x="115412" y="7801"/>
                  <a:pt x="115337" y="8019"/>
                  <a:pt x="115269" y="8162"/>
                </a:cubicBezTo>
                <a:cubicBezTo>
                  <a:pt x="115269" y="8231"/>
                  <a:pt x="115269" y="8305"/>
                  <a:pt x="115194" y="8374"/>
                </a:cubicBezTo>
                <a:cubicBezTo>
                  <a:pt x="115194" y="8448"/>
                  <a:pt x="115051" y="8517"/>
                  <a:pt x="114839" y="8735"/>
                </a:cubicBezTo>
                <a:lnTo>
                  <a:pt x="114839" y="8660"/>
                </a:lnTo>
                <a:cubicBezTo>
                  <a:pt x="114908" y="7732"/>
                  <a:pt x="114982" y="6656"/>
                  <a:pt x="115126" y="5585"/>
                </a:cubicBezTo>
                <a:lnTo>
                  <a:pt x="115126" y="5585"/>
                </a:lnTo>
                <a:cubicBezTo>
                  <a:pt x="114696" y="6226"/>
                  <a:pt x="114410" y="7801"/>
                  <a:pt x="114192" y="9233"/>
                </a:cubicBezTo>
                <a:cubicBezTo>
                  <a:pt x="114123" y="8374"/>
                  <a:pt x="113906" y="7228"/>
                  <a:pt x="113333" y="5796"/>
                </a:cubicBezTo>
                <a:lnTo>
                  <a:pt x="113333" y="5796"/>
                </a:lnTo>
                <a:cubicBezTo>
                  <a:pt x="113550" y="6656"/>
                  <a:pt x="113619" y="7876"/>
                  <a:pt x="113619" y="8947"/>
                </a:cubicBezTo>
                <a:cubicBezTo>
                  <a:pt x="113476" y="9090"/>
                  <a:pt x="113407" y="9307"/>
                  <a:pt x="113333" y="9594"/>
                </a:cubicBezTo>
                <a:cubicBezTo>
                  <a:pt x="113333" y="9519"/>
                  <a:pt x="113264" y="9451"/>
                  <a:pt x="113264" y="9376"/>
                </a:cubicBezTo>
                <a:cubicBezTo>
                  <a:pt x="113190" y="9021"/>
                  <a:pt x="113121" y="8735"/>
                  <a:pt x="112978" y="8448"/>
                </a:cubicBezTo>
                <a:cubicBezTo>
                  <a:pt x="112760" y="7801"/>
                  <a:pt x="112474" y="7160"/>
                  <a:pt x="112044" y="6587"/>
                </a:cubicBezTo>
                <a:cubicBezTo>
                  <a:pt x="112044" y="6226"/>
                  <a:pt x="112119" y="5940"/>
                  <a:pt x="112119" y="5585"/>
                </a:cubicBezTo>
                <a:lnTo>
                  <a:pt x="112119" y="5585"/>
                </a:lnTo>
                <a:cubicBezTo>
                  <a:pt x="111758" y="6157"/>
                  <a:pt x="111546" y="7302"/>
                  <a:pt x="111328" y="8448"/>
                </a:cubicBezTo>
                <a:lnTo>
                  <a:pt x="111328" y="8448"/>
                </a:lnTo>
                <a:cubicBezTo>
                  <a:pt x="111329" y="8246"/>
                  <a:pt x="111336" y="7996"/>
                  <a:pt x="111403" y="7801"/>
                </a:cubicBezTo>
                <a:lnTo>
                  <a:pt x="111403" y="7801"/>
                </a:lnTo>
                <a:cubicBezTo>
                  <a:pt x="111259" y="8019"/>
                  <a:pt x="111116" y="8305"/>
                  <a:pt x="111042" y="8591"/>
                </a:cubicBezTo>
                <a:cubicBezTo>
                  <a:pt x="110973" y="8517"/>
                  <a:pt x="110899" y="8448"/>
                  <a:pt x="110830" y="8305"/>
                </a:cubicBezTo>
                <a:lnTo>
                  <a:pt x="110830" y="8305"/>
                </a:lnTo>
                <a:cubicBezTo>
                  <a:pt x="110830" y="8517"/>
                  <a:pt x="110830" y="8735"/>
                  <a:pt x="110899" y="8947"/>
                </a:cubicBezTo>
                <a:cubicBezTo>
                  <a:pt x="110687" y="9164"/>
                  <a:pt x="110400" y="9451"/>
                  <a:pt x="110183" y="9737"/>
                </a:cubicBezTo>
                <a:cubicBezTo>
                  <a:pt x="110114" y="9376"/>
                  <a:pt x="110039" y="9021"/>
                  <a:pt x="109896" y="8591"/>
                </a:cubicBezTo>
                <a:cubicBezTo>
                  <a:pt x="109971" y="7732"/>
                  <a:pt x="110039" y="6730"/>
                  <a:pt x="110114" y="5653"/>
                </a:cubicBezTo>
                <a:lnTo>
                  <a:pt x="110114" y="5653"/>
                </a:lnTo>
                <a:cubicBezTo>
                  <a:pt x="109896" y="6083"/>
                  <a:pt x="109684" y="6799"/>
                  <a:pt x="109541" y="7658"/>
                </a:cubicBezTo>
                <a:cubicBezTo>
                  <a:pt x="109255" y="7228"/>
                  <a:pt x="109037" y="6730"/>
                  <a:pt x="108682" y="6300"/>
                </a:cubicBezTo>
                <a:lnTo>
                  <a:pt x="108682" y="6300"/>
                </a:lnTo>
                <a:cubicBezTo>
                  <a:pt x="109037" y="6873"/>
                  <a:pt x="109255" y="7515"/>
                  <a:pt x="109398" y="8231"/>
                </a:cubicBezTo>
                <a:cubicBezTo>
                  <a:pt x="109324" y="8878"/>
                  <a:pt x="109180" y="9663"/>
                  <a:pt x="109112" y="10310"/>
                </a:cubicBezTo>
                <a:cubicBezTo>
                  <a:pt x="109037" y="10092"/>
                  <a:pt x="108894" y="9949"/>
                  <a:pt x="108751" y="9737"/>
                </a:cubicBezTo>
                <a:cubicBezTo>
                  <a:pt x="108968" y="9308"/>
                  <a:pt x="109180" y="8947"/>
                  <a:pt x="109180" y="8947"/>
                </a:cubicBezTo>
                <a:lnTo>
                  <a:pt x="109180" y="8947"/>
                </a:lnTo>
                <a:cubicBezTo>
                  <a:pt x="109180" y="8947"/>
                  <a:pt x="108894" y="9164"/>
                  <a:pt x="108608" y="9519"/>
                </a:cubicBezTo>
                <a:cubicBezTo>
                  <a:pt x="108539" y="9376"/>
                  <a:pt x="108464" y="9164"/>
                  <a:pt x="108396" y="8947"/>
                </a:cubicBezTo>
                <a:lnTo>
                  <a:pt x="108396" y="8947"/>
                </a:lnTo>
                <a:cubicBezTo>
                  <a:pt x="108396" y="9090"/>
                  <a:pt x="108464" y="9233"/>
                  <a:pt x="108464" y="9376"/>
                </a:cubicBezTo>
                <a:cubicBezTo>
                  <a:pt x="108464" y="9307"/>
                  <a:pt x="108396" y="9233"/>
                  <a:pt x="108396" y="9164"/>
                </a:cubicBezTo>
                <a:lnTo>
                  <a:pt x="108396" y="9090"/>
                </a:lnTo>
                <a:cubicBezTo>
                  <a:pt x="108396" y="9090"/>
                  <a:pt x="108321" y="9090"/>
                  <a:pt x="108321" y="9164"/>
                </a:cubicBezTo>
                <a:lnTo>
                  <a:pt x="107892" y="8517"/>
                </a:lnTo>
                <a:lnTo>
                  <a:pt x="107892" y="8517"/>
                </a:lnTo>
                <a:cubicBezTo>
                  <a:pt x="108035" y="8735"/>
                  <a:pt x="108178" y="9021"/>
                  <a:pt x="108252" y="9233"/>
                </a:cubicBezTo>
                <a:cubicBezTo>
                  <a:pt x="108178" y="9376"/>
                  <a:pt x="108178" y="9519"/>
                  <a:pt x="108109" y="9663"/>
                </a:cubicBezTo>
                <a:cubicBezTo>
                  <a:pt x="108035" y="9307"/>
                  <a:pt x="107892" y="9021"/>
                  <a:pt x="107823" y="8660"/>
                </a:cubicBezTo>
                <a:cubicBezTo>
                  <a:pt x="107536" y="7944"/>
                  <a:pt x="107176" y="7085"/>
                  <a:pt x="106603" y="6369"/>
                </a:cubicBezTo>
                <a:lnTo>
                  <a:pt x="106603" y="6369"/>
                </a:lnTo>
                <a:cubicBezTo>
                  <a:pt x="107032" y="7160"/>
                  <a:pt x="107319" y="8162"/>
                  <a:pt x="107536" y="9233"/>
                </a:cubicBezTo>
                <a:cubicBezTo>
                  <a:pt x="107319" y="9806"/>
                  <a:pt x="107176" y="10522"/>
                  <a:pt x="107032" y="11312"/>
                </a:cubicBezTo>
                <a:cubicBezTo>
                  <a:pt x="106964" y="11238"/>
                  <a:pt x="106964" y="11169"/>
                  <a:pt x="106964" y="11094"/>
                </a:cubicBezTo>
                <a:lnTo>
                  <a:pt x="106964" y="10808"/>
                </a:lnTo>
                <a:cubicBezTo>
                  <a:pt x="106964" y="10596"/>
                  <a:pt x="107032" y="10378"/>
                  <a:pt x="107032" y="10167"/>
                </a:cubicBezTo>
                <a:lnTo>
                  <a:pt x="107032" y="10167"/>
                </a:lnTo>
                <a:cubicBezTo>
                  <a:pt x="106964" y="10235"/>
                  <a:pt x="106821" y="10453"/>
                  <a:pt x="106746" y="10665"/>
                </a:cubicBezTo>
                <a:lnTo>
                  <a:pt x="106746" y="10596"/>
                </a:lnTo>
                <a:cubicBezTo>
                  <a:pt x="107032" y="10092"/>
                  <a:pt x="107250" y="9737"/>
                  <a:pt x="107250" y="9737"/>
                </a:cubicBezTo>
                <a:lnTo>
                  <a:pt x="107250" y="9737"/>
                </a:lnTo>
                <a:cubicBezTo>
                  <a:pt x="107250" y="9737"/>
                  <a:pt x="106964" y="9949"/>
                  <a:pt x="106603" y="10310"/>
                </a:cubicBezTo>
                <a:lnTo>
                  <a:pt x="106460" y="10453"/>
                </a:lnTo>
                <a:lnTo>
                  <a:pt x="106173" y="10739"/>
                </a:lnTo>
                <a:cubicBezTo>
                  <a:pt x="106030" y="10310"/>
                  <a:pt x="105887" y="9806"/>
                  <a:pt x="105675" y="9233"/>
                </a:cubicBezTo>
                <a:lnTo>
                  <a:pt x="105675" y="9233"/>
                </a:lnTo>
                <a:cubicBezTo>
                  <a:pt x="105744" y="9594"/>
                  <a:pt x="105818" y="10092"/>
                  <a:pt x="105887" y="10522"/>
                </a:cubicBezTo>
                <a:cubicBezTo>
                  <a:pt x="105887" y="10596"/>
                  <a:pt x="105818" y="10665"/>
                  <a:pt x="105818" y="10665"/>
                </a:cubicBezTo>
                <a:cubicBezTo>
                  <a:pt x="105675" y="10453"/>
                  <a:pt x="105532" y="10167"/>
                  <a:pt x="105314" y="9949"/>
                </a:cubicBezTo>
                <a:cubicBezTo>
                  <a:pt x="105314" y="9594"/>
                  <a:pt x="105389" y="9307"/>
                  <a:pt x="105389" y="8947"/>
                </a:cubicBezTo>
                <a:lnTo>
                  <a:pt x="105389" y="8947"/>
                </a:lnTo>
                <a:cubicBezTo>
                  <a:pt x="105245" y="9233"/>
                  <a:pt x="105102" y="9663"/>
                  <a:pt x="104959" y="10235"/>
                </a:cubicBezTo>
                <a:cubicBezTo>
                  <a:pt x="104885" y="10235"/>
                  <a:pt x="104885" y="10310"/>
                  <a:pt x="104741" y="10378"/>
                </a:cubicBezTo>
                <a:cubicBezTo>
                  <a:pt x="104741" y="10310"/>
                  <a:pt x="104673" y="10235"/>
                  <a:pt x="104673" y="10167"/>
                </a:cubicBezTo>
                <a:cubicBezTo>
                  <a:pt x="105102" y="9164"/>
                  <a:pt x="105675" y="8231"/>
                  <a:pt x="105675" y="8231"/>
                </a:cubicBezTo>
                <a:lnTo>
                  <a:pt x="105675" y="8231"/>
                </a:lnTo>
                <a:cubicBezTo>
                  <a:pt x="105675" y="8231"/>
                  <a:pt x="104885" y="8878"/>
                  <a:pt x="104312" y="9663"/>
                </a:cubicBezTo>
                <a:lnTo>
                  <a:pt x="104243" y="9594"/>
                </a:lnTo>
                <a:lnTo>
                  <a:pt x="104243" y="9594"/>
                </a:lnTo>
                <a:cubicBezTo>
                  <a:pt x="104243" y="9663"/>
                  <a:pt x="104243" y="9663"/>
                  <a:pt x="104312" y="9737"/>
                </a:cubicBezTo>
                <a:cubicBezTo>
                  <a:pt x="104243" y="9737"/>
                  <a:pt x="104243" y="9806"/>
                  <a:pt x="104243" y="9806"/>
                </a:cubicBezTo>
                <a:lnTo>
                  <a:pt x="104243" y="9594"/>
                </a:lnTo>
                <a:cubicBezTo>
                  <a:pt x="104243" y="9233"/>
                  <a:pt x="104312" y="8803"/>
                  <a:pt x="104312" y="8448"/>
                </a:cubicBezTo>
                <a:lnTo>
                  <a:pt x="104312" y="8448"/>
                </a:lnTo>
                <a:cubicBezTo>
                  <a:pt x="104100" y="8878"/>
                  <a:pt x="103882" y="9594"/>
                  <a:pt x="103739" y="10310"/>
                </a:cubicBezTo>
                <a:cubicBezTo>
                  <a:pt x="103670" y="10167"/>
                  <a:pt x="103596" y="10092"/>
                  <a:pt x="103527" y="9949"/>
                </a:cubicBezTo>
                <a:lnTo>
                  <a:pt x="103527" y="9949"/>
                </a:lnTo>
                <a:cubicBezTo>
                  <a:pt x="103596" y="10092"/>
                  <a:pt x="103670" y="10310"/>
                  <a:pt x="103670" y="10522"/>
                </a:cubicBezTo>
                <a:cubicBezTo>
                  <a:pt x="103670" y="10665"/>
                  <a:pt x="103596" y="10808"/>
                  <a:pt x="103596" y="11026"/>
                </a:cubicBezTo>
                <a:cubicBezTo>
                  <a:pt x="103527" y="11169"/>
                  <a:pt x="103527" y="11312"/>
                  <a:pt x="103527" y="11381"/>
                </a:cubicBezTo>
                <a:cubicBezTo>
                  <a:pt x="103453" y="11381"/>
                  <a:pt x="103453" y="11312"/>
                  <a:pt x="103453" y="11312"/>
                </a:cubicBezTo>
                <a:lnTo>
                  <a:pt x="103453" y="11598"/>
                </a:lnTo>
                <a:lnTo>
                  <a:pt x="103453" y="11667"/>
                </a:lnTo>
                <a:cubicBezTo>
                  <a:pt x="103384" y="11598"/>
                  <a:pt x="103310" y="11455"/>
                  <a:pt x="103241" y="11381"/>
                </a:cubicBezTo>
                <a:lnTo>
                  <a:pt x="103241" y="11312"/>
                </a:lnTo>
                <a:lnTo>
                  <a:pt x="103241" y="10808"/>
                </a:lnTo>
                <a:cubicBezTo>
                  <a:pt x="103310" y="10522"/>
                  <a:pt x="103310" y="10310"/>
                  <a:pt x="103310" y="10092"/>
                </a:cubicBezTo>
                <a:lnTo>
                  <a:pt x="103310" y="10092"/>
                </a:lnTo>
                <a:cubicBezTo>
                  <a:pt x="103166" y="10235"/>
                  <a:pt x="103098" y="10522"/>
                  <a:pt x="102954" y="10808"/>
                </a:cubicBezTo>
                <a:cubicBezTo>
                  <a:pt x="102954" y="10739"/>
                  <a:pt x="102880" y="10665"/>
                  <a:pt x="102880" y="10665"/>
                </a:cubicBezTo>
                <a:cubicBezTo>
                  <a:pt x="103098" y="10167"/>
                  <a:pt x="103309" y="9806"/>
                  <a:pt x="103310" y="9806"/>
                </a:cubicBezTo>
                <a:lnTo>
                  <a:pt x="103310" y="9806"/>
                </a:lnTo>
                <a:cubicBezTo>
                  <a:pt x="103309" y="9806"/>
                  <a:pt x="103023" y="10023"/>
                  <a:pt x="102737" y="10378"/>
                </a:cubicBezTo>
                <a:cubicBezTo>
                  <a:pt x="102737" y="9949"/>
                  <a:pt x="102811" y="9594"/>
                  <a:pt x="102811" y="9164"/>
                </a:cubicBezTo>
                <a:lnTo>
                  <a:pt x="102811" y="9164"/>
                </a:lnTo>
                <a:cubicBezTo>
                  <a:pt x="102737" y="9233"/>
                  <a:pt x="102668" y="9376"/>
                  <a:pt x="102594" y="9594"/>
                </a:cubicBezTo>
                <a:cubicBezTo>
                  <a:pt x="102594" y="9594"/>
                  <a:pt x="102450" y="9663"/>
                  <a:pt x="102307" y="9806"/>
                </a:cubicBezTo>
                <a:cubicBezTo>
                  <a:pt x="102164" y="9376"/>
                  <a:pt x="102021" y="8878"/>
                  <a:pt x="101809" y="8374"/>
                </a:cubicBezTo>
                <a:lnTo>
                  <a:pt x="101809" y="8374"/>
                </a:lnTo>
                <a:cubicBezTo>
                  <a:pt x="101952" y="8878"/>
                  <a:pt x="102021" y="9451"/>
                  <a:pt x="102095" y="10092"/>
                </a:cubicBezTo>
                <a:cubicBezTo>
                  <a:pt x="101952" y="10235"/>
                  <a:pt x="101809" y="10378"/>
                  <a:pt x="101666" y="10596"/>
                </a:cubicBezTo>
                <a:cubicBezTo>
                  <a:pt x="101448" y="10092"/>
                  <a:pt x="101162" y="9594"/>
                  <a:pt x="100807" y="9164"/>
                </a:cubicBezTo>
                <a:lnTo>
                  <a:pt x="100807" y="9164"/>
                </a:lnTo>
                <a:cubicBezTo>
                  <a:pt x="101018" y="9519"/>
                  <a:pt x="101162" y="10023"/>
                  <a:pt x="101379" y="10453"/>
                </a:cubicBezTo>
                <a:cubicBezTo>
                  <a:pt x="101305" y="10522"/>
                  <a:pt x="101305" y="10522"/>
                  <a:pt x="101162" y="10596"/>
                </a:cubicBezTo>
                <a:cubicBezTo>
                  <a:pt x="101093" y="10739"/>
                  <a:pt x="100950" y="10883"/>
                  <a:pt x="100807" y="10951"/>
                </a:cubicBezTo>
                <a:lnTo>
                  <a:pt x="100589" y="11169"/>
                </a:lnTo>
                <a:cubicBezTo>
                  <a:pt x="100589" y="11094"/>
                  <a:pt x="100520" y="11026"/>
                  <a:pt x="100520" y="10951"/>
                </a:cubicBezTo>
                <a:cubicBezTo>
                  <a:pt x="100520" y="10596"/>
                  <a:pt x="100520" y="10235"/>
                  <a:pt x="100589" y="9880"/>
                </a:cubicBezTo>
                <a:lnTo>
                  <a:pt x="100589" y="9880"/>
                </a:lnTo>
                <a:cubicBezTo>
                  <a:pt x="100446" y="10023"/>
                  <a:pt x="100377" y="10310"/>
                  <a:pt x="100303" y="10596"/>
                </a:cubicBezTo>
                <a:cubicBezTo>
                  <a:pt x="100091" y="10310"/>
                  <a:pt x="99947" y="10023"/>
                  <a:pt x="99730" y="9737"/>
                </a:cubicBezTo>
                <a:lnTo>
                  <a:pt x="99730" y="9737"/>
                </a:lnTo>
                <a:cubicBezTo>
                  <a:pt x="99873" y="10092"/>
                  <a:pt x="100091" y="10453"/>
                  <a:pt x="100234" y="10808"/>
                </a:cubicBezTo>
                <a:lnTo>
                  <a:pt x="100159" y="10883"/>
                </a:lnTo>
                <a:cubicBezTo>
                  <a:pt x="100091" y="10596"/>
                  <a:pt x="99947" y="10310"/>
                  <a:pt x="99804" y="9949"/>
                </a:cubicBezTo>
                <a:lnTo>
                  <a:pt x="99804" y="9949"/>
                </a:lnTo>
                <a:cubicBezTo>
                  <a:pt x="99947" y="10310"/>
                  <a:pt x="99947" y="10665"/>
                  <a:pt x="100016" y="11026"/>
                </a:cubicBezTo>
                <a:cubicBezTo>
                  <a:pt x="99947" y="10951"/>
                  <a:pt x="99873" y="10808"/>
                  <a:pt x="99804" y="10739"/>
                </a:cubicBezTo>
                <a:lnTo>
                  <a:pt x="99804" y="10739"/>
                </a:lnTo>
                <a:lnTo>
                  <a:pt x="100016" y="11169"/>
                </a:lnTo>
                <a:lnTo>
                  <a:pt x="100016" y="11312"/>
                </a:lnTo>
                <a:cubicBezTo>
                  <a:pt x="99947" y="11169"/>
                  <a:pt x="99873" y="11094"/>
                  <a:pt x="99804" y="11026"/>
                </a:cubicBezTo>
                <a:lnTo>
                  <a:pt x="99804" y="11026"/>
                </a:lnTo>
                <a:cubicBezTo>
                  <a:pt x="99873" y="11095"/>
                  <a:pt x="99947" y="11238"/>
                  <a:pt x="100016" y="11381"/>
                </a:cubicBezTo>
                <a:lnTo>
                  <a:pt x="100016" y="11524"/>
                </a:lnTo>
                <a:cubicBezTo>
                  <a:pt x="99947" y="11524"/>
                  <a:pt x="99947" y="11455"/>
                  <a:pt x="99873" y="11381"/>
                </a:cubicBezTo>
                <a:lnTo>
                  <a:pt x="99873" y="11381"/>
                </a:lnTo>
                <a:cubicBezTo>
                  <a:pt x="99873" y="11455"/>
                  <a:pt x="99947" y="11524"/>
                  <a:pt x="100016" y="11598"/>
                </a:cubicBezTo>
                <a:cubicBezTo>
                  <a:pt x="99947" y="11742"/>
                  <a:pt x="99947" y="11810"/>
                  <a:pt x="99947" y="11954"/>
                </a:cubicBezTo>
                <a:lnTo>
                  <a:pt x="99873" y="11954"/>
                </a:lnTo>
                <a:cubicBezTo>
                  <a:pt x="99804" y="11524"/>
                  <a:pt x="99730" y="11094"/>
                  <a:pt x="99375" y="10739"/>
                </a:cubicBezTo>
                <a:lnTo>
                  <a:pt x="99375" y="10739"/>
                </a:lnTo>
                <a:cubicBezTo>
                  <a:pt x="99443" y="11026"/>
                  <a:pt x="99443" y="11381"/>
                  <a:pt x="99443" y="11742"/>
                </a:cubicBezTo>
                <a:cubicBezTo>
                  <a:pt x="99443" y="11598"/>
                  <a:pt x="99375" y="11455"/>
                  <a:pt x="99375" y="11312"/>
                </a:cubicBezTo>
                <a:lnTo>
                  <a:pt x="99375" y="11169"/>
                </a:lnTo>
                <a:cubicBezTo>
                  <a:pt x="99375" y="11169"/>
                  <a:pt x="99300" y="11169"/>
                  <a:pt x="99300" y="11238"/>
                </a:cubicBezTo>
                <a:lnTo>
                  <a:pt x="99088" y="10378"/>
                </a:lnTo>
                <a:cubicBezTo>
                  <a:pt x="99231" y="10167"/>
                  <a:pt x="99300" y="9949"/>
                  <a:pt x="99300" y="9949"/>
                </a:cubicBezTo>
                <a:lnTo>
                  <a:pt x="99300" y="9949"/>
                </a:lnTo>
                <a:cubicBezTo>
                  <a:pt x="99300" y="9949"/>
                  <a:pt x="99231" y="10092"/>
                  <a:pt x="99014" y="10235"/>
                </a:cubicBezTo>
                <a:lnTo>
                  <a:pt x="99804" y="8660"/>
                </a:lnTo>
                <a:lnTo>
                  <a:pt x="99804" y="8660"/>
                </a:lnTo>
                <a:cubicBezTo>
                  <a:pt x="99804" y="8660"/>
                  <a:pt x="99300" y="9090"/>
                  <a:pt x="98802" y="9737"/>
                </a:cubicBezTo>
                <a:cubicBezTo>
                  <a:pt x="98727" y="9806"/>
                  <a:pt x="98659" y="9949"/>
                  <a:pt x="98584" y="10023"/>
                </a:cubicBezTo>
                <a:cubicBezTo>
                  <a:pt x="98658" y="9459"/>
                  <a:pt x="98725" y="8895"/>
                  <a:pt x="98727" y="8259"/>
                </a:cubicBezTo>
                <a:lnTo>
                  <a:pt x="98727" y="8259"/>
                </a:lnTo>
                <a:cubicBezTo>
                  <a:pt x="98777" y="8150"/>
                  <a:pt x="98802" y="8088"/>
                  <a:pt x="98802" y="8087"/>
                </a:cubicBezTo>
                <a:lnTo>
                  <a:pt x="98802" y="8087"/>
                </a:lnTo>
                <a:cubicBezTo>
                  <a:pt x="98802" y="8088"/>
                  <a:pt x="97370" y="9451"/>
                  <a:pt x="96940" y="10665"/>
                </a:cubicBezTo>
                <a:lnTo>
                  <a:pt x="96940" y="10378"/>
                </a:lnTo>
                <a:cubicBezTo>
                  <a:pt x="97152" y="10023"/>
                  <a:pt x="97295" y="9737"/>
                  <a:pt x="97296" y="9737"/>
                </a:cubicBezTo>
                <a:lnTo>
                  <a:pt x="97296" y="9737"/>
                </a:lnTo>
                <a:lnTo>
                  <a:pt x="97009" y="10023"/>
                </a:lnTo>
                <a:lnTo>
                  <a:pt x="97009" y="9880"/>
                </a:lnTo>
                <a:cubicBezTo>
                  <a:pt x="96940" y="9949"/>
                  <a:pt x="96866" y="10092"/>
                  <a:pt x="96866" y="10167"/>
                </a:cubicBezTo>
                <a:cubicBezTo>
                  <a:pt x="96797" y="10235"/>
                  <a:pt x="96797" y="10235"/>
                  <a:pt x="96723" y="10235"/>
                </a:cubicBezTo>
                <a:cubicBezTo>
                  <a:pt x="96866" y="10092"/>
                  <a:pt x="97009" y="9737"/>
                  <a:pt x="97009" y="9737"/>
                </a:cubicBezTo>
                <a:lnTo>
                  <a:pt x="97009" y="9737"/>
                </a:lnTo>
                <a:lnTo>
                  <a:pt x="96293" y="10453"/>
                </a:lnTo>
                <a:cubicBezTo>
                  <a:pt x="96150" y="9949"/>
                  <a:pt x="96007" y="9376"/>
                  <a:pt x="95795" y="8803"/>
                </a:cubicBezTo>
                <a:lnTo>
                  <a:pt x="95795" y="8803"/>
                </a:lnTo>
                <a:cubicBezTo>
                  <a:pt x="95864" y="9090"/>
                  <a:pt x="95938" y="9451"/>
                  <a:pt x="95938" y="9880"/>
                </a:cubicBezTo>
                <a:cubicBezTo>
                  <a:pt x="95795" y="9519"/>
                  <a:pt x="95577" y="9164"/>
                  <a:pt x="95365" y="8878"/>
                </a:cubicBezTo>
                <a:lnTo>
                  <a:pt x="95365" y="8878"/>
                </a:lnTo>
                <a:cubicBezTo>
                  <a:pt x="95652" y="9376"/>
                  <a:pt x="95864" y="10023"/>
                  <a:pt x="96007" y="10665"/>
                </a:cubicBezTo>
                <a:cubicBezTo>
                  <a:pt x="96081" y="10665"/>
                  <a:pt x="96081" y="10665"/>
                  <a:pt x="96081" y="10739"/>
                </a:cubicBezTo>
                <a:cubicBezTo>
                  <a:pt x="95938" y="10808"/>
                  <a:pt x="95864" y="10951"/>
                  <a:pt x="95795" y="11026"/>
                </a:cubicBezTo>
                <a:cubicBezTo>
                  <a:pt x="95720" y="10739"/>
                  <a:pt x="95652" y="10453"/>
                  <a:pt x="95577" y="10092"/>
                </a:cubicBezTo>
                <a:cubicBezTo>
                  <a:pt x="95577" y="9949"/>
                  <a:pt x="95577" y="9737"/>
                  <a:pt x="95652" y="9519"/>
                </a:cubicBezTo>
                <a:lnTo>
                  <a:pt x="95652" y="9519"/>
                </a:lnTo>
                <a:cubicBezTo>
                  <a:pt x="95577" y="9594"/>
                  <a:pt x="95509" y="9663"/>
                  <a:pt x="95509" y="9806"/>
                </a:cubicBezTo>
                <a:cubicBezTo>
                  <a:pt x="95365" y="9307"/>
                  <a:pt x="95222" y="8735"/>
                  <a:pt x="94936" y="8162"/>
                </a:cubicBezTo>
                <a:lnTo>
                  <a:pt x="94936" y="8162"/>
                </a:lnTo>
                <a:cubicBezTo>
                  <a:pt x="95148" y="8735"/>
                  <a:pt x="95222" y="9451"/>
                  <a:pt x="95222" y="10167"/>
                </a:cubicBezTo>
                <a:lnTo>
                  <a:pt x="95222" y="10235"/>
                </a:lnTo>
                <a:lnTo>
                  <a:pt x="95222" y="10453"/>
                </a:lnTo>
                <a:cubicBezTo>
                  <a:pt x="95148" y="10665"/>
                  <a:pt x="95148" y="10808"/>
                  <a:pt x="95079" y="10951"/>
                </a:cubicBezTo>
                <a:cubicBezTo>
                  <a:pt x="95005" y="10883"/>
                  <a:pt x="95005" y="10739"/>
                  <a:pt x="94936" y="10596"/>
                </a:cubicBezTo>
                <a:lnTo>
                  <a:pt x="94936" y="10596"/>
                </a:lnTo>
                <a:cubicBezTo>
                  <a:pt x="95005" y="10740"/>
                  <a:pt x="95005" y="10951"/>
                  <a:pt x="95079" y="11169"/>
                </a:cubicBezTo>
                <a:cubicBezTo>
                  <a:pt x="95005" y="11238"/>
                  <a:pt x="95005" y="11381"/>
                  <a:pt x="95005" y="11455"/>
                </a:cubicBezTo>
                <a:cubicBezTo>
                  <a:pt x="94970" y="11490"/>
                  <a:pt x="94953" y="11490"/>
                  <a:pt x="94935" y="11490"/>
                </a:cubicBezTo>
                <a:cubicBezTo>
                  <a:pt x="94917" y="11490"/>
                  <a:pt x="94899" y="11490"/>
                  <a:pt x="94861" y="11524"/>
                </a:cubicBezTo>
                <a:lnTo>
                  <a:pt x="94793" y="11455"/>
                </a:lnTo>
                <a:lnTo>
                  <a:pt x="94936" y="11312"/>
                </a:lnTo>
                <a:lnTo>
                  <a:pt x="94793" y="11381"/>
                </a:lnTo>
                <a:cubicBezTo>
                  <a:pt x="94649" y="11238"/>
                  <a:pt x="94506" y="11026"/>
                  <a:pt x="94363" y="10883"/>
                </a:cubicBezTo>
                <a:lnTo>
                  <a:pt x="94363" y="10883"/>
                </a:lnTo>
                <a:cubicBezTo>
                  <a:pt x="94506" y="11094"/>
                  <a:pt x="94575" y="11238"/>
                  <a:pt x="94718" y="11455"/>
                </a:cubicBezTo>
                <a:lnTo>
                  <a:pt x="94649" y="11524"/>
                </a:lnTo>
                <a:cubicBezTo>
                  <a:pt x="94506" y="11381"/>
                  <a:pt x="94432" y="11169"/>
                  <a:pt x="94289" y="11026"/>
                </a:cubicBezTo>
                <a:cubicBezTo>
                  <a:pt x="94718" y="10167"/>
                  <a:pt x="95148" y="9376"/>
                  <a:pt x="95148" y="9376"/>
                </a:cubicBezTo>
                <a:lnTo>
                  <a:pt x="95148" y="9376"/>
                </a:lnTo>
                <a:cubicBezTo>
                  <a:pt x="95148" y="9376"/>
                  <a:pt x="94649" y="9806"/>
                  <a:pt x="94077" y="10453"/>
                </a:cubicBezTo>
                <a:lnTo>
                  <a:pt x="94077" y="10378"/>
                </a:lnTo>
                <a:cubicBezTo>
                  <a:pt x="94077" y="10378"/>
                  <a:pt x="94002" y="10453"/>
                  <a:pt x="94002" y="10522"/>
                </a:cubicBezTo>
                <a:cubicBezTo>
                  <a:pt x="93933" y="10522"/>
                  <a:pt x="93933" y="10453"/>
                  <a:pt x="93859" y="10453"/>
                </a:cubicBezTo>
                <a:lnTo>
                  <a:pt x="93859" y="10453"/>
                </a:lnTo>
                <a:cubicBezTo>
                  <a:pt x="93933" y="10453"/>
                  <a:pt x="93933" y="10522"/>
                  <a:pt x="94002" y="10596"/>
                </a:cubicBezTo>
                <a:lnTo>
                  <a:pt x="93790" y="10808"/>
                </a:lnTo>
                <a:cubicBezTo>
                  <a:pt x="93716" y="10522"/>
                  <a:pt x="93573" y="10167"/>
                  <a:pt x="93430" y="9880"/>
                </a:cubicBezTo>
                <a:lnTo>
                  <a:pt x="93430" y="9880"/>
                </a:lnTo>
                <a:cubicBezTo>
                  <a:pt x="93573" y="10167"/>
                  <a:pt x="93647" y="10596"/>
                  <a:pt x="93647" y="11026"/>
                </a:cubicBezTo>
                <a:cubicBezTo>
                  <a:pt x="93504" y="10665"/>
                  <a:pt x="93361" y="10235"/>
                  <a:pt x="93217" y="9806"/>
                </a:cubicBezTo>
                <a:lnTo>
                  <a:pt x="93217" y="9806"/>
                </a:lnTo>
                <a:cubicBezTo>
                  <a:pt x="93286" y="10092"/>
                  <a:pt x="93361" y="10378"/>
                  <a:pt x="93361" y="10665"/>
                </a:cubicBezTo>
                <a:cubicBezTo>
                  <a:pt x="93286" y="10522"/>
                  <a:pt x="93286" y="10378"/>
                  <a:pt x="93217" y="10167"/>
                </a:cubicBezTo>
                <a:lnTo>
                  <a:pt x="93217" y="10167"/>
                </a:lnTo>
                <a:cubicBezTo>
                  <a:pt x="93286" y="10522"/>
                  <a:pt x="93361" y="10951"/>
                  <a:pt x="93429" y="11381"/>
                </a:cubicBezTo>
                <a:cubicBezTo>
                  <a:pt x="93361" y="11381"/>
                  <a:pt x="93361" y="11455"/>
                  <a:pt x="93361" y="11455"/>
                </a:cubicBezTo>
                <a:cubicBezTo>
                  <a:pt x="93286" y="11381"/>
                  <a:pt x="93217" y="11381"/>
                  <a:pt x="93217" y="11312"/>
                </a:cubicBezTo>
                <a:lnTo>
                  <a:pt x="93217" y="11667"/>
                </a:lnTo>
                <a:lnTo>
                  <a:pt x="93217" y="11742"/>
                </a:lnTo>
                <a:cubicBezTo>
                  <a:pt x="93084" y="11342"/>
                  <a:pt x="92951" y="11001"/>
                  <a:pt x="92758" y="10554"/>
                </a:cubicBezTo>
                <a:lnTo>
                  <a:pt x="92758" y="10554"/>
                </a:lnTo>
                <a:cubicBezTo>
                  <a:pt x="92858" y="10820"/>
                  <a:pt x="92865" y="11127"/>
                  <a:pt x="92931" y="11381"/>
                </a:cubicBezTo>
                <a:cubicBezTo>
                  <a:pt x="92931" y="11381"/>
                  <a:pt x="92857" y="11312"/>
                  <a:pt x="92857" y="11238"/>
                </a:cubicBezTo>
                <a:cubicBezTo>
                  <a:pt x="92788" y="11026"/>
                  <a:pt x="92645" y="10808"/>
                  <a:pt x="92502" y="10665"/>
                </a:cubicBezTo>
                <a:lnTo>
                  <a:pt x="92502" y="10739"/>
                </a:lnTo>
                <a:cubicBezTo>
                  <a:pt x="92427" y="10596"/>
                  <a:pt x="92427" y="10522"/>
                  <a:pt x="92358" y="10453"/>
                </a:cubicBezTo>
                <a:cubicBezTo>
                  <a:pt x="92358" y="9880"/>
                  <a:pt x="92427" y="9233"/>
                  <a:pt x="92502" y="8517"/>
                </a:cubicBezTo>
                <a:lnTo>
                  <a:pt x="92502" y="8517"/>
                </a:lnTo>
                <a:cubicBezTo>
                  <a:pt x="92284" y="8947"/>
                  <a:pt x="92072" y="9737"/>
                  <a:pt x="91854" y="10521"/>
                </a:cubicBezTo>
                <a:lnTo>
                  <a:pt x="91854" y="10521"/>
                </a:lnTo>
                <a:cubicBezTo>
                  <a:pt x="91855" y="10330"/>
                  <a:pt x="91863" y="10142"/>
                  <a:pt x="91929" y="9949"/>
                </a:cubicBezTo>
                <a:lnTo>
                  <a:pt x="91929" y="9949"/>
                </a:lnTo>
                <a:cubicBezTo>
                  <a:pt x="91786" y="10092"/>
                  <a:pt x="91711" y="10235"/>
                  <a:pt x="91642" y="10453"/>
                </a:cubicBezTo>
                <a:cubicBezTo>
                  <a:pt x="91711" y="9737"/>
                  <a:pt x="91786" y="8803"/>
                  <a:pt x="91854" y="7876"/>
                </a:cubicBezTo>
                <a:lnTo>
                  <a:pt x="91854" y="7876"/>
                </a:lnTo>
                <a:cubicBezTo>
                  <a:pt x="91642" y="8305"/>
                  <a:pt x="91425" y="9090"/>
                  <a:pt x="91282" y="9880"/>
                </a:cubicBezTo>
                <a:cubicBezTo>
                  <a:pt x="91213" y="9738"/>
                  <a:pt x="91139" y="9595"/>
                  <a:pt x="91138" y="9452"/>
                </a:cubicBezTo>
                <a:lnTo>
                  <a:pt x="91138" y="9452"/>
                </a:lnTo>
                <a:cubicBezTo>
                  <a:pt x="91139" y="9595"/>
                  <a:pt x="91213" y="9807"/>
                  <a:pt x="91213" y="10023"/>
                </a:cubicBezTo>
                <a:cubicBezTo>
                  <a:pt x="91138" y="10596"/>
                  <a:pt x="91070" y="11169"/>
                  <a:pt x="90995" y="11667"/>
                </a:cubicBezTo>
                <a:cubicBezTo>
                  <a:pt x="90852" y="11455"/>
                  <a:pt x="90640" y="11169"/>
                  <a:pt x="90422" y="10951"/>
                </a:cubicBezTo>
                <a:lnTo>
                  <a:pt x="90422" y="10951"/>
                </a:lnTo>
                <a:cubicBezTo>
                  <a:pt x="90640" y="11238"/>
                  <a:pt x="90783" y="11598"/>
                  <a:pt x="90926" y="11954"/>
                </a:cubicBezTo>
                <a:lnTo>
                  <a:pt x="90926" y="12028"/>
                </a:lnTo>
                <a:cubicBezTo>
                  <a:pt x="90926" y="11954"/>
                  <a:pt x="90852" y="11954"/>
                  <a:pt x="90852" y="11886"/>
                </a:cubicBezTo>
                <a:lnTo>
                  <a:pt x="90852" y="11886"/>
                </a:lnTo>
                <a:cubicBezTo>
                  <a:pt x="90852" y="11954"/>
                  <a:pt x="90926" y="12028"/>
                  <a:pt x="90926" y="12097"/>
                </a:cubicBezTo>
                <a:lnTo>
                  <a:pt x="90926" y="12240"/>
                </a:lnTo>
                <a:lnTo>
                  <a:pt x="90783" y="12097"/>
                </a:lnTo>
                <a:lnTo>
                  <a:pt x="90783" y="12314"/>
                </a:lnTo>
                <a:lnTo>
                  <a:pt x="90497" y="12601"/>
                </a:lnTo>
                <a:cubicBezTo>
                  <a:pt x="90422" y="12314"/>
                  <a:pt x="90279" y="12028"/>
                  <a:pt x="90211" y="11742"/>
                </a:cubicBezTo>
                <a:cubicBezTo>
                  <a:pt x="90279" y="11242"/>
                  <a:pt x="90279" y="10674"/>
                  <a:pt x="90352" y="10039"/>
                </a:cubicBezTo>
                <a:lnTo>
                  <a:pt x="90352" y="10039"/>
                </a:lnTo>
                <a:cubicBezTo>
                  <a:pt x="90347" y="10064"/>
                  <a:pt x="90332" y="10114"/>
                  <a:pt x="90279" y="10167"/>
                </a:cubicBezTo>
                <a:cubicBezTo>
                  <a:pt x="90279" y="10023"/>
                  <a:pt x="90354" y="9806"/>
                  <a:pt x="90354" y="9663"/>
                </a:cubicBezTo>
                <a:lnTo>
                  <a:pt x="90354" y="9663"/>
                </a:lnTo>
                <a:cubicBezTo>
                  <a:pt x="90211" y="9806"/>
                  <a:pt x="90136" y="10023"/>
                  <a:pt x="90067" y="10235"/>
                </a:cubicBezTo>
                <a:cubicBezTo>
                  <a:pt x="90067" y="10023"/>
                  <a:pt x="90067" y="9806"/>
                  <a:pt x="90136" y="9594"/>
                </a:cubicBezTo>
                <a:lnTo>
                  <a:pt x="90136" y="9594"/>
                </a:lnTo>
                <a:cubicBezTo>
                  <a:pt x="89993" y="9806"/>
                  <a:pt x="89850" y="10167"/>
                  <a:pt x="89706" y="10596"/>
                </a:cubicBezTo>
                <a:cubicBezTo>
                  <a:pt x="89638" y="10378"/>
                  <a:pt x="89495" y="10167"/>
                  <a:pt x="89420" y="9949"/>
                </a:cubicBezTo>
                <a:cubicBezTo>
                  <a:pt x="89277" y="9663"/>
                  <a:pt x="89065" y="9451"/>
                  <a:pt x="88922" y="9164"/>
                </a:cubicBezTo>
                <a:lnTo>
                  <a:pt x="88922" y="9164"/>
                </a:lnTo>
                <a:cubicBezTo>
                  <a:pt x="89065" y="9451"/>
                  <a:pt x="89208" y="9737"/>
                  <a:pt x="89277" y="10023"/>
                </a:cubicBezTo>
                <a:lnTo>
                  <a:pt x="89277" y="10092"/>
                </a:lnTo>
                <a:cubicBezTo>
                  <a:pt x="89065" y="9594"/>
                  <a:pt x="88779" y="9021"/>
                  <a:pt x="88418" y="8517"/>
                </a:cubicBezTo>
                <a:lnTo>
                  <a:pt x="88418" y="8517"/>
                </a:lnTo>
                <a:cubicBezTo>
                  <a:pt x="88704" y="9021"/>
                  <a:pt x="88922" y="9663"/>
                  <a:pt x="89065" y="10310"/>
                </a:cubicBezTo>
                <a:lnTo>
                  <a:pt x="88492" y="10883"/>
                </a:lnTo>
                <a:cubicBezTo>
                  <a:pt x="88275" y="11094"/>
                  <a:pt x="88131" y="11238"/>
                  <a:pt x="87988" y="11455"/>
                </a:cubicBezTo>
                <a:lnTo>
                  <a:pt x="87988" y="11238"/>
                </a:lnTo>
                <a:cubicBezTo>
                  <a:pt x="87988" y="11312"/>
                  <a:pt x="87919" y="11381"/>
                  <a:pt x="87845" y="11455"/>
                </a:cubicBezTo>
                <a:cubicBezTo>
                  <a:pt x="87776" y="11381"/>
                  <a:pt x="87776" y="11312"/>
                  <a:pt x="87702" y="11169"/>
                </a:cubicBezTo>
                <a:cubicBezTo>
                  <a:pt x="87776" y="10596"/>
                  <a:pt x="87776" y="9880"/>
                  <a:pt x="87845" y="9164"/>
                </a:cubicBezTo>
                <a:lnTo>
                  <a:pt x="87845" y="9164"/>
                </a:lnTo>
                <a:cubicBezTo>
                  <a:pt x="87702" y="9519"/>
                  <a:pt x="87490" y="10023"/>
                  <a:pt x="87347" y="10665"/>
                </a:cubicBezTo>
                <a:lnTo>
                  <a:pt x="87347" y="10808"/>
                </a:lnTo>
                <a:lnTo>
                  <a:pt x="86917" y="10167"/>
                </a:lnTo>
                <a:lnTo>
                  <a:pt x="86917" y="10167"/>
                </a:lnTo>
                <a:cubicBezTo>
                  <a:pt x="87060" y="10453"/>
                  <a:pt x="87204" y="10665"/>
                  <a:pt x="87272" y="10951"/>
                </a:cubicBezTo>
                <a:lnTo>
                  <a:pt x="87272" y="11026"/>
                </a:lnTo>
                <a:cubicBezTo>
                  <a:pt x="87129" y="10739"/>
                  <a:pt x="86917" y="10453"/>
                  <a:pt x="86699" y="10167"/>
                </a:cubicBezTo>
                <a:lnTo>
                  <a:pt x="86699" y="10167"/>
                </a:lnTo>
                <a:cubicBezTo>
                  <a:pt x="86917" y="10522"/>
                  <a:pt x="87060" y="10883"/>
                  <a:pt x="87204" y="11312"/>
                </a:cubicBezTo>
                <a:cubicBezTo>
                  <a:pt x="87129" y="11598"/>
                  <a:pt x="87060" y="11954"/>
                  <a:pt x="87060" y="12314"/>
                </a:cubicBezTo>
                <a:cubicBezTo>
                  <a:pt x="86843" y="12028"/>
                  <a:pt x="86631" y="11667"/>
                  <a:pt x="86413" y="11381"/>
                </a:cubicBezTo>
                <a:lnTo>
                  <a:pt x="86413" y="11381"/>
                </a:lnTo>
                <a:cubicBezTo>
                  <a:pt x="86631" y="11667"/>
                  <a:pt x="86774" y="12097"/>
                  <a:pt x="86917" y="12526"/>
                </a:cubicBezTo>
                <a:cubicBezTo>
                  <a:pt x="86917" y="12526"/>
                  <a:pt x="86843" y="12526"/>
                  <a:pt x="86774" y="12601"/>
                </a:cubicBezTo>
                <a:cubicBezTo>
                  <a:pt x="86556" y="12097"/>
                  <a:pt x="86201" y="11524"/>
                  <a:pt x="85840" y="10951"/>
                </a:cubicBezTo>
                <a:cubicBezTo>
                  <a:pt x="85984" y="10596"/>
                  <a:pt x="86201" y="10235"/>
                  <a:pt x="86201" y="10235"/>
                </a:cubicBezTo>
                <a:lnTo>
                  <a:pt x="86201" y="10235"/>
                </a:lnTo>
                <a:lnTo>
                  <a:pt x="85697" y="10739"/>
                </a:lnTo>
                <a:cubicBezTo>
                  <a:pt x="85628" y="10453"/>
                  <a:pt x="85485" y="10235"/>
                  <a:pt x="85411" y="9949"/>
                </a:cubicBezTo>
                <a:lnTo>
                  <a:pt x="85411" y="9949"/>
                </a:lnTo>
                <a:cubicBezTo>
                  <a:pt x="85485" y="10235"/>
                  <a:pt x="85554" y="10522"/>
                  <a:pt x="85554" y="10808"/>
                </a:cubicBezTo>
                <a:cubicBezTo>
                  <a:pt x="85485" y="10951"/>
                  <a:pt x="85342" y="11094"/>
                  <a:pt x="85199" y="11238"/>
                </a:cubicBezTo>
                <a:cubicBezTo>
                  <a:pt x="84981" y="10739"/>
                  <a:pt x="84695" y="10235"/>
                  <a:pt x="84340" y="9737"/>
                </a:cubicBezTo>
                <a:lnTo>
                  <a:pt x="84340" y="9737"/>
                </a:lnTo>
                <a:cubicBezTo>
                  <a:pt x="84626" y="10235"/>
                  <a:pt x="84838" y="10883"/>
                  <a:pt x="84981" y="11524"/>
                </a:cubicBezTo>
                <a:cubicBezTo>
                  <a:pt x="84912" y="11598"/>
                  <a:pt x="84912" y="11667"/>
                  <a:pt x="84838" y="11742"/>
                </a:cubicBezTo>
                <a:cubicBezTo>
                  <a:pt x="84769" y="11742"/>
                  <a:pt x="84769" y="11810"/>
                  <a:pt x="84769" y="11810"/>
                </a:cubicBezTo>
                <a:cubicBezTo>
                  <a:pt x="84695" y="11810"/>
                  <a:pt x="84695" y="11742"/>
                  <a:pt x="84627" y="11668"/>
                </a:cubicBezTo>
                <a:lnTo>
                  <a:pt x="84627" y="11668"/>
                </a:lnTo>
                <a:cubicBezTo>
                  <a:pt x="84695" y="11742"/>
                  <a:pt x="84695" y="11811"/>
                  <a:pt x="84695" y="11885"/>
                </a:cubicBezTo>
                <a:cubicBezTo>
                  <a:pt x="84626" y="12028"/>
                  <a:pt x="84483" y="12240"/>
                  <a:pt x="84408" y="12458"/>
                </a:cubicBezTo>
                <a:cubicBezTo>
                  <a:pt x="84408" y="12526"/>
                  <a:pt x="84340" y="12601"/>
                  <a:pt x="84340" y="12670"/>
                </a:cubicBezTo>
                <a:cubicBezTo>
                  <a:pt x="84340" y="12670"/>
                  <a:pt x="84265" y="12670"/>
                  <a:pt x="84265" y="12601"/>
                </a:cubicBezTo>
                <a:cubicBezTo>
                  <a:pt x="84340" y="12383"/>
                  <a:pt x="84340" y="12097"/>
                  <a:pt x="84340" y="11810"/>
                </a:cubicBezTo>
                <a:lnTo>
                  <a:pt x="84340" y="11810"/>
                </a:lnTo>
                <a:cubicBezTo>
                  <a:pt x="84265" y="11954"/>
                  <a:pt x="84197" y="12171"/>
                  <a:pt x="84053" y="12383"/>
                </a:cubicBezTo>
                <a:lnTo>
                  <a:pt x="84053" y="12526"/>
                </a:lnTo>
                <a:cubicBezTo>
                  <a:pt x="83979" y="12670"/>
                  <a:pt x="83910" y="12744"/>
                  <a:pt x="83836" y="12887"/>
                </a:cubicBezTo>
                <a:cubicBezTo>
                  <a:pt x="83767" y="12601"/>
                  <a:pt x="83624" y="12383"/>
                  <a:pt x="83549" y="12097"/>
                </a:cubicBezTo>
                <a:lnTo>
                  <a:pt x="83549" y="12097"/>
                </a:lnTo>
                <a:cubicBezTo>
                  <a:pt x="83624" y="12383"/>
                  <a:pt x="83693" y="12744"/>
                  <a:pt x="83767" y="13099"/>
                </a:cubicBezTo>
                <a:lnTo>
                  <a:pt x="83337" y="12458"/>
                </a:lnTo>
                <a:lnTo>
                  <a:pt x="83120" y="11810"/>
                </a:lnTo>
                <a:cubicBezTo>
                  <a:pt x="83481" y="11238"/>
                  <a:pt x="83767" y="10739"/>
                  <a:pt x="83767" y="10739"/>
                </a:cubicBezTo>
                <a:lnTo>
                  <a:pt x="83767" y="10739"/>
                </a:lnTo>
                <a:cubicBezTo>
                  <a:pt x="83767" y="10739"/>
                  <a:pt x="83406" y="11026"/>
                  <a:pt x="83051" y="11381"/>
                </a:cubicBezTo>
                <a:cubicBezTo>
                  <a:pt x="82930" y="11080"/>
                  <a:pt x="82809" y="10776"/>
                  <a:pt x="82688" y="10429"/>
                </a:cubicBezTo>
                <a:lnTo>
                  <a:pt x="82688" y="10429"/>
                </a:lnTo>
                <a:cubicBezTo>
                  <a:pt x="82786" y="10765"/>
                  <a:pt x="82833" y="11180"/>
                  <a:pt x="82833" y="11598"/>
                </a:cubicBezTo>
                <a:cubicBezTo>
                  <a:pt x="82690" y="11742"/>
                  <a:pt x="82547" y="11954"/>
                  <a:pt x="82404" y="12097"/>
                </a:cubicBezTo>
                <a:lnTo>
                  <a:pt x="82335" y="12171"/>
                </a:lnTo>
                <a:lnTo>
                  <a:pt x="82049" y="11885"/>
                </a:lnTo>
                <a:lnTo>
                  <a:pt x="82049" y="11885"/>
                </a:lnTo>
                <a:cubicBezTo>
                  <a:pt x="82117" y="12028"/>
                  <a:pt x="82192" y="12097"/>
                  <a:pt x="82261" y="12240"/>
                </a:cubicBezTo>
                <a:cubicBezTo>
                  <a:pt x="82117" y="12314"/>
                  <a:pt x="82049" y="12383"/>
                  <a:pt x="81905" y="12526"/>
                </a:cubicBezTo>
                <a:cubicBezTo>
                  <a:pt x="81905" y="12383"/>
                  <a:pt x="81905" y="12240"/>
                  <a:pt x="81974" y="12097"/>
                </a:cubicBezTo>
                <a:cubicBezTo>
                  <a:pt x="81974" y="12028"/>
                  <a:pt x="82049" y="11954"/>
                  <a:pt x="82049" y="11885"/>
                </a:cubicBezTo>
                <a:cubicBezTo>
                  <a:pt x="82404" y="11312"/>
                  <a:pt x="82621" y="10883"/>
                  <a:pt x="82621" y="10883"/>
                </a:cubicBezTo>
                <a:lnTo>
                  <a:pt x="82621" y="10883"/>
                </a:lnTo>
                <a:cubicBezTo>
                  <a:pt x="82621" y="10883"/>
                  <a:pt x="82335" y="11095"/>
                  <a:pt x="81974" y="11455"/>
                </a:cubicBezTo>
                <a:cubicBezTo>
                  <a:pt x="82049" y="10883"/>
                  <a:pt x="82117" y="10310"/>
                  <a:pt x="82192" y="9594"/>
                </a:cubicBezTo>
                <a:lnTo>
                  <a:pt x="82192" y="9594"/>
                </a:lnTo>
                <a:cubicBezTo>
                  <a:pt x="81974" y="9880"/>
                  <a:pt x="81831" y="10378"/>
                  <a:pt x="81688" y="10951"/>
                </a:cubicBezTo>
                <a:cubicBezTo>
                  <a:pt x="81476" y="11312"/>
                  <a:pt x="81333" y="11742"/>
                  <a:pt x="81258" y="12240"/>
                </a:cubicBezTo>
                <a:lnTo>
                  <a:pt x="81115" y="12383"/>
                </a:lnTo>
                <a:cubicBezTo>
                  <a:pt x="81080" y="12383"/>
                  <a:pt x="81063" y="12365"/>
                  <a:pt x="81045" y="12338"/>
                </a:cubicBezTo>
                <a:lnTo>
                  <a:pt x="81045" y="12338"/>
                </a:lnTo>
                <a:cubicBezTo>
                  <a:pt x="81046" y="12350"/>
                  <a:pt x="81046" y="12364"/>
                  <a:pt x="81046" y="12383"/>
                </a:cubicBezTo>
                <a:cubicBezTo>
                  <a:pt x="81046" y="12383"/>
                  <a:pt x="81046" y="12458"/>
                  <a:pt x="81115" y="12458"/>
                </a:cubicBezTo>
                <a:cubicBezTo>
                  <a:pt x="80972" y="12601"/>
                  <a:pt x="80903" y="12744"/>
                  <a:pt x="80829" y="12813"/>
                </a:cubicBezTo>
                <a:cubicBezTo>
                  <a:pt x="80760" y="12526"/>
                  <a:pt x="80686" y="12240"/>
                  <a:pt x="80542" y="11885"/>
                </a:cubicBezTo>
                <a:cubicBezTo>
                  <a:pt x="80685" y="11599"/>
                  <a:pt x="80829" y="11455"/>
                  <a:pt x="80829" y="11455"/>
                </a:cubicBezTo>
                <a:lnTo>
                  <a:pt x="80829" y="11455"/>
                </a:lnTo>
                <a:cubicBezTo>
                  <a:pt x="80829" y="11455"/>
                  <a:pt x="80685" y="11524"/>
                  <a:pt x="80474" y="11742"/>
                </a:cubicBezTo>
                <a:cubicBezTo>
                  <a:pt x="80399" y="11381"/>
                  <a:pt x="80256" y="11094"/>
                  <a:pt x="80113" y="10665"/>
                </a:cubicBezTo>
                <a:lnTo>
                  <a:pt x="80113" y="10665"/>
                </a:lnTo>
                <a:cubicBezTo>
                  <a:pt x="80187" y="11026"/>
                  <a:pt x="80256" y="11455"/>
                  <a:pt x="80330" y="11810"/>
                </a:cubicBezTo>
                <a:cubicBezTo>
                  <a:pt x="80187" y="12028"/>
                  <a:pt x="79970" y="12171"/>
                  <a:pt x="79758" y="12383"/>
                </a:cubicBezTo>
                <a:cubicBezTo>
                  <a:pt x="79758" y="12171"/>
                  <a:pt x="79683" y="12028"/>
                  <a:pt x="79614" y="11885"/>
                </a:cubicBezTo>
                <a:cubicBezTo>
                  <a:pt x="79614" y="11598"/>
                  <a:pt x="79614" y="11312"/>
                  <a:pt x="79683" y="10951"/>
                </a:cubicBezTo>
                <a:cubicBezTo>
                  <a:pt x="79901" y="10378"/>
                  <a:pt x="80187" y="9737"/>
                  <a:pt x="80399" y="9307"/>
                </a:cubicBezTo>
                <a:cubicBezTo>
                  <a:pt x="80617" y="8804"/>
                  <a:pt x="80829" y="8448"/>
                  <a:pt x="80829" y="8448"/>
                </a:cubicBezTo>
                <a:lnTo>
                  <a:pt x="80829" y="8448"/>
                </a:lnTo>
                <a:cubicBezTo>
                  <a:pt x="80828" y="8449"/>
                  <a:pt x="79614" y="9663"/>
                  <a:pt x="79042" y="10808"/>
                </a:cubicBezTo>
                <a:cubicBezTo>
                  <a:pt x="78967" y="10739"/>
                  <a:pt x="78967" y="10665"/>
                  <a:pt x="78967" y="10665"/>
                </a:cubicBezTo>
                <a:cubicBezTo>
                  <a:pt x="79397" y="9594"/>
                  <a:pt x="79901" y="8517"/>
                  <a:pt x="79901" y="8517"/>
                </a:cubicBezTo>
                <a:lnTo>
                  <a:pt x="79901" y="8517"/>
                </a:lnTo>
                <a:cubicBezTo>
                  <a:pt x="79901" y="8517"/>
                  <a:pt x="78967" y="9451"/>
                  <a:pt x="78326" y="10453"/>
                </a:cubicBezTo>
                <a:cubicBezTo>
                  <a:pt x="78681" y="9663"/>
                  <a:pt x="79042" y="9021"/>
                  <a:pt x="79042" y="9021"/>
                </a:cubicBezTo>
                <a:lnTo>
                  <a:pt x="79042" y="9021"/>
                </a:lnTo>
                <a:cubicBezTo>
                  <a:pt x="79041" y="9021"/>
                  <a:pt x="78108" y="9880"/>
                  <a:pt x="77467" y="10808"/>
                </a:cubicBezTo>
                <a:cubicBezTo>
                  <a:pt x="77467" y="10596"/>
                  <a:pt x="77392" y="10378"/>
                  <a:pt x="77323" y="10167"/>
                </a:cubicBezTo>
                <a:cubicBezTo>
                  <a:pt x="77678" y="9376"/>
                  <a:pt x="77965" y="8735"/>
                  <a:pt x="77965" y="8735"/>
                </a:cubicBezTo>
                <a:lnTo>
                  <a:pt x="77965" y="8735"/>
                </a:lnTo>
                <a:cubicBezTo>
                  <a:pt x="77965" y="8735"/>
                  <a:pt x="77610" y="9090"/>
                  <a:pt x="77180" y="9594"/>
                </a:cubicBezTo>
                <a:cubicBezTo>
                  <a:pt x="77106" y="9233"/>
                  <a:pt x="76963" y="8803"/>
                  <a:pt x="76819" y="8305"/>
                </a:cubicBezTo>
                <a:lnTo>
                  <a:pt x="76819" y="8305"/>
                </a:lnTo>
                <a:cubicBezTo>
                  <a:pt x="76894" y="8735"/>
                  <a:pt x="76963" y="9233"/>
                  <a:pt x="77037" y="9806"/>
                </a:cubicBezTo>
                <a:cubicBezTo>
                  <a:pt x="76894" y="9949"/>
                  <a:pt x="76751" y="10167"/>
                  <a:pt x="76607" y="10310"/>
                </a:cubicBezTo>
                <a:cubicBezTo>
                  <a:pt x="76533" y="10378"/>
                  <a:pt x="76533" y="10453"/>
                  <a:pt x="76464" y="10522"/>
                </a:cubicBezTo>
                <a:cubicBezTo>
                  <a:pt x="76321" y="9949"/>
                  <a:pt x="76103" y="9233"/>
                  <a:pt x="75892" y="8305"/>
                </a:cubicBezTo>
                <a:lnTo>
                  <a:pt x="75892" y="8305"/>
                </a:lnTo>
                <a:cubicBezTo>
                  <a:pt x="76035" y="9164"/>
                  <a:pt x="76103" y="10167"/>
                  <a:pt x="76178" y="11094"/>
                </a:cubicBezTo>
                <a:cubicBezTo>
                  <a:pt x="76103" y="11238"/>
                  <a:pt x="76035" y="11381"/>
                  <a:pt x="75960" y="11455"/>
                </a:cubicBezTo>
                <a:cubicBezTo>
                  <a:pt x="75960" y="11598"/>
                  <a:pt x="75892" y="11742"/>
                  <a:pt x="75817" y="11954"/>
                </a:cubicBezTo>
                <a:lnTo>
                  <a:pt x="75817" y="11885"/>
                </a:lnTo>
                <a:cubicBezTo>
                  <a:pt x="75817" y="11810"/>
                  <a:pt x="75817" y="11667"/>
                  <a:pt x="75892" y="11598"/>
                </a:cubicBezTo>
                <a:cubicBezTo>
                  <a:pt x="75817" y="11598"/>
                  <a:pt x="75817" y="11667"/>
                  <a:pt x="75817" y="11742"/>
                </a:cubicBezTo>
                <a:cubicBezTo>
                  <a:pt x="75748" y="11381"/>
                  <a:pt x="75674" y="11094"/>
                  <a:pt x="75531" y="10665"/>
                </a:cubicBezTo>
                <a:cubicBezTo>
                  <a:pt x="75605" y="10596"/>
                  <a:pt x="75748" y="10379"/>
                  <a:pt x="75748" y="10378"/>
                </a:cubicBezTo>
                <a:lnTo>
                  <a:pt x="75748" y="10378"/>
                </a:lnTo>
                <a:cubicBezTo>
                  <a:pt x="75748" y="10379"/>
                  <a:pt x="75605" y="10453"/>
                  <a:pt x="75531" y="10596"/>
                </a:cubicBezTo>
                <a:cubicBezTo>
                  <a:pt x="75387" y="10023"/>
                  <a:pt x="75244" y="9519"/>
                  <a:pt x="75032" y="8803"/>
                </a:cubicBezTo>
                <a:lnTo>
                  <a:pt x="75032" y="8803"/>
                </a:lnTo>
                <a:cubicBezTo>
                  <a:pt x="75176" y="9376"/>
                  <a:pt x="75244" y="10023"/>
                  <a:pt x="75244" y="10665"/>
                </a:cubicBezTo>
                <a:cubicBezTo>
                  <a:pt x="75176" y="10739"/>
                  <a:pt x="75176" y="10883"/>
                  <a:pt x="75101" y="10951"/>
                </a:cubicBezTo>
                <a:cubicBezTo>
                  <a:pt x="74958" y="11094"/>
                  <a:pt x="74889" y="11238"/>
                  <a:pt x="74672" y="11381"/>
                </a:cubicBezTo>
                <a:lnTo>
                  <a:pt x="74672" y="11169"/>
                </a:lnTo>
                <a:cubicBezTo>
                  <a:pt x="74889" y="10808"/>
                  <a:pt x="74958" y="10596"/>
                  <a:pt x="74958" y="10596"/>
                </a:cubicBezTo>
                <a:lnTo>
                  <a:pt x="74958" y="10596"/>
                </a:lnTo>
                <a:lnTo>
                  <a:pt x="74603" y="10951"/>
                </a:lnTo>
                <a:cubicBezTo>
                  <a:pt x="74460" y="10310"/>
                  <a:pt x="74242" y="9519"/>
                  <a:pt x="73956" y="8517"/>
                </a:cubicBezTo>
                <a:lnTo>
                  <a:pt x="73956" y="8517"/>
                </a:lnTo>
                <a:cubicBezTo>
                  <a:pt x="74030" y="8803"/>
                  <a:pt x="74099" y="9164"/>
                  <a:pt x="74099" y="9519"/>
                </a:cubicBezTo>
                <a:cubicBezTo>
                  <a:pt x="74173" y="10023"/>
                  <a:pt x="74242" y="10596"/>
                  <a:pt x="74242" y="11094"/>
                </a:cubicBezTo>
                <a:cubicBezTo>
                  <a:pt x="74173" y="10951"/>
                  <a:pt x="74099" y="10883"/>
                  <a:pt x="73956" y="10739"/>
                </a:cubicBezTo>
                <a:lnTo>
                  <a:pt x="73956" y="10739"/>
                </a:lnTo>
                <a:cubicBezTo>
                  <a:pt x="74099" y="10883"/>
                  <a:pt x="74173" y="11026"/>
                  <a:pt x="74242" y="11238"/>
                </a:cubicBezTo>
                <a:lnTo>
                  <a:pt x="74242" y="11312"/>
                </a:lnTo>
                <a:cubicBezTo>
                  <a:pt x="74030" y="11455"/>
                  <a:pt x="73887" y="11667"/>
                  <a:pt x="73669" y="11885"/>
                </a:cubicBezTo>
                <a:cubicBezTo>
                  <a:pt x="73744" y="11598"/>
                  <a:pt x="73744" y="11312"/>
                  <a:pt x="73744" y="10951"/>
                </a:cubicBezTo>
                <a:lnTo>
                  <a:pt x="73744" y="10951"/>
                </a:lnTo>
                <a:cubicBezTo>
                  <a:pt x="73669" y="11094"/>
                  <a:pt x="73600" y="11238"/>
                  <a:pt x="73526" y="11455"/>
                </a:cubicBezTo>
                <a:cubicBezTo>
                  <a:pt x="73457" y="11312"/>
                  <a:pt x="73457" y="11238"/>
                  <a:pt x="73383" y="11094"/>
                </a:cubicBezTo>
                <a:cubicBezTo>
                  <a:pt x="73744" y="10310"/>
                  <a:pt x="74099" y="9594"/>
                  <a:pt x="74099" y="9519"/>
                </a:cubicBezTo>
                <a:lnTo>
                  <a:pt x="74099" y="9519"/>
                </a:lnTo>
                <a:lnTo>
                  <a:pt x="73383" y="10235"/>
                </a:lnTo>
                <a:cubicBezTo>
                  <a:pt x="73457" y="9519"/>
                  <a:pt x="73526" y="8660"/>
                  <a:pt x="73600" y="7801"/>
                </a:cubicBezTo>
                <a:lnTo>
                  <a:pt x="73600" y="7801"/>
                </a:lnTo>
                <a:cubicBezTo>
                  <a:pt x="73240" y="8448"/>
                  <a:pt x="72953" y="9806"/>
                  <a:pt x="72810" y="11026"/>
                </a:cubicBezTo>
                <a:cubicBezTo>
                  <a:pt x="72667" y="11169"/>
                  <a:pt x="72598" y="11238"/>
                  <a:pt x="72598" y="11381"/>
                </a:cubicBezTo>
                <a:cubicBezTo>
                  <a:pt x="72524" y="11381"/>
                  <a:pt x="72524" y="11381"/>
                  <a:pt x="72524" y="11455"/>
                </a:cubicBezTo>
                <a:cubicBezTo>
                  <a:pt x="72524" y="11381"/>
                  <a:pt x="72455" y="11381"/>
                  <a:pt x="72455" y="11312"/>
                </a:cubicBezTo>
                <a:lnTo>
                  <a:pt x="72455" y="11524"/>
                </a:lnTo>
                <a:cubicBezTo>
                  <a:pt x="72455" y="11598"/>
                  <a:pt x="72455" y="11667"/>
                  <a:pt x="72380" y="11742"/>
                </a:cubicBezTo>
                <a:cubicBezTo>
                  <a:pt x="72380" y="11667"/>
                  <a:pt x="72312" y="11598"/>
                  <a:pt x="72312" y="11524"/>
                </a:cubicBezTo>
                <a:cubicBezTo>
                  <a:pt x="72380" y="10522"/>
                  <a:pt x="72455" y="9307"/>
                  <a:pt x="72598" y="7801"/>
                </a:cubicBezTo>
                <a:lnTo>
                  <a:pt x="72598" y="7801"/>
                </a:lnTo>
                <a:cubicBezTo>
                  <a:pt x="72237" y="8374"/>
                  <a:pt x="72025" y="9451"/>
                  <a:pt x="71808" y="10522"/>
                </a:cubicBezTo>
                <a:cubicBezTo>
                  <a:pt x="71808" y="10453"/>
                  <a:pt x="71739" y="10310"/>
                  <a:pt x="71739" y="10235"/>
                </a:cubicBezTo>
                <a:lnTo>
                  <a:pt x="71739" y="10235"/>
                </a:lnTo>
                <a:cubicBezTo>
                  <a:pt x="71739" y="10379"/>
                  <a:pt x="71808" y="10522"/>
                  <a:pt x="71808" y="10665"/>
                </a:cubicBezTo>
                <a:cubicBezTo>
                  <a:pt x="71739" y="11026"/>
                  <a:pt x="71739" y="11312"/>
                  <a:pt x="71665" y="11598"/>
                </a:cubicBezTo>
                <a:cubicBezTo>
                  <a:pt x="71596" y="11524"/>
                  <a:pt x="71596" y="11455"/>
                  <a:pt x="71521" y="11312"/>
                </a:cubicBezTo>
                <a:cubicBezTo>
                  <a:pt x="71596" y="10522"/>
                  <a:pt x="71665" y="9451"/>
                  <a:pt x="71739" y="8305"/>
                </a:cubicBezTo>
                <a:lnTo>
                  <a:pt x="71739" y="8305"/>
                </a:lnTo>
                <a:cubicBezTo>
                  <a:pt x="71521" y="8735"/>
                  <a:pt x="71309" y="9594"/>
                  <a:pt x="71092" y="10522"/>
                </a:cubicBezTo>
                <a:lnTo>
                  <a:pt x="71092" y="10596"/>
                </a:lnTo>
                <a:cubicBezTo>
                  <a:pt x="70949" y="10167"/>
                  <a:pt x="70805" y="9737"/>
                  <a:pt x="70593" y="9307"/>
                </a:cubicBezTo>
                <a:cubicBezTo>
                  <a:pt x="70593" y="8878"/>
                  <a:pt x="70662" y="8448"/>
                  <a:pt x="70662" y="7944"/>
                </a:cubicBezTo>
                <a:lnTo>
                  <a:pt x="70662" y="7944"/>
                </a:lnTo>
                <a:cubicBezTo>
                  <a:pt x="70593" y="8231"/>
                  <a:pt x="70450" y="8517"/>
                  <a:pt x="70376" y="8878"/>
                </a:cubicBezTo>
                <a:cubicBezTo>
                  <a:pt x="70233" y="8660"/>
                  <a:pt x="70164" y="8448"/>
                  <a:pt x="70021" y="8231"/>
                </a:cubicBezTo>
                <a:lnTo>
                  <a:pt x="70021" y="8231"/>
                </a:lnTo>
                <a:cubicBezTo>
                  <a:pt x="70164" y="8448"/>
                  <a:pt x="70233" y="8735"/>
                  <a:pt x="70307" y="9021"/>
                </a:cubicBezTo>
                <a:cubicBezTo>
                  <a:pt x="70233" y="9233"/>
                  <a:pt x="70164" y="9519"/>
                  <a:pt x="70089" y="9806"/>
                </a:cubicBezTo>
                <a:cubicBezTo>
                  <a:pt x="70021" y="9880"/>
                  <a:pt x="69946" y="10023"/>
                  <a:pt x="69803" y="10092"/>
                </a:cubicBezTo>
                <a:cubicBezTo>
                  <a:pt x="69591" y="9519"/>
                  <a:pt x="69305" y="8878"/>
                  <a:pt x="68944" y="8231"/>
                </a:cubicBezTo>
                <a:lnTo>
                  <a:pt x="68944" y="8231"/>
                </a:lnTo>
                <a:cubicBezTo>
                  <a:pt x="69230" y="8878"/>
                  <a:pt x="69448" y="9594"/>
                  <a:pt x="69660" y="10310"/>
                </a:cubicBezTo>
                <a:cubicBezTo>
                  <a:pt x="69517" y="10453"/>
                  <a:pt x="69373" y="10596"/>
                  <a:pt x="69230" y="10808"/>
                </a:cubicBezTo>
                <a:cubicBezTo>
                  <a:pt x="68944" y="10167"/>
                  <a:pt x="68589" y="9451"/>
                  <a:pt x="68228" y="8735"/>
                </a:cubicBezTo>
                <a:lnTo>
                  <a:pt x="68228" y="8735"/>
                </a:lnTo>
                <a:cubicBezTo>
                  <a:pt x="68514" y="9451"/>
                  <a:pt x="68801" y="10235"/>
                  <a:pt x="68944" y="11026"/>
                </a:cubicBezTo>
                <a:cubicBezTo>
                  <a:pt x="68801" y="11238"/>
                  <a:pt x="68589" y="11381"/>
                  <a:pt x="68446" y="11598"/>
                </a:cubicBezTo>
                <a:cubicBezTo>
                  <a:pt x="68446" y="11455"/>
                  <a:pt x="68371" y="11381"/>
                  <a:pt x="68302" y="11238"/>
                </a:cubicBezTo>
                <a:cubicBezTo>
                  <a:pt x="68371" y="10739"/>
                  <a:pt x="68446" y="10235"/>
                  <a:pt x="68446" y="9737"/>
                </a:cubicBezTo>
                <a:lnTo>
                  <a:pt x="68446" y="9737"/>
                </a:lnTo>
                <a:cubicBezTo>
                  <a:pt x="68302" y="9949"/>
                  <a:pt x="68228" y="10235"/>
                  <a:pt x="68085" y="10596"/>
                </a:cubicBezTo>
                <a:cubicBezTo>
                  <a:pt x="68016" y="10453"/>
                  <a:pt x="68016" y="10310"/>
                  <a:pt x="67942" y="10167"/>
                </a:cubicBezTo>
                <a:lnTo>
                  <a:pt x="67942" y="9949"/>
                </a:lnTo>
                <a:cubicBezTo>
                  <a:pt x="67942" y="9949"/>
                  <a:pt x="67942" y="10023"/>
                  <a:pt x="67873" y="10023"/>
                </a:cubicBezTo>
                <a:cubicBezTo>
                  <a:pt x="67798" y="9806"/>
                  <a:pt x="67655" y="9594"/>
                  <a:pt x="67586" y="9307"/>
                </a:cubicBezTo>
                <a:lnTo>
                  <a:pt x="67586" y="8803"/>
                </a:lnTo>
                <a:cubicBezTo>
                  <a:pt x="67586" y="8878"/>
                  <a:pt x="67512" y="9021"/>
                  <a:pt x="67443" y="9090"/>
                </a:cubicBezTo>
                <a:cubicBezTo>
                  <a:pt x="67369" y="8878"/>
                  <a:pt x="67226" y="8660"/>
                  <a:pt x="67083" y="8448"/>
                </a:cubicBezTo>
                <a:lnTo>
                  <a:pt x="67083" y="8448"/>
                </a:lnTo>
                <a:cubicBezTo>
                  <a:pt x="67226" y="8660"/>
                  <a:pt x="67300" y="8947"/>
                  <a:pt x="67443" y="9233"/>
                </a:cubicBezTo>
                <a:cubicBezTo>
                  <a:pt x="67226" y="9737"/>
                  <a:pt x="67082" y="10453"/>
                  <a:pt x="66939" y="11169"/>
                </a:cubicBezTo>
                <a:cubicBezTo>
                  <a:pt x="66796" y="10665"/>
                  <a:pt x="66653" y="10023"/>
                  <a:pt x="66367" y="9307"/>
                </a:cubicBezTo>
                <a:lnTo>
                  <a:pt x="66367" y="9307"/>
                </a:lnTo>
                <a:cubicBezTo>
                  <a:pt x="66584" y="9949"/>
                  <a:pt x="66653" y="10808"/>
                  <a:pt x="66653" y="11598"/>
                </a:cubicBezTo>
                <a:cubicBezTo>
                  <a:pt x="66584" y="11598"/>
                  <a:pt x="66510" y="11667"/>
                  <a:pt x="66367" y="11810"/>
                </a:cubicBezTo>
                <a:cubicBezTo>
                  <a:pt x="66298" y="11742"/>
                  <a:pt x="66298" y="11667"/>
                  <a:pt x="66223" y="11598"/>
                </a:cubicBezTo>
                <a:cubicBezTo>
                  <a:pt x="66155" y="11524"/>
                  <a:pt x="66155" y="11455"/>
                  <a:pt x="66080" y="11381"/>
                </a:cubicBezTo>
                <a:cubicBezTo>
                  <a:pt x="65937" y="11026"/>
                  <a:pt x="65868" y="10596"/>
                  <a:pt x="65651" y="10167"/>
                </a:cubicBezTo>
                <a:lnTo>
                  <a:pt x="65651" y="10167"/>
                </a:lnTo>
                <a:cubicBezTo>
                  <a:pt x="65794" y="10665"/>
                  <a:pt x="65868" y="11238"/>
                  <a:pt x="65937" y="11810"/>
                </a:cubicBezTo>
                <a:lnTo>
                  <a:pt x="65868" y="11810"/>
                </a:lnTo>
                <a:cubicBezTo>
                  <a:pt x="65725" y="11524"/>
                  <a:pt x="65582" y="11169"/>
                  <a:pt x="65364" y="10808"/>
                </a:cubicBezTo>
                <a:cubicBezTo>
                  <a:pt x="65439" y="10596"/>
                  <a:pt x="65582" y="10378"/>
                  <a:pt x="65651" y="10167"/>
                </a:cubicBezTo>
                <a:cubicBezTo>
                  <a:pt x="66011" y="9519"/>
                  <a:pt x="66223" y="8947"/>
                  <a:pt x="66223" y="8947"/>
                </a:cubicBezTo>
                <a:lnTo>
                  <a:pt x="66223" y="8947"/>
                </a:lnTo>
                <a:cubicBezTo>
                  <a:pt x="66223" y="8947"/>
                  <a:pt x="65582" y="9519"/>
                  <a:pt x="65009" y="10310"/>
                </a:cubicBezTo>
                <a:cubicBezTo>
                  <a:pt x="64935" y="10092"/>
                  <a:pt x="64866" y="9880"/>
                  <a:pt x="64723" y="9737"/>
                </a:cubicBezTo>
                <a:cubicBezTo>
                  <a:pt x="64723" y="9663"/>
                  <a:pt x="64791" y="9663"/>
                  <a:pt x="64791" y="9663"/>
                </a:cubicBezTo>
                <a:lnTo>
                  <a:pt x="64723" y="9663"/>
                </a:lnTo>
                <a:cubicBezTo>
                  <a:pt x="64648" y="9519"/>
                  <a:pt x="64505" y="9308"/>
                  <a:pt x="64436" y="9164"/>
                </a:cubicBezTo>
                <a:lnTo>
                  <a:pt x="64436" y="9164"/>
                </a:lnTo>
                <a:cubicBezTo>
                  <a:pt x="64505" y="9308"/>
                  <a:pt x="64580" y="9519"/>
                  <a:pt x="64648" y="9737"/>
                </a:cubicBezTo>
                <a:cubicBezTo>
                  <a:pt x="64579" y="9806"/>
                  <a:pt x="64362" y="9949"/>
                  <a:pt x="64150" y="10235"/>
                </a:cubicBezTo>
                <a:cubicBezTo>
                  <a:pt x="64150" y="10023"/>
                  <a:pt x="64150" y="9806"/>
                  <a:pt x="64219" y="9594"/>
                </a:cubicBezTo>
                <a:lnTo>
                  <a:pt x="64219" y="9594"/>
                </a:lnTo>
                <a:cubicBezTo>
                  <a:pt x="64007" y="9806"/>
                  <a:pt x="63864" y="10235"/>
                  <a:pt x="63789" y="10596"/>
                </a:cubicBezTo>
                <a:cubicBezTo>
                  <a:pt x="63577" y="10883"/>
                  <a:pt x="63360" y="11094"/>
                  <a:pt x="63148" y="11381"/>
                </a:cubicBezTo>
                <a:lnTo>
                  <a:pt x="63148" y="11312"/>
                </a:lnTo>
                <a:cubicBezTo>
                  <a:pt x="63434" y="10739"/>
                  <a:pt x="63720" y="10310"/>
                  <a:pt x="63720" y="10310"/>
                </a:cubicBezTo>
                <a:lnTo>
                  <a:pt x="63720" y="10310"/>
                </a:lnTo>
                <a:cubicBezTo>
                  <a:pt x="63720" y="10310"/>
                  <a:pt x="63359" y="10522"/>
                  <a:pt x="63004" y="10883"/>
                </a:cubicBezTo>
                <a:lnTo>
                  <a:pt x="63004" y="10739"/>
                </a:lnTo>
                <a:cubicBezTo>
                  <a:pt x="63004" y="10092"/>
                  <a:pt x="63073" y="9451"/>
                  <a:pt x="63148" y="8735"/>
                </a:cubicBezTo>
                <a:lnTo>
                  <a:pt x="63148" y="8735"/>
                </a:lnTo>
                <a:cubicBezTo>
                  <a:pt x="63004" y="8947"/>
                  <a:pt x="62861" y="9376"/>
                  <a:pt x="62718" y="9806"/>
                </a:cubicBezTo>
                <a:cubicBezTo>
                  <a:pt x="62644" y="9451"/>
                  <a:pt x="62500" y="9090"/>
                  <a:pt x="62357" y="8660"/>
                </a:cubicBezTo>
                <a:lnTo>
                  <a:pt x="62357" y="8660"/>
                </a:lnTo>
                <a:cubicBezTo>
                  <a:pt x="62500" y="9164"/>
                  <a:pt x="62575" y="9737"/>
                  <a:pt x="62644" y="10310"/>
                </a:cubicBezTo>
                <a:cubicBezTo>
                  <a:pt x="62500" y="10739"/>
                  <a:pt x="62432" y="11238"/>
                  <a:pt x="62357" y="11667"/>
                </a:cubicBezTo>
                <a:cubicBezTo>
                  <a:pt x="62288" y="11742"/>
                  <a:pt x="62288" y="11810"/>
                  <a:pt x="62214" y="11885"/>
                </a:cubicBezTo>
                <a:lnTo>
                  <a:pt x="62214" y="11742"/>
                </a:lnTo>
                <a:cubicBezTo>
                  <a:pt x="62214" y="11094"/>
                  <a:pt x="62288" y="10310"/>
                  <a:pt x="62357" y="9519"/>
                </a:cubicBezTo>
                <a:lnTo>
                  <a:pt x="62357" y="9519"/>
                </a:lnTo>
                <a:cubicBezTo>
                  <a:pt x="62214" y="9806"/>
                  <a:pt x="62002" y="10310"/>
                  <a:pt x="61928" y="10808"/>
                </a:cubicBezTo>
                <a:cubicBezTo>
                  <a:pt x="61859" y="10739"/>
                  <a:pt x="61859" y="10665"/>
                  <a:pt x="61859" y="10596"/>
                </a:cubicBezTo>
                <a:lnTo>
                  <a:pt x="62002" y="10310"/>
                </a:lnTo>
                <a:lnTo>
                  <a:pt x="62002" y="10310"/>
                </a:lnTo>
                <a:cubicBezTo>
                  <a:pt x="62002" y="10310"/>
                  <a:pt x="61928" y="10379"/>
                  <a:pt x="61784" y="10453"/>
                </a:cubicBezTo>
                <a:cubicBezTo>
                  <a:pt x="61716" y="10310"/>
                  <a:pt x="61716" y="10167"/>
                  <a:pt x="61641" y="10023"/>
                </a:cubicBezTo>
                <a:lnTo>
                  <a:pt x="61641" y="10023"/>
                </a:lnTo>
                <a:cubicBezTo>
                  <a:pt x="61641" y="10167"/>
                  <a:pt x="61716" y="10310"/>
                  <a:pt x="61716" y="10522"/>
                </a:cubicBezTo>
                <a:cubicBezTo>
                  <a:pt x="61641" y="10596"/>
                  <a:pt x="61429" y="10739"/>
                  <a:pt x="61286" y="10951"/>
                </a:cubicBezTo>
                <a:lnTo>
                  <a:pt x="61286" y="10665"/>
                </a:lnTo>
                <a:cubicBezTo>
                  <a:pt x="61286" y="10739"/>
                  <a:pt x="61212" y="10808"/>
                  <a:pt x="61212" y="10883"/>
                </a:cubicBezTo>
                <a:cubicBezTo>
                  <a:pt x="61212" y="10808"/>
                  <a:pt x="61143" y="10808"/>
                  <a:pt x="61143" y="10739"/>
                </a:cubicBezTo>
                <a:cubicBezTo>
                  <a:pt x="61572" y="9949"/>
                  <a:pt x="61859" y="9233"/>
                  <a:pt x="61859" y="9233"/>
                </a:cubicBezTo>
                <a:lnTo>
                  <a:pt x="61859" y="9233"/>
                </a:lnTo>
                <a:cubicBezTo>
                  <a:pt x="61859" y="9233"/>
                  <a:pt x="61498" y="9663"/>
                  <a:pt x="61000" y="10167"/>
                </a:cubicBezTo>
                <a:cubicBezTo>
                  <a:pt x="60925" y="9880"/>
                  <a:pt x="60782" y="9594"/>
                  <a:pt x="60713" y="9308"/>
                </a:cubicBezTo>
                <a:lnTo>
                  <a:pt x="60713" y="9308"/>
                </a:lnTo>
                <a:cubicBezTo>
                  <a:pt x="60782" y="9594"/>
                  <a:pt x="60857" y="9949"/>
                  <a:pt x="60925" y="10310"/>
                </a:cubicBezTo>
                <a:cubicBezTo>
                  <a:pt x="60857" y="10310"/>
                  <a:pt x="60857" y="10310"/>
                  <a:pt x="60857" y="10378"/>
                </a:cubicBezTo>
                <a:cubicBezTo>
                  <a:pt x="60782" y="10167"/>
                  <a:pt x="60639" y="10023"/>
                  <a:pt x="60570" y="9880"/>
                </a:cubicBezTo>
                <a:lnTo>
                  <a:pt x="60570" y="9880"/>
                </a:lnTo>
                <a:cubicBezTo>
                  <a:pt x="60639" y="10023"/>
                  <a:pt x="60713" y="10235"/>
                  <a:pt x="60782" y="10378"/>
                </a:cubicBezTo>
                <a:cubicBezTo>
                  <a:pt x="60713" y="10522"/>
                  <a:pt x="60570" y="10665"/>
                  <a:pt x="60496" y="10808"/>
                </a:cubicBezTo>
                <a:cubicBezTo>
                  <a:pt x="60427" y="10665"/>
                  <a:pt x="60353" y="10522"/>
                  <a:pt x="60284" y="10310"/>
                </a:cubicBezTo>
                <a:cubicBezTo>
                  <a:pt x="60246" y="10272"/>
                  <a:pt x="60227" y="10217"/>
                  <a:pt x="60209" y="10162"/>
                </a:cubicBezTo>
                <a:lnTo>
                  <a:pt x="60209" y="10162"/>
                </a:lnTo>
                <a:cubicBezTo>
                  <a:pt x="60209" y="10164"/>
                  <a:pt x="60209" y="10165"/>
                  <a:pt x="60209" y="10167"/>
                </a:cubicBezTo>
                <a:lnTo>
                  <a:pt x="59997" y="9737"/>
                </a:lnTo>
                <a:cubicBezTo>
                  <a:pt x="60352" y="8947"/>
                  <a:pt x="60639" y="8305"/>
                  <a:pt x="60639" y="8305"/>
                </a:cubicBezTo>
                <a:lnTo>
                  <a:pt x="60639" y="8305"/>
                </a:lnTo>
                <a:lnTo>
                  <a:pt x="60209" y="8735"/>
                </a:lnTo>
                <a:cubicBezTo>
                  <a:pt x="60352" y="8517"/>
                  <a:pt x="60427" y="8305"/>
                  <a:pt x="60427" y="8305"/>
                </a:cubicBezTo>
                <a:lnTo>
                  <a:pt x="60427" y="8305"/>
                </a:lnTo>
                <a:cubicBezTo>
                  <a:pt x="60427" y="8305"/>
                  <a:pt x="60066" y="8660"/>
                  <a:pt x="59637" y="9164"/>
                </a:cubicBezTo>
                <a:cubicBezTo>
                  <a:pt x="59493" y="9376"/>
                  <a:pt x="59281" y="9594"/>
                  <a:pt x="59138" y="9806"/>
                </a:cubicBezTo>
                <a:cubicBezTo>
                  <a:pt x="59138" y="9663"/>
                  <a:pt x="59138" y="9519"/>
                  <a:pt x="59207" y="9376"/>
                </a:cubicBezTo>
                <a:cubicBezTo>
                  <a:pt x="59350" y="9021"/>
                  <a:pt x="59493" y="8735"/>
                  <a:pt x="59493" y="8735"/>
                </a:cubicBezTo>
                <a:lnTo>
                  <a:pt x="59493" y="8735"/>
                </a:lnTo>
                <a:cubicBezTo>
                  <a:pt x="59493" y="8735"/>
                  <a:pt x="59350" y="8803"/>
                  <a:pt x="59207" y="8947"/>
                </a:cubicBezTo>
                <a:cubicBezTo>
                  <a:pt x="59207" y="8660"/>
                  <a:pt x="59281" y="8374"/>
                  <a:pt x="59281" y="8019"/>
                </a:cubicBezTo>
                <a:lnTo>
                  <a:pt x="59281" y="8019"/>
                </a:lnTo>
                <a:cubicBezTo>
                  <a:pt x="59138" y="8374"/>
                  <a:pt x="58995" y="8803"/>
                  <a:pt x="58852" y="9376"/>
                </a:cubicBezTo>
                <a:cubicBezTo>
                  <a:pt x="58709" y="9519"/>
                  <a:pt x="58566" y="9663"/>
                  <a:pt x="58491" y="9806"/>
                </a:cubicBezTo>
                <a:lnTo>
                  <a:pt x="58491" y="9451"/>
                </a:lnTo>
                <a:cubicBezTo>
                  <a:pt x="58422" y="9594"/>
                  <a:pt x="58279" y="9880"/>
                  <a:pt x="58205" y="10092"/>
                </a:cubicBezTo>
                <a:lnTo>
                  <a:pt x="58205" y="10167"/>
                </a:lnTo>
                <a:cubicBezTo>
                  <a:pt x="58205" y="10092"/>
                  <a:pt x="58136" y="10023"/>
                  <a:pt x="58136" y="9949"/>
                </a:cubicBezTo>
                <a:lnTo>
                  <a:pt x="58136" y="9949"/>
                </a:lnTo>
                <a:cubicBezTo>
                  <a:pt x="58136" y="9963"/>
                  <a:pt x="58136" y="9976"/>
                  <a:pt x="58136" y="9989"/>
                </a:cubicBezTo>
                <a:lnTo>
                  <a:pt x="58136" y="9989"/>
                </a:lnTo>
                <a:cubicBezTo>
                  <a:pt x="58037" y="9724"/>
                  <a:pt x="57938" y="9425"/>
                  <a:pt x="57838" y="9094"/>
                </a:cubicBezTo>
                <a:lnTo>
                  <a:pt x="57838" y="9094"/>
                </a:lnTo>
                <a:cubicBezTo>
                  <a:pt x="57940" y="9488"/>
                  <a:pt x="57993" y="9960"/>
                  <a:pt x="57993" y="10378"/>
                </a:cubicBezTo>
                <a:cubicBezTo>
                  <a:pt x="57850" y="10665"/>
                  <a:pt x="57706" y="10883"/>
                  <a:pt x="57563" y="11169"/>
                </a:cubicBezTo>
                <a:cubicBezTo>
                  <a:pt x="57563" y="10808"/>
                  <a:pt x="57420" y="10310"/>
                  <a:pt x="57346" y="9806"/>
                </a:cubicBezTo>
                <a:cubicBezTo>
                  <a:pt x="57346" y="9451"/>
                  <a:pt x="57420" y="9090"/>
                  <a:pt x="57420" y="8660"/>
                </a:cubicBezTo>
                <a:lnTo>
                  <a:pt x="57420" y="8660"/>
                </a:lnTo>
                <a:cubicBezTo>
                  <a:pt x="57346" y="8803"/>
                  <a:pt x="57277" y="9021"/>
                  <a:pt x="57202" y="9233"/>
                </a:cubicBezTo>
                <a:cubicBezTo>
                  <a:pt x="57059" y="8803"/>
                  <a:pt x="56990" y="8448"/>
                  <a:pt x="56847" y="7944"/>
                </a:cubicBezTo>
                <a:lnTo>
                  <a:pt x="56847" y="7944"/>
                </a:lnTo>
                <a:cubicBezTo>
                  <a:pt x="56916" y="8374"/>
                  <a:pt x="56990" y="8878"/>
                  <a:pt x="57059" y="9376"/>
                </a:cubicBezTo>
                <a:cubicBezTo>
                  <a:pt x="56916" y="8947"/>
                  <a:pt x="56773" y="8448"/>
                  <a:pt x="56630" y="7876"/>
                </a:cubicBezTo>
                <a:lnTo>
                  <a:pt x="56630" y="7876"/>
                </a:lnTo>
                <a:cubicBezTo>
                  <a:pt x="56773" y="8591"/>
                  <a:pt x="56847" y="9519"/>
                  <a:pt x="56847" y="10310"/>
                </a:cubicBezTo>
                <a:lnTo>
                  <a:pt x="56847" y="10453"/>
                </a:lnTo>
                <a:cubicBezTo>
                  <a:pt x="56630" y="9737"/>
                  <a:pt x="56274" y="9021"/>
                  <a:pt x="55845" y="8374"/>
                </a:cubicBezTo>
                <a:lnTo>
                  <a:pt x="55845" y="8374"/>
                </a:lnTo>
                <a:cubicBezTo>
                  <a:pt x="56200" y="9021"/>
                  <a:pt x="56418" y="9880"/>
                  <a:pt x="56630" y="10665"/>
                </a:cubicBezTo>
                <a:cubicBezTo>
                  <a:pt x="56486" y="10739"/>
                  <a:pt x="56418" y="10808"/>
                  <a:pt x="56274" y="10951"/>
                </a:cubicBezTo>
                <a:lnTo>
                  <a:pt x="56274" y="10739"/>
                </a:lnTo>
                <a:cubicBezTo>
                  <a:pt x="56343" y="10665"/>
                  <a:pt x="56418" y="10522"/>
                  <a:pt x="56418" y="10522"/>
                </a:cubicBezTo>
                <a:lnTo>
                  <a:pt x="56418" y="10522"/>
                </a:lnTo>
                <a:cubicBezTo>
                  <a:pt x="56418" y="10522"/>
                  <a:pt x="56343" y="10596"/>
                  <a:pt x="56200" y="10665"/>
                </a:cubicBezTo>
                <a:cubicBezTo>
                  <a:pt x="56200" y="10522"/>
                  <a:pt x="56200" y="10378"/>
                  <a:pt x="56131" y="10235"/>
                </a:cubicBezTo>
                <a:cubicBezTo>
                  <a:pt x="56200" y="10167"/>
                  <a:pt x="56274" y="10023"/>
                  <a:pt x="56274" y="10023"/>
                </a:cubicBezTo>
                <a:lnTo>
                  <a:pt x="56274" y="10023"/>
                </a:lnTo>
                <a:lnTo>
                  <a:pt x="56131" y="10167"/>
                </a:lnTo>
                <a:cubicBezTo>
                  <a:pt x="55988" y="9594"/>
                  <a:pt x="55845" y="9021"/>
                  <a:pt x="55627" y="8305"/>
                </a:cubicBezTo>
                <a:lnTo>
                  <a:pt x="55627" y="8305"/>
                </a:lnTo>
                <a:cubicBezTo>
                  <a:pt x="55770" y="8947"/>
                  <a:pt x="55845" y="9663"/>
                  <a:pt x="55845" y="10378"/>
                </a:cubicBezTo>
                <a:lnTo>
                  <a:pt x="55559" y="10665"/>
                </a:lnTo>
                <a:cubicBezTo>
                  <a:pt x="55415" y="10310"/>
                  <a:pt x="55272" y="10023"/>
                  <a:pt x="55054" y="9737"/>
                </a:cubicBezTo>
                <a:lnTo>
                  <a:pt x="55054" y="9737"/>
                </a:lnTo>
                <a:cubicBezTo>
                  <a:pt x="55198" y="10023"/>
                  <a:pt x="55341" y="10378"/>
                  <a:pt x="55484" y="10739"/>
                </a:cubicBezTo>
                <a:cubicBezTo>
                  <a:pt x="55341" y="10883"/>
                  <a:pt x="55129" y="11094"/>
                  <a:pt x="54986" y="11312"/>
                </a:cubicBezTo>
                <a:cubicBezTo>
                  <a:pt x="54986" y="11169"/>
                  <a:pt x="54911" y="11094"/>
                  <a:pt x="54911" y="11026"/>
                </a:cubicBezTo>
                <a:cubicBezTo>
                  <a:pt x="54911" y="11026"/>
                  <a:pt x="54911" y="10951"/>
                  <a:pt x="54843" y="10951"/>
                </a:cubicBezTo>
                <a:cubicBezTo>
                  <a:pt x="54911" y="10739"/>
                  <a:pt x="54911" y="10453"/>
                  <a:pt x="54911" y="10167"/>
                </a:cubicBezTo>
                <a:cubicBezTo>
                  <a:pt x="54986" y="10092"/>
                  <a:pt x="55054" y="9949"/>
                  <a:pt x="55054" y="9949"/>
                </a:cubicBezTo>
                <a:lnTo>
                  <a:pt x="55054" y="9949"/>
                </a:lnTo>
                <a:lnTo>
                  <a:pt x="54986" y="10023"/>
                </a:lnTo>
                <a:cubicBezTo>
                  <a:pt x="54986" y="9806"/>
                  <a:pt x="54986" y="9594"/>
                  <a:pt x="55054" y="9376"/>
                </a:cubicBezTo>
                <a:lnTo>
                  <a:pt x="55054" y="9376"/>
                </a:lnTo>
                <a:cubicBezTo>
                  <a:pt x="54843" y="9594"/>
                  <a:pt x="54768" y="9949"/>
                  <a:pt x="54625" y="10310"/>
                </a:cubicBezTo>
                <a:cubicBezTo>
                  <a:pt x="54556" y="10310"/>
                  <a:pt x="54556" y="10235"/>
                  <a:pt x="54556" y="10235"/>
                </a:cubicBezTo>
                <a:lnTo>
                  <a:pt x="54339" y="9806"/>
                </a:lnTo>
                <a:cubicBezTo>
                  <a:pt x="54339" y="9307"/>
                  <a:pt x="54413" y="8803"/>
                  <a:pt x="54482" y="8231"/>
                </a:cubicBezTo>
                <a:lnTo>
                  <a:pt x="54482" y="8231"/>
                </a:lnTo>
                <a:cubicBezTo>
                  <a:pt x="54339" y="8448"/>
                  <a:pt x="54195" y="8878"/>
                  <a:pt x="54052" y="9307"/>
                </a:cubicBezTo>
                <a:lnTo>
                  <a:pt x="54052" y="9233"/>
                </a:lnTo>
                <a:lnTo>
                  <a:pt x="54127" y="9021"/>
                </a:lnTo>
                <a:lnTo>
                  <a:pt x="54127" y="9021"/>
                </a:lnTo>
                <a:cubicBezTo>
                  <a:pt x="54127" y="9021"/>
                  <a:pt x="54052" y="9164"/>
                  <a:pt x="53983" y="9164"/>
                </a:cubicBezTo>
                <a:lnTo>
                  <a:pt x="53766" y="9376"/>
                </a:lnTo>
                <a:cubicBezTo>
                  <a:pt x="53840" y="8735"/>
                  <a:pt x="53840" y="8087"/>
                  <a:pt x="53909" y="7303"/>
                </a:cubicBezTo>
                <a:lnTo>
                  <a:pt x="53909" y="7303"/>
                </a:lnTo>
                <a:cubicBezTo>
                  <a:pt x="53623" y="7801"/>
                  <a:pt x="53411" y="8878"/>
                  <a:pt x="53267" y="9880"/>
                </a:cubicBezTo>
                <a:lnTo>
                  <a:pt x="53193" y="9949"/>
                </a:lnTo>
                <a:cubicBezTo>
                  <a:pt x="53193" y="9949"/>
                  <a:pt x="53124" y="9949"/>
                  <a:pt x="53124" y="9880"/>
                </a:cubicBezTo>
                <a:cubicBezTo>
                  <a:pt x="53193" y="9090"/>
                  <a:pt x="53267" y="8162"/>
                  <a:pt x="53336" y="7160"/>
                </a:cubicBezTo>
                <a:lnTo>
                  <a:pt x="53336" y="7160"/>
                </a:lnTo>
                <a:cubicBezTo>
                  <a:pt x="53050" y="7658"/>
                  <a:pt x="52838" y="8660"/>
                  <a:pt x="52695" y="9663"/>
                </a:cubicBezTo>
                <a:lnTo>
                  <a:pt x="52477" y="9880"/>
                </a:lnTo>
                <a:lnTo>
                  <a:pt x="52265" y="10092"/>
                </a:lnTo>
                <a:cubicBezTo>
                  <a:pt x="52334" y="9376"/>
                  <a:pt x="52408" y="8517"/>
                  <a:pt x="52477" y="7658"/>
                </a:cubicBezTo>
                <a:lnTo>
                  <a:pt x="52477" y="7658"/>
                </a:lnTo>
                <a:cubicBezTo>
                  <a:pt x="52191" y="8087"/>
                  <a:pt x="51979" y="9021"/>
                  <a:pt x="51836" y="9949"/>
                </a:cubicBezTo>
                <a:cubicBezTo>
                  <a:pt x="51761" y="9880"/>
                  <a:pt x="51692" y="9806"/>
                  <a:pt x="51692" y="9737"/>
                </a:cubicBezTo>
                <a:cubicBezTo>
                  <a:pt x="51549" y="9451"/>
                  <a:pt x="51475" y="9164"/>
                  <a:pt x="51332" y="8878"/>
                </a:cubicBezTo>
                <a:cubicBezTo>
                  <a:pt x="51618" y="8162"/>
                  <a:pt x="51904" y="7372"/>
                  <a:pt x="52122" y="6799"/>
                </a:cubicBezTo>
                <a:cubicBezTo>
                  <a:pt x="52408" y="6157"/>
                  <a:pt x="52551" y="5728"/>
                  <a:pt x="52552" y="5728"/>
                </a:cubicBezTo>
                <a:lnTo>
                  <a:pt x="52552" y="5728"/>
                </a:lnTo>
                <a:cubicBezTo>
                  <a:pt x="52551" y="5728"/>
                  <a:pt x="52334" y="6014"/>
                  <a:pt x="51979" y="6444"/>
                </a:cubicBezTo>
                <a:cubicBezTo>
                  <a:pt x="51979" y="6369"/>
                  <a:pt x="52047" y="6226"/>
                  <a:pt x="52047" y="6226"/>
                </a:cubicBezTo>
                <a:lnTo>
                  <a:pt x="52047" y="6226"/>
                </a:lnTo>
                <a:cubicBezTo>
                  <a:pt x="52047" y="6226"/>
                  <a:pt x="51406" y="6873"/>
                  <a:pt x="50833" y="7801"/>
                </a:cubicBezTo>
                <a:cubicBezTo>
                  <a:pt x="50616" y="8087"/>
                  <a:pt x="50472" y="8374"/>
                  <a:pt x="50329" y="8660"/>
                </a:cubicBezTo>
                <a:cubicBezTo>
                  <a:pt x="50616" y="7944"/>
                  <a:pt x="50902" y="7085"/>
                  <a:pt x="51120" y="6512"/>
                </a:cubicBezTo>
                <a:cubicBezTo>
                  <a:pt x="51406" y="5940"/>
                  <a:pt x="51549" y="5510"/>
                  <a:pt x="51549" y="5510"/>
                </a:cubicBezTo>
                <a:lnTo>
                  <a:pt x="51549" y="5510"/>
                </a:lnTo>
                <a:cubicBezTo>
                  <a:pt x="51549" y="5510"/>
                  <a:pt x="50547" y="6587"/>
                  <a:pt x="49900" y="7801"/>
                </a:cubicBezTo>
                <a:lnTo>
                  <a:pt x="49900" y="7732"/>
                </a:lnTo>
                <a:cubicBezTo>
                  <a:pt x="50043" y="7446"/>
                  <a:pt x="50260" y="7085"/>
                  <a:pt x="50260" y="7085"/>
                </a:cubicBezTo>
                <a:lnTo>
                  <a:pt x="50260" y="7085"/>
                </a:lnTo>
                <a:cubicBezTo>
                  <a:pt x="50260" y="7085"/>
                  <a:pt x="50043" y="7228"/>
                  <a:pt x="49831" y="7515"/>
                </a:cubicBezTo>
                <a:cubicBezTo>
                  <a:pt x="49613" y="7732"/>
                  <a:pt x="49401" y="7944"/>
                  <a:pt x="49184" y="8231"/>
                </a:cubicBezTo>
                <a:cubicBezTo>
                  <a:pt x="49184" y="8231"/>
                  <a:pt x="49184" y="8162"/>
                  <a:pt x="49115" y="8087"/>
                </a:cubicBezTo>
                <a:cubicBezTo>
                  <a:pt x="49041" y="7515"/>
                  <a:pt x="48897" y="6873"/>
                  <a:pt x="48685" y="6014"/>
                </a:cubicBezTo>
                <a:cubicBezTo>
                  <a:pt x="48829" y="5728"/>
                  <a:pt x="49040" y="5224"/>
                  <a:pt x="49041" y="5224"/>
                </a:cubicBezTo>
                <a:lnTo>
                  <a:pt x="49041" y="5224"/>
                </a:lnTo>
                <a:cubicBezTo>
                  <a:pt x="49040" y="5224"/>
                  <a:pt x="48754" y="5510"/>
                  <a:pt x="48611" y="5728"/>
                </a:cubicBezTo>
                <a:cubicBezTo>
                  <a:pt x="48543" y="5585"/>
                  <a:pt x="48542" y="5369"/>
                  <a:pt x="48469" y="5226"/>
                </a:cubicBezTo>
                <a:lnTo>
                  <a:pt x="48469" y="5226"/>
                </a:lnTo>
                <a:cubicBezTo>
                  <a:pt x="48542" y="5369"/>
                  <a:pt x="48542" y="5585"/>
                  <a:pt x="48542" y="5728"/>
                </a:cubicBezTo>
                <a:lnTo>
                  <a:pt x="48399" y="6014"/>
                </a:lnTo>
                <a:cubicBezTo>
                  <a:pt x="48325" y="5940"/>
                  <a:pt x="48325" y="5796"/>
                  <a:pt x="48325" y="5728"/>
                </a:cubicBezTo>
                <a:lnTo>
                  <a:pt x="48325" y="6014"/>
                </a:lnTo>
                <a:cubicBezTo>
                  <a:pt x="48181" y="6226"/>
                  <a:pt x="48038" y="6369"/>
                  <a:pt x="47895" y="6587"/>
                </a:cubicBezTo>
                <a:cubicBezTo>
                  <a:pt x="47826" y="6157"/>
                  <a:pt x="47683" y="5585"/>
                  <a:pt x="47540" y="5012"/>
                </a:cubicBezTo>
                <a:lnTo>
                  <a:pt x="47540" y="5012"/>
                </a:lnTo>
                <a:cubicBezTo>
                  <a:pt x="47609" y="5585"/>
                  <a:pt x="47683" y="6226"/>
                  <a:pt x="47752" y="6873"/>
                </a:cubicBezTo>
                <a:cubicBezTo>
                  <a:pt x="47465" y="7372"/>
                  <a:pt x="47110" y="7876"/>
                  <a:pt x="46967" y="8448"/>
                </a:cubicBezTo>
                <a:cubicBezTo>
                  <a:pt x="46967" y="8591"/>
                  <a:pt x="46893" y="8735"/>
                  <a:pt x="46824" y="8878"/>
                </a:cubicBezTo>
                <a:cubicBezTo>
                  <a:pt x="46824" y="8878"/>
                  <a:pt x="46824" y="8947"/>
                  <a:pt x="46749" y="8947"/>
                </a:cubicBezTo>
                <a:cubicBezTo>
                  <a:pt x="46824" y="8591"/>
                  <a:pt x="46824" y="8231"/>
                  <a:pt x="46893" y="7876"/>
                </a:cubicBezTo>
                <a:lnTo>
                  <a:pt x="46893" y="7876"/>
                </a:lnTo>
                <a:cubicBezTo>
                  <a:pt x="46824" y="8019"/>
                  <a:pt x="46681" y="8231"/>
                  <a:pt x="46606" y="8374"/>
                </a:cubicBezTo>
                <a:cubicBezTo>
                  <a:pt x="46538" y="7876"/>
                  <a:pt x="46394" y="7303"/>
                  <a:pt x="46177" y="6587"/>
                </a:cubicBezTo>
                <a:lnTo>
                  <a:pt x="46177" y="6587"/>
                </a:lnTo>
                <a:cubicBezTo>
                  <a:pt x="46320" y="7303"/>
                  <a:pt x="46394" y="8231"/>
                  <a:pt x="46463" y="9090"/>
                </a:cubicBezTo>
                <a:cubicBezTo>
                  <a:pt x="46394" y="9164"/>
                  <a:pt x="46394" y="9233"/>
                  <a:pt x="46394" y="9376"/>
                </a:cubicBezTo>
                <a:lnTo>
                  <a:pt x="46320" y="9376"/>
                </a:lnTo>
                <a:cubicBezTo>
                  <a:pt x="46251" y="9307"/>
                  <a:pt x="46251" y="9233"/>
                  <a:pt x="46251" y="9164"/>
                </a:cubicBezTo>
                <a:cubicBezTo>
                  <a:pt x="46251" y="8878"/>
                  <a:pt x="46320" y="8591"/>
                  <a:pt x="46320" y="8305"/>
                </a:cubicBezTo>
                <a:lnTo>
                  <a:pt x="46320" y="8305"/>
                </a:lnTo>
                <a:lnTo>
                  <a:pt x="46108" y="8735"/>
                </a:lnTo>
                <a:cubicBezTo>
                  <a:pt x="46034" y="8517"/>
                  <a:pt x="45965" y="8305"/>
                  <a:pt x="45890" y="8162"/>
                </a:cubicBezTo>
                <a:lnTo>
                  <a:pt x="45890" y="8374"/>
                </a:lnTo>
                <a:lnTo>
                  <a:pt x="45890" y="8803"/>
                </a:lnTo>
                <a:lnTo>
                  <a:pt x="45890" y="9307"/>
                </a:lnTo>
                <a:cubicBezTo>
                  <a:pt x="45890" y="9307"/>
                  <a:pt x="45890" y="9234"/>
                  <a:pt x="45823" y="9165"/>
                </a:cubicBezTo>
                <a:lnTo>
                  <a:pt x="45823" y="9165"/>
                </a:lnTo>
                <a:cubicBezTo>
                  <a:pt x="45890" y="9234"/>
                  <a:pt x="45890" y="9308"/>
                  <a:pt x="45890" y="9376"/>
                </a:cubicBezTo>
                <a:lnTo>
                  <a:pt x="45890" y="9519"/>
                </a:lnTo>
                <a:cubicBezTo>
                  <a:pt x="45890" y="9451"/>
                  <a:pt x="45822" y="9307"/>
                  <a:pt x="45822" y="9164"/>
                </a:cubicBezTo>
                <a:cubicBezTo>
                  <a:pt x="45747" y="8305"/>
                  <a:pt x="45535" y="7228"/>
                  <a:pt x="45174" y="5728"/>
                </a:cubicBezTo>
                <a:cubicBezTo>
                  <a:pt x="45249" y="5510"/>
                  <a:pt x="45249" y="5224"/>
                  <a:pt x="45249" y="5012"/>
                </a:cubicBezTo>
                <a:lnTo>
                  <a:pt x="45249" y="5012"/>
                </a:lnTo>
                <a:cubicBezTo>
                  <a:pt x="45249" y="5081"/>
                  <a:pt x="45174" y="5224"/>
                  <a:pt x="45106" y="5367"/>
                </a:cubicBezTo>
                <a:cubicBezTo>
                  <a:pt x="45174" y="5012"/>
                  <a:pt x="45174" y="4725"/>
                  <a:pt x="45174" y="4439"/>
                </a:cubicBezTo>
                <a:lnTo>
                  <a:pt x="45174" y="4439"/>
                </a:lnTo>
                <a:cubicBezTo>
                  <a:pt x="45106" y="4508"/>
                  <a:pt x="45031" y="4725"/>
                  <a:pt x="45031" y="4869"/>
                </a:cubicBezTo>
                <a:cubicBezTo>
                  <a:pt x="44962" y="4794"/>
                  <a:pt x="44962" y="4794"/>
                  <a:pt x="44962" y="4725"/>
                </a:cubicBezTo>
                <a:lnTo>
                  <a:pt x="44962" y="4937"/>
                </a:lnTo>
                <a:cubicBezTo>
                  <a:pt x="44676" y="5796"/>
                  <a:pt x="44458" y="7228"/>
                  <a:pt x="44315" y="8448"/>
                </a:cubicBezTo>
                <a:lnTo>
                  <a:pt x="43960" y="8803"/>
                </a:lnTo>
                <a:cubicBezTo>
                  <a:pt x="44029" y="7589"/>
                  <a:pt x="44172" y="6014"/>
                  <a:pt x="44315" y="4221"/>
                </a:cubicBezTo>
                <a:lnTo>
                  <a:pt x="44315" y="4221"/>
                </a:lnTo>
                <a:cubicBezTo>
                  <a:pt x="43886" y="5012"/>
                  <a:pt x="43599" y="6730"/>
                  <a:pt x="43387" y="8305"/>
                </a:cubicBezTo>
                <a:cubicBezTo>
                  <a:pt x="43387" y="8231"/>
                  <a:pt x="43313" y="8162"/>
                  <a:pt x="43313" y="8088"/>
                </a:cubicBezTo>
                <a:lnTo>
                  <a:pt x="43313" y="8088"/>
                </a:lnTo>
                <a:cubicBezTo>
                  <a:pt x="43313" y="8163"/>
                  <a:pt x="43387" y="8305"/>
                  <a:pt x="43387" y="8374"/>
                </a:cubicBezTo>
                <a:cubicBezTo>
                  <a:pt x="43387" y="8591"/>
                  <a:pt x="43313" y="8878"/>
                  <a:pt x="43313" y="9090"/>
                </a:cubicBezTo>
                <a:cubicBezTo>
                  <a:pt x="43244" y="8947"/>
                  <a:pt x="43244" y="8878"/>
                  <a:pt x="43170" y="8735"/>
                </a:cubicBezTo>
                <a:lnTo>
                  <a:pt x="42740" y="7446"/>
                </a:lnTo>
                <a:cubicBezTo>
                  <a:pt x="42815" y="6942"/>
                  <a:pt x="42815" y="6369"/>
                  <a:pt x="42883" y="5796"/>
                </a:cubicBezTo>
                <a:lnTo>
                  <a:pt x="42883" y="5796"/>
                </a:lnTo>
                <a:cubicBezTo>
                  <a:pt x="42740" y="6014"/>
                  <a:pt x="42671" y="6369"/>
                  <a:pt x="42528" y="6799"/>
                </a:cubicBezTo>
                <a:cubicBezTo>
                  <a:pt x="42385" y="6300"/>
                  <a:pt x="42167" y="5796"/>
                  <a:pt x="41881" y="5298"/>
                </a:cubicBezTo>
                <a:lnTo>
                  <a:pt x="41881" y="5298"/>
                </a:lnTo>
                <a:cubicBezTo>
                  <a:pt x="42099" y="5728"/>
                  <a:pt x="42242" y="6157"/>
                  <a:pt x="42311" y="6656"/>
                </a:cubicBezTo>
                <a:cubicBezTo>
                  <a:pt x="42167" y="6083"/>
                  <a:pt x="41881" y="5510"/>
                  <a:pt x="41669" y="4937"/>
                </a:cubicBezTo>
                <a:cubicBezTo>
                  <a:pt x="41669" y="4582"/>
                  <a:pt x="41669" y="4296"/>
                  <a:pt x="41738" y="3935"/>
                </a:cubicBezTo>
                <a:lnTo>
                  <a:pt x="41738" y="3935"/>
                </a:lnTo>
                <a:cubicBezTo>
                  <a:pt x="41526" y="4296"/>
                  <a:pt x="41383" y="4937"/>
                  <a:pt x="41240" y="5653"/>
                </a:cubicBezTo>
                <a:cubicBezTo>
                  <a:pt x="41096" y="5298"/>
                  <a:pt x="40879" y="4869"/>
                  <a:pt x="40735" y="4508"/>
                </a:cubicBezTo>
                <a:lnTo>
                  <a:pt x="40735" y="4508"/>
                </a:lnTo>
                <a:cubicBezTo>
                  <a:pt x="40879" y="4937"/>
                  <a:pt x="41022" y="5441"/>
                  <a:pt x="41165" y="5940"/>
                </a:cubicBezTo>
                <a:cubicBezTo>
                  <a:pt x="40953" y="6942"/>
                  <a:pt x="40810" y="8087"/>
                  <a:pt x="40735" y="9090"/>
                </a:cubicBezTo>
                <a:cubicBezTo>
                  <a:pt x="40667" y="9021"/>
                  <a:pt x="40667" y="8947"/>
                  <a:pt x="40667" y="8878"/>
                </a:cubicBezTo>
                <a:cubicBezTo>
                  <a:pt x="40667" y="8517"/>
                  <a:pt x="40735" y="8087"/>
                  <a:pt x="40735" y="7732"/>
                </a:cubicBezTo>
                <a:lnTo>
                  <a:pt x="40735" y="7732"/>
                </a:lnTo>
                <a:cubicBezTo>
                  <a:pt x="40667" y="7876"/>
                  <a:pt x="40592" y="8087"/>
                  <a:pt x="40524" y="8305"/>
                </a:cubicBezTo>
                <a:cubicBezTo>
                  <a:pt x="40452" y="8167"/>
                  <a:pt x="40385" y="8029"/>
                  <a:pt x="40381" y="7891"/>
                </a:cubicBezTo>
                <a:lnTo>
                  <a:pt x="40381" y="7891"/>
                </a:lnTo>
                <a:cubicBezTo>
                  <a:pt x="40683" y="7191"/>
                  <a:pt x="40953" y="6656"/>
                  <a:pt x="40953" y="6656"/>
                </a:cubicBezTo>
                <a:lnTo>
                  <a:pt x="40953" y="6656"/>
                </a:lnTo>
                <a:cubicBezTo>
                  <a:pt x="40953" y="6656"/>
                  <a:pt x="40449" y="7085"/>
                  <a:pt x="40020" y="7658"/>
                </a:cubicBezTo>
                <a:cubicBezTo>
                  <a:pt x="39808" y="7160"/>
                  <a:pt x="39590" y="6587"/>
                  <a:pt x="39304" y="6083"/>
                </a:cubicBezTo>
                <a:lnTo>
                  <a:pt x="39304" y="6083"/>
                </a:lnTo>
                <a:cubicBezTo>
                  <a:pt x="39521" y="6587"/>
                  <a:pt x="39664" y="7228"/>
                  <a:pt x="39876" y="7876"/>
                </a:cubicBezTo>
                <a:cubicBezTo>
                  <a:pt x="39733" y="8019"/>
                  <a:pt x="39590" y="8162"/>
                  <a:pt x="39521" y="8374"/>
                </a:cubicBezTo>
                <a:cubicBezTo>
                  <a:pt x="39235" y="7085"/>
                  <a:pt x="38805" y="5585"/>
                  <a:pt x="38158" y="4221"/>
                </a:cubicBezTo>
                <a:lnTo>
                  <a:pt x="38158" y="4221"/>
                </a:lnTo>
                <a:cubicBezTo>
                  <a:pt x="38376" y="4937"/>
                  <a:pt x="38588" y="5796"/>
                  <a:pt x="38805" y="6656"/>
                </a:cubicBezTo>
                <a:cubicBezTo>
                  <a:pt x="38731" y="6730"/>
                  <a:pt x="38301" y="7160"/>
                  <a:pt x="37872" y="7732"/>
                </a:cubicBezTo>
                <a:cubicBezTo>
                  <a:pt x="37728" y="7228"/>
                  <a:pt x="37660" y="6730"/>
                  <a:pt x="37442" y="6157"/>
                </a:cubicBezTo>
                <a:lnTo>
                  <a:pt x="37442" y="6157"/>
                </a:lnTo>
                <a:cubicBezTo>
                  <a:pt x="37585" y="6730"/>
                  <a:pt x="37660" y="7303"/>
                  <a:pt x="37660" y="7944"/>
                </a:cubicBezTo>
                <a:cubicBezTo>
                  <a:pt x="37373" y="8374"/>
                  <a:pt x="37156" y="8803"/>
                  <a:pt x="37013" y="9307"/>
                </a:cubicBezTo>
                <a:cubicBezTo>
                  <a:pt x="36944" y="9376"/>
                  <a:pt x="36944" y="9451"/>
                  <a:pt x="36944" y="9519"/>
                </a:cubicBezTo>
                <a:lnTo>
                  <a:pt x="36944" y="9451"/>
                </a:lnTo>
                <a:cubicBezTo>
                  <a:pt x="36944" y="8735"/>
                  <a:pt x="37013" y="8019"/>
                  <a:pt x="37087" y="7160"/>
                </a:cubicBezTo>
                <a:lnTo>
                  <a:pt x="37087" y="7160"/>
                </a:lnTo>
                <a:cubicBezTo>
                  <a:pt x="36944" y="7446"/>
                  <a:pt x="36801" y="7944"/>
                  <a:pt x="36657" y="8448"/>
                </a:cubicBezTo>
                <a:cubicBezTo>
                  <a:pt x="36583" y="8231"/>
                  <a:pt x="36514" y="7944"/>
                  <a:pt x="36440" y="7658"/>
                </a:cubicBezTo>
                <a:lnTo>
                  <a:pt x="36440" y="7658"/>
                </a:lnTo>
                <a:cubicBezTo>
                  <a:pt x="36514" y="8019"/>
                  <a:pt x="36514" y="8374"/>
                  <a:pt x="36583" y="8735"/>
                </a:cubicBezTo>
                <a:cubicBezTo>
                  <a:pt x="36583" y="8803"/>
                  <a:pt x="36583" y="8803"/>
                  <a:pt x="36514" y="8878"/>
                </a:cubicBezTo>
                <a:cubicBezTo>
                  <a:pt x="36440" y="8517"/>
                  <a:pt x="36297" y="8162"/>
                  <a:pt x="36228" y="7732"/>
                </a:cubicBezTo>
                <a:lnTo>
                  <a:pt x="36228" y="7732"/>
                </a:lnTo>
                <a:cubicBezTo>
                  <a:pt x="36297" y="8231"/>
                  <a:pt x="36371" y="8735"/>
                  <a:pt x="36440" y="9307"/>
                </a:cubicBezTo>
                <a:cubicBezTo>
                  <a:pt x="36371" y="9376"/>
                  <a:pt x="36297" y="9519"/>
                  <a:pt x="36297" y="9594"/>
                </a:cubicBezTo>
                <a:cubicBezTo>
                  <a:pt x="36153" y="9233"/>
                  <a:pt x="36085" y="8878"/>
                  <a:pt x="35941" y="8517"/>
                </a:cubicBezTo>
                <a:cubicBezTo>
                  <a:pt x="35941" y="8374"/>
                  <a:pt x="35941" y="8231"/>
                  <a:pt x="36010" y="8087"/>
                </a:cubicBezTo>
                <a:cubicBezTo>
                  <a:pt x="36228" y="7589"/>
                  <a:pt x="36371" y="7303"/>
                  <a:pt x="36371" y="7303"/>
                </a:cubicBezTo>
                <a:lnTo>
                  <a:pt x="36371" y="7303"/>
                </a:lnTo>
                <a:cubicBezTo>
                  <a:pt x="36371" y="7303"/>
                  <a:pt x="36228" y="7446"/>
                  <a:pt x="36010" y="7589"/>
                </a:cubicBezTo>
                <a:cubicBezTo>
                  <a:pt x="36010" y="7446"/>
                  <a:pt x="36010" y="7228"/>
                  <a:pt x="36085" y="7016"/>
                </a:cubicBezTo>
                <a:cubicBezTo>
                  <a:pt x="36514" y="5797"/>
                  <a:pt x="37012" y="4651"/>
                  <a:pt x="37013" y="4651"/>
                </a:cubicBezTo>
                <a:lnTo>
                  <a:pt x="37013" y="4651"/>
                </a:lnTo>
                <a:cubicBezTo>
                  <a:pt x="37012" y="4651"/>
                  <a:pt x="36869" y="4794"/>
                  <a:pt x="36657" y="5080"/>
                </a:cubicBezTo>
                <a:cubicBezTo>
                  <a:pt x="36726" y="4937"/>
                  <a:pt x="36801" y="4725"/>
                  <a:pt x="36801" y="4725"/>
                </a:cubicBezTo>
                <a:lnTo>
                  <a:pt x="36801" y="4725"/>
                </a:lnTo>
                <a:cubicBezTo>
                  <a:pt x="36801" y="4725"/>
                  <a:pt x="36657" y="4869"/>
                  <a:pt x="36440" y="5155"/>
                </a:cubicBezTo>
                <a:cubicBezTo>
                  <a:pt x="36583" y="4794"/>
                  <a:pt x="36801" y="4296"/>
                  <a:pt x="36801" y="4296"/>
                </a:cubicBezTo>
                <a:lnTo>
                  <a:pt x="36801" y="4296"/>
                </a:lnTo>
                <a:cubicBezTo>
                  <a:pt x="36800" y="4296"/>
                  <a:pt x="35867" y="5224"/>
                  <a:pt x="35226" y="6444"/>
                </a:cubicBezTo>
                <a:cubicBezTo>
                  <a:pt x="35151" y="6301"/>
                  <a:pt x="35151" y="6226"/>
                  <a:pt x="35082" y="6083"/>
                </a:cubicBezTo>
                <a:lnTo>
                  <a:pt x="35082" y="6083"/>
                </a:lnTo>
                <a:cubicBezTo>
                  <a:pt x="35151" y="6226"/>
                  <a:pt x="35151" y="6369"/>
                  <a:pt x="35151" y="6444"/>
                </a:cubicBezTo>
                <a:cubicBezTo>
                  <a:pt x="35008" y="6799"/>
                  <a:pt x="34796" y="7160"/>
                  <a:pt x="34722" y="7515"/>
                </a:cubicBezTo>
                <a:cubicBezTo>
                  <a:pt x="34653" y="7801"/>
                  <a:pt x="34510" y="8231"/>
                  <a:pt x="34435" y="8660"/>
                </a:cubicBezTo>
                <a:cubicBezTo>
                  <a:pt x="34435" y="8231"/>
                  <a:pt x="34510" y="7801"/>
                  <a:pt x="34510" y="7372"/>
                </a:cubicBezTo>
                <a:lnTo>
                  <a:pt x="34578" y="7228"/>
                </a:lnTo>
                <a:lnTo>
                  <a:pt x="34510" y="7303"/>
                </a:lnTo>
                <a:cubicBezTo>
                  <a:pt x="34578" y="6873"/>
                  <a:pt x="34578" y="6369"/>
                  <a:pt x="34653" y="5871"/>
                </a:cubicBezTo>
                <a:cubicBezTo>
                  <a:pt x="34721" y="5797"/>
                  <a:pt x="34722" y="5655"/>
                  <a:pt x="34722" y="5653"/>
                </a:cubicBezTo>
                <a:lnTo>
                  <a:pt x="34722" y="5653"/>
                </a:lnTo>
                <a:cubicBezTo>
                  <a:pt x="34722" y="5654"/>
                  <a:pt x="34721" y="5728"/>
                  <a:pt x="34653" y="5728"/>
                </a:cubicBezTo>
                <a:lnTo>
                  <a:pt x="34653" y="5510"/>
                </a:lnTo>
                <a:cubicBezTo>
                  <a:pt x="34653" y="5585"/>
                  <a:pt x="34578" y="5728"/>
                  <a:pt x="34510" y="5871"/>
                </a:cubicBezTo>
                <a:cubicBezTo>
                  <a:pt x="34366" y="6014"/>
                  <a:pt x="34223" y="6226"/>
                  <a:pt x="34006" y="6512"/>
                </a:cubicBezTo>
                <a:cubicBezTo>
                  <a:pt x="33937" y="6444"/>
                  <a:pt x="33937" y="6369"/>
                  <a:pt x="33937" y="6369"/>
                </a:cubicBezTo>
                <a:lnTo>
                  <a:pt x="34080" y="6083"/>
                </a:lnTo>
                <a:lnTo>
                  <a:pt x="33937" y="6226"/>
                </a:lnTo>
                <a:cubicBezTo>
                  <a:pt x="33794" y="5653"/>
                  <a:pt x="33650" y="4937"/>
                  <a:pt x="33433" y="4221"/>
                </a:cubicBezTo>
                <a:lnTo>
                  <a:pt x="33433" y="4221"/>
                </a:lnTo>
                <a:cubicBezTo>
                  <a:pt x="33576" y="4869"/>
                  <a:pt x="33650" y="5728"/>
                  <a:pt x="33650" y="6512"/>
                </a:cubicBezTo>
                <a:cubicBezTo>
                  <a:pt x="33650" y="6587"/>
                  <a:pt x="33576" y="6587"/>
                  <a:pt x="33507" y="6656"/>
                </a:cubicBezTo>
                <a:cubicBezTo>
                  <a:pt x="33433" y="6157"/>
                  <a:pt x="33290" y="5585"/>
                  <a:pt x="33146" y="4937"/>
                </a:cubicBezTo>
                <a:cubicBezTo>
                  <a:pt x="33290" y="4508"/>
                  <a:pt x="33364" y="4365"/>
                  <a:pt x="33433" y="4221"/>
                </a:cubicBezTo>
                <a:lnTo>
                  <a:pt x="33507" y="4078"/>
                </a:lnTo>
                <a:lnTo>
                  <a:pt x="33433" y="4153"/>
                </a:lnTo>
                <a:cubicBezTo>
                  <a:pt x="33364" y="4221"/>
                  <a:pt x="33290" y="4365"/>
                  <a:pt x="33078" y="4582"/>
                </a:cubicBezTo>
                <a:cubicBezTo>
                  <a:pt x="33004" y="4508"/>
                  <a:pt x="33003" y="4366"/>
                  <a:pt x="32935" y="4223"/>
                </a:cubicBezTo>
                <a:lnTo>
                  <a:pt x="32935" y="4223"/>
                </a:lnTo>
                <a:cubicBezTo>
                  <a:pt x="33003" y="4366"/>
                  <a:pt x="33003" y="4508"/>
                  <a:pt x="33003" y="4651"/>
                </a:cubicBezTo>
                <a:lnTo>
                  <a:pt x="32934" y="4725"/>
                </a:lnTo>
                <a:cubicBezTo>
                  <a:pt x="32860" y="4439"/>
                  <a:pt x="32791" y="4153"/>
                  <a:pt x="32648" y="3792"/>
                </a:cubicBezTo>
                <a:lnTo>
                  <a:pt x="32648" y="3792"/>
                </a:lnTo>
                <a:cubicBezTo>
                  <a:pt x="32717" y="4078"/>
                  <a:pt x="32791" y="4508"/>
                  <a:pt x="32860" y="4869"/>
                </a:cubicBezTo>
                <a:cubicBezTo>
                  <a:pt x="32574" y="5155"/>
                  <a:pt x="32287" y="5585"/>
                  <a:pt x="32075" y="6014"/>
                </a:cubicBezTo>
                <a:lnTo>
                  <a:pt x="32075" y="5441"/>
                </a:lnTo>
                <a:cubicBezTo>
                  <a:pt x="32001" y="5585"/>
                  <a:pt x="31932" y="5871"/>
                  <a:pt x="31789" y="6157"/>
                </a:cubicBezTo>
                <a:cubicBezTo>
                  <a:pt x="31715" y="6014"/>
                  <a:pt x="31715" y="5871"/>
                  <a:pt x="31646" y="5728"/>
                </a:cubicBezTo>
                <a:lnTo>
                  <a:pt x="31646" y="5728"/>
                </a:lnTo>
                <a:cubicBezTo>
                  <a:pt x="31646" y="5871"/>
                  <a:pt x="31715" y="6083"/>
                  <a:pt x="31789" y="6226"/>
                </a:cubicBezTo>
                <a:cubicBezTo>
                  <a:pt x="31789" y="6369"/>
                  <a:pt x="31715" y="6512"/>
                  <a:pt x="31646" y="6730"/>
                </a:cubicBezTo>
                <a:cubicBezTo>
                  <a:pt x="31646" y="6799"/>
                  <a:pt x="31571" y="6942"/>
                  <a:pt x="31571" y="7016"/>
                </a:cubicBezTo>
                <a:cubicBezTo>
                  <a:pt x="31428" y="6444"/>
                  <a:pt x="31285" y="5871"/>
                  <a:pt x="31073" y="5155"/>
                </a:cubicBezTo>
                <a:lnTo>
                  <a:pt x="31073" y="5155"/>
                </a:lnTo>
                <a:cubicBezTo>
                  <a:pt x="31216" y="5728"/>
                  <a:pt x="31285" y="6444"/>
                  <a:pt x="31285" y="7085"/>
                </a:cubicBezTo>
                <a:cubicBezTo>
                  <a:pt x="31285" y="7016"/>
                  <a:pt x="31216" y="6873"/>
                  <a:pt x="31142" y="6730"/>
                </a:cubicBezTo>
                <a:lnTo>
                  <a:pt x="31142" y="6730"/>
                </a:lnTo>
                <a:cubicBezTo>
                  <a:pt x="31142" y="7016"/>
                  <a:pt x="31216" y="7372"/>
                  <a:pt x="31216" y="7732"/>
                </a:cubicBezTo>
                <a:cubicBezTo>
                  <a:pt x="31073" y="7085"/>
                  <a:pt x="30930" y="6444"/>
                  <a:pt x="30643" y="5653"/>
                </a:cubicBezTo>
                <a:lnTo>
                  <a:pt x="30643" y="5653"/>
                </a:lnTo>
                <a:cubicBezTo>
                  <a:pt x="30787" y="6157"/>
                  <a:pt x="30855" y="6730"/>
                  <a:pt x="30855" y="7372"/>
                </a:cubicBezTo>
                <a:cubicBezTo>
                  <a:pt x="30787" y="7228"/>
                  <a:pt x="30787" y="7016"/>
                  <a:pt x="30712" y="6799"/>
                </a:cubicBezTo>
                <a:lnTo>
                  <a:pt x="30712" y="6799"/>
                </a:lnTo>
                <a:cubicBezTo>
                  <a:pt x="30712" y="7016"/>
                  <a:pt x="30787" y="7303"/>
                  <a:pt x="30787" y="7515"/>
                </a:cubicBezTo>
                <a:cubicBezTo>
                  <a:pt x="30787" y="7449"/>
                  <a:pt x="30720" y="7379"/>
                  <a:pt x="30654" y="7250"/>
                </a:cubicBezTo>
                <a:lnTo>
                  <a:pt x="30654" y="7250"/>
                </a:lnTo>
                <a:lnTo>
                  <a:pt x="30855" y="7658"/>
                </a:lnTo>
                <a:lnTo>
                  <a:pt x="30855" y="8087"/>
                </a:lnTo>
                <a:cubicBezTo>
                  <a:pt x="30787" y="7658"/>
                  <a:pt x="30643" y="7303"/>
                  <a:pt x="30500" y="6942"/>
                </a:cubicBezTo>
                <a:lnTo>
                  <a:pt x="30500" y="6942"/>
                </a:lnTo>
                <a:cubicBezTo>
                  <a:pt x="30569" y="7372"/>
                  <a:pt x="30569" y="7801"/>
                  <a:pt x="30569" y="8374"/>
                </a:cubicBezTo>
                <a:cubicBezTo>
                  <a:pt x="30500" y="7944"/>
                  <a:pt x="30426" y="7589"/>
                  <a:pt x="30283" y="7228"/>
                </a:cubicBezTo>
                <a:cubicBezTo>
                  <a:pt x="30357" y="6083"/>
                  <a:pt x="30426" y="4869"/>
                  <a:pt x="30569" y="3437"/>
                </a:cubicBezTo>
                <a:lnTo>
                  <a:pt x="30569" y="3437"/>
                </a:lnTo>
                <a:cubicBezTo>
                  <a:pt x="30283" y="3935"/>
                  <a:pt x="30071" y="4794"/>
                  <a:pt x="29928" y="5796"/>
                </a:cubicBezTo>
                <a:cubicBezTo>
                  <a:pt x="29853" y="5510"/>
                  <a:pt x="29784" y="5155"/>
                  <a:pt x="29710" y="4869"/>
                </a:cubicBezTo>
                <a:cubicBezTo>
                  <a:pt x="29784" y="4439"/>
                  <a:pt x="29784" y="3935"/>
                  <a:pt x="29853" y="3505"/>
                </a:cubicBezTo>
                <a:lnTo>
                  <a:pt x="29853" y="3505"/>
                </a:lnTo>
                <a:cubicBezTo>
                  <a:pt x="29784" y="3649"/>
                  <a:pt x="29641" y="3935"/>
                  <a:pt x="29567" y="4221"/>
                </a:cubicBezTo>
                <a:cubicBezTo>
                  <a:pt x="29498" y="4010"/>
                  <a:pt x="29498" y="3792"/>
                  <a:pt x="29424" y="3580"/>
                </a:cubicBezTo>
                <a:lnTo>
                  <a:pt x="29424" y="3580"/>
                </a:lnTo>
                <a:cubicBezTo>
                  <a:pt x="29498" y="3792"/>
                  <a:pt x="29498" y="4078"/>
                  <a:pt x="29567" y="4365"/>
                </a:cubicBezTo>
                <a:cubicBezTo>
                  <a:pt x="29432" y="4839"/>
                  <a:pt x="29297" y="5434"/>
                  <a:pt x="29163" y="6099"/>
                </a:cubicBezTo>
                <a:lnTo>
                  <a:pt x="29163" y="6099"/>
                </a:lnTo>
                <a:cubicBezTo>
                  <a:pt x="29145" y="6114"/>
                  <a:pt x="29139" y="6137"/>
                  <a:pt x="29138" y="6149"/>
                </a:cubicBezTo>
                <a:lnTo>
                  <a:pt x="29138" y="6149"/>
                </a:lnTo>
                <a:cubicBezTo>
                  <a:pt x="29212" y="5217"/>
                  <a:pt x="29281" y="4149"/>
                  <a:pt x="29355" y="3007"/>
                </a:cubicBezTo>
                <a:lnTo>
                  <a:pt x="29355" y="3007"/>
                </a:lnTo>
                <a:cubicBezTo>
                  <a:pt x="28994" y="3723"/>
                  <a:pt x="28708" y="5367"/>
                  <a:pt x="28496" y="7016"/>
                </a:cubicBezTo>
                <a:lnTo>
                  <a:pt x="28066" y="5510"/>
                </a:lnTo>
                <a:cubicBezTo>
                  <a:pt x="28066" y="5155"/>
                  <a:pt x="28135" y="4794"/>
                  <a:pt x="28135" y="4508"/>
                </a:cubicBezTo>
                <a:lnTo>
                  <a:pt x="28135" y="4508"/>
                </a:lnTo>
                <a:cubicBezTo>
                  <a:pt x="28066" y="4651"/>
                  <a:pt x="27992" y="4869"/>
                  <a:pt x="27923" y="5080"/>
                </a:cubicBezTo>
                <a:lnTo>
                  <a:pt x="27923" y="5012"/>
                </a:lnTo>
                <a:cubicBezTo>
                  <a:pt x="27705" y="4582"/>
                  <a:pt x="27562" y="4153"/>
                  <a:pt x="27350" y="3723"/>
                </a:cubicBezTo>
                <a:lnTo>
                  <a:pt x="27350" y="3723"/>
                </a:lnTo>
                <a:cubicBezTo>
                  <a:pt x="27493" y="4153"/>
                  <a:pt x="27636" y="4725"/>
                  <a:pt x="27780" y="5224"/>
                </a:cubicBezTo>
                <a:cubicBezTo>
                  <a:pt x="27705" y="5441"/>
                  <a:pt x="27636" y="5796"/>
                  <a:pt x="27493" y="6157"/>
                </a:cubicBezTo>
                <a:cubicBezTo>
                  <a:pt x="27493" y="6226"/>
                  <a:pt x="27493" y="6300"/>
                  <a:pt x="27419" y="6369"/>
                </a:cubicBezTo>
                <a:cubicBezTo>
                  <a:pt x="27207" y="5510"/>
                  <a:pt x="26846" y="4651"/>
                  <a:pt x="26416" y="3792"/>
                </a:cubicBezTo>
                <a:lnTo>
                  <a:pt x="26416" y="3792"/>
                </a:lnTo>
                <a:cubicBezTo>
                  <a:pt x="26777" y="4651"/>
                  <a:pt x="27064" y="5796"/>
                  <a:pt x="27207" y="7016"/>
                </a:cubicBezTo>
                <a:cubicBezTo>
                  <a:pt x="27207" y="7085"/>
                  <a:pt x="27132" y="7228"/>
                  <a:pt x="27132" y="7372"/>
                </a:cubicBezTo>
                <a:cubicBezTo>
                  <a:pt x="27064" y="7228"/>
                  <a:pt x="27064" y="7160"/>
                  <a:pt x="27064" y="7085"/>
                </a:cubicBezTo>
                <a:cubicBezTo>
                  <a:pt x="26921" y="6512"/>
                  <a:pt x="26777" y="6014"/>
                  <a:pt x="26560" y="5441"/>
                </a:cubicBezTo>
                <a:lnTo>
                  <a:pt x="26634" y="5367"/>
                </a:lnTo>
                <a:lnTo>
                  <a:pt x="26560" y="5367"/>
                </a:lnTo>
                <a:cubicBezTo>
                  <a:pt x="26491" y="5224"/>
                  <a:pt x="26416" y="5012"/>
                  <a:pt x="26416" y="4869"/>
                </a:cubicBezTo>
                <a:lnTo>
                  <a:pt x="26416" y="4725"/>
                </a:lnTo>
                <a:cubicBezTo>
                  <a:pt x="26416" y="4725"/>
                  <a:pt x="26416" y="4794"/>
                  <a:pt x="26348" y="4794"/>
                </a:cubicBezTo>
                <a:cubicBezTo>
                  <a:pt x="26273" y="4508"/>
                  <a:pt x="26130" y="4221"/>
                  <a:pt x="25987" y="3935"/>
                </a:cubicBezTo>
                <a:cubicBezTo>
                  <a:pt x="26061" y="3580"/>
                  <a:pt x="26061" y="3150"/>
                  <a:pt x="26130" y="2789"/>
                </a:cubicBezTo>
                <a:lnTo>
                  <a:pt x="26130" y="2789"/>
                </a:lnTo>
                <a:cubicBezTo>
                  <a:pt x="25987" y="3007"/>
                  <a:pt x="25918" y="3219"/>
                  <a:pt x="25844" y="3580"/>
                </a:cubicBezTo>
                <a:cubicBezTo>
                  <a:pt x="25632" y="4221"/>
                  <a:pt x="25489" y="5012"/>
                  <a:pt x="25345" y="5796"/>
                </a:cubicBezTo>
                <a:cubicBezTo>
                  <a:pt x="25202" y="5441"/>
                  <a:pt x="25059" y="5080"/>
                  <a:pt x="24916" y="4794"/>
                </a:cubicBezTo>
                <a:lnTo>
                  <a:pt x="24916" y="4794"/>
                </a:lnTo>
                <a:cubicBezTo>
                  <a:pt x="25059" y="5155"/>
                  <a:pt x="25202" y="5653"/>
                  <a:pt x="25345" y="6083"/>
                </a:cubicBezTo>
                <a:lnTo>
                  <a:pt x="25271" y="6157"/>
                </a:lnTo>
                <a:cubicBezTo>
                  <a:pt x="25128" y="5871"/>
                  <a:pt x="24985" y="5510"/>
                  <a:pt x="24841" y="5224"/>
                </a:cubicBezTo>
                <a:lnTo>
                  <a:pt x="24841" y="5224"/>
                </a:lnTo>
                <a:cubicBezTo>
                  <a:pt x="24985" y="5585"/>
                  <a:pt x="25059" y="5940"/>
                  <a:pt x="25202" y="6300"/>
                </a:cubicBezTo>
                <a:cubicBezTo>
                  <a:pt x="24985" y="6656"/>
                  <a:pt x="24773" y="7016"/>
                  <a:pt x="24629" y="7446"/>
                </a:cubicBezTo>
                <a:cubicBezTo>
                  <a:pt x="24412" y="7085"/>
                  <a:pt x="24269" y="6730"/>
                  <a:pt x="24057" y="6369"/>
                </a:cubicBezTo>
                <a:lnTo>
                  <a:pt x="24057" y="6369"/>
                </a:lnTo>
                <a:cubicBezTo>
                  <a:pt x="24200" y="6656"/>
                  <a:pt x="24343" y="7016"/>
                  <a:pt x="24412" y="7372"/>
                </a:cubicBezTo>
                <a:cubicBezTo>
                  <a:pt x="24343" y="7589"/>
                  <a:pt x="24200" y="7944"/>
                  <a:pt x="24057" y="8374"/>
                </a:cubicBezTo>
                <a:cubicBezTo>
                  <a:pt x="23982" y="7732"/>
                  <a:pt x="23839" y="7085"/>
                  <a:pt x="23627" y="6369"/>
                </a:cubicBezTo>
                <a:cubicBezTo>
                  <a:pt x="23839" y="5940"/>
                  <a:pt x="23982" y="5585"/>
                  <a:pt x="23982" y="5585"/>
                </a:cubicBezTo>
                <a:lnTo>
                  <a:pt x="23982" y="5585"/>
                </a:lnTo>
                <a:lnTo>
                  <a:pt x="23553" y="6014"/>
                </a:lnTo>
                <a:cubicBezTo>
                  <a:pt x="23266" y="5080"/>
                  <a:pt x="22911" y="4078"/>
                  <a:pt x="22482" y="3150"/>
                </a:cubicBezTo>
                <a:lnTo>
                  <a:pt x="22482" y="3150"/>
                </a:lnTo>
                <a:cubicBezTo>
                  <a:pt x="22768" y="3866"/>
                  <a:pt x="22980" y="4725"/>
                  <a:pt x="23123" y="5585"/>
                </a:cubicBezTo>
                <a:cubicBezTo>
                  <a:pt x="23054" y="5367"/>
                  <a:pt x="23054" y="5155"/>
                  <a:pt x="22980" y="4937"/>
                </a:cubicBezTo>
                <a:lnTo>
                  <a:pt x="22980" y="4937"/>
                </a:lnTo>
                <a:cubicBezTo>
                  <a:pt x="23054" y="5367"/>
                  <a:pt x="23123" y="5940"/>
                  <a:pt x="23198" y="6512"/>
                </a:cubicBezTo>
                <a:lnTo>
                  <a:pt x="23123" y="6512"/>
                </a:lnTo>
                <a:cubicBezTo>
                  <a:pt x="22980" y="5871"/>
                  <a:pt x="22837" y="5155"/>
                  <a:pt x="22625" y="4365"/>
                </a:cubicBezTo>
                <a:lnTo>
                  <a:pt x="22625" y="4365"/>
                </a:lnTo>
                <a:cubicBezTo>
                  <a:pt x="22768" y="5080"/>
                  <a:pt x="22837" y="6014"/>
                  <a:pt x="22837" y="6942"/>
                </a:cubicBezTo>
                <a:cubicBezTo>
                  <a:pt x="22837" y="7016"/>
                  <a:pt x="22768" y="7016"/>
                  <a:pt x="22768" y="7085"/>
                </a:cubicBezTo>
                <a:cubicBezTo>
                  <a:pt x="22625" y="6587"/>
                  <a:pt x="22482" y="6014"/>
                  <a:pt x="22338" y="5441"/>
                </a:cubicBezTo>
                <a:lnTo>
                  <a:pt x="22338" y="5441"/>
                </a:lnTo>
                <a:cubicBezTo>
                  <a:pt x="22407" y="6014"/>
                  <a:pt x="22482" y="6730"/>
                  <a:pt x="22550" y="7446"/>
                </a:cubicBezTo>
                <a:cubicBezTo>
                  <a:pt x="22407" y="7732"/>
                  <a:pt x="22264" y="8019"/>
                  <a:pt x="22121" y="8374"/>
                </a:cubicBezTo>
                <a:cubicBezTo>
                  <a:pt x="22121" y="8448"/>
                  <a:pt x="22121" y="8591"/>
                  <a:pt x="22052" y="8735"/>
                </a:cubicBezTo>
                <a:cubicBezTo>
                  <a:pt x="22052" y="8660"/>
                  <a:pt x="22052" y="8660"/>
                  <a:pt x="21978" y="8591"/>
                </a:cubicBezTo>
                <a:cubicBezTo>
                  <a:pt x="22052" y="8517"/>
                  <a:pt x="22052" y="8448"/>
                  <a:pt x="22052" y="8374"/>
                </a:cubicBezTo>
                <a:lnTo>
                  <a:pt x="22052" y="8374"/>
                </a:lnTo>
                <a:cubicBezTo>
                  <a:pt x="22052" y="8448"/>
                  <a:pt x="21978" y="8448"/>
                  <a:pt x="21978" y="8448"/>
                </a:cubicBezTo>
                <a:cubicBezTo>
                  <a:pt x="21909" y="8231"/>
                  <a:pt x="21834" y="7944"/>
                  <a:pt x="21766" y="7732"/>
                </a:cubicBezTo>
                <a:lnTo>
                  <a:pt x="21766" y="7732"/>
                </a:lnTo>
                <a:cubicBezTo>
                  <a:pt x="21834" y="7944"/>
                  <a:pt x="21834" y="8231"/>
                  <a:pt x="21909" y="8517"/>
                </a:cubicBezTo>
                <a:cubicBezTo>
                  <a:pt x="21834" y="8448"/>
                  <a:pt x="21834" y="8374"/>
                  <a:pt x="21834" y="8231"/>
                </a:cubicBezTo>
                <a:lnTo>
                  <a:pt x="21834" y="8591"/>
                </a:lnTo>
                <a:lnTo>
                  <a:pt x="21691" y="8735"/>
                </a:lnTo>
                <a:cubicBezTo>
                  <a:pt x="21548" y="8374"/>
                  <a:pt x="21405" y="7944"/>
                  <a:pt x="21193" y="7589"/>
                </a:cubicBezTo>
                <a:lnTo>
                  <a:pt x="21193" y="7589"/>
                </a:lnTo>
                <a:lnTo>
                  <a:pt x="21622" y="8878"/>
                </a:lnTo>
                <a:cubicBezTo>
                  <a:pt x="21479" y="9090"/>
                  <a:pt x="21336" y="9451"/>
                  <a:pt x="21193" y="9737"/>
                </a:cubicBezTo>
                <a:cubicBezTo>
                  <a:pt x="21118" y="9233"/>
                  <a:pt x="21050" y="8735"/>
                  <a:pt x="20975" y="8087"/>
                </a:cubicBezTo>
                <a:cubicBezTo>
                  <a:pt x="21050" y="7876"/>
                  <a:pt x="21118" y="7732"/>
                  <a:pt x="21193" y="7589"/>
                </a:cubicBezTo>
                <a:cubicBezTo>
                  <a:pt x="21336" y="7228"/>
                  <a:pt x="21479" y="6942"/>
                  <a:pt x="21479" y="6942"/>
                </a:cubicBezTo>
                <a:lnTo>
                  <a:pt x="21479" y="6942"/>
                </a:lnTo>
                <a:cubicBezTo>
                  <a:pt x="21479" y="6942"/>
                  <a:pt x="21336" y="7085"/>
                  <a:pt x="21118" y="7372"/>
                </a:cubicBezTo>
                <a:cubicBezTo>
                  <a:pt x="21548" y="6157"/>
                  <a:pt x="22052" y="5081"/>
                  <a:pt x="22052" y="5080"/>
                </a:cubicBezTo>
                <a:lnTo>
                  <a:pt x="22052" y="5080"/>
                </a:lnTo>
                <a:cubicBezTo>
                  <a:pt x="22052" y="5081"/>
                  <a:pt x="21336" y="5797"/>
                  <a:pt x="20689" y="6730"/>
                </a:cubicBezTo>
                <a:cubicBezTo>
                  <a:pt x="20689" y="6512"/>
                  <a:pt x="20620" y="6369"/>
                  <a:pt x="20620" y="6157"/>
                </a:cubicBezTo>
                <a:cubicBezTo>
                  <a:pt x="21050" y="5012"/>
                  <a:pt x="21479" y="4078"/>
                  <a:pt x="21479" y="4078"/>
                </a:cubicBezTo>
                <a:lnTo>
                  <a:pt x="21479" y="4078"/>
                </a:lnTo>
                <a:cubicBezTo>
                  <a:pt x="21479" y="4078"/>
                  <a:pt x="20906" y="4582"/>
                  <a:pt x="20403" y="5367"/>
                </a:cubicBezTo>
                <a:cubicBezTo>
                  <a:pt x="20334" y="5298"/>
                  <a:pt x="20334" y="5298"/>
                  <a:pt x="20334" y="5224"/>
                </a:cubicBezTo>
                <a:lnTo>
                  <a:pt x="20334" y="5367"/>
                </a:lnTo>
                <a:lnTo>
                  <a:pt x="19904" y="6226"/>
                </a:lnTo>
                <a:lnTo>
                  <a:pt x="19904" y="5871"/>
                </a:lnTo>
                <a:lnTo>
                  <a:pt x="20116" y="5441"/>
                </a:lnTo>
                <a:lnTo>
                  <a:pt x="19904" y="5653"/>
                </a:lnTo>
                <a:cubicBezTo>
                  <a:pt x="19973" y="5224"/>
                  <a:pt x="19973" y="4794"/>
                  <a:pt x="20047" y="4296"/>
                </a:cubicBezTo>
                <a:lnTo>
                  <a:pt x="20047" y="4296"/>
                </a:lnTo>
                <a:cubicBezTo>
                  <a:pt x="19830" y="4725"/>
                  <a:pt x="19618" y="5367"/>
                  <a:pt x="19475" y="6083"/>
                </a:cubicBezTo>
                <a:cubicBezTo>
                  <a:pt x="19400" y="6157"/>
                  <a:pt x="19400" y="6300"/>
                  <a:pt x="19331" y="6369"/>
                </a:cubicBezTo>
                <a:cubicBezTo>
                  <a:pt x="19331" y="5796"/>
                  <a:pt x="19400" y="5224"/>
                  <a:pt x="19400" y="4651"/>
                </a:cubicBezTo>
                <a:cubicBezTo>
                  <a:pt x="19761" y="3866"/>
                  <a:pt x="19973" y="3294"/>
                  <a:pt x="19973" y="3293"/>
                </a:cubicBezTo>
                <a:lnTo>
                  <a:pt x="19973" y="3293"/>
                </a:lnTo>
                <a:cubicBezTo>
                  <a:pt x="19973" y="3294"/>
                  <a:pt x="19761" y="3505"/>
                  <a:pt x="19475" y="3866"/>
                </a:cubicBezTo>
                <a:cubicBezTo>
                  <a:pt x="19475" y="3836"/>
                  <a:pt x="19475" y="3808"/>
                  <a:pt x="19479" y="3779"/>
                </a:cubicBezTo>
                <a:lnTo>
                  <a:pt x="19479" y="3779"/>
                </a:lnTo>
                <a:lnTo>
                  <a:pt x="19331" y="4078"/>
                </a:lnTo>
                <a:cubicBezTo>
                  <a:pt x="19045" y="4508"/>
                  <a:pt x="18684" y="5012"/>
                  <a:pt x="18398" y="5585"/>
                </a:cubicBezTo>
                <a:cubicBezTo>
                  <a:pt x="18329" y="5298"/>
                  <a:pt x="18255" y="5012"/>
                  <a:pt x="18111" y="4725"/>
                </a:cubicBezTo>
                <a:lnTo>
                  <a:pt x="18111" y="4725"/>
                </a:lnTo>
                <a:cubicBezTo>
                  <a:pt x="18186" y="5012"/>
                  <a:pt x="18255" y="5441"/>
                  <a:pt x="18329" y="5796"/>
                </a:cubicBezTo>
                <a:cubicBezTo>
                  <a:pt x="18255" y="5940"/>
                  <a:pt x="18186" y="6083"/>
                  <a:pt x="18186" y="6226"/>
                </a:cubicBezTo>
                <a:lnTo>
                  <a:pt x="18186" y="6300"/>
                </a:lnTo>
                <a:cubicBezTo>
                  <a:pt x="18112" y="6084"/>
                  <a:pt x="18043" y="5941"/>
                  <a:pt x="18043" y="5730"/>
                </a:cubicBezTo>
                <a:lnTo>
                  <a:pt x="18043" y="5730"/>
                </a:lnTo>
                <a:cubicBezTo>
                  <a:pt x="18043" y="5941"/>
                  <a:pt x="18111" y="6158"/>
                  <a:pt x="18111" y="6444"/>
                </a:cubicBezTo>
                <a:lnTo>
                  <a:pt x="18111" y="6512"/>
                </a:lnTo>
                <a:cubicBezTo>
                  <a:pt x="17968" y="5653"/>
                  <a:pt x="17756" y="4794"/>
                  <a:pt x="17470" y="3723"/>
                </a:cubicBezTo>
                <a:lnTo>
                  <a:pt x="17470" y="3723"/>
                </a:lnTo>
                <a:cubicBezTo>
                  <a:pt x="17682" y="4651"/>
                  <a:pt x="17756" y="5796"/>
                  <a:pt x="17756" y="7016"/>
                </a:cubicBezTo>
                <a:cubicBezTo>
                  <a:pt x="17613" y="6587"/>
                  <a:pt x="17470" y="6157"/>
                  <a:pt x="17252" y="5796"/>
                </a:cubicBezTo>
                <a:cubicBezTo>
                  <a:pt x="17327" y="5367"/>
                  <a:pt x="17327" y="5012"/>
                  <a:pt x="17396" y="4651"/>
                </a:cubicBezTo>
                <a:lnTo>
                  <a:pt x="17396" y="4651"/>
                </a:lnTo>
                <a:cubicBezTo>
                  <a:pt x="17252" y="4794"/>
                  <a:pt x="17184" y="5080"/>
                  <a:pt x="17109" y="5367"/>
                </a:cubicBezTo>
                <a:cubicBezTo>
                  <a:pt x="17040" y="5155"/>
                  <a:pt x="16897" y="4937"/>
                  <a:pt x="16823" y="4794"/>
                </a:cubicBezTo>
                <a:cubicBezTo>
                  <a:pt x="16754" y="4296"/>
                  <a:pt x="16611" y="3723"/>
                  <a:pt x="16393" y="3076"/>
                </a:cubicBezTo>
                <a:lnTo>
                  <a:pt x="16393" y="3076"/>
                </a:lnTo>
                <a:cubicBezTo>
                  <a:pt x="16536" y="3723"/>
                  <a:pt x="16611" y="4439"/>
                  <a:pt x="16611" y="5155"/>
                </a:cubicBezTo>
                <a:cubicBezTo>
                  <a:pt x="16468" y="4794"/>
                  <a:pt x="16324" y="4439"/>
                  <a:pt x="16107" y="4078"/>
                </a:cubicBezTo>
                <a:lnTo>
                  <a:pt x="16107" y="4078"/>
                </a:lnTo>
                <a:cubicBezTo>
                  <a:pt x="16324" y="4508"/>
                  <a:pt x="16468" y="5080"/>
                  <a:pt x="16611" y="5653"/>
                </a:cubicBezTo>
                <a:cubicBezTo>
                  <a:pt x="16536" y="5728"/>
                  <a:pt x="16393" y="5796"/>
                  <a:pt x="16250" y="6014"/>
                </a:cubicBezTo>
                <a:cubicBezTo>
                  <a:pt x="16181" y="6157"/>
                  <a:pt x="16107" y="6226"/>
                  <a:pt x="16038" y="6300"/>
                </a:cubicBezTo>
                <a:lnTo>
                  <a:pt x="16038" y="6157"/>
                </a:lnTo>
                <a:lnTo>
                  <a:pt x="15964" y="6226"/>
                </a:lnTo>
                <a:lnTo>
                  <a:pt x="15534" y="5367"/>
                </a:lnTo>
                <a:lnTo>
                  <a:pt x="15534" y="5367"/>
                </a:lnTo>
                <a:cubicBezTo>
                  <a:pt x="15677" y="5728"/>
                  <a:pt x="15752" y="6014"/>
                  <a:pt x="15820" y="6369"/>
                </a:cubicBezTo>
                <a:cubicBezTo>
                  <a:pt x="15752" y="6512"/>
                  <a:pt x="15677" y="6656"/>
                  <a:pt x="15609" y="6873"/>
                </a:cubicBezTo>
                <a:lnTo>
                  <a:pt x="15534" y="6942"/>
                </a:lnTo>
                <a:cubicBezTo>
                  <a:pt x="15466" y="6731"/>
                  <a:pt x="15392" y="6446"/>
                  <a:pt x="15323" y="6161"/>
                </a:cubicBezTo>
                <a:lnTo>
                  <a:pt x="15323" y="6161"/>
                </a:lnTo>
                <a:cubicBezTo>
                  <a:pt x="15392" y="6446"/>
                  <a:pt x="15465" y="6732"/>
                  <a:pt x="15465" y="7085"/>
                </a:cubicBezTo>
                <a:cubicBezTo>
                  <a:pt x="15391" y="7160"/>
                  <a:pt x="15322" y="7303"/>
                  <a:pt x="15248" y="7446"/>
                </a:cubicBezTo>
                <a:cubicBezTo>
                  <a:pt x="15179" y="7372"/>
                  <a:pt x="15179" y="7228"/>
                  <a:pt x="15179" y="7160"/>
                </a:cubicBezTo>
                <a:cubicBezTo>
                  <a:pt x="15248" y="7016"/>
                  <a:pt x="15322" y="6730"/>
                  <a:pt x="15322" y="6730"/>
                </a:cubicBezTo>
                <a:lnTo>
                  <a:pt x="15322" y="6730"/>
                </a:lnTo>
                <a:cubicBezTo>
                  <a:pt x="15322" y="6730"/>
                  <a:pt x="15248" y="6873"/>
                  <a:pt x="15179" y="6942"/>
                </a:cubicBezTo>
                <a:cubicBezTo>
                  <a:pt x="15179" y="6873"/>
                  <a:pt x="15248" y="6799"/>
                  <a:pt x="15248" y="6799"/>
                </a:cubicBezTo>
                <a:lnTo>
                  <a:pt x="15248" y="6799"/>
                </a:lnTo>
                <a:cubicBezTo>
                  <a:pt x="15248" y="6799"/>
                  <a:pt x="15104" y="6873"/>
                  <a:pt x="15036" y="6942"/>
                </a:cubicBezTo>
                <a:cubicBezTo>
                  <a:pt x="15179" y="6444"/>
                  <a:pt x="15322" y="5940"/>
                  <a:pt x="15534" y="5367"/>
                </a:cubicBezTo>
                <a:cubicBezTo>
                  <a:pt x="15820" y="4439"/>
                  <a:pt x="16250" y="3505"/>
                  <a:pt x="16393" y="3076"/>
                </a:cubicBezTo>
                <a:lnTo>
                  <a:pt x="16536" y="2789"/>
                </a:lnTo>
                <a:lnTo>
                  <a:pt x="16536" y="2789"/>
                </a:lnTo>
                <a:cubicBezTo>
                  <a:pt x="16536" y="2790"/>
                  <a:pt x="16038" y="3362"/>
                  <a:pt x="15465" y="4153"/>
                </a:cubicBezTo>
                <a:cubicBezTo>
                  <a:pt x="15677" y="3580"/>
                  <a:pt x="15895" y="3219"/>
                  <a:pt x="15895" y="3219"/>
                </a:cubicBezTo>
                <a:lnTo>
                  <a:pt x="15895" y="3219"/>
                </a:lnTo>
                <a:cubicBezTo>
                  <a:pt x="15895" y="3219"/>
                  <a:pt x="15677" y="3362"/>
                  <a:pt x="15465" y="3649"/>
                </a:cubicBezTo>
                <a:cubicBezTo>
                  <a:pt x="15964" y="2148"/>
                  <a:pt x="16611" y="716"/>
                  <a:pt x="16611" y="716"/>
                </a:cubicBezTo>
                <a:lnTo>
                  <a:pt x="16611" y="716"/>
                </a:lnTo>
                <a:cubicBezTo>
                  <a:pt x="16611" y="716"/>
                  <a:pt x="16181" y="1146"/>
                  <a:pt x="15752" y="1787"/>
                </a:cubicBezTo>
                <a:cubicBezTo>
                  <a:pt x="15322" y="2360"/>
                  <a:pt x="14818" y="3219"/>
                  <a:pt x="14606" y="4078"/>
                </a:cubicBezTo>
                <a:cubicBezTo>
                  <a:pt x="14463" y="4439"/>
                  <a:pt x="14389" y="4869"/>
                  <a:pt x="14320" y="5367"/>
                </a:cubicBezTo>
                <a:cubicBezTo>
                  <a:pt x="14245" y="5224"/>
                  <a:pt x="14177" y="5155"/>
                  <a:pt x="14102" y="5012"/>
                </a:cubicBezTo>
                <a:lnTo>
                  <a:pt x="14102" y="5012"/>
                </a:lnTo>
                <a:cubicBezTo>
                  <a:pt x="14177" y="5155"/>
                  <a:pt x="14245" y="5298"/>
                  <a:pt x="14245" y="5441"/>
                </a:cubicBezTo>
                <a:cubicBezTo>
                  <a:pt x="14245" y="5585"/>
                  <a:pt x="14177" y="5653"/>
                  <a:pt x="14102" y="5796"/>
                </a:cubicBezTo>
                <a:lnTo>
                  <a:pt x="14102" y="5871"/>
                </a:lnTo>
                <a:cubicBezTo>
                  <a:pt x="14033" y="5871"/>
                  <a:pt x="14033" y="5940"/>
                  <a:pt x="14033" y="5940"/>
                </a:cubicBezTo>
                <a:cubicBezTo>
                  <a:pt x="14033" y="5653"/>
                  <a:pt x="14102" y="5298"/>
                  <a:pt x="14102" y="4869"/>
                </a:cubicBezTo>
                <a:cubicBezTo>
                  <a:pt x="14177" y="4794"/>
                  <a:pt x="14245" y="4582"/>
                  <a:pt x="14245" y="4582"/>
                </a:cubicBezTo>
                <a:lnTo>
                  <a:pt x="14245" y="4582"/>
                </a:lnTo>
                <a:cubicBezTo>
                  <a:pt x="14245" y="4582"/>
                  <a:pt x="14177" y="4725"/>
                  <a:pt x="14102" y="4725"/>
                </a:cubicBezTo>
                <a:cubicBezTo>
                  <a:pt x="14177" y="4221"/>
                  <a:pt x="14177" y="3649"/>
                  <a:pt x="14245" y="3150"/>
                </a:cubicBezTo>
                <a:lnTo>
                  <a:pt x="14245" y="3150"/>
                </a:lnTo>
                <a:cubicBezTo>
                  <a:pt x="14033" y="3580"/>
                  <a:pt x="13816" y="4365"/>
                  <a:pt x="13673" y="5298"/>
                </a:cubicBezTo>
                <a:lnTo>
                  <a:pt x="13461" y="5510"/>
                </a:lnTo>
                <a:cubicBezTo>
                  <a:pt x="13461" y="5080"/>
                  <a:pt x="13461" y="4651"/>
                  <a:pt x="13386" y="4078"/>
                </a:cubicBezTo>
                <a:cubicBezTo>
                  <a:pt x="13386" y="3580"/>
                  <a:pt x="13461" y="3007"/>
                  <a:pt x="13461" y="2503"/>
                </a:cubicBezTo>
                <a:lnTo>
                  <a:pt x="13461" y="2503"/>
                </a:lnTo>
                <a:cubicBezTo>
                  <a:pt x="13386" y="2646"/>
                  <a:pt x="13317" y="2933"/>
                  <a:pt x="13243" y="3219"/>
                </a:cubicBezTo>
                <a:cubicBezTo>
                  <a:pt x="13100" y="2360"/>
                  <a:pt x="12888" y="1501"/>
                  <a:pt x="12602" y="498"/>
                </a:cubicBezTo>
                <a:lnTo>
                  <a:pt x="12602" y="498"/>
                </a:lnTo>
                <a:cubicBezTo>
                  <a:pt x="12745" y="1214"/>
                  <a:pt x="12813" y="2148"/>
                  <a:pt x="12813" y="3076"/>
                </a:cubicBezTo>
                <a:cubicBezTo>
                  <a:pt x="12813" y="2933"/>
                  <a:pt x="12745" y="2721"/>
                  <a:pt x="12745" y="2578"/>
                </a:cubicBezTo>
                <a:lnTo>
                  <a:pt x="12745" y="2578"/>
                </a:lnTo>
                <a:cubicBezTo>
                  <a:pt x="12745" y="2864"/>
                  <a:pt x="12813" y="3150"/>
                  <a:pt x="12888" y="3505"/>
                </a:cubicBezTo>
                <a:lnTo>
                  <a:pt x="12888" y="4365"/>
                </a:lnTo>
                <a:cubicBezTo>
                  <a:pt x="12745" y="4508"/>
                  <a:pt x="12527" y="4725"/>
                  <a:pt x="12384" y="4937"/>
                </a:cubicBezTo>
                <a:cubicBezTo>
                  <a:pt x="12241" y="4296"/>
                  <a:pt x="12097" y="3649"/>
                  <a:pt x="11886" y="2933"/>
                </a:cubicBezTo>
                <a:lnTo>
                  <a:pt x="11886" y="2933"/>
                </a:lnTo>
                <a:cubicBezTo>
                  <a:pt x="12029" y="3580"/>
                  <a:pt x="12097" y="4439"/>
                  <a:pt x="12097" y="5298"/>
                </a:cubicBezTo>
                <a:cubicBezTo>
                  <a:pt x="12097" y="5367"/>
                  <a:pt x="12029" y="5441"/>
                  <a:pt x="11954" y="5510"/>
                </a:cubicBezTo>
                <a:lnTo>
                  <a:pt x="11954" y="5367"/>
                </a:lnTo>
                <a:cubicBezTo>
                  <a:pt x="11954" y="5224"/>
                  <a:pt x="11954" y="5080"/>
                  <a:pt x="12029" y="5012"/>
                </a:cubicBezTo>
                <a:cubicBezTo>
                  <a:pt x="11954" y="5012"/>
                  <a:pt x="11886" y="5080"/>
                  <a:pt x="11811" y="5155"/>
                </a:cubicBezTo>
                <a:cubicBezTo>
                  <a:pt x="11742" y="4937"/>
                  <a:pt x="11599" y="4725"/>
                  <a:pt x="11525" y="4582"/>
                </a:cubicBezTo>
                <a:lnTo>
                  <a:pt x="11525" y="4582"/>
                </a:lnTo>
                <a:lnTo>
                  <a:pt x="11598" y="4797"/>
                </a:lnTo>
                <a:lnTo>
                  <a:pt x="11598" y="4797"/>
                </a:lnTo>
                <a:cubicBezTo>
                  <a:pt x="11586" y="4818"/>
                  <a:pt x="11513" y="4949"/>
                  <a:pt x="11382" y="5080"/>
                </a:cubicBezTo>
                <a:cubicBezTo>
                  <a:pt x="11313" y="4869"/>
                  <a:pt x="11238" y="4725"/>
                  <a:pt x="11170" y="4508"/>
                </a:cubicBezTo>
                <a:cubicBezTo>
                  <a:pt x="11313" y="4078"/>
                  <a:pt x="11456" y="3723"/>
                  <a:pt x="11456" y="3723"/>
                </a:cubicBezTo>
                <a:lnTo>
                  <a:pt x="11456" y="3723"/>
                </a:lnTo>
                <a:cubicBezTo>
                  <a:pt x="11456" y="3723"/>
                  <a:pt x="11313" y="3935"/>
                  <a:pt x="11026" y="4221"/>
                </a:cubicBezTo>
                <a:cubicBezTo>
                  <a:pt x="10883" y="4009"/>
                  <a:pt x="10809" y="3792"/>
                  <a:pt x="10666" y="3649"/>
                </a:cubicBezTo>
                <a:lnTo>
                  <a:pt x="10666" y="3649"/>
                </a:lnTo>
                <a:cubicBezTo>
                  <a:pt x="10809" y="3866"/>
                  <a:pt x="10883" y="4078"/>
                  <a:pt x="10952" y="4296"/>
                </a:cubicBezTo>
                <a:cubicBezTo>
                  <a:pt x="10952" y="4296"/>
                  <a:pt x="10952" y="4365"/>
                  <a:pt x="10883" y="4365"/>
                </a:cubicBezTo>
                <a:cubicBezTo>
                  <a:pt x="10740" y="3866"/>
                  <a:pt x="10522" y="3362"/>
                  <a:pt x="10236" y="2933"/>
                </a:cubicBezTo>
                <a:lnTo>
                  <a:pt x="10236" y="2933"/>
                </a:lnTo>
                <a:cubicBezTo>
                  <a:pt x="10454" y="3437"/>
                  <a:pt x="10666" y="3935"/>
                  <a:pt x="10740" y="4582"/>
                </a:cubicBezTo>
                <a:cubicBezTo>
                  <a:pt x="10740" y="4582"/>
                  <a:pt x="10666" y="4651"/>
                  <a:pt x="10666" y="4725"/>
                </a:cubicBezTo>
                <a:cubicBezTo>
                  <a:pt x="10597" y="4582"/>
                  <a:pt x="10597" y="4508"/>
                  <a:pt x="10597" y="4439"/>
                </a:cubicBezTo>
                <a:lnTo>
                  <a:pt x="10597" y="4725"/>
                </a:lnTo>
                <a:cubicBezTo>
                  <a:pt x="10597" y="4794"/>
                  <a:pt x="10522" y="4869"/>
                  <a:pt x="10454" y="5012"/>
                </a:cubicBezTo>
                <a:cubicBezTo>
                  <a:pt x="10379" y="4439"/>
                  <a:pt x="10236" y="3935"/>
                  <a:pt x="10024" y="3580"/>
                </a:cubicBezTo>
                <a:lnTo>
                  <a:pt x="10024" y="3580"/>
                </a:lnTo>
                <a:cubicBezTo>
                  <a:pt x="10093" y="4153"/>
                  <a:pt x="10093" y="4869"/>
                  <a:pt x="10024" y="5653"/>
                </a:cubicBezTo>
                <a:cubicBezTo>
                  <a:pt x="10024" y="5728"/>
                  <a:pt x="9950" y="5871"/>
                  <a:pt x="9881" y="5940"/>
                </a:cubicBezTo>
                <a:cubicBezTo>
                  <a:pt x="9881" y="5796"/>
                  <a:pt x="9806" y="5585"/>
                  <a:pt x="9806" y="5441"/>
                </a:cubicBezTo>
                <a:lnTo>
                  <a:pt x="9806" y="5155"/>
                </a:lnTo>
                <a:cubicBezTo>
                  <a:pt x="9806" y="5224"/>
                  <a:pt x="9738" y="5224"/>
                  <a:pt x="9738" y="5298"/>
                </a:cubicBezTo>
                <a:cubicBezTo>
                  <a:pt x="9663" y="4937"/>
                  <a:pt x="9595" y="4508"/>
                  <a:pt x="9451" y="4153"/>
                </a:cubicBezTo>
                <a:cubicBezTo>
                  <a:pt x="9520" y="3437"/>
                  <a:pt x="9595" y="2789"/>
                  <a:pt x="9595" y="2073"/>
                </a:cubicBezTo>
                <a:lnTo>
                  <a:pt x="9595" y="2073"/>
                </a:lnTo>
                <a:cubicBezTo>
                  <a:pt x="9377" y="2434"/>
                  <a:pt x="9234" y="3150"/>
                  <a:pt x="9090" y="4009"/>
                </a:cubicBezTo>
                <a:cubicBezTo>
                  <a:pt x="9090" y="3580"/>
                  <a:pt x="9090" y="3150"/>
                  <a:pt x="9165" y="2721"/>
                </a:cubicBezTo>
                <a:lnTo>
                  <a:pt x="9234" y="2578"/>
                </a:lnTo>
                <a:lnTo>
                  <a:pt x="9234" y="2578"/>
                </a:lnTo>
                <a:lnTo>
                  <a:pt x="9165" y="2646"/>
                </a:lnTo>
                <a:cubicBezTo>
                  <a:pt x="9234" y="1787"/>
                  <a:pt x="9308" y="859"/>
                  <a:pt x="937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0" y="4785500"/>
            <a:ext cx="9143961" cy="358000"/>
          </a:xfrm>
          <a:custGeom>
            <a:avLst/>
            <a:gdLst/>
            <a:ahLst/>
            <a:cxnLst/>
            <a:rect l="l" t="t" r="r" b="b"/>
            <a:pathLst>
              <a:path w="95148" h="14320" extrusionOk="0">
                <a:moveTo>
                  <a:pt x="95147" y="0"/>
                </a:moveTo>
                <a:cubicBezTo>
                  <a:pt x="95147" y="0"/>
                  <a:pt x="90783" y="1931"/>
                  <a:pt x="88922" y="2435"/>
                </a:cubicBezTo>
                <a:cubicBezTo>
                  <a:pt x="86986" y="2933"/>
                  <a:pt x="80473" y="5510"/>
                  <a:pt x="78967" y="5510"/>
                </a:cubicBezTo>
                <a:cubicBezTo>
                  <a:pt x="77415" y="5584"/>
                  <a:pt x="72802" y="7877"/>
                  <a:pt x="71847" y="7877"/>
                </a:cubicBezTo>
                <a:cubicBezTo>
                  <a:pt x="71833" y="7877"/>
                  <a:pt x="71820" y="7877"/>
                  <a:pt x="71808" y="7876"/>
                </a:cubicBezTo>
                <a:cubicBezTo>
                  <a:pt x="70997" y="7806"/>
                  <a:pt x="64961" y="4615"/>
                  <a:pt x="62540" y="4615"/>
                </a:cubicBezTo>
                <a:cubicBezTo>
                  <a:pt x="62395" y="4615"/>
                  <a:pt x="62262" y="4627"/>
                  <a:pt x="62145" y="4651"/>
                </a:cubicBezTo>
                <a:cubicBezTo>
                  <a:pt x="59997" y="5012"/>
                  <a:pt x="52763" y="5298"/>
                  <a:pt x="50690" y="5510"/>
                </a:cubicBezTo>
                <a:cubicBezTo>
                  <a:pt x="50628" y="5519"/>
                  <a:pt x="50558" y="5523"/>
                  <a:pt x="50479" y="5523"/>
                </a:cubicBezTo>
                <a:cubicBezTo>
                  <a:pt x="47983" y="5523"/>
                  <a:pt x="37006" y="1269"/>
                  <a:pt x="32287" y="642"/>
                </a:cubicBezTo>
                <a:cubicBezTo>
                  <a:pt x="31557" y="546"/>
                  <a:pt x="30726" y="504"/>
                  <a:pt x="29822" y="504"/>
                </a:cubicBezTo>
                <a:cubicBezTo>
                  <a:pt x="24697" y="504"/>
                  <a:pt x="17237" y="1842"/>
                  <a:pt x="12670" y="2148"/>
                </a:cubicBezTo>
                <a:cubicBezTo>
                  <a:pt x="12212" y="2178"/>
                  <a:pt x="11735" y="2191"/>
                  <a:pt x="11246" y="2191"/>
                </a:cubicBezTo>
                <a:cubicBezTo>
                  <a:pt x="6991" y="2191"/>
                  <a:pt x="1798" y="1170"/>
                  <a:pt x="1" y="785"/>
                </a:cubicBezTo>
                <a:lnTo>
                  <a:pt x="1" y="14319"/>
                </a:lnTo>
                <a:lnTo>
                  <a:pt x="95147" y="14319"/>
                </a:lnTo>
                <a:lnTo>
                  <a:pt x="9514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-180375" y="2620750"/>
            <a:ext cx="1597944" cy="2436215"/>
          </a:xfrm>
          <a:custGeom>
            <a:avLst/>
            <a:gdLst/>
            <a:ahLst/>
            <a:cxnLst/>
            <a:rect l="l" t="t" r="r" b="b"/>
            <a:pathLst>
              <a:path w="37581" h="55931" extrusionOk="0">
                <a:moveTo>
                  <a:pt x="32128" y="13237"/>
                </a:moveTo>
                <a:cubicBezTo>
                  <a:pt x="32140" y="13341"/>
                  <a:pt x="32146" y="13445"/>
                  <a:pt x="32146" y="13551"/>
                </a:cubicBezTo>
                <a:lnTo>
                  <a:pt x="32146" y="13551"/>
                </a:lnTo>
                <a:cubicBezTo>
                  <a:pt x="32146" y="13447"/>
                  <a:pt x="32140" y="13343"/>
                  <a:pt x="32128" y="13237"/>
                </a:cubicBezTo>
                <a:close/>
                <a:moveTo>
                  <a:pt x="18564" y="1"/>
                </a:moveTo>
                <a:cubicBezTo>
                  <a:pt x="18902" y="446"/>
                  <a:pt x="18902" y="890"/>
                  <a:pt x="18902" y="1451"/>
                </a:cubicBezTo>
                <a:cubicBezTo>
                  <a:pt x="18786" y="1895"/>
                  <a:pt x="18564" y="2340"/>
                  <a:pt x="18457" y="2892"/>
                </a:cubicBezTo>
                <a:cubicBezTo>
                  <a:pt x="18341" y="3114"/>
                  <a:pt x="18341" y="3336"/>
                  <a:pt x="18234" y="3674"/>
                </a:cubicBezTo>
                <a:cubicBezTo>
                  <a:pt x="18234" y="3897"/>
                  <a:pt x="18234" y="4226"/>
                  <a:pt x="18341" y="4564"/>
                </a:cubicBezTo>
                <a:cubicBezTo>
                  <a:pt x="18341" y="4893"/>
                  <a:pt x="18457" y="5115"/>
                  <a:pt x="18679" y="5338"/>
                </a:cubicBezTo>
                <a:cubicBezTo>
                  <a:pt x="18902" y="5560"/>
                  <a:pt x="19008" y="5676"/>
                  <a:pt x="19231" y="5782"/>
                </a:cubicBezTo>
                <a:cubicBezTo>
                  <a:pt x="19008" y="6449"/>
                  <a:pt x="19008" y="7010"/>
                  <a:pt x="18902" y="7677"/>
                </a:cubicBezTo>
                <a:lnTo>
                  <a:pt x="18564" y="11342"/>
                </a:lnTo>
                <a:cubicBezTo>
                  <a:pt x="18564" y="12231"/>
                  <a:pt x="18457" y="13120"/>
                  <a:pt x="18341" y="14010"/>
                </a:cubicBezTo>
                <a:cubicBezTo>
                  <a:pt x="17896" y="13565"/>
                  <a:pt x="17567" y="13014"/>
                  <a:pt x="17229" y="12453"/>
                </a:cubicBezTo>
                <a:cubicBezTo>
                  <a:pt x="16678" y="11680"/>
                  <a:pt x="16233" y="10897"/>
                  <a:pt x="15895" y="10123"/>
                </a:cubicBezTo>
                <a:cubicBezTo>
                  <a:pt x="16678" y="8789"/>
                  <a:pt x="16785" y="7339"/>
                  <a:pt x="16233" y="6120"/>
                </a:cubicBezTo>
                <a:lnTo>
                  <a:pt x="16233" y="6120"/>
                </a:lnTo>
                <a:cubicBezTo>
                  <a:pt x="16456" y="7232"/>
                  <a:pt x="16118" y="8344"/>
                  <a:pt x="15566" y="9118"/>
                </a:cubicBezTo>
                <a:cubicBezTo>
                  <a:pt x="15566" y="9011"/>
                  <a:pt x="15450" y="9011"/>
                  <a:pt x="15450" y="9011"/>
                </a:cubicBezTo>
                <a:cubicBezTo>
                  <a:pt x="15121" y="8006"/>
                  <a:pt x="14899" y="7117"/>
                  <a:pt x="14783" y="6120"/>
                </a:cubicBezTo>
                <a:lnTo>
                  <a:pt x="14783" y="6005"/>
                </a:lnTo>
                <a:cubicBezTo>
                  <a:pt x="14677" y="5782"/>
                  <a:pt x="14677" y="5453"/>
                  <a:pt x="14677" y="5115"/>
                </a:cubicBezTo>
                <a:cubicBezTo>
                  <a:pt x="14677" y="4786"/>
                  <a:pt x="14561" y="4448"/>
                  <a:pt x="14561" y="4119"/>
                </a:cubicBezTo>
                <a:cubicBezTo>
                  <a:pt x="14561" y="3781"/>
                  <a:pt x="14677" y="3452"/>
                  <a:pt x="14677" y="3114"/>
                </a:cubicBezTo>
                <a:cubicBezTo>
                  <a:pt x="14783" y="2785"/>
                  <a:pt x="14899" y="2563"/>
                  <a:pt x="15006" y="2225"/>
                </a:cubicBezTo>
                <a:cubicBezTo>
                  <a:pt x="15228" y="2002"/>
                  <a:pt x="15450" y="1780"/>
                  <a:pt x="15788" y="1673"/>
                </a:cubicBezTo>
                <a:lnTo>
                  <a:pt x="15673" y="1451"/>
                </a:lnTo>
                <a:cubicBezTo>
                  <a:pt x="15344" y="1557"/>
                  <a:pt x="15006" y="1780"/>
                  <a:pt x="14783" y="2118"/>
                </a:cubicBezTo>
                <a:cubicBezTo>
                  <a:pt x="14561" y="2340"/>
                  <a:pt x="14339" y="2669"/>
                  <a:pt x="14232" y="3007"/>
                </a:cubicBezTo>
                <a:cubicBezTo>
                  <a:pt x="14116" y="3336"/>
                  <a:pt x="14009" y="3674"/>
                  <a:pt x="14009" y="4119"/>
                </a:cubicBezTo>
                <a:lnTo>
                  <a:pt x="14009" y="4893"/>
                </a:lnTo>
                <a:cubicBezTo>
                  <a:pt x="13565" y="4119"/>
                  <a:pt x="13342" y="3114"/>
                  <a:pt x="13449" y="2225"/>
                </a:cubicBezTo>
                <a:lnTo>
                  <a:pt x="13449" y="2225"/>
                </a:lnTo>
                <a:cubicBezTo>
                  <a:pt x="13004" y="3559"/>
                  <a:pt x="13227" y="5231"/>
                  <a:pt x="14009" y="6565"/>
                </a:cubicBezTo>
                <a:cubicBezTo>
                  <a:pt x="14009" y="7455"/>
                  <a:pt x="14116" y="8344"/>
                  <a:pt x="14339" y="9233"/>
                </a:cubicBezTo>
                <a:cubicBezTo>
                  <a:pt x="14561" y="10230"/>
                  <a:pt x="14899" y="11235"/>
                  <a:pt x="15228" y="12231"/>
                </a:cubicBezTo>
                <a:cubicBezTo>
                  <a:pt x="14899" y="12347"/>
                  <a:pt x="14454" y="12453"/>
                  <a:pt x="14116" y="12453"/>
                </a:cubicBezTo>
                <a:cubicBezTo>
                  <a:pt x="13342" y="12347"/>
                  <a:pt x="12675" y="12009"/>
                  <a:pt x="12231" y="11457"/>
                </a:cubicBezTo>
                <a:lnTo>
                  <a:pt x="12231" y="11457"/>
                </a:lnTo>
                <a:cubicBezTo>
                  <a:pt x="12560" y="12124"/>
                  <a:pt x="13227" y="12676"/>
                  <a:pt x="14009" y="12898"/>
                </a:cubicBezTo>
                <a:cubicBezTo>
                  <a:pt x="14232" y="12956"/>
                  <a:pt x="14481" y="12985"/>
                  <a:pt x="14744" y="12985"/>
                </a:cubicBezTo>
                <a:cubicBezTo>
                  <a:pt x="15008" y="12985"/>
                  <a:pt x="15286" y="12956"/>
                  <a:pt x="15566" y="12898"/>
                </a:cubicBezTo>
                <a:cubicBezTo>
                  <a:pt x="15673" y="13014"/>
                  <a:pt x="15673" y="13120"/>
                  <a:pt x="15788" y="13236"/>
                </a:cubicBezTo>
                <a:cubicBezTo>
                  <a:pt x="16340" y="14455"/>
                  <a:pt x="17123" y="15682"/>
                  <a:pt x="18012" y="16678"/>
                </a:cubicBezTo>
                <a:cubicBezTo>
                  <a:pt x="17567" y="19240"/>
                  <a:pt x="17007" y="21686"/>
                  <a:pt x="16233" y="24132"/>
                </a:cubicBezTo>
                <a:lnTo>
                  <a:pt x="15566" y="23465"/>
                </a:lnTo>
                <a:cubicBezTo>
                  <a:pt x="15228" y="23127"/>
                  <a:pt x="14899" y="22798"/>
                  <a:pt x="14561" y="22353"/>
                </a:cubicBezTo>
                <a:cubicBezTo>
                  <a:pt x="14454" y="22237"/>
                  <a:pt x="14454" y="22131"/>
                  <a:pt x="14339" y="22131"/>
                </a:cubicBezTo>
                <a:cubicBezTo>
                  <a:pt x="15228" y="20903"/>
                  <a:pt x="15788" y="19569"/>
                  <a:pt x="16233" y="18128"/>
                </a:cubicBezTo>
                <a:lnTo>
                  <a:pt x="16233" y="18128"/>
                </a:lnTo>
                <a:cubicBezTo>
                  <a:pt x="15673" y="19347"/>
                  <a:pt x="14899" y="20458"/>
                  <a:pt x="14009" y="21464"/>
                </a:cubicBezTo>
                <a:cubicBezTo>
                  <a:pt x="13671" y="21019"/>
                  <a:pt x="13449" y="20458"/>
                  <a:pt x="13342" y="19907"/>
                </a:cubicBezTo>
                <a:cubicBezTo>
                  <a:pt x="13787" y="19018"/>
                  <a:pt x="13894" y="18012"/>
                  <a:pt x="13787" y="17016"/>
                </a:cubicBezTo>
                <a:lnTo>
                  <a:pt x="13787" y="17016"/>
                </a:lnTo>
                <a:cubicBezTo>
                  <a:pt x="13787" y="17790"/>
                  <a:pt x="13449" y="18573"/>
                  <a:pt x="13120" y="19124"/>
                </a:cubicBezTo>
                <a:cubicBezTo>
                  <a:pt x="13004" y="18350"/>
                  <a:pt x="12898" y="17461"/>
                  <a:pt x="13004" y="16572"/>
                </a:cubicBezTo>
                <a:lnTo>
                  <a:pt x="12782" y="16572"/>
                </a:lnTo>
                <a:cubicBezTo>
                  <a:pt x="12560" y="17123"/>
                  <a:pt x="12453" y="17683"/>
                  <a:pt x="12337" y="18350"/>
                </a:cubicBezTo>
                <a:lnTo>
                  <a:pt x="11670" y="16572"/>
                </a:lnTo>
                <a:lnTo>
                  <a:pt x="12337" y="18680"/>
                </a:lnTo>
                <a:lnTo>
                  <a:pt x="12337" y="19791"/>
                </a:lnTo>
                <a:cubicBezTo>
                  <a:pt x="12453" y="20903"/>
                  <a:pt x="12675" y="22131"/>
                  <a:pt x="13227" y="23127"/>
                </a:cubicBezTo>
                <a:cubicBezTo>
                  <a:pt x="13449" y="23687"/>
                  <a:pt x="13787" y="24239"/>
                  <a:pt x="14116" y="24683"/>
                </a:cubicBezTo>
                <a:cubicBezTo>
                  <a:pt x="14454" y="25128"/>
                  <a:pt x="14677" y="25573"/>
                  <a:pt x="14899" y="25911"/>
                </a:cubicBezTo>
                <a:cubicBezTo>
                  <a:pt x="15006" y="26133"/>
                  <a:pt x="15121" y="26356"/>
                  <a:pt x="15228" y="26462"/>
                </a:cubicBezTo>
                <a:lnTo>
                  <a:pt x="15228" y="26907"/>
                </a:lnTo>
                <a:cubicBezTo>
                  <a:pt x="15121" y="27467"/>
                  <a:pt x="14899" y="27912"/>
                  <a:pt x="14677" y="28357"/>
                </a:cubicBezTo>
                <a:cubicBezTo>
                  <a:pt x="14232" y="29469"/>
                  <a:pt x="13787" y="30465"/>
                  <a:pt x="13227" y="31577"/>
                </a:cubicBezTo>
                <a:lnTo>
                  <a:pt x="11563" y="34583"/>
                </a:lnTo>
                <a:cubicBezTo>
                  <a:pt x="10452" y="36584"/>
                  <a:pt x="9117" y="38470"/>
                  <a:pt x="7668" y="40471"/>
                </a:cubicBezTo>
                <a:cubicBezTo>
                  <a:pt x="6333" y="42473"/>
                  <a:pt x="4999" y="44474"/>
                  <a:pt x="3665" y="46591"/>
                </a:cubicBezTo>
                <a:cubicBezTo>
                  <a:pt x="2331" y="48815"/>
                  <a:pt x="1112" y="51038"/>
                  <a:pt x="0" y="53591"/>
                </a:cubicBezTo>
                <a:lnTo>
                  <a:pt x="7000" y="55930"/>
                </a:lnTo>
                <a:cubicBezTo>
                  <a:pt x="7561" y="53813"/>
                  <a:pt x="8335" y="51812"/>
                  <a:pt x="9340" y="49704"/>
                </a:cubicBezTo>
                <a:cubicBezTo>
                  <a:pt x="10229" y="47587"/>
                  <a:pt x="11341" y="45479"/>
                  <a:pt x="12453" y="43362"/>
                </a:cubicBezTo>
                <a:cubicBezTo>
                  <a:pt x="13565" y="41254"/>
                  <a:pt x="14783" y="39030"/>
                  <a:pt x="15788" y="36691"/>
                </a:cubicBezTo>
                <a:lnTo>
                  <a:pt x="17123" y="33356"/>
                </a:lnTo>
                <a:cubicBezTo>
                  <a:pt x="17229" y="33249"/>
                  <a:pt x="17452" y="33133"/>
                  <a:pt x="17567" y="33133"/>
                </a:cubicBezTo>
                <a:cubicBezTo>
                  <a:pt x="18457" y="32804"/>
                  <a:pt x="19453" y="32466"/>
                  <a:pt x="20458" y="32359"/>
                </a:cubicBezTo>
                <a:cubicBezTo>
                  <a:pt x="22237" y="32021"/>
                  <a:pt x="24238" y="32021"/>
                  <a:pt x="26124" y="31915"/>
                </a:cubicBezTo>
                <a:cubicBezTo>
                  <a:pt x="26569" y="32804"/>
                  <a:pt x="27129" y="33578"/>
                  <a:pt x="27903" y="34138"/>
                </a:cubicBezTo>
                <a:cubicBezTo>
                  <a:pt x="28241" y="34468"/>
                  <a:pt x="28686" y="34805"/>
                  <a:pt x="29130" y="34912"/>
                </a:cubicBezTo>
                <a:cubicBezTo>
                  <a:pt x="29270" y="34941"/>
                  <a:pt x="29409" y="34956"/>
                  <a:pt x="29546" y="34956"/>
                </a:cubicBezTo>
                <a:cubicBezTo>
                  <a:pt x="29950" y="34956"/>
                  <a:pt x="30325" y="34829"/>
                  <a:pt x="30571" y="34583"/>
                </a:cubicBezTo>
                <a:lnTo>
                  <a:pt x="30571" y="34583"/>
                </a:lnTo>
                <a:cubicBezTo>
                  <a:pt x="30391" y="34764"/>
                  <a:pt x="30140" y="34845"/>
                  <a:pt x="29878" y="34845"/>
                </a:cubicBezTo>
                <a:cubicBezTo>
                  <a:pt x="29662" y="34845"/>
                  <a:pt x="29438" y="34790"/>
                  <a:pt x="29237" y="34690"/>
                </a:cubicBezTo>
                <a:cubicBezTo>
                  <a:pt x="28792" y="34583"/>
                  <a:pt x="28463" y="34245"/>
                  <a:pt x="28125" y="33916"/>
                </a:cubicBezTo>
                <a:cubicBezTo>
                  <a:pt x="27574" y="33249"/>
                  <a:pt x="27129" y="32582"/>
                  <a:pt x="26907" y="31799"/>
                </a:cubicBezTo>
                <a:cubicBezTo>
                  <a:pt x="27796" y="31799"/>
                  <a:pt x="28792" y="31577"/>
                  <a:pt x="29682" y="31470"/>
                </a:cubicBezTo>
                <a:cubicBezTo>
                  <a:pt x="29904" y="31354"/>
                  <a:pt x="30127" y="31354"/>
                  <a:pt x="30349" y="31248"/>
                </a:cubicBezTo>
                <a:lnTo>
                  <a:pt x="30349" y="31470"/>
                </a:lnTo>
                <a:cubicBezTo>
                  <a:pt x="31221" y="31746"/>
                  <a:pt x="32136" y="31882"/>
                  <a:pt x="33043" y="31882"/>
                </a:cubicBezTo>
                <a:cubicBezTo>
                  <a:pt x="34680" y="31882"/>
                  <a:pt x="36292" y="31439"/>
                  <a:pt x="37580" y="30581"/>
                </a:cubicBezTo>
                <a:lnTo>
                  <a:pt x="37580" y="30581"/>
                </a:lnTo>
                <a:cubicBezTo>
                  <a:pt x="36393" y="31171"/>
                  <a:pt x="35087" y="31490"/>
                  <a:pt x="33804" y="31490"/>
                </a:cubicBezTo>
                <a:cubicBezTo>
                  <a:pt x="32923" y="31490"/>
                  <a:pt x="32053" y="31340"/>
                  <a:pt x="31238" y="31025"/>
                </a:cubicBezTo>
                <a:cubicBezTo>
                  <a:pt x="31799" y="30803"/>
                  <a:pt x="32244" y="30581"/>
                  <a:pt x="32795" y="30358"/>
                </a:cubicBezTo>
                <a:cubicBezTo>
                  <a:pt x="33684" y="29913"/>
                  <a:pt x="34574" y="29246"/>
                  <a:pt x="35357" y="28464"/>
                </a:cubicBezTo>
                <a:cubicBezTo>
                  <a:pt x="36024" y="27574"/>
                  <a:pt x="36575" y="26685"/>
                  <a:pt x="36798" y="25573"/>
                </a:cubicBezTo>
                <a:lnTo>
                  <a:pt x="36575" y="25573"/>
                </a:lnTo>
                <a:cubicBezTo>
                  <a:pt x="36246" y="26578"/>
                  <a:pt x="35686" y="27352"/>
                  <a:pt x="35019" y="28135"/>
                </a:cubicBezTo>
                <a:cubicBezTo>
                  <a:pt x="34690" y="28464"/>
                  <a:pt x="34245" y="28686"/>
                  <a:pt x="33907" y="29024"/>
                </a:cubicBezTo>
                <a:cubicBezTo>
                  <a:pt x="33907" y="28241"/>
                  <a:pt x="34245" y="27467"/>
                  <a:pt x="34690" y="26907"/>
                </a:cubicBezTo>
                <a:lnTo>
                  <a:pt x="34690" y="26907"/>
                </a:lnTo>
                <a:cubicBezTo>
                  <a:pt x="33907" y="27467"/>
                  <a:pt x="33355" y="28357"/>
                  <a:pt x="33133" y="29353"/>
                </a:cubicBezTo>
                <a:lnTo>
                  <a:pt x="32466" y="29691"/>
                </a:lnTo>
                <a:cubicBezTo>
                  <a:pt x="31576" y="30136"/>
                  <a:pt x="30571" y="30358"/>
                  <a:pt x="29575" y="30465"/>
                </a:cubicBezTo>
                <a:cubicBezTo>
                  <a:pt x="29237" y="30465"/>
                  <a:pt x="28908" y="30581"/>
                  <a:pt x="28570" y="30581"/>
                </a:cubicBezTo>
                <a:cubicBezTo>
                  <a:pt x="29015" y="29691"/>
                  <a:pt x="29460" y="28908"/>
                  <a:pt x="30127" y="28241"/>
                </a:cubicBezTo>
                <a:lnTo>
                  <a:pt x="30127" y="28241"/>
                </a:lnTo>
                <a:cubicBezTo>
                  <a:pt x="29237" y="28908"/>
                  <a:pt x="28570" y="29691"/>
                  <a:pt x="27903" y="30581"/>
                </a:cubicBezTo>
                <a:lnTo>
                  <a:pt x="24345" y="30581"/>
                </a:lnTo>
                <a:lnTo>
                  <a:pt x="25235" y="29575"/>
                </a:lnTo>
                <a:cubicBezTo>
                  <a:pt x="25679" y="28908"/>
                  <a:pt x="26240" y="28135"/>
                  <a:pt x="26907" y="27574"/>
                </a:cubicBezTo>
                <a:cubicBezTo>
                  <a:pt x="27236" y="27245"/>
                  <a:pt x="27574" y="27023"/>
                  <a:pt x="27903" y="26800"/>
                </a:cubicBezTo>
                <a:cubicBezTo>
                  <a:pt x="28348" y="26578"/>
                  <a:pt x="28686" y="26356"/>
                  <a:pt x="29130" y="26133"/>
                </a:cubicBezTo>
                <a:cubicBezTo>
                  <a:pt x="29575" y="26018"/>
                  <a:pt x="29904" y="25795"/>
                  <a:pt x="30349" y="25573"/>
                </a:cubicBezTo>
                <a:cubicBezTo>
                  <a:pt x="30687" y="25351"/>
                  <a:pt x="31016" y="25022"/>
                  <a:pt x="31238" y="24684"/>
                </a:cubicBezTo>
                <a:lnTo>
                  <a:pt x="31238" y="24684"/>
                </a:lnTo>
                <a:cubicBezTo>
                  <a:pt x="31016" y="25022"/>
                  <a:pt x="30687" y="25244"/>
                  <a:pt x="30242" y="25466"/>
                </a:cubicBezTo>
                <a:cubicBezTo>
                  <a:pt x="29904" y="25689"/>
                  <a:pt x="29460" y="25795"/>
                  <a:pt x="29015" y="26018"/>
                </a:cubicBezTo>
                <a:cubicBezTo>
                  <a:pt x="28686" y="26133"/>
                  <a:pt x="28241" y="26356"/>
                  <a:pt x="27796" y="26578"/>
                </a:cubicBezTo>
                <a:cubicBezTo>
                  <a:pt x="27458" y="26800"/>
                  <a:pt x="27013" y="27023"/>
                  <a:pt x="26684" y="27352"/>
                </a:cubicBezTo>
                <a:cubicBezTo>
                  <a:pt x="26017" y="27912"/>
                  <a:pt x="25350" y="28579"/>
                  <a:pt x="24790" y="29246"/>
                </a:cubicBezTo>
                <a:lnTo>
                  <a:pt x="23571" y="30581"/>
                </a:lnTo>
                <a:lnTo>
                  <a:pt x="20236" y="30581"/>
                </a:lnTo>
                <a:cubicBezTo>
                  <a:pt x="19569" y="30687"/>
                  <a:pt x="19008" y="30803"/>
                  <a:pt x="18341" y="30910"/>
                </a:cubicBezTo>
                <a:lnTo>
                  <a:pt x="18679" y="30581"/>
                </a:lnTo>
                <a:cubicBezTo>
                  <a:pt x="20787" y="28908"/>
                  <a:pt x="23233" y="27467"/>
                  <a:pt x="25235" y="25573"/>
                </a:cubicBezTo>
                <a:cubicBezTo>
                  <a:pt x="25457" y="25466"/>
                  <a:pt x="25573" y="25244"/>
                  <a:pt x="25679" y="25128"/>
                </a:cubicBezTo>
                <a:cubicBezTo>
                  <a:pt x="27236" y="24799"/>
                  <a:pt x="28570" y="23910"/>
                  <a:pt x="29575" y="22905"/>
                </a:cubicBezTo>
                <a:cubicBezTo>
                  <a:pt x="30571" y="21793"/>
                  <a:pt x="31238" y="20352"/>
                  <a:pt x="31461" y="18902"/>
                </a:cubicBezTo>
                <a:lnTo>
                  <a:pt x="31461" y="18902"/>
                </a:lnTo>
                <a:cubicBezTo>
                  <a:pt x="31132" y="20352"/>
                  <a:pt x="30242" y="21570"/>
                  <a:pt x="29237" y="22575"/>
                </a:cubicBezTo>
                <a:cubicBezTo>
                  <a:pt x="28570" y="23127"/>
                  <a:pt x="27681" y="23572"/>
                  <a:pt x="26907" y="23910"/>
                </a:cubicBezTo>
                <a:cubicBezTo>
                  <a:pt x="28241" y="22353"/>
                  <a:pt x="29237" y="20681"/>
                  <a:pt x="30020" y="18795"/>
                </a:cubicBezTo>
                <a:cubicBezTo>
                  <a:pt x="30465" y="17906"/>
                  <a:pt x="30687" y="16901"/>
                  <a:pt x="31016" y="16011"/>
                </a:cubicBezTo>
                <a:cubicBezTo>
                  <a:pt x="31717" y="15414"/>
                  <a:pt x="32147" y="14459"/>
                  <a:pt x="32146" y="13551"/>
                </a:cubicBezTo>
                <a:lnTo>
                  <a:pt x="32146" y="13551"/>
                </a:lnTo>
                <a:cubicBezTo>
                  <a:pt x="32145" y="14418"/>
                  <a:pt x="31715" y="15181"/>
                  <a:pt x="31016" y="15682"/>
                </a:cubicBezTo>
                <a:cubicBezTo>
                  <a:pt x="31461" y="14010"/>
                  <a:pt x="31576" y="12453"/>
                  <a:pt x="31576" y="10790"/>
                </a:cubicBezTo>
                <a:lnTo>
                  <a:pt x="31576" y="10790"/>
                </a:lnTo>
                <a:cubicBezTo>
                  <a:pt x="31461" y="12569"/>
                  <a:pt x="31238" y="14232"/>
                  <a:pt x="30687" y="15904"/>
                </a:cubicBezTo>
                <a:lnTo>
                  <a:pt x="30571" y="15904"/>
                </a:lnTo>
                <a:lnTo>
                  <a:pt x="30687" y="16011"/>
                </a:lnTo>
                <a:cubicBezTo>
                  <a:pt x="30349" y="16901"/>
                  <a:pt x="30020" y="17790"/>
                  <a:pt x="29575" y="18573"/>
                </a:cubicBezTo>
                <a:cubicBezTo>
                  <a:pt x="29460" y="18902"/>
                  <a:pt x="29237" y="19124"/>
                  <a:pt x="29130" y="19347"/>
                </a:cubicBezTo>
                <a:cubicBezTo>
                  <a:pt x="28241" y="18350"/>
                  <a:pt x="27796" y="16794"/>
                  <a:pt x="28125" y="15344"/>
                </a:cubicBezTo>
                <a:lnTo>
                  <a:pt x="28125" y="15344"/>
                </a:lnTo>
                <a:cubicBezTo>
                  <a:pt x="27574" y="16901"/>
                  <a:pt x="27681" y="18680"/>
                  <a:pt x="28686" y="20129"/>
                </a:cubicBezTo>
                <a:cubicBezTo>
                  <a:pt x="27574" y="21908"/>
                  <a:pt x="26240" y="23572"/>
                  <a:pt x="24567" y="24799"/>
                </a:cubicBezTo>
                <a:cubicBezTo>
                  <a:pt x="24238" y="25128"/>
                  <a:pt x="23794" y="25466"/>
                  <a:pt x="23349" y="25689"/>
                </a:cubicBezTo>
                <a:cubicBezTo>
                  <a:pt x="22904" y="23794"/>
                  <a:pt x="23127" y="21686"/>
                  <a:pt x="24123" y="19907"/>
                </a:cubicBezTo>
                <a:lnTo>
                  <a:pt x="24123" y="19907"/>
                </a:lnTo>
                <a:cubicBezTo>
                  <a:pt x="22789" y="21686"/>
                  <a:pt x="22237" y="24016"/>
                  <a:pt x="22682" y="26240"/>
                </a:cubicBezTo>
                <a:cubicBezTo>
                  <a:pt x="21348" y="27129"/>
                  <a:pt x="19898" y="27912"/>
                  <a:pt x="18457" y="28908"/>
                </a:cubicBezTo>
                <a:cubicBezTo>
                  <a:pt x="19675" y="24354"/>
                  <a:pt x="20342" y="19569"/>
                  <a:pt x="20342" y="15015"/>
                </a:cubicBezTo>
                <a:lnTo>
                  <a:pt x="20342" y="14793"/>
                </a:lnTo>
                <a:cubicBezTo>
                  <a:pt x="20458" y="14677"/>
                  <a:pt x="20680" y="14570"/>
                  <a:pt x="21010" y="14455"/>
                </a:cubicBezTo>
                <a:cubicBezTo>
                  <a:pt x="21454" y="14232"/>
                  <a:pt x="22015" y="14010"/>
                  <a:pt x="22566" y="13788"/>
                </a:cubicBezTo>
                <a:cubicBezTo>
                  <a:pt x="23127" y="13565"/>
                  <a:pt x="23678" y="13236"/>
                  <a:pt x="24016" y="12791"/>
                </a:cubicBezTo>
                <a:cubicBezTo>
                  <a:pt x="24345" y="12231"/>
                  <a:pt x="24567" y="11680"/>
                  <a:pt x="24461" y="11119"/>
                </a:cubicBezTo>
                <a:lnTo>
                  <a:pt x="24461" y="11119"/>
                </a:lnTo>
                <a:cubicBezTo>
                  <a:pt x="24461" y="11680"/>
                  <a:pt x="24238" y="12231"/>
                  <a:pt x="23794" y="12569"/>
                </a:cubicBezTo>
                <a:cubicBezTo>
                  <a:pt x="23456" y="13014"/>
                  <a:pt x="22904" y="13120"/>
                  <a:pt x="22344" y="13343"/>
                </a:cubicBezTo>
                <a:cubicBezTo>
                  <a:pt x="21899" y="13458"/>
                  <a:pt x="21348" y="13565"/>
                  <a:pt x="20680" y="13788"/>
                </a:cubicBezTo>
                <a:cubicBezTo>
                  <a:pt x="20565" y="13788"/>
                  <a:pt x="20458" y="13903"/>
                  <a:pt x="20236" y="13903"/>
                </a:cubicBezTo>
                <a:cubicBezTo>
                  <a:pt x="20236" y="13014"/>
                  <a:pt x="20236" y="12124"/>
                  <a:pt x="20120" y="11342"/>
                </a:cubicBezTo>
                <a:lnTo>
                  <a:pt x="20120" y="9678"/>
                </a:lnTo>
                <a:cubicBezTo>
                  <a:pt x="20236" y="9563"/>
                  <a:pt x="20458" y="9456"/>
                  <a:pt x="20787" y="9340"/>
                </a:cubicBezTo>
                <a:cubicBezTo>
                  <a:pt x="20903" y="9233"/>
                  <a:pt x="21010" y="9118"/>
                  <a:pt x="21232" y="9118"/>
                </a:cubicBezTo>
                <a:cubicBezTo>
                  <a:pt x="21348" y="9011"/>
                  <a:pt x="21570" y="8895"/>
                  <a:pt x="21677" y="8789"/>
                </a:cubicBezTo>
                <a:cubicBezTo>
                  <a:pt x="22015" y="8673"/>
                  <a:pt x="22237" y="8344"/>
                  <a:pt x="22459" y="8122"/>
                </a:cubicBezTo>
                <a:cubicBezTo>
                  <a:pt x="23011" y="7561"/>
                  <a:pt x="23349" y="7010"/>
                  <a:pt x="23456" y="6343"/>
                </a:cubicBezTo>
                <a:cubicBezTo>
                  <a:pt x="23571" y="6005"/>
                  <a:pt x="23678" y="5676"/>
                  <a:pt x="23678" y="5338"/>
                </a:cubicBezTo>
                <a:cubicBezTo>
                  <a:pt x="23678" y="5009"/>
                  <a:pt x="23571" y="4671"/>
                  <a:pt x="23571" y="4341"/>
                </a:cubicBezTo>
                <a:lnTo>
                  <a:pt x="23571" y="5338"/>
                </a:lnTo>
                <a:cubicBezTo>
                  <a:pt x="23456" y="5560"/>
                  <a:pt x="23349" y="5898"/>
                  <a:pt x="23233" y="6227"/>
                </a:cubicBezTo>
                <a:cubicBezTo>
                  <a:pt x="23011" y="6787"/>
                  <a:pt x="22682" y="7339"/>
                  <a:pt x="22121" y="7784"/>
                </a:cubicBezTo>
                <a:cubicBezTo>
                  <a:pt x="21899" y="8006"/>
                  <a:pt x="21677" y="8122"/>
                  <a:pt x="21348" y="8344"/>
                </a:cubicBezTo>
                <a:cubicBezTo>
                  <a:pt x="21232" y="8344"/>
                  <a:pt x="21125" y="8451"/>
                  <a:pt x="21010" y="8451"/>
                </a:cubicBezTo>
                <a:cubicBezTo>
                  <a:pt x="20787" y="8566"/>
                  <a:pt x="20680" y="8566"/>
                  <a:pt x="20458" y="8566"/>
                </a:cubicBezTo>
                <a:cubicBezTo>
                  <a:pt x="20342" y="8673"/>
                  <a:pt x="20236" y="8673"/>
                  <a:pt x="20013" y="8789"/>
                </a:cubicBezTo>
                <a:lnTo>
                  <a:pt x="20013" y="7784"/>
                </a:lnTo>
                <a:cubicBezTo>
                  <a:pt x="20013" y="6565"/>
                  <a:pt x="20120" y="5338"/>
                  <a:pt x="20342" y="4226"/>
                </a:cubicBezTo>
                <a:cubicBezTo>
                  <a:pt x="20680" y="3114"/>
                  <a:pt x="21125" y="2002"/>
                  <a:pt x="21899" y="1113"/>
                </a:cubicBezTo>
                <a:lnTo>
                  <a:pt x="21677" y="1006"/>
                </a:lnTo>
                <a:cubicBezTo>
                  <a:pt x="20787" y="1780"/>
                  <a:pt x="20120" y="2892"/>
                  <a:pt x="19675" y="4003"/>
                </a:cubicBezTo>
                <a:cubicBezTo>
                  <a:pt x="19569" y="4341"/>
                  <a:pt x="19569" y="4564"/>
                  <a:pt x="19453" y="4893"/>
                </a:cubicBezTo>
                <a:cubicBezTo>
                  <a:pt x="19453" y="4893"/>
                  <a:pt x="19346" y="4893"/>
                  <a:pt x="19346" y="4786"/>
                </a:cubicBezTo>
                <a:cubicBezTo>
                  <a:pt x="19231" y="4671"/>
                  <a:pt x="19124" y="4564"/>
                  <a:pt x="19008" y="4341"/>
                </a:cubicBezTo>
                <a:cubicBezTo>
                  <a:pt x="18786" y="4003"/>
                  <a:pt x="18902" y="3452"/>
                  <a:pt x="18902" y="3007"/>
                </a:cubicBezTo>
                <a:cubicBezTo>
                  <a:pt x="19008" y="2447"/>
                  <a:pt x="19124" y="2002"/>
                  <a:pt x="19124" y="1451"/>
                </a:cubicBezTo>
                <a:cubicBezTo>
                  <a:pt x="19124" y="890"/>
                  <a:pt x="18902" y="339"/>
                  <a:pt x="1856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" name="Google Shape;132;p2"/>
          <p:cNvGrpSpPr/>
          <p:nvPr/>
        </p:nvGrpSpPr>
        <p:grpSpPr>
          <a:xfrm rot="427817">
            <a:off x="8033091" y="1960610"/>
            <a:ext cx="1655621" cy="3005222"/>
            <a:chOff x="4813300" y="1919750"/>
            <a:chExt cx="1022925" cy="1856775"/>
          </a:xfrm>
        </p:grpSpPr>
        <p:sp>
          <p:nvSpPr>
            <p:cNvPr id="133" name="Google Shape;133;p2"/>
            <p:cNvSpPr/>
            <p:nvPr/>
          </p:nvSpPr>
          <p:spPr>
            <a:xfrm>
              <a:off x="4813300" y="2497900"/>
              <a:ext cx="1022925" cy="1278625"/>
            </a:xfrm>
            <a:custGeom>
              <a:avLst/>
              <a:gdLst/>
              <a:ahLst/>
              <a:cxnLst/>
              <a:rect l="l" t="t" r="r" b="b"/>
              <a:pathLst>
                <a:path w="40917" h="51145" extrusionOk="0">
                  <a:moveTo>
                    <a:pt x="19462" y="1"/>
                  </a:moveTo>
                  <a:cubicBezTo>
                    <a:pt x="19569" y="446"/>
                    <a:pt x="19462" y="890"/>
                    <a:pt x="19347" y="1219"/>
                  </a:cubicBezTo>
                  <a:cubicBezTo>
                    <a:pt x="19240" y="1442"/>
                    <a:pt x="19018" y="1664"/>
                    <a:pt x="18795" y="1780"/>
                  </a:cubicBezTo>
                  <a:cubicBezTo>
                    <a:pt x="18680" y="1442"/>
                    <a:pt x="18573" y="1113"/>
                    <a:pt x="18573" y="775"/>
                  </a:cubicBezTo>
                  <a:lnTo>
                    <a:pt x="18350" y="890"/>
                  </a:lnTo>
                  <a:cubicBezTo>
                    <a:pt x="18457" y="1780"/>
                    <a:pt x="18457" y="2669"/>
                    <a:pt x="18573" y="3665"/>
                  </a:cubicBezTo>
                  <a:cubicBezTo>
                    <a:pt x="17790" y="3443"/>
                    <a:pt x="17123" y="2892"/>
                    <a:pt x="16901" y="2002"/>
                  </a:cubicBezTo>
                  <a:lnTo>
                    <a:pt x="16901" y="2002"/>
                  </a:lnTo>
                  <a:cubicBezTo>
                    <a:pt x="17016" y="2892"/>
                    <a:pt x="17683" y="3781"/>
                    <a:pt x="18680" y="4110"/>
                  </a:cubicBezTo>
                  <a:cubicBezTo>
                    <a:pt x="18680" y="5338"/>
                    <a:pt x="18795" y="6450"/>
                    <a:pt x="18902" y="7668"/>
                  </a:cubicBezTo>
                  <a:cubicBezTo>
                    <a:pt x="18764" y="7717"/>
                    <a:pt x="18606" y="7745"/>
                    <a:pt x="18436" y="7745"/>
                  </a:cubicBezTo>
                  <a:cubicBezTo>
                    <a:pt x="18200" y="7745"/>
                    <a:pt x="17942" y="7691"/>
                    <a:pt x="17683" y="7561"/>
                  </a:cubicBezTo>
                  <a:cubicBezTo>
                    <a:pt x="17239" y="7446"/>
                    <a:pt x="16794" y="7001"/>
                    <a:pt x="16571" y="6556"/>
                  </a:cubicBezTo>
                  <a:lnTo>
                    <a:pt x="16571" y="6556"/>
                  </a:lnTo>
                  <a:cubicBezTo>
                    <a:pt x="16678" y="7117"/>
                    <a:pt x="17123" y="7561"/>
                    <a:pt x="17568" y="7784"/>
                  </a:cubicBezTo>
                  <a:cubicBezTo>
                    <a:pt x="17894" y="7947"/>
                    <a:pt x="18220" y="8048"/>
                    <a:pt x="18547" y="8048"/>
                  </a:cubicBezTo>
                  <a:cubicBezTo>
                    <a:pt x="18665" y="8048"/>
                    <a:pt x="18783" y="8034"/>
                    <a:pt x="18902" y="8006"/>
                  </a:cubicBezTo>
                  <a:cubicBezTo>
                    <a:pt x="19018" y="9340"/>
                    <a:pt x="19124" y="10559"/>
                    <a:pt x="19240" y="11786"/>
                  </a:cubicBezTo>
                  <a:cubicBezTo>
                    <a:pt x="19124" y="11786"/>
                    <a:pt x="18902" y="11671"/>
                    <a:pt x="18795" y="11671"/>
                  </a:cubicBezTo>
                  <a:cubicBezTo>
                    <a:pt x="18235" y="11448"/>
                    <a:pt x="17790" y="11226"/>
                    <a:pt x="17239" y="10781"/>
                  </a:cubicBezTo>
                  <a:cubicBezTo>
                    <a:pt x="16233" y="10114"/>
                    <a:pt x="15344" y="9225"/>
                    <a:pt x="14570" y="8228"/>
                  </a:cubicBezTo>
                  <a:cubicBezTo>
                    <a:pt x="14125" y="7890"/>
                    <a:pt x="13903" y="7446"/>
                    <a:pt x="13565" y="7001"/>
                  </a:cubicBezTo>
                  <a:cubicBezTo>
                    <a:pt x="13787" y="6672"/>
                    <a:pt x="14125" y="6227"/>
                    <a:pt x="14232" y="5667"/>
                  </a:cubicBezTo>
                  <a:cubicBezTo>
                    <a:pt x="14348" y="5338"/>
                    <a:pt x="14348" y="5000"/>
                    <a:pt x="14125" y="4671"/>
                  </a:cubicBezTo>
                  <a:cubicBezTo>
                    <a:pt x="14010" y="4333"/>
                    <a:pt x="13787" y="4110"/>
                    <a:pt x="13458" y="4110"/>
                  </a:cubicBezTo>
                  <a:cubicBezTo>
                    <a:pt x="13787" y="4110"/>
                    <a:pt x="14010" y="4448"/>
                    <a:pt x="14010" y="4671"/>
                  </a:cubicBezTo>
                  <a:cubicBezTo>
                    <a:pt x="14125" y="5000"/>
                    <a:pt x="14125" y="5338"/>
                    <a:pt x="14010" y="5667"/>
                  </a:cubicBezTo>
                  <a:cubicBezTo>
                    <a:pt x="13903" y="5889"/>
                    <a:pt x="13681" y="6227"/>
                    <a:pt x="13458" y="6450"/>
                  </a:cubicBezTo>
                  <a:cubicBezTo>
                    <a:pt x="13458" y="6556"/>
                    <a:pt x="13343" y="6672"/>
                    <a:pt x="13343" y="6672"/>
                  </a:cubicBezTo>
                  <a:cubicBezTo>
                    <a:pt x="13014" y="6227"/>
                    <a:pt x="12676" y="5667"/>
                    <a:pt x="12347" y="5115"/>
                  </a:cubicBezTo>
                  <a:cubicBezTo>
                    <a:pt x="12231" y="5000"/>
                    <a:pt x="12231" y="4777"/>
                    <a:pt x="12124" y="4671"/>
                  </a:cubicBezTo>
                  <a:cubicBezTo>
                    <a:pt x="12231" y="4333"/>
                    <a:pt x="12453" y="4110"/>
                    <a:pt x="12569" y="3781"/>
                  </a:cubicBezTo>
                  <a:cubicBezTo>
                    <a:pt x="12569" y="3665"/>
                    <a:pt x="12676" y="3559"/>
                    <a:pt x="12676" y="3443"/>
                  </a:cubicBezTo>
                  <a:cubicBezTo>
                    <a:pt x="13236" y="2998"/>
                    <a:pt x="13458" y="2331"/>
                    <a:pt x="13236" y="1780"/>
                  </a:cubicBezTo>
                  <a:lnTo>
                    <a:pt x="13236" y="1780"/>
                  </a:lnTo>
                  <a:cubicBezTo>
                    <a:pt x="13343" y="2109"/>
                    <a:pt x="13120" y="2554"/>
                    <a:pt x="12898" y="2892"/>
                  </a:cubicBezTo>
                  <a:lnTo>
                    <a:pt x="12898" y="2776"/>
                  </a:lnTo>
                  <a:cubicBezTo>
                    <a:pt x="12898" y="2447"/>
                    <a:pt x="12898" y="2002"/>
                    <a:pt x="12791" y="1664"/>
                  </a:cubicBezTo>
                  <a:cubicBezTo>
                    <a:pt x="12569" y="1335"/>
                    <a:pt x="12347" y="997"/>
                    <a:pt x="12009" y="775"/>
                  </a:cubicBezTo>
                  <a:lnTo>
                    <a:pt x="11902" y="997"/>
                  </a:lnTo>
                  <a:cubicBezTo>
                    <a:pt x="12231" y="1219"/>
                    <a:pt x="12347" y="1442"/>
                    <a:pt x="12453" y="1780"/>
                  </a:cubicBezTo>
                  <a:cubicBezTo>
                    <a:pt x="12569" y="2109"/>
                    <a:pt x="12569" y="2447"/>
                    <a:pt x="12569" y="2669"/>
                  </a:cubicBezTo>
                  <a:cubicBezTo>
                    <a:pt x="12453" y="3221"/>
                    <a:pt x="12124" y="3665"/>
                    <a:pt x="11902" y="4110"/>
                  </a:cubicBezTo>
                  <a:cubicBezTo>
                    <a:pt x="11457" y="3336"/>
                    <a:pt x="11235" y="2447"/>
                    <a:pt x="11012" y="1557"/>
                  </a:cubicBezTo>
                  <a:lnTo>
                    <a:pt x="10790" y="1557"/>
                  </a:lnTo>
                  <a:cubicBezTo>
                    <a:pt x="10790" y="2002"/>
                    <a:pt x="10897" y="2447"/>
                    <a:pt x="11012" y="2892"/>
                  </a:cubicBezTo>
                  <a:cubicBezTo>
                    <a:pt x="10956" y="2902"/>
                    <a:pt x="10897" y="2908"/>
                    <a:pt x="10837" y="2908"/>
                  </a:cubicBezTo>
                  <a:cubicBezTo>
                    <a:pt x="10300" y="2908"/>
                    <a:pt x="9644" y="2498"/>
                    <a:pt x="9340" y="2002"/>
                  </a:cubicBezTo>
                  <a:lnTo>
                    <a:pt x="9340" y="2002"/>
                  </a:lnTo>
                  <a:cubicBezTo>
                    <a:pt x="9456" y="2331"/>
                    <a:pt x="9678" y="2669"/>
                    <a:pt x="10007" y="2892"/>
                  </a:cubicBezTo>
                  <a:cubicBezTo>
                    <a:pt x="10345" y="3114"/>
                    <a:pt x="10674" y="3221"/>
                    <a:pt x="11119" y="3221"/>
                  </a:cubicBezTo>
                  <a:cubicBezTo>
                    <a:pt x="11341" y="4003"/>
                    <a:pt x="11564" y="4671"/>
                    <a:pt x="11786" y="5444"/>
                  </a:cubicBezTo>
                  <a:cubicBezTo>
                    <a:pt x="11902" y="5667"/>
                    <a:pt x="12124" y="6005"/>
                    <a:pt x="12231" y="6334"/>
                  </a:cubicBezTo>
                  <a:cubicBezTo>
                    <a:pt x="11955" y="6392"/>
                    <a:pt x="11677" y="6421"/>
                    <a:pt x="11399" y="6421"/>
                  </a:cubicBezTo>
                  <a:cubicBezTo>
                    <a:pt x="11121" y="6421"/>
                    <a:pt x="10843" y="6392"/>
                    <a:pt x="10568" y="6334"/>
                  </a:cubicBezTo>
                  <a:cubicBezTo>
                    <a:pt x="10230" y="6227"/>
                    <a:pt x="9900" y="6005"/>
                    <a:pt x="9562" y="5782"/>
                  </a:cubicBezTo>
                  <a:cubicBezTo>
                    <a:pt x="9340" y="5560"/>
                    <a:pt x="9011" y="5222"/>
                    <a:pt x="8895" y="4893"/>
                  </a:cubicBezTo>
                  <a:lnTo>
                    <a:pt x="8789" y="5000"/>
                  </a:lnTo>
                  <a:cubicBezTo>
                    <a:pt x="8789" y="5338"/>
                    <a:pt x="9011" y="5782"/>
                    <a:pt x="9340" y="6112"/>
                  </a:cubicBezTo>
                  <a:cubicBezTo>
                    <a:pt x="9562" y="6334"/>
                    <a:pt x="9785" y="6450"/>
                    <a:pt x="10007" y="6556"/>
                  </a:cubicBezTo>
                  <a:cubicBezTo>
                    <a:pt x="9637" y="6927"/>
                    <a:pt x="9112" y="7143"/>
                    <a:pt x="8561" y="7143"/>
                  </a:cubicBezTo>
                  <a:cubicBezTo>
                    <a:pt x="8451" y="7143"/>
                    <a:pt x="8339" y="7134"/>
                    <a:pt x="8228" y="7117"/>
                  </a:cubicBezTo>
                  <a:lnTo>
                    <a:pt x="8228" y="7117"/>
                  </a:lnTo>
                  <a:cubicBezTo>
                    <a:pt x="8449" y="7190"/>
                    <a:pt x="8693" y="7227"/>
                    <a:pt x="8942" y="7227"/>
                  </a:cubicBezTo>
                  <a:cubicBezTo>
                    <a:pt x="9447" y="7227"/>
                    <a:pt x="9970" y="7076"/>
                    <a:pt x="10345" y="6779"/>
                  </a:cubicBezTo>
                  <a:lnTo>
                    <a:pt x="10452" y="6779"/>
                  </a:lnTo>
                  <a:cubicBezTo>
                    <a:pt x="10897" y="7001"/>
                    <a:pt x="11235" y="7001"/>
                    <a:pt x="11679" y="7117"/>
                  </a:cubicBezTo>
                  <a:lnTo>
                    <a:pt x="12676" y="7117"/>
                  </a:lnTo>
                  <a:lnTo>
                    <a:pt x="12676" y="7223"/>
                  </a:lnTo>
                  <a:lnTo>
                    <a:pt x="13681" y="8896"/>
                  </a:lnTo>
                  <a:cubicBezTo>
                    <a:pt x="13787" y="9002"/>
                    <a:pt x="13903" y="9118"/>
                    <a:pt x="14010" y="9340"/>
                  </a:cubicBezTo>
                  <a:cubicBezTo>
                    <a:pt x="13426" y="9848"/>
                    <a:pt x="12650" y="10119"/>
                    <a:pt x="11842" y="10119"/>
                  </a:cubicBezTo>
                  <a:cubicBezTo>
                    <a:pt x="11419" y="10119"/>
                    <a:pt x="10986" y="10045"/>
                    <a:pt x="10568" y="9892"/>
                  </a:cubicBezTo>
                  <a:lnTo>
                    <a:pt x="10568" y="9892"/>
                  </a:lnTo>
                  <a:cubicBezTo>
                    <a:pt x="11070" y="10146"/>
                    <a:pt x="11632" y="10269"/>
                    <a:pt x="12164" y="10269"/>
                  </a:cubicBezTo>
                  <a:cubicBezTo>
                    <a:pt x="12339" y="10269"/>
                    <a:pt x="12511" y="10256"/>
                    <a:pt x="12676" y="10230"/>
                  </a:cubicBezTo>
                  <a:cubicBezTo>
                    <a:pt x="13236" y="10114"/>
                    <a:pt x="13787" y="9892"/>
                    <a:pt x="14232" y="9563"/>
                  </a:cubicBezTo>
                  <a:cubicBezTo>
                    <a:pt x="14899" y="10452"/>
                    <a:pt x="15566" y="11226"/>
                    <a:pt x="16456" y="11893"/>
                  </a:cubicBezTo>
                  <a:cubicBezTo>
                    <a:pt x="16901" y="12338"/>
                    <a:pt x="17461" y="12782"/>
                    <a:pt x="18128" y="13120"/>
                  </a:cubicBezTo>
                  <a:cubicBezTo>
                    <a:pt x="18573" y="13227"/>
                    <a:pt x="18902" y="13450"/>
                    <a:pt x="19347" y="13450"/>
                  </a:cubicBezTo>
                  <a:lnTo>
                    <a:pt x="19462" y="13450"/>
                  </a:lnTo>
                  <a:cubicBezTo>
                    <a:pt x="19462" y="13788"/>
                    <a:pt x="19462" y="14117"/>
                    <a:pt x="19569" y="14455"/>
                  </a:cubicBezTo>
                  <a:cubicBezTo>
                    <a:pt x="19685" y="15896"/>
                    <a:pt x="19907" y="17345"/>
                    <a:pt x="20236" y="18902"/>
                  </a:cubicBezTo>
                  <a:cubicBezTo>
                    <a:pt x="19685" y="18786"/>
                    <a:pt x="19124" y="18680"/>
                    <a:pt x="18680" y="18457"/>
                  </a:cubicBezTo>
                  <a:cubicBezTo>
                    <a:pt x="17906" y="18342"/>
                    <a:pt x="17239" y="18013"/>
                    <a:pt x="16571" y="17675"/>
                  </a:cubicBezTo>
                  <a:cubicBezTo>
                    <a:pt x="16456" y="17568"/>
                    <a:pt x="16456" y="17452"/>
                    <a:pt x="16456" y="17452"/>
                  </a:cubicBezTo>
                  <a:cubicBezTo>
                    <a:pt x="16456" y="17007"/>
                    <a:pt x="16571" y="16678"/>
                    <a:pt x="16571" y="16234"/>
                  </a:cubicBezTo>
                  <a:cubicBezTo>
                    <a:pt x="16571" y="15789"/>
                    <a:pt x="16571" y="15344"/>
                    <a:pt x="16349" y="14899"/>
                  </a:cubicBezTo>
                  <a:cubicBezTo>
                    <a:pt x="16128" y="14563"/>
                    <a:pt x="15792" y="14235"/>
                    <a:pt x="15464" y="14013"/>
                  </a:cubicBezTo>
                  <a:lnTo>
                    <a:pt x="15464" y="14013"/>
                  </a:lnTo>
                  <a:cubicBezTo>
                    <a:pt x="15792" y="14235"/>
                    <a:pt x="16127" y="14563"/>
                    <a:pt x="16233" y="15006"/>
                  </a:cubicBezTo>
                  <a:cubicBezTo>
                    <a:pt x="16456" y="15344"/>
                    <a:pt x="16456" y="15789"/>
                    <a:pt x="16349" y="16118"/>
                  </a:cubicBezTo>
                  <a:cubicBezTo>
                    <a:pt x="16233" y="16563"/>
                    <a:pt x="16127" y="17007"/>
                    <a:pt x="16127" y="17452"/>
                  </a:cubicBezTo>
                  <a:cubicBezTo>
                    <a:pt x="15566" y="17007"/>
                    <a:pt x="15122" y="16563"/>
                    <a:pt x="14793" y="16011"/>
                  </a:cubicBezTo>
                  <a:cubicBezTo>
                    <a:pt x="14348" y="15344"/>
                    <a:pt x="14125" y="14561"/>
                    <a:pt x="14232" y="13788"/>
                  </a:cubicBezTo>
                  <a:lnTo>
                    <a:pt x="14010" y="13788"/>
                  </a:lnTo>
                  <a:cubicBezTo>
                    <a:pt x="13903" y="14561"/>
                    <a:pt x="14010" y="15451"/>
                    <a:pt x="14455" y="16234"/>
                  </a:cubicBezTo>
                  <a:cubicBezTo>
                    <a:pt x="14793" y="17007"/>
                    <a:pt x="15460" y="17675"/>
                    <a:pt x="16127" y="18119"/>
                  </a:cubicBezTo>
                  <a:cubicBezTo>
                    <a:pt x="16794" y="18680"/>
                    <a:pt x="17568" y="19009"/>
                    <a:pt x="18350" y="19347"/>
                  </a:cubicBezTo>
                  <a:cubicBezTo>
                    <a:pt x="19018" y="19569"/>
                    <a:pt x="19791" y="19676"/>
                    <a:pt x="20458" y="19898"/>
                  </a:cubicBezTo>
                  <a:cubicBezTo>
                    <a:pt x="20574" y="20343"/>
                    <a:pt x="20681" y="20903"/>
                    <a:pt x="20796" y="21348"/>
                  </a:cubicBezTo>
                  <a:cubicBezTo>
                    <a:pt x="21348" y="23678"/>
                    <a:pt x="22131" y="25902"/>
                    <a:pt x="23127" y="28126"/>
                  </a:cubicBezTo>
                  <a:cubicBezTo>
                    <a:pt x="23572" y="29131"/>
                    <a:pt x="24132" y="30020"/>
                    <a:pt x="24683" y="30910"/>
                  </a:cubicBezTo>
                  <a:cubicBezTo>
                    <a:pt x="23465" y="30465"/>
                    <a:pt x="22353" y="29905"/>
                    <a:pt x="21241" y="29131"/>
                  </a:cubicBezTo>
                  <a:cubicBezTo>
                    <a:pt x="20236" y="28464"/>
                    <a:pt x="19347" y="27574"/>
                    <a:pt x="18457" y="26569"/>
                  </a:cubicBezTo>
                  <a:cubicBezTo>
                    <a:pt x="17683" y="25680"/>
                    <a:pt x="16901" y="24568"/>
                    <a:pt x="16011" y="23456"/>
                  </a:cubicBezTo>
                  <a:cubicBezTo>
                    <a:pt x="15237" y="22344"/>
                    <a:pt x="14348" y="21348"/>
                    <a:pt x="13343" y="20343"/>
                  </a:cubicBezTo>
                  <a:cubicBezTo>
                    <a:pt x="13014" y="20014"/>
                    <a:pt x="12676" y="19676"/>
                    <a:pt x="12231" y="19347"/>
                  </a:cubicBezTo>
                  <a:cubicBezTo>
                    <a:pt x="12569" y="18119"/>
                    <a:pt x="12347" y="16785"/>
                    <a:pt x="11679" y="15789"/>
                  </a:cubicBezTo>
                  <a:lnTo>
                    <a:pt x="11679" y="15789"/>
                  </a:lnTo>
                  <a:cubicBezTo>
                    <a:pt x="12231" y="16785"/>
                    <a:pt x="12231" y="18013"/>
                    <a:pt x="11902" y="19124"/>
                  </a:cubicBezTo>
                  <a:cubicBezTo>
                    <a:pt x="11457" y="18786"/>
                    <a:pt x="11012" y="18457"/>
                    <a:pt x="10568" y="18235"/>
                  </a:cubicBezTo>
                  <a:cubicBezTo>
                    <a:pt x="10568" y="17675"/>
                    <a:pt x="10452" y="17230"/>
                    <a:pt x="10230" y="16901"/>
                  </a:cubicBezTo>
                  <a:cubicBezTo>
                    <a:pt x="10007" y="16456"/>
                    <a:pt x="9678" y="16118"/>
                    <a:pt x="9340" y="15789"/>
                  </a:cubicBezTo>
                  <a:cubicBezTo>
                    <a:pt x="9233" y="15789"/>
                    <a:pt x="9118" y="15673"/>
                    <a:pt x="9011" y="15566"/>
                  </a:cubicBezTo>
                  <a:cubicBezTo>
                    <a:pt x="9233" y="14455"/>
                    <a:pt x="8566" y="13227"/>
                    <a:pt x="7561" y="12676"/>
                  </a:cubicBezTo>
                  <a:lnTo>
                    <a:pt x="7561" y="12676"/>
                  </a:lnTo>
                  <a:cubicBezTo>
                    <a:pt x="8451" y="13343"/>
                    <a:pt x="8789" y="14455"/>
                    <a:pt x="8673" y="15344"/>
                  </a:cubicBezTo>
                  <a:cubicBezTo>
                    <a:pt x="8566" y="15344"/>
                    <a:pt x="8344" y="15228"/>
                    <a:pt x="8228" y="15122"/>
                  </a:cubicBezTo>
                  <a:cubicBezTo>
                    <a:pt x="7784" y="15006"/>
                    <a:pt x="7339" y="14784"/>
                    <a:pt x="7010" y="14677"/>
                  </a:cubicBezTo>
                  <a:lnTo>
                    <a:pt x="6894" y="14899"/>
                  </a:lnTo>
                  <a:cubicBezTo>
                    <a:pt x="7677" y="15344"/>
                    <a:pt x="8451" y="15673"/>
                    <a:pt x="8895" y="16234"/>
                  </a:cubicBezTo>
                  <a:cubicBezTo>
                    <a:pt x="9233" y="16563"/>
                    <a:pt x="9456" y="16901"/>
                    <a:pt x="9562" y="17230"/>
                  </a:cubicBezTo>
                  <a:cubicBezTo>
                    <a:pt x="9562" y="17345"/>
                    <a:pt x="9562" y="17568"/>
                    <a:pt x="9678" y="17675"/>
                  </a:cubicBezTo>
                  <a:cubicBezTo>
                    <a:pt x="8344" y="17007"/>
                    <a:pt x="7116" y="16456"/>
                    <a:pt x="5782" y="16011"/>
                  </a:cubicBezTo>
                  <a:cubicBezTo>
                    <a:pt x="4670" y="15566"/>
                    <a:pt x="3674" y="15228"/>
                    <a:pt x="2562" y="14899"/>
                  </a:cubicBezTo>
                  <a:lnTo>
                    <a:pt x="2447" y="15006"/>
                  </a:lnTo>
                  <a:cubicBezTo>
                    <a:pt x="3007" y="15228"/>
                    <a:pt x="3559" y="15451"/>
                    <a:pt x="4003" y="15673"/>
                  </a:cubicBezTo>
                  <a:cubicBezTo>
                    <a:pt x="3538" y="16075"/>
                    <a:pt x="2949" y="16276"/>
                    <a:pt x="2336" y="16276"/>
                  </a:cubicBezTo>
                  <a:cubicBezTo>
                    <a:pt x="1930" y="16276"/>
                    <a:pt x="1513" y="16188"/>
                    <a:pt x="1113" y="16011"/>
                  </a:cubicBezTo>
                  <a:lnTo>
                    <a:pt x="1113" y="16011"/>
                  </a:lnTo>
                  <a:cubicBezTo>
                    <a:pt x="1673" y="16340"/>
                    <a:pt x="2224" y="16456"/>
                    <a:pt x="2892" y="16456"/>
                  </a:cubicBezTo>
                  <a:cubicBezTo>
                    <a:pt x="3452" y="16456"/>
                    <a:pt x="4003" y="16234"/>
                    <a:pt x="4448" y="15896"/>
                  </a:cubicBezTo>
                  <a:cubicBezTo>
                    <a:pt x="4786" y="16011"/>
                    <a:pt x="5115" y="16234"/>
                    <a:pt x="5453" y="16340"/>
                  </a:cubicBezTo>
                  <a:cubicBezTo>
                    <a:pt x="5231" y="16678"/>
                    <a:pt x="5008" y="17123"/>
                    <a:pt x="4670" y="17452"/>
                  </a:cubicBezTo>
                  <a:cubicBezTo>
                    <a:pt x="4226" y="17897"/>
                    <a:pt x="3897" y="18342"/>
                    <a:pt x="3336" y="18680"/>
                  </a:cubicBezTo>
                  <a:cubicBezTo>
                    <a:pt x="2892" y="19009"/>
                    <a:pt x="2340" y="19231"/>
                    <a:pt x="1780" y="19347"/>
                  </a:cubicBezTo>
                  <a:cubicBezTo>
                    <a:pt x="1228" y="19347"/>
                    <a:pt x="561" y="19231"/>
                    <a:pt x="116" y="18902"/>
                  </a:cubicBezTo>
                  <a:lnTo>
                    <a:pt x="1" y="19009"/>
                  </a:lnTo>
                  <a:cubicBezTo>
                    <a:pt x="445" y="19569"/>
                    <a:pt x="1113" y="19791"/>
                    <a:pt x="1780" y="19791"/>
                  </a:cubicBezTo>
                  <a:cubicBezTo>
                    <a:pt x="2118" y="19791"/>
                    <a:pt x="2447" y="19676"/>
                    <a:pt x="2669" y="19569"/>
                  </a:cubicBezTo>
                  <a:lnTo>
                    <a:pt x="2669" y="19569"/>
                  </a:lnTo>
                  <a:cubicBezTo>
                    <a:pt x="2562" y="20788"/>
                    <a:pt x="2118" y="21899"/>
                    <a:pt x="1335" y="22682"/>
                  </a:cubicBezTo>
                  <a:cubicBezTo>
                    <a:pt x="2340" y="21899"/>
                    <a:pt x="2892" y="20788"/>
                    <a:pt x="3114" y="19453"/>
                  </a:cubicBezTo>
                  <a:cubicBezTo>
                    <a:pt x="3336" y="19347"/>
                    <a:pt x="3559" y="19231"/>
                    <a:pt x="3674" y="19231"/>
                  </a:cubicBezTo>
                  <a:cubicBezTo>
                    <a:pt x="4341" y="18786"/>
                    <a:pt x="4786" y="18457"/>
                    <a:pt x="5231" y="18013"/>
                  </a:cubicBezTo>
                  <a:cubicBezTo>
                    <a:pt x="5676" y="17568"/>
                    <a:pt x="6005" y="17123"/>
                    <a:pt x="6449" y="16785"/>
                  </a:cubicBezTo>
                  <a:cubicBezTo>
                    <a:pt x="7561" y="17345"/>
                    <a:pt x="8566" y="17897"/>
                    <a:pt x="9678" y="18564"/>
                  </a:cubicBezTo>
                  <a:cubicBezTo>
                    <a:pt x="10790" y="19347"/>
                    <a:pt x="11786" y="20121"/>
                    <a:pt x="12569" y="21126"/>
                  </a:cubicBezTo>
                  <a:cubicBezTo>
                    <a:pt x="13343" y="21793"/>
                    <a:pt x="13903" y="22682"/>
                    <a:pt x="14455" y="23572"/>
                  </a:cubicBezTo>
                  <a:cubicBezTo>
                    <a:pt x="14237" y="23585"/>
                    <a:pt x="14020" y="23591"/>
                    <a:pt x="13803" y="23591"/>
                  </a:cubicBezTo>
                  <a:cubicBezTo>
                    <a:pt x="12243" y="23591"/>
                    <a:pt x="10694" y="23254"/>
                    <a:pt x="9233" y="22567"/>
                  </a:cubicBezTo>
                  <a:cubicBezTo>
                    <a:pt x="8566" y="21677"/>
                    <a:pt x="8006" y="20681"/>
                    <a:pt x="7561" y="19676"/>
                  </a:cubicBezTo>
                  <a:lnTo>
                    <a:pt x="7561" y="19676"/>
                  </a:lnTo>
                  <a:lnTo>
                    <a:pt x="8566" y="22344"/>
                  </a:lnTo>
                  <a:cubicBezTo>
                    <a:pt x="7784" y="21899"/>
                    <a:pt x="7010" y="21455"/>
                    <a:pt x="6343" y="20903"/>
                  </a:cubicBezTo>
                  <a:lnTo>
                    <a:pt x="6120" y="21010"/>
                  </a:lnTo>
                  <a:cubicBezTo>
                    <a:pt x="7339" y="22237"/>
                    <a:pt x="8895" y="23127"/>
                    <a:pt x="10568" y="23794"/>
                  </a:cubicBezTo>
                  <a:cubicBezTo>
                    <a:pt x="10452" y="23794"/>
                    <a:pt x="10345" y="23901"/>
                    <a:pt x="10230" y="24016"/>
                  </a:cubicBezTo>
                  <a:cubicBezTo>
                    <a:pt x="10007" y="24239"/>
                    <a:pt x="9785" y="24461"/>
                    <a:pt x="9678" y="24683"/>
                  </a:cubicBezTo>
                  <a:cubicBezTo>
                    <a:pt x="9456" y="24906"/>
                    <a:pt x="9340" y="25128"/>
                    <a:pt x="9118" y="25351"/>
                  </a:cubicBezTo>
                  <a:cubicBezTo>
                    <a:pt x="9011" y="25573"/>
                    <a:pt x="8789" y="25680"/>
                    <a:pt x="8566" y="25795"/>
                  </a:cubicBezTo>
                  <a:cubicBezTo>
                    <a:pt x="8337" y="25839"/>
                    <a:pt x="8109" y="25865"/>
                    <a:pt x="7882" y="25865"/>
                  </a:cubicBezTo>
                  <a:cubicBezTo>
                    <a:pt x="7553" y="25865"/>
                    <a:pt x="7225" y="25811"/>
                    <a:pt x="6894" y="25680"/>
                  </a:cubicBezTo>
                  <a:cubicBezTo>
                    <a:pt x="6345" y="25573"/>
                    <a:pt x="5902" y="25238"/>
                    <a:pt x="5460" y="24911"/>
                  </a:cubicBezTo>
                  <a:lnTo>
                    <a:pt x="5460" y="24911"/>
                  </a:lnTo>
                  <a:cubicBezTo>
                    <a:pt x="5902" y="25238"/>
                    <a:pt x="6345" y="25574"/>
                    <a:pt x="6894" y="25795"/>
                  </a:cubicBezTo>
                  <a:cubicBezTo>
                    <a:pt x="7220" y="25958"/>
                    <a:pt x="7666" y="26059"/>
                    <a:pt x="8102" y="26059"/>
                  </a:cubicBezTo>
                  <a:cubicBezTo>
                    <a:pt x="8260" y="26059"/>
                    <a:pt x="8417" y="26046"/>
                    <a:pt x="8566" y="26018"/>
                  </a:cubicBezTo>
                  <a:cubicBezTo>
                    <a:pt x="8895" y="25902"/>
                    <a:pt x="9118" y="25680"/>
                    <a:pt x="9340" y="25573"/>
                  </a:cubicBezTo>
                  <a:cubicBezTo>
                    <a:pt x="9562" y="25351"/>
                    <a:pt x="9785" y="25128"/>
                    <a:pt x="9900" y="24906"/>
                  </a:cubicBezTo>
                  <a:cubicBezTo>
                    <a:pt x="10123" y="24683"/>
                    <a:pt x="10230" y="24461"/>
                    <a:pt x="10452" y="24239"/>
                  </a:cubicBezTo>
                  <a:cubicBezTo>
                    <a:pt x="10674" y="24123"/>
                    <a:pt x="10897" y="24016"/>
                    <a:pt x="11119" y="24016"/>
                  </a:cubicBezTo>
                  <a:cubicBezTo>
                    <a:pt x="12453" y="24345"/>
                    <a:pt x="13787" y="24568"/>
                    <a:pt x="15122" y="24568"/>
                  </a:cubicBezTo>
                  <a:cubicBezTo>
                    <a:pt x="15789" y="25573"/>
                    <a:pt x="16456" y="26685"/>
                    <a:pt x="17123" y="27681"/>
                  </a:cubicBezTo>
                  <a:cubicBezTo>
                    <a:pt x="18012" y="28793"/>
                    <a:pt x="19018" y="29798"/>
                    <a:pt x="20129" y="30687"/>
                  </a:cubicBezTo>
                  <a:cubicBezTo>
                    <a:pt x="21908" y="32244"/>
                    <a:pt x="24132" y="33240"/>
                    <a:pt x="26462" y="33800"/>
                  </a:cubicBezTo>
                  <a:cubicBezTo>
                    <a:pt x="26578" y="33907"/>
                    <a:pt x="26685" y="34130"/>
                    <a:pt x="26800" y="34245"/>
                  </a:cubicBezTo>
                  <a:cubicBezTo>
                    <a:pt x="28135" y="36131"/>
                    <a:pt x="29469" y="38025"/>
                    <a:pt x="30581" y="39911"/>
                  </a:cubicBezTo>
                  <a:cubicBezTo>
                    <a:pt x="31577" y="41690"/>
                    <a:pt x="32582" y="43585"/>
                    <a:pt x="33133" y="45363"/>
                  </a:cubicBezTo>
                  <a:cubicBezTo>
                    <a:pt x="33694" y="47249"/>
                    <a:pt x="33800" y="49028"/>
                    <a:pt x="33578" y="50700"/>
                  </a:cubicBezTo>
                  <a:lnTo>
                    <a:pt x="40916" y="51145"/>
                  </a:lnTo>
                  <a:cubicBezTo>
                    <a:pt x="40916" y="49695"/>
                    <a:pt x="40809" y="48254"/>
                    <a:pt x="40471" y="46920"/>
                  </a:cubicBezTo>
                  <a:cubicBezTo>
                    <a:pt x="40142" y="45586"/>
                    <a:pt x="39698" y="44252"/>
                    <a:pt x="39137" y="43024"/>
                  </a:cubicBezTo>
                  <a:cubicBezTo>
                    <a:pt x="38025" y="40694"/>
                    <a:pt x="36584" y="38577"/>
                    <a:pt x="35135" y="36691"/>
                  </a:cubicBezTo>
                  <a:cubicBezTo>
                    <a:pt x="33578" y="34797"/>
                    <a:pt x="32022" y="33133"/>
                    <a:pt x="30465" y="31461"/>
                  </a:cubicBezTo>
                  <a:cubicBezTo>
                    <a:pt x="29024" y="29682"/>
                    <a:pt x="27574" y="28019"/>
                    <a:pt x="26462" y="26240"/>
                  </a:cubicBezTo>
                  <a:cubicBezTo>
                    <a:pt x="25466" y="24790"/>
                    <a:pt x="24577" y="23127"/>
                    <a:pt x="23910" y="21348"/>
                  </a:cubicBezTo>
                  <a:cubicBezTo>
                    <a:pt x="24683" y="19569"/>
                    <a:pt x="25351" y="17675"/>
                    <a:pt x="25795" y="15789"/>
                  </a:cubicBezTo>
                  <a:cubicBezTo>
                    <a:pt x="26462" y="15673"/>
                    <a:pt x="27129" y="15344"/>
                    <a:pt x="27690" y="14899"/>
                  </a:cubicBezTo>
                  <a:cubicBezTo>
                    <a:pt x="28357" y="14455"/>
                    <a:pt x="28908" y="13672"/>
                    <a:pt x="29246" y="12782"/>
                  </a:cubicBezTo>
                  <a:lnTo>
                    <a:pt x="29246" y="12782"/>
                  </a:lnTo>
                  <a:cubicBezTo>
                    <a:pt x="28579" y="14232"/>
                    <a:pt x="27245" y="15228"/>
                    <a:pt x="25911" y="15344"/>
                  </a:cubicBezTo>
                  <a:cubicBezTo>
                    <a:pt x="26133" y="14339"/>
                    <a:pt x="26240" y="13343"/>
                    <a:pt x="26356" y="12231"/>
                  </a:cubicBezTo>
                  <a:cubicBezTo>
                    <a:pt x="26800" y="12009"/>
                    <a:pt x="27129" y="11671"/>
                    <a:pt x="27467" y="11342"/>
                  </a:cubicBezTo>
                  <a:cubicBezTo>
                    <a:pt x="27797" y="10897"/>
                    <a:pt x="28135" y="10336"/>
                    <a:pt x="28241" y="9785"/>
                  </a:cubicBezTo>
                  <a:cubicBezTo>
                    <a:pt x="28357" y="9447"/>
                    <a:pt x="28464" y="9118"/>
                    <a:pt x="28464" y="8673"/>
                  </a:cubicBezTo>
                  <a:lnTo>
                    <a:pt x="28464" y="8896"/>
                  </a:lnTo>
                  <a:cubicBezTo>
                    <a:pt x="29246" y="8558"/>
                    <a:pt x="29575" y="7784"/>
                    <a:pt x="29575" y="7117"/>
                  </a:cubicBezTo>
                  <a:lnTo>
                    <a:pt x="29575" y="7117"/>
                  </a:lnTo>
                  <a:cubicBezTo>
                    <a:pt x="29469" y="7668"/>
                    <a:pt x="29024" y="8228"/>
                    <a:pt x="28464" y="8451"/>
                  </a:cubicBezTo>
                  <a:lnTo>
                    <a:pt x="28464" y="8006"/>
                  </a:lnTo>
                  <a:cubicBezTo>
                    <a:pt x="28464" y="7446"/>
                    <a:pt x="28464" y="6779"/>
                    <a:pt x="28357" y="6227"/>
                  </a:cubicBezTo>
                  <a:lnTo>
                    <a:pt x="28135" y="6227"/>
                  </a:lnTo>
                  <a:cubicBezTo>
                    <a:pt x="28241" y="6450"/>
                    <a:pt x="28241" y="6672"/>
                    <a:pt x="28135" y="6894"/>
                  </a:cubicBezTo>
                  <a:cubicBezTo>
                    <a:pt x="27690" y="6894"/>
                    <a:pt x="27023" y="6450"/>
                    <a:pt x="26907" y="5782"/>
                  </a:cubicBezTo>
                  <a:lnTo>
                    <a:pt x="26907" y="5782"/>
                  </a:lnTo>
                  <a:cubicBezTo>
                    <a:pt x="26907" y="6112"/>
                    <a:pt x="27023" y="6450"/>
                    <a:pt x="27245" y="6779"/>
                  </a:cubicBezTo>
                  <a:cubicBezTo>
                    <a:pt x="27467" y="7001"/>
                    <a:pt x="27797" y="7223"/>
                    <a:pt x="28135" y="7339"/>
                  </a:cubicBezTo>
                  <a:lnTo>
                    <a:pt x="28135" y="8006"/>
                  </a:lnTo>
                  <a:cubicBezTo>
                    <a:pt x="28135" y="8558"/>
                    <a:pt x="28019" y="9118"/>
                    <a:pt x="27797" y="9563"/>
                  </a:cubicBezTo>
                  <a:cubicBezTo>
                    <a:pt x="27574" y="10114"/>
                    <a:pt x="27352" y="10559"/>
                    <a:pt x="26907" y="10897"/>
                  </a:cubicBezTo>
                  <a:cubicBezTo>
                    <a:pt x="26800" y="11119"/>
                    <a:pt x="26685" y="11226"/>
                    <a:pt x="26462" y="11342"/>
                  </a:cubicBezTo>
                  <a:cubicBezTo>
                    <a:pt x="26685" y="8896"/>
                    <a:pt x="26578" y="6556"/>
                    <a:pt x="26133" y="4226"/>
                  </a:cubicBezTo>
                  <a:cubicBezTo>
                    <a:pt x="26462" y="3781"/>
                    <a:pt x="26578" y="3221"/>
                    <a:pt x="26578" y="2776"/>
                  </a:cubicBezTo>
                  <a:lnTo>
                    <a:pt x="26578" y="2776"/>
                  </a:lnTo>
                  <a:cubicBezTo>
                    <a:pt x="26462" y="3221"/>
                    <a:pt x="26356" y="3559"/>
                    <a:pt x="26018" y="3781"/>
                  </a:cubicBezTo>
                  <a:cubicBezTo>
                    <a:pt x="25911" y="2998"/>
                    <a:pt x="25689" y="2109"/>
                    <a:pt x="25466" y="1335"/>
                  </a:cubicBezTo>
                  <a:lnTo>
                    <a:pt x="25244" y="1442"/>
                  </a:lnTo>
                  <a:cubicBezTo>
                    <a:pt x="25573" y="2776"/>
                    <a:pt x="25689" y="4226"/>
                    <a:pt x="25795" y="5667"/>
                  </a:cubicBezTo>
                  <a:cubicBezTo>
                    <a:pt x="25466" y="5667"/>
                    <a:pt x="25128" y="5444"/>
                    <a:pt x="24799" y="5338"/>
                  </a:cubicBezTo>
                  <a:cubicBezTo>
                    <a:pt x="24461" y="5000"/>
                    <a:pt x="24132" y="4555"/>
                    <a:pt x="24016" y="4110"/>
                  </a:cubicBezTo>
                  <a:lnTo>
                    <a:pt x="23794" y="4110"/>
                  </a:lnTo>
                  <a:cubicBezTo>
                    <a:pt x="23794" y="4671"/>
                    <a:pt x="24132" y="5222"/>
                    <a:pt x="24461" y="5667"/>
                  </a:cubicBezTo>
                  <a:cubicBezTo>
                    <a:pt x="24799" y="6112"/>
                    <a:pt x="25244" y="6450"/>
                    <a:pt x="25795" y="6556"/>
                  </a:cubicBezTo>
                  <a:cubicBezTo>
                    <a:pt x="25795" y="7446"/>
                    <a:pt x="25689" y="8335"/>
                    <a:pt x="25689" y="9118"/>
                  </a:cubicBezTo>
                  <a:cubicBezTo>
                    <a:pt x="24799" y="8780"/>
                    <a:pt x="24132" y="8006"/>
                    <a:pt x="23687" y="7117"/>
                  </a:cubicBezTo>
                  <a:lnTo>
                    <a:pt x="23687" y="7117"/>
                  </a:lnTo>
                  <a:cubicBezTo>
                    <a:pt x="24016" y="8113"/>
                    <a:pt x="24683" y="9002"/>
                    <a:pt x="25573" y="9563"/>
                  </a:cubicBezTo>
                  <a:cubicBezTo>
                    <a:pt x="25244" y="12782"/>
                    <a:pt x="24354" y="16011"/>
                    <a:pt x="22904" y="18902"/>
                  </a:cubicBezTo>
                  <a:cubicBezTo>
                    <a:pt x="22353" y="17345"/>
                    <a:pt x="21908" y="15789"/>
                    <a:pt x="21464" y="14117"/>
                  </a:cubicBezTo>
                  <a:cubicBezTo>
                    <a:pt x="21019" y="12115"/>
                    <a:pt x="20574" y="10114"/>
                    <a:pt x="20129" y="8006"/>
                  </a:cubicBezTo>
                  <a:cubicBezTo>
                    <a:pt x="20796" y="7339"/>
                    <a:pt x="21241" y="6556"/>
                    <a:pt x="21464" y="5667"/>
                  </a:cubicBezTo>
                  <a:lnTo>
                    <a:pt x="21464" y="5560"/>
                  </a:lnTo>
                  <a:cubicBezTo>
                    <a:pt x="21908" y="5338"/>
                    <a:pt x="22237" y="4777"/>
                    <a:pt x="22353" y="4226"/>
                  </a:cubicBezTo>
                  <a:lnTo>
                    <a:pt x="22353" y="4226"/>
                  </a:lnTo>
                  <a:cubicBezTo>
                    <a:pt x="22131" y="4671"/>
                    <a:pt x="21908" y="4893"/>
                    <a:pt x="21570" y="5115"/>
                  </a:cubicBezTo>
                  <a:cubicBezTo>
                    <a:pt x="21793" y="4226"/>
                    <a:pt x="21686" y="3221"/>
                    <a:pt x="21464" y="2447"/>
                  </a:cubicBezTo>
                  <a:lnTo>
                    <a:pt x="21241" y="2447"/>
                  </a:lnTo>
                  <a:cubicBezTo>
                    <a:pt x="21570" y="4110"/>
                    <a:pt x="21019" y="6005"/>
                    <a:pt x="19907" y="7223"/>
                  </a:cubicBezTo>
                  <a:lnTo>
                    <a:pt x="18902" y="2225"/>
                  </a:lnTo>
                  <a:cubicBezTo>
                    <a:pt x="19240" y="2002"/>
                    <a:pt x="19462" y="1664"/>
                    <a:pt x="19569" y="1335"/>
                  </a:cubicBezTo>
                  <a:cubicBezTo>
                    <a:pt x="19685" y="890"/>
                    <a:pt x="19685" y="330"/>
                    <a:pt x="1946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891125" y="1919750"/>
              <a:ext cx="945100" cy="908850"/>
            </a:xfrm>
            <a:custGeom>
              <a:avLst/>
              <a:gdLst/>
              <a:ahLst/>
              <a:cxnLst/>
              <a:rect l="l" t="t" r="r" b="b"/>
              <a:pathLst>
                <a:path w="37804" h="36354" extrusionOk="0">
                  <a:moveTo>
                    <a:pt x="18128" y="1"/>
                  </a:moveTo>
                  <a:cubicBezTo>
                    <a:pt x="18128" y="108"/>
                    <a:pt x="18128" y="223"/>
                    <a:pt x="18013" y="330"/>
                  </a:cubicBezTo>
                  <a:cubicBezTo>
                    <a:pt x="18013" y="446"/>
                    <a:pt x="17906" y="552"/>
                    <a:pt x="17790" y="775"/>
                  </a:cubicBezTo>
                  <a:cubicBezTo>
                    <a:pt x="17790" y="890"/>
                    <a:pt x="17790" y="1113"/>
                    <a:pt x="17906" y="1219"/>
                  </a:cubicBezTo>
                  <a:cubicBezTo>
                    <a:pt x="17906" y="1335"/>
                    <a:pt x="18013" y="1442"/>
                    <a:pt x="18013" y="1557"/>
                  </a:cubicBezTo>
                  <a:cubicBezTo>
                    <a:pt x="18013" y="1780"/>
                    <a:pt x="17906" y="2109"/>
                    <a:pt x="17790" y="2225"/>
                  </a:cubicBezTo>
                  <a:cubicBezTo>
                    <a:pt x="17568" y="2447"/>
                    <a:pt x="17461" y="2554"/>
                    <a:pt x="17239" y="2669"/>
                  </a:cubicBezTo>
                  <a:cubicBezTo>
                    <a:pt x="16901" y="2109"/>
                    <a:pt x="16572" y="1442"/>
                    <a:pt x="16011" y="997"/>
                  </a:cubicBezTo>
                  <a:lnTo>
                    <a:pt x="15789" y="1113"/>
                  </a:lnTo>
                  <a:cubicBezTo>
                    <a:pt x="16127" y="1442"/>
                    <a:pt x="16234" y="1780"/>
                    <a:pt x="16456" y="2109"/>
                  </a:cubicBezTo>
                  <a:cubicBezTo>
                    <a:pt x="16349" y="2109"/>
                    <a:pt x="16127" y="2002"/>
                    <a:pt x="16011" y="2002"/>
                  </a:cubicBezTo>
                  <a:cubicBezTo>
                    <a:pt x="15789" y="1887"/>
                    <a:pt x="15567" y="1887"/>
                    <a:pt x="15344" y="1887"/>
                  </a:cubicBezTo>
                  <a:cubicBezTo>
                    <a:pt x="15122" y="1780"/>
                    <a:pt x="14900" y="1780"/>
                    <a:pt x="14793" y="1558"/>
                  </a:cubicBezTo>
                  <a:lnTo>
                    <a:pt x="14793" y="1558"/>
                  </a:lnTo>
                  <a:cubicBezTo>
                    <a:pt x="14900" y="1780"/>
                    <a:pt x="15122" y="1887"/>
                    <a:pt x="15344" y="2002"/>
                  </a:cubicBezTo>
                  <a:cubicBezTo>
                    <a:pt x="15567" y="2109"/>
                    <a:pt x="15789" y="2109"/>
                    <a:pt x="15905" y="2225"/>
                  </a:cubicBezTo>
                  <a:cubicBezTo>
                    <a:pt x="16349" y="2447"/>
                    <a:pt x="16572" y="2776"/>
                    <a:pt x="16678" y="3114"/>
                  </a:cubicBezTo>
                  <a:lnTo>
                    <a:pt x="16794" y="2998"/>
                  </a:lnTo>
                  <a:cubicBezTo>
                    <a:pt x="17123" y="3888"/>
                    <a:pt x="17239" y="4777"/>
                    <a:pt x="17123" y="5560"/>
                  </a:cubicBezTo>
                  <a:cubicBezTo>
                    <a:pt x="15460" y="4333"/>
                    <a:pt x="13788" y="3221"/>
                    <a:pt x="12124" y="2109"/>
                  </a:cubicBezTo>
                  <a:lnTo>
                    <a:pt x="12009" y="2331"/>
                  </a:lnTo>
                  <a:cubicBezTo>
                    <a:pt x="12569" y="2892"/>
                    <a:pt x="13236" y="3336"/>
                    <a:pt x="13903" y="3888"/>
                  </a:cubicBezTo>
                  <a:cubicBezTo>
                    <a:pt x="13602" y="3988"/>
                    <a:pt x="13278" y="4043"/>
                    <a:pt x="12951" y="4043"/>
                  </a:cubicBezTo>
                  <a:cubicBezTo>
                    <a:pt x="12553" y="4043"/>
                    <a:pt x="12152" y="3962"/>
                    <a:pt x="11786" y="3781"/>
                  </a:cubicBezTo>
                  <a:lnTo>
                    <a:pt x="11786" y="3781"/>
                  </a:lnTo>
                  <a:cubicBezTo>
                    <a:pt x="12336" y="4147"/>
                    <a:pt x="13114" y="4363"/>
                    <a:pt x="13869" y="4363"/>
                  </a:cubicBezTo>
                  <a:cubicBezTo>
                    <a:pt x="14031" y="4363"/>
                    <a:pt x="14191" y="4353"/>
                    <a:pt x="14348" y="4333"/>
                  </a:cubicBezTo>
                  <a:cubicBezTo>
                    <a:pt x="15789" y="5560"/>
                    <a:pt x="17123" y="6779"/>
                    <a:pt x="18235" y="8228"/>
                  </a:cubicBezTo>
                  <a:cubicBezTo>
                    <a:pt x="19240" y="9225"/>
                    <a:pt x="20014" y="10452"/>
                    <a:pt x="20681" y="11671"/>
                  </a:cubicBezTo>
                  <a:cubicBezTo>
                    <a:pt x="20681" y="11786"/>
                    <a:pt x="20797" y="11893"/>
                    <a:pt x="20797" y="12009"/>
                  </a:cubicBezTo>
                  <a:cubicBezTo>
                    <a:pt x="18902" y="10897"/>
                    <a:pt x="17016" y="9892"/>
                    <a:pt x="14899" y="9118"/>
                  </a:cubicBezTo>
                  <a:lnTo>
                    <a:pt x="14899" y="8896"/>
                  </a:lnTo>
                  <a:cubicBezTo>
                    <a:pt x="14793" y="8558"/>
                    <a:pt x="14570" y="8335"/>
                    <a:pt x="14455" y="8113"/>
                  </a:cubicBezTo>
                  <a:cubicBezTo>
                    <a:pt x="14348" y="7890"/>
                    <a:pt x="14232" y="7668"/>
                    <a:pt x="14232" y="7339"/>
                  </a:cubicBezTo>
                  <a:cubicBezTo>
                    <a:pt x="14126" y="7117"/>
                    <a:pt x="14126" y="6894"/>
                    <a:pt x="14232" y="6557"/>
                  </a:cubicBezTo>
                  <a:lnTo>
                    <a:pt x="14232" y="6557"/>
                  </a:lnTo>
                  <a:cubicBezTo>
                    <a:pt x="14126" y="6894"/>
                    <a:pt x="14010" y="7117"/>
                    <a:pt x="14126" y="7446"/>
                  </a:cubicBezTo>
                  <a:cubicBezTo>
                    <a:pt x="14126" y="7668"/>
                    <a:pt x="14126" y="8006"/>
                    <a:pt x="14232" y="8228"/>
                  </a:cubicBezTo>
                  <a:cubicBezTo>
                    <a:pt x="14348" y="8451"/>
                    <a:pt x="14455" y="8673"/>
                    <a:pt x="14455" y="9002"/>
                  </a:cubicBezTo>
                  <a:cubicBezTo>
                    <a:pt x="14126" y="8896"/>
                    <a:pt x="13788" y="8673"/>
                    <a:pt x="13458" y="8558"/>
                  </a:cubicBezTo>
                  <a:cubicBezTo>
                    <a:pt x="12569" y="6672"/>
                    <a:pt x="10790" y="5222"/>
                    <a:pt x="8789" y="4555"/>
                  </a:cubicBezTo>
                  <a:lnTo>
                    <a:pt x="8789" y="4893"/>
                  </a:lnTo>
                  <a:cubicBezTo>
                    <a:pt x="9456" y="5115"/>
                    <a:pt x="10230" y="5560"/>
                    <a:pt x="10790" y="6112"/>
                  </a:cubicBezTo>
                  <a:cubicBezTo>
                    <a:pt x="10626" y="6154"/>
                    <a:pt x="10446" y="6181"/>
                    <a:pt x="10262" y="6181"/>
                  </a:cubicBezTo>
                  <a:cubicBezTo>
                    <a:pt x="9948" y="6181"/>
                    <a:pt x="9621" y="6102"/>
                    <a:pt x="9340" y="5889"/>
                  </a:cubicBezTo>
                  <a:lnTo>
                    <a:pt x="9340" y="5889"/>
                  </a:lnTo>
                  <a:cubicBezTo>
                    <a:pt x="9688" y="6237"/>
                    <a:pt x="10172" y="6520"/>
                    <a:pt x="10686" y="6520"/>
                  </a:cubicBezTo>
                  <a:cubicBezTo>
                    <a:pt x="10829" y="6520"/>
                    <a:pt x="10974" y="6498"/>
                    <a:pt x="11119" y="6450"/>
                  </a:cubicBezTo>
                  <a:cubicBezTo>
                    <a:pt x="11680" y="7001"/>
                    <a:pt x="12124" y="7668"/>
                    <a:pt x="12453" y="8335"/>
                  </a:cubicBezTo>
                  <a:cubicBezTo>
                    <a:pt x="10230" y="7668"/>
                    <a:pt x="8006" y="7223"/>
                    <a:pt x="5782" y="7001"/>
                  </a:cubicBezTo>
                  <a:cubicBezTo>
                    <a:pt x="5560" y="5782"/>
                    <a:pt x="4671" y="4893"/>
                    <a:pt x="3674" y="4671"/>
                  </a:cubicBezTo>
                  <a:lnTo>
                    <a:pt x="3674" y="4671"/>
                  </a:lnTo>
                  <a:cubicBezTo>
                    <a:pt x="4564" y="5115"/>
                    <a:pt x="5231" y="6005"/>
                    <a:pt x="5231" y="6894"/>
                  </a:cubicBezTo>
                  <a:cubicBezTo>
                    <a:pt x="4564" y="6894"/>
                    <a:pt x="4003" y="6779"/>
                    <a:pt x="3336" y="6779"/>
                  </a:cubicBezTo>
                  <a:lnTo>
                    <a:pt x="3336" y="6672"/>
                  </a:lnTo>
                  <a:cubicBezTo>
                    <a:pt x="2892" y="6672"/>
                    <a:pt x="2563" y="6450"/>
                    <a:pt x="2340" y="6112"/>
                  </a:cubicBezTo>
                  <a:cubicBezTo>
                    <a:pt x="2225" y="5889"/>
                    <a:pt x="2118" y="5667"/>
                    <a:pt x="1895" y="5444"/>
                  </a:cubicBezTo>
                  <a:cubicBezTo>
                    <a:pt x="1895" y="5338"/>
                    <a:pt x="1780" y="5338"/>
                    <a:pt x="1557" y="5222"/>
                  </a:cubicBezTo>
                  <a:cubicBezTo>
                    <a:pt x="1451" y="5222"/>
                    <a:pt x="1335" y="5222"/>
                    <a:pt x="1228" y="5338"/>
                  </a:cubicBezTo>
                  <a:cubicBezTo>
                    <a:pt x="1288" y="5307"/>
                    <a:pt x="1348" y="5292"/>
                    <a:pt x="1406" y="5292"/>
                  </a:cubicBezTo>
                  <a:cubicBezTo>
                    <a:pt x="1562" y="5292"/>
                    <a:pt x="1702" y="5398"/>
                    <a:pt x="1780" y="5560"/>
                  </a:cubicBezTo>
                  <a:lnTo>
                    <a:pt x="2118" y="6227"/>
                  </a:lnTo>
                  <a:cubicBezTo>
                    <a:pt x="2118" y="6450"/>
                    <a:pt x="2340" y="6556"/>
                    <a:pt x="2447" y="6779"/>
                  </a:cubicBezTo>
                  <a:lnTo>
                    <a:pt x="561" y="6779"/>
                  </a:lnTo>
                  <a:lnTo>
                    <a:pt x="561" y="7117"/>
                  </a:lnTo>
                  <a:cubicBezTo>
                    <a:pt x="2669" y="7117"/>
                    <a:pt x="4893" y="7446"/>
                    <a:pt x="7010" y="8006"/>
                  </a:cubicBezTo>
                  <a:cubicBezTo>
                    <a:pt x="5338" y="8558"/>
                    <a:pt x="3559" y="8780"/>
                    <a:pt x="1895" y="8780"/>
                  </a:cubicBezTo>
                  <a:lnTo>
                    <a:pt x="1895" y="9002"/>
                  </a:lnTo>
                  <a:cubicBezTo>
                    <a:pt x="2394" y="9060"/>
                    <a:pt x="2921" y="9089"/>
                    <a:pt x="3449" y="9089"/>
                  </a:cubicBezTo>
                  <a:cubicBezTo>
                    <a:pt x="3977" y="9089"/>
                    <a:pt x="4506" y="9060"/>
                    <a:pt x="5009" y="9002"/>
                  </a:cubicBezTo>
                  <a:lnTo>
                    <a:pt x="5009" y="9002"/>
                  </a:lnTo>
                  <a:lnTo>
                    <a:pt x="4786" y="9340"/>
                  </a:lnTo>
                  <a:cubicBezTo>
                    <a:pt x="4671" y="9563"/>
                    <a:pt x="4448" y="9785"/>
                    <a:pt x="4341" y="10007"/>
                  </a:cubicBezTo>
                  <a:cubicBezTo>
                    <a:pt x="4119" y="10114"/>
                    <a:pt x="3897" y="10336"/>
                    <a:pt x="3674" y="10452"/>
                  </a:cubicBezTo>
                  <a:cubicBezTo>
                    <a:pt x="3452" y="10674"/>
                    <a:pt x="3230" y="10781"/>
                    <a:pt x="3007" y="10781"/>
                  </a:cubicBezTo>
                  <a:cubicBezTo>
                    <a:pt x="3230" y="10781"/>
                    <a:pt x="3559" y="10674"/>
                    <a:pt x="3781" y="10559"/>
                  </a:cubicBezTo>
                  <a:cubicBezTo>
                    <a:pt x="4003" y="10452"/>
                    <a:pt x="4226" y="10336"/>
                    <a:pt x="4448" y="10114"/>
                  </a:cubicBezTo>
                  <a:cubicBezTo>
                    <a:pt x="4671" y="10007"/>
                    <a:pt x="4893" y="9785"/>
                    <a:pt x="5115" y="9563"/>
                  </a:cubicBezTo>
                  <a:lnTo>
                    <a:pt x="5676" y="9002"/>
                  </a:lnTo>
                  <a:lnTo>
                    <a:pt x="5560" y="8896"/>
                  </a:lnTo>
                  <a:cubicBezTo>
                    <a:pt x="6449" y="8780"/>
                    <a:pt x="7339" y="8558"/>
                    <a:pt x="8122" y="8228"/>
                  </a:cubicBezTo>
                  <a:cubicBezTo>
                    <a:pt x="9011" y="8451"/>
                    <a:pt x="9785" y="8780"/>
                    <a:pt x="10674" y="9002"/>
                  </a:cubicBezTo>
                  <a:cubicBezTo>
                    <a:pt x="10452" y="9225"/>
                    <a:pt x="10230" y="9340"/>
                    <a:pt x="10007" y="9340"/>
                  </a:cubicBezTo>
                  <a:lnTo>
                    <a:pt x="9118" y="9340"/>
                  </a:lnTo>
                  <a:cubicBezTo>
                    <a:pt x="8896" y="9340"/>
                    <a:pt x="8566" y="9447"/>
                    <a:pt x="8344" y="9563"/>
                  </a:cubicBezTo>
                  <a:cubicBezTo>
                    <a:pt x="8455" y="9505"/>
                    <a:pt x="8593" y="9476"/>
                    <a:pt x="8731" y="9476"/>
                  </a:cubicBezTo>
                  <a:cubicBezTo>
                    <a:pt x="8869" y="9476"/>
                    <a:pt x="9007" y="9505"/>
                    <a:pt x="9118" y="9563"/>
                  </a:cubicBezTo>
                  <a:lnTo>
                    <a:pt x="10007" y="9563"/>
                  </a:lnTo>
                  <a:cubicBezTo>
                    <a:pt x="10345" y="9563"/>
                    <a:pt x="10790" y="9447"/>
                    <a:pt x="11119" y="9225"/>
                  </a:cubicBezTo>
                  <a:cubicBezTo>
                    <a:pt x="15344" y="10781"/>
                    <a:pt x="19240" y="13120"/>
                    <a:pt x="22460" y="16011"/>
                  </a:cubicBezTo>
                  <a:cubicBezTo>
                    <a:pt x="23349" y="16901"/>
                    <a:pt x="24239" y="17790"/>
                    <a:pt x="25022" y="18680"/>
                  </a:cubicBezTo>
                  <a:cubicBezTo>
                    <a:pt x="20681" y="16234"/>
                    <a:pt x="14455" y="14784"/>
                    <a:pt x="9456" y="14010"/>
                  </a:cubicBezTo>
                  <a:cubicBezTo>
                    <a:pt x="9456" y="13788"/>
                    <a:pt x="9340" y="13565"/>
                    <a:pt x="9118" y="13450"/>
                  </a:cubicBezTo>
                  <a:cubicBezTo>
                    <a:pt x="9011" y="13227"/>
                    <a:pt x="8789" y="13120"/>
                    <a:pt x="8673" y="13005"/>
                  </a:cubicBezTo>
                  <a:cubicBezTo>
                    <a:pt x="8344" y="12782"/>
                    <a:pt x="8122" y="12453"/>
                    <a:pt x="7899" y="12231"/>
                  </a:cubicBezTo>
                  <a:cubicBezTo>
                    <a:pt x="7339" y="11564"/>
                    <a:pt x="7010" y="10897"/>
                    <a:pt x="6787" y="10114"/>
                  </a:cubicBezTo>
                  <a:lnTo>
                    <a:pt x="6787" y="10114"/>
                  </a:lnTo>
                  <a:cubicBezTo>
                    <a:pt x="6894" y="10897"/>
                    <a:pt x="7232" y="11671"/>
                    <a:pt x="7677" y="12338"/>
                  </a:cubicBezTo>
                  <a:cubicBezTo>
                    <a:pt x="7899" y="12676"/>
                    <a:pt x="8122" y="13005"/>
                    <a:pt x="8451" y="13343"/>
                  </a:cubicBezTo>
                  <a:lnTo>
                    <a:pt x="8789" y="13672"/>
                  </a:lnTo>
                  <a:cubicBezTo>
                    <a:pt x="8896" y="13788"/>
                    <a:pt x="8896" y="13894"/>
                    <a:pt x="8896" y="14010"/>
                  </a:cubicBezTo>
                  <a:cubicBezTo>
                    <a:pt x="7232" y="13672"/>
                    <a:pt x="5676" y="13565"/>
                    <a:pt x="4448" y="13450"/>
                  </a:cubicBezTo>
                  <a:lnTo>
                    <a:pt x="4564" y="13343"/>
                  </a:lnTo>
                  <a:cubicBezTo>
                    <a:pt x="3897" y="12560"/>
                    <a:pt x="3007" y="12115"/>
                    <a:pt x="2118" y="11893"/>
                  </a:cubicBezTo>
                  <a:lnTo>
                    <a:pt x="2118" y="11893"/>
                  </a:lnTo>
                  <a:cubicBezTo>
                    <a:pt x="2892" y="12231"/>
                    <a:pt x="3559" y="12676"/>
                    <a:pt x="4003" y="13343"/>
                  </a:cubicBezTo>
                  <a:cubicBezTo>
                    <a:pt x="3336" y="13343"/>
                    <a:pt x="2785" y="13227"/>
                    <a:pt x="2340" y="13227"/>
                  </a:cubicBezTo>
                  <a:lnTo>
                    <a:pt x="2225" y="13120"/>
                  </a:lnTo>
                  <a:lnTo>
                    <a:pt x="2225" y="13227"/>
                  </a:lnTo>
                  <a:cubicBezTo>
                    <a:pt x="1780" y="13227"/>
                    <a:pt x="1557" y="13120"/>
                    <a:pt x="1451" y="13120"/>
                  </a:cubicBezTo>
                  <a:lnTo>
                    <a:pt x="1451" y="13450"/>
                  </a:lnTo>
                  <a:lnTo>
                    <a:pt x="1895" y="13450"/>
                  </a:lnTo>
                  <a:cubicBezTo>
                    <a:pt x="1451" y="13894"/>
                    <a:pt x="784" y="14232"/>
                    <a:pt x="1" y="14339"/>
                  </a:cubicBezTo>
                  <a:cubicBezTo>
                    <a:pt x="118" y="14354"/>
                    <a:pt x="238" y="14362"/>
                    <a:pt x="358" y="14362"/>
                  </a:cubicBezTo>
                  <a:cubicBezTo>
                    <a:pt x="1150" y="14362"/>
                    <a:pt x="1984" y="14044"/>
                    <a:pt x="2563" y="13565"/>
                  </a:cubicBezTo>
                  <a:cubicBezTo>
                    <a:pt x="4119" y="13672"/>
                    <a:pt x="5560" y="13894"/>
                    <a:pt x="7010" y="14117"/>
                  </a:cubicBezTo>
                  <a:cubicBezTo>
                    <a:pt x="6343" y="14784"/>
                    <a:pt x="5560" y="15229"/>
                    <a:pt x="4671" y="15567"/>
                  </a:cubicBezTo>
                  <a:cubicBezTo>
                    <a:pt x="4564" y="15344"/>
                    <a:pt x="4448" y="15229"/>
                    <a:pt x="4226" y="15122"/>
                  </a:cubicBezTo>
                  <a:cubicBezTo>
                    <a:pt x="4003" y="15006"/>
                    <a:pt x="3897" y="15006"/>
                    <a:pt x="3674" y="14899"/>
                  </a:cubicBezTo>
                  <a:cubicBezTo>
                    <a:pt x="3452" y="14784"/>
                    <a:pt x="3230" y="14784"/>
                    <a:pt x="3114" y="14677"/>
                  </a:cubicBezTo>
                  <a:cubicBezTo>
                    <a:pt x="2892" y="14561"/>
                    <a:pt x="2669" y="14455"/>
                    <a:pt x="2563" y="14339"/>
                  </a:cubicBezTo>
                  <a:lnTo>
                    <a:pt x="2563" y="14339"/>
                  </a:lnTo>
                  <a:cubicBezTo>
                    <a:pt x="2669" y="14455"/>
                    <a:pt x="2785" y="14677"/>
                    <a:pt x="3007" y="14784"/>
                  </a:cubicBezTo>
                  <a:cubicBezTo>
                    <a:pt x="3114" y="14899"/>
                    <a:pt x="3336" y="15006"/>
                    <a:pt x="3559" y="15122"/>
                  </a:cubicBezTo>
                  <a:cubicBezTo>
                    <a:pt x="3674" y="15229"/>
                    <a:pt x="3897" y="15344"/>
                    <a:pt x="4003" y="15451"/>
                  </a:cubicBezTo>
                  <a:lnTo>
                    <a:pt x="4226" y="15673"/>
                  </a:lnTo>
                  <a:cubicBezTo>
                    <a:pt x="3902" y="15722"/>
                    <a:pt x="3557" y="15750"/>
                    <a:pt x="3209" y="15750"/>
                  </a:cubicBezTo>
                  <a:cubicBezTo>
                    <a:pt x="2725" y="15750"/>
                    <a:pt x="2235" y="15696"/>
                    <a:pt x="1780" y="15567"/>
                  </a:cubicBezTo>
                  <a:lnTo>
                    <a:pt x="1673" y="15896"/>
                  </a:lnTo>
                  <a:cubicBezTo>
                    <a:pt x="2229" y="16065"/>
                    <a:pt x="2812" y="16149"/>
                    <a:pt x="3394" y="16149"/>
                  </a:cubicBezTo>
                  <a:cubicBezTo>
                    <a:pt x="3977" y="16149"/>
                    <a:pt x="4559" y="16065"/>
                    <a:pt x="5115" y="15896"/>
                  </a:cubicBezTo>
                  <a:lnTo>
                    <a:pt x="5115" y="15896"/>
                  </a:lnTo>
                  <a:cubicBezTo>
                    <a:pt x="4786" y="16563"/>
                    <a:pt x="4119" y="17123"/>
                    <a:pt x="3336" y="17230"/>
                  </a:cubicBezTo>
                  <a:cubicBezTo>
                    <a:pt x="4341" y="17230"/>
                    <a:pt x="5231" y="16563"/>
                    <a:pt x="5676" y="15673"/>
                  </a:cubicBezTo>
                  <a:cubicBezTo>
                    <a:pt x="6449" y="15344"/>
                    <a:pt x="7232" y="14899"/>
                    <a:pt x="7784" y="14339"/>
                  </a:cubicBezTo>
                  <a:cubicBezTo>
                    <a:pt x="9563" y="14677"/>
                    <a:pt x="11342" y="15122"/>
                    <a:pt x="13014" y="15567"/>
                  </a:cubicBezTo>
                  <a:cubicBezTo>
                    <a:pt x="12231" y="16456"/>
                    <a:pt x="11342" y="17123"/>
                    <a:pt x="10345" y="17790"/>
                  </a:cubicBezTo>
                  <a:cubicBezTo>
                    <a:pt x="9456" y="17568"/>
                    <a:pt x="8451" y="17452"/>
                    <a:pt x="7561" y="17452"/>
                  </a:cubicBezTo>
                  <a:cubicBezTo>
                    <a:pt x="8344" y="17568"/>
                    <a:pt x="9011" y="17790"/>
                    <a:pt x="9785" y="18013"/>
                  </a:cubicBezTo>
                  <a:cubicBezTo>
                    <a:pt x="9118" y="18342"/>
                    <a:pt x="8451" y="18564"/>
                    <a:pt x="7677" y="18786"/>
                  </a:cubicBezTo>
                  <a:lnTo>
                    <a:pt x="7784" y="19009"/>
                  </a:lnTo>
                  <a:cubicBezTo>
                    <a:pt x="8122" y="19009"/>
                    <a:pt x="8451" y="18902"/>
                    <a:pt x="8896" y="18902"/>
                  </a:cubicBezTo>
                  <a:cubicBezTo>
                    <a:pt x="8344" y="19569"/>
                    <a:pt x="7677" y="20236"/>
                    <a:pt x="6894" y="20565"/>
                  </a:cubicBezTo>
                  <a:cubicBezTo>
                    <a:pt x="8006" y="20236"/>
                    <a:pt x="8896" y="19569"/>
                    <a:pt x="9563" y="18680"/>
                  </a:cubicBezTo>
                  <a:cubicBezTo>
                    <a:pt x="11342" y="18235"/>
                    <a:pt x="13014" y="17345"/>
                    <a:pt x="14455" y="16011"/>
                  </a:cubicBezTo>
                  <a:cubicBezTo>
                    <a:pt x="19124" y="17452"/>
                    <a:pt x="23572" y="19569"/>
                    <a:pt x="27690" y="22122"/>
                  </a:cubicBezTo>
                  <a:cubicBezTo>
                    <a:pt x="30581" y="26462"/>
                    <a:pt x="32466" y="31354"/>
                    <a:pt x="33133" y="36353"/>
                  </a:cubicBezTo>
                  <a:lnTo>
                    <a:pt x="37803" y="35464"/>
                  </a:lnTo>
                  <a:cubicBezTo>
                    <a:pt x="35802" y="26907"/>
                    <a:pt x="30803" y="19347"/>
                    <a:pt x="24016" y="14117"/>
                  </a:cubicBezTo>
                  <a:cubicBezTo>
                    <a:pt x="24016" y="14117"/>
                    <a:pt x="23910" y="14010"/>
                    <a:pt x="23794" y="14010"/>
                  </a:cubicBezTo>
                  <a:cubicBezTo>
                    <a:pt x="23349" y="12782"/>
                    <a:pt x="22798" y="11786"/>
                    <a:pt x="22131" y="10781"/>
                  </a:cubicBezTo>
                  <a:cubicBezTo>
                    <a:pt x="21241" y="9447"/>
                    <a:pt x="20236" y="8335"/>
                    <a:pt x="19124" y="7339"/>
                  </a:cubicBezTo>
                  <a:cubicBezTo>
                    <a:pt x="18795" y="7001"/>
                    <a:pt x="18457" y="6672"/>
                    <a:pt x="18013" y="6334"/>
                  </a:cubicBezTo>
                  <a:cubicBezTo>
                    <a:pt x="18128" y="5222"/>
                    <a:pt x="17906" y="4110"/>
                    <a:pt x="17461" y="3114"/>
                  </a:cubicBezTo>
                  <a:lnTo>
                    <a:pt x="17461" y="3114"/>
                  </a:lnTo>
                  <a:lnTo>
                    <a:pt x="17568" y="3221"/>
                  </a:lnTo>
                  <a:cubicBezTo>
                    <a:pt x="17683" y="2998"/>
                    <a:pt x="17906" y="2776"/>
                    <a:pt x="18128" y="2447"/>
                  </a:cubicBezTo>
                  <a:cubicBezTo>
                    <a:pt x="18235" y="2225"/>
                    <a:pt x="18351" y="1887"/>
                    <a:pt x="18235" y="1557"/>
                  </a:cubicBezTo>
                  <a:cubicBezTo>
                    <a:pt x="18128" y="1219"/>
                    <a:pt x="17906" y="997"/>
                    <a:pt x="17906" y="775"/>
                  </a:cubicBezTo>
                  <a:cubicBezTo>
                    <a:pt x="18013" y="668"/>
                    <a:pt x="18013" y="552"/>
                    <a:pt x="18128" y="446"/>
                  </a:cubicBezTo>
                  <a:cubicBezTo>
                    <a:pt x="18128" y="223"/>
                    <a:pt x="18235" y="108"/>
                    <a:pt x="1812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7852963" y="203975"/>
            <a:ext cx="1246945" cy="469660"/>
          </a:xfrm>
          <a:custGeom>
            <a:avLst/>
            <a:gdLst/>
            <a:ahLst/>
            <a:cxnLst/>
            <a:rect l="l" t="t" r="r" b="b"/>
            <a:pathLst>
              <a:path w="24333" h="9165" extrusionOk="0">
                <a:moveTo>
                  <a:pt x="305" y="1"/>
                </a:moveTo>
                <a:cubicBezTo>
                  <a:pt x="1" y="1"/>
                  <a:pt x="83" y="173"/>
                  <a:pt x="83" y="173"/>
                </a:cubicBezTo>
                <a:cubicBezTo>
                  <a:pt x="83" y="173"/>
                  <a:pt x="901" y="314"/>
                  <a:pt x="1315" y="1535"/>
                </a:cubicBezTo>
                <a:cubicBezTo>
                  <a:pt x="1860" y="2766"/>
                  <a:pt x="1718" y="3715"/>
                  <a:pt x="1718" y="3715"/>
                </a:cubicBezTo>
                <a:cubicBezTo>
                  <a:pt x="1718" y="3715"/>
                  <a:pt x="2808" y="4129"/>
                  <a:pt x="3353" y="4946"/>
                </a:cubicBezTo>
                <a:cubicBezTo>
                  <a:pt x="3898" y="5764"/>
                  <a:pt x="4170" y="6853"/>
                  <a:pt x="4170" y="6853"/>
                </a:cubicBezTo>
                <a:cubicBezTo>
                  <a:pt x="4170" y="6853"/>
                  <a:pt x="5533" y="6853"/>
                  <a:pt x="6492" y="7398"/>
                </a:cubicBezTo>
                <a:cubicBezTo>
                  <a:pt x="7309" y="8074"/>
                  <a:pt x="7712" y="8619"/>
                  <a:pt x="7712" y="8619"/>
                </a:cubicBezTo>
                <a:lnTo>
                  <a:pt x="9216" y="8347"/>
                </a:lnTo>
                <a:cubicBezTo>
                  <a:pt x="9489" y="8892"/>
                  <a:pt x="10034" y="9164"/>
                  <a:pt x="10709" y="9164"/>
                </a:cubicBezTo>
                <a:cubicBezTo>
                  <a:pt x="11527" y="9164"/>
                  <a:pt x="12072" y="8761"/>
                  <a:pt x="12344" y="8216"/>
                </a:cubicBezTo>
                <a:cubicBezTo>
                  <a:pt x="13303" y="8216"/>
                  <a:pt x="14666" y="8216"/>
                  <a:pt x="15756" y="7943"/>
                </a:cubicBezTo>
                <a:cubicBezTo>
                  <a:pt x="17794" y="7398"/>
                  <a:pt x="19701" y="6984"/>
                  <a:pt x="19701" y="6984"/>
                </a:cubicBezTo>
                <a:cubicBezTo>
                  <a:pt x="19701" y="6984"/>
                  <a:pt x="19973" y="6581"/>
                  <a:pt x="20518" y="5894"/>
                </a:cubicBezTo>
                <a:cubicBezTo>
                  <a:pt x="21063" y="5219"/>
                  <a:pt x="22153" y="4946"/>
                  <a:pt x="22153" y="4946"/>
                </a:cubicBezTo>
                <a:cubicBezTo>
                  <a:pt x="22153" y="4946"/>
                  <a:pt x="22153" y="4532"/>
                  <a:pt x="22295" y="3856"/>
                </a:cubicBezTo>
                <a:cubicBezTo>
                  <a:pt x="22426" y="3170"/>
                  <a:pt x="24333" y="1949"/>
                  <a:pt x="24333" y="1949"/>
                </a:cubicBezTo>
                <a:lnTo>
                  <a:pt x="24333" y="1949"/>
                </a:lnTo>
                <a:lnTo>
                  <a:pt x="21477" y="2766"/>
                </a:lnTo>
                <a:cubicBezTo>
                  <a:pt x="19570" y="3170"/>
                  <a:pt x="15483" y="5764"/>
                  <a:pt x="15483" y="5764"/>
                </a:cubicBezTo>
                <a:cubicBezTo>
                  <a:pt x="15483" y="5764"/>
                  <a:pt x="14666" y="6581"/>
                  <a:pt x="13303" y="6984"/>
                </a:cubicBezTo>
                <a:cubicBezTo>
                  <a:pt x="12758" y="7126"/>
                  <a:pt x="12344" y="7126"/>
                  <a:pt x="12072" y="7126"/>
                </a:cubicBezTo>
                <a:cubicBezTo>
                  <a:pt x="12072" y="6984"/>
                  <a:pt x="11941" y="6984"/>
                  <a:pt x="11941" y="6853"/>
                </a:cubicBezTo>
                <a:lnTo>
                  <a:pt x="11941" y="5894"/>
                </a:lnTo>
                <a:cubicBezTo>
                  <a:pt x="11669" y="6036"/>
                  <a:pt x="11396" y="6309"/>
                  <a:pt x="11124" y="6581"/>
                </a:cubicBezTo>
                <a:lnTo>
                  <a:pt x="10306" y="6581"/>
                </a:lnTo>
                <a:cubicBezTo>
                  <a:pt x="10034" y="6309"/>
                  <a:pt x="9620" y="6036"/>
                  <a:pt x="9347" y="5894"/>
                </a:cubicBezTo>
                <a:lnTo>
                  <a:pt x="9347" y="5894"/>
                </a:lnTo>
                <a:cubicBezTo>
                  <a:pt x="9489" y="6167"/>
                  <a:pt x="9489" y="6581"/>
                  <a:pt x="9489" y="6984"/>
                </a:cubicBezTo>
                <a:cubicBezTo>
                  <a:pt x="9347" y="7126"/>
                  <a:pt x="9347" y="7257"/>
                  <a:pt x="9216" y="7398"/>
                </a:cubicBezTo>
                <a:cubicBezTo>
                  <a:pt x="8671" y="7257"/>
                  <a:pt x="6895" y="6581"/>
                  <a:pt x="6078" y="5349"/>
                </a:cubicBezTo>
                <a:lnTo>
                  <a:pt x="5129" y="3856"/>
                </a:lnTo>
                <a:cubicBezTo>
                  <a:pt x="5129" y="3856"/>
                  <a:pt x="4312" y="3170"/>
                  <a:pt x="3898" y="2352"/>
                </a:cubicBezTo>
                <a:cubicBezTo>
                  <a:pt x="3353" y="1677"/>
                  <a:pt x="1446" y="42"/>
                  <a:pt x="628" y="42"/>
                </a:cubicBezTo>
                <a:cubicBezTo>
                  <a:pt x="489" y="13"/>
                  <a:pt x="384" y="1"/>
                  <a:pt x="30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"/>
          <p:cNvSpPr/>
          <p:nvPr/>
        </p:nvSpPr>
        <p:spPr>
          <a:xfrm>
            <a:off x="515850" y="52346"/>
            <a:ext cx="805896" cy="379377"/>
          </a:xfrm>
          <a:custGeom>
            <a:avLst/>
            <a:gdLst/>
            <a:ahLst/>
            <a:cxnLst/>
            <a:rect l="l" t="t" r="r" b="b"/>
            <a:pathLst>
              <a:path w="20839" h="9810" extrusionOk="0">
                <a:moveTo>
                  <a:pt x="12937" y="4905"/>
                </a:moveTo>
                <a:lnTo>
                  <a:pt x="12937" y="4905"/>
                </a:lnTo>
                <a:cubicBezTo>
                  <a:pt x="12937" y="4924"/>
                  <a:pt x="12944" y="4944"/>
                  <a:pt x="12957" y="4967"/>
                </a:cubicBezTo>
                <a:lnTo>
                  <a:pt x="12957" y="4967"/>
                </a:lnTo>
                <a:cubicBezTo>
                  <a:pt x="12951" y="4946"/>
                  <a:pt x="12944" y="4925"/>
                  <a:pt x="12937" y="4905"/>
                </a:cubicBezTo>
                <a:close/>
                <a:moveTo>
                  <a:pt x="20839" y="1"/>
                </a:moveTo>
                <a:lnTo>
                  <a:pt x="19346" y="3815"/>
                </a:lnTo>
                <a:cubicBezTo>
                  <a:pt x="19346" y="3815"/>
                  <a:pt x="18256" y="4633"/>
                  <a:pt x="17842" y="5047"/>
                </a:cubicBezTo>
                <a:cubicBezTo>
                  <a:pt x="17569" y="5319"/>
                  <a:pt x="16348" y="5723"/>
                  <a:pt x="15662" y="5995"/>
                </a:cubicBezTo>
                <a:cubicBezTo>
                  <a:pt x="15531" y="5995"/>
                  <a:pt x="15531" y="5864"/>
                  <a:pt x="15531" y="5864"/>
                </a:cubicBezTo>
                <a:lnTo>
                  <a:pt x="15531" y="5592"/>
                </a:lnTo>
                <a:cubicBezTo>
                  <a:pt x="15531" y="5178"/>
                  <a:pt x="15531" y="4502"/>
                  <a:pt x="15117" y="4088"/>
                </a:cubicBezTo>
                <a:lnTo>
                  <a:pt x="15117" y="4088"/>
                </a:lnTo>
                <a:cubicBezTo>
                  <a:pt x="15259" y="4230"/>
                  <a:pt x="14986" y="4905"/>
                  <a:pt x="14986" y="5047"/>
                </a:cubicBezTo>
                <a:cubicBezTo>
                  <a:pt x="14986" y="5178"/>
                  <a:pt x="14844" y="5178"/>
                  <a:pt x="14844" y="5319"/>
                </a:cubicBezTo>
                <a:cubicBezTo>
                  <a:pt x="14765" y="5291"/>
                  <a:pt x="14691" y="5280"/>
                  <a:pt x="14620" y="5280"/>
                </a:cubicBezTo>
                <a:cubicBezTo>
                  <a:pt x="14329" y="5280"/>
                  <a:pt x="14087" y="5478"/>
                  <a:pt x="13755" y="5592"/>
                </a:cubicBezTo>
                <a:lnTo>
                  <a:pt x="13755" y="5723"/>
                </a:lnTo>
                <a:cubicBezTo>
                  <a:pt x="13624" y="5592"/>
                  <a:pt x="13482" y="5450"/>
                  <a:pt x="13482" y="5319"/>
                </a:cubicBezTo>
                <a:cubicBezTo>
                  <a:pt x="13368" y="5319"/>
                  <a:pt x="13041" y="5114"/>
                  <a:pt x="12957" y="4967"/>
                </a:cubicBezTo>
                <a:lnTo>
                  <a:pt x="12957" y="4967"/>
                </a:lnTo>
                <a:cubicBezTo>
                  <a:pt x="13079" y="5372"/>
                  <a:pt x="13079" y="5884"/>
                  <a:pt x="13079" y="6268"/>
                </a:cubicBezTo>
                <a:lnTo>
                  <a:pt x="13210" y="6268"/>
                </a:lnTo>
                <a:cubicBezTo>
                  <a:pt x="12937" y="6540"/>
                  <a:pt x="12806" y="6682"/>
                  <a:pt x="12665" y="6954"/>
                </a:cubicBezTo>
                <a:cubicBezTo>
                  <a:pt x="12537" y="6985"/>
                  <a:pt x="12388" y="7001"/>
                  <a:pt x="12221" y="7001"/>
                </a:cubicBezTo>
                <a:cubicBezTo>
                  <a:pt x="11675" y="7001"/>
                  <a:pt x="10947" y="6827"/>
                  <a:pt x="10212" y="6409"/>
                </a:cubicBezTo>
                <a:cubicBezTo>
                  <a:pt x="8578" y="5319"/>
                  <a:pt x="8305" y="4774"/>
                  <a:pt x="8305" y="4774"/>
                </a:cubicBezTo>
                <a:cubicBezTo>
                  <a:pt x="8305" y="4774"/>
                  <a:pt x="7760" y="4774"/>
                  <a:pt x="6943" y="4360"/>
                </a:cubicBezTo>
                <a:cubicBezTo>
                  <a:pt x="6125" y="3815"/>
                  <a:pt x="3673" y="2453"/>
                  <a:pt x="3673" y="2453"/>
                </a:cubicBezTo>
                <a:cubicBezTo>
                  <a:pt x="3673" y="2453"/>
                  <a:pt x="2672" y="2167"/>
                  <a:pt x="1809" y="2167"/>
                </a:cubicBezTo>
                <a:cubicBezTo>
                  <a:pt x="1481" y="2167"/>
                  <a:pt x="1174" y="2208"/>
                  <a:pt x="949" y="2322"/>
                </a:cubicBezTo>
                <a:cubicBezTo>
                  <a:pt x="0" y="2725"/>
                  <a:pt x="0" y="2998"/>
                  <a:pt x="0" y="2998"/>
                </a:cubicBezTo>
                <a:cubicBezTo>
                  <a:pt x="0" y="2998"/>
                  <a:pt x="273" y="2862"/>
                  <a:pt x="630" y="2862"/>
                </a:cubicBezTo>
                <a:cubicBezTo>
                  <a:pt x="987" y="2862"/>
                  <a:pt x="1428" y="2998"/>
                  <a:pt x="1766" y="3543"/>
                </a:cubicBezTo>
                <a:cubicBezTo>
                  <a:pt x="2453" y="4774"/>
                  <a:pt x="2725" y="6137"/>
                  <a:pt x="2725" y="6137"/>
                </a:cubicBezTo>
                <a:cubicBezTo>
                  <a:pt x="2725" y="6137"/>
                  <a:pt x="3542" y="6137"/>
                  <a:pt x="4632" y="7085"/>
                </a:cubicBezTo>
                <a:cubicBezTo>
                  <a:pt x="5581" y="8175"/>
                  <a:pt x="5722" y="8720"/>
                  <a:pt x="5722" y="8720"/>
                </a:cubicBezTo>
                <a:cubicBezTo>
                  <a:pt x="5722" y="8720"/>
                  <a:pt x="5891" y="8699"/>
                  <a:pt x="6179" y="8699"/>
                </a:cubicBezTo>
                <a:cubicBezTo>
                  <a:pt x="6622" y="8699"/>
                  <a:pt x="7348" y="8748"/>
                  <a:pt x="8174" y="8992"/>
                </a:cubicBezTo>
                <a:cubicBezTo>
                  <a:pt x="9537" y="9406"/>
                  <a:pt x="9668" y="9810"/>
                  <a:pt x="9668" y="9810"/>
                </a:cubicBezTo>
                <a:cubicBezTo>
                  <a:pt x="9668" y="9810"/>
                  <a:pt x="10485" y="9406"/>
                  <a:pt x="11575" y="8992"/>
                </a:cubicBezTo>
                <a:cubicBezTo>
                  <a:pt x="11847" y="8861"/>
                  <a:pt x="12261" y="8720"/>
                  <a:pt x="12534" y="8589"/>
                </a:cubicBezTo>
                <a:cubicBezTo>
                  <a:pt x="12665" y="8720"/>
                  <a:pt x="12806" y="8720"/>
                  <a:pt x="12806" y="8720"/>
                </a:cubicBezTo>
                <a:cubicBezTo>
                  <a:pt x="13008" y="8791"/>
                  <a:pt x="13177" y="8826"/>
                  <a:pt x="13347" y="8826"/>
                </a:cubicBezTo>
                <a:cubicBezTo>
                  <a:pt x="13518" y="8826"/>
                  <a:pt x="13689" y="8791"/>
                  <a:pt x="13896" y="8720"/>
                </a:cubicBezTo>
                <a:cubicBezTo>
                  <a:pt x="14441" y="8589"/>
                  <a:pt x="14986" y="8175"/>
                  <a:pt x="15259" y="7499"/>
                </a:cubicBezTo>
                <a:cubicBezTo>
                  <a:pt x="16348" y="6954"/>
                  <a:pt x="17711" y="5864"/>
                  <a:pt x="17711" y="5864"/>
                </a:cubicBezTo>
                <a:cubicBezTo>
                  <a:pt x="17711" y="5864"/>
                  <a:pt x="19204" y="4774"/>
                  <a:pt x="19749" y="3957"/>
                </a:cubicBezTo>
                <a:cubicBezTo>
                  <a:pt x="20435" y="2998"/>
                  <a:pt x="20839" y="1"/>
                  <a:pt x="208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1" name="Google Shape;351;p6"/>
          <p:cNvSpPr/>
          <p:nvPr/>
        </p:nvSpPr>
        <p:spPr>
          <a:xfrm>
            <a:off x="-74050" y="-97025"/>
            <a:ext cx="906894" cy="5100916"/>
          </a:xfrm>
          <a:custGeom>
            <a:avLst/>
            <a:gdLst/>
            <a:ahLst/>
            <a:cxnLst/>
            <a:rect l="l" t="t" r="r" b="b"/>
            <a:pathLst>
              <a:path w="33947" h="118951" extrusionOk="0">
                <a:moveTo>
                  <a:pt x="31276" y="1"/>
                </a:moveTo>
                <a:cubicBezTo>
                  <a:pt x="31276" y="1"/>
                  <a:pt x="22444" y="21603"/>
                  <a:pt x="22018" y="26652"/>
                </a:cubicBezTo>
                <a:cubicBezTo>
                  <a:pt x="21603" y="31567"/>
                  <a:pt x="18090" y="35495"/>
                  <a:pt x="18090" y="35495"/>
                </a:cubicBezTo>
                <a:cubicBezTo>
                  <a:pt x="18090" y="35495"/>
                  <a:pt x="16968" y="1965"/>
                  <a:pt x="16968" y="427"/>
                </a:cubicBezTo>
                <a:cubicBezTo>
                  <a:pt x="16968" y="148"/>
                  <a:pt x="16803" y="33"/>
                  <a:pt x="16533" y="33"/>
                </a:cubicBezTo>
                <a:cubicBezTo>
                  <a:pt x="15309" y="33"/>
                  <a:pt x="11918" y="2391"/>
                  <a:pt x="11918" y="2391"/>
                </a:cubicBezTo>
                <a:cubicBezTo>
                  <a:pt x="11918" y="2391"/>
                  <a:pt x="14309" y="55829"/>
                  <a:pt x="13882" y="58915"/>
                </a:cubicBezTo>
                <a:cubicBezTo>
                  <a:pt x="13533" y="61509"/>
                  <a:pt x="13771" y="63810"/>
                  <a:pt x="12522" y="63810"/>
                </a:cubicBezTo>
                <a:cubicBezTo>
                  <a:pt x="12285" y="63810"/>
                  <a:pt x="11995" y="63728"/>
                  <a:pt x="11638" y="63549"/>
                </a:cubicBezTo>
                <a:cubicBezTo>
                  <a:pt x="9259" y="62427"/>
                  <a:pt x="842" y="42363"/>
                  <a:pt x="842" y="42363"/>
                </a:cubicBezTo>
                <a:lnTo>
                  <a:pt x="1" y="45033"/>
                </a:lnTo>
                <a:cubicBezTo>
                  <a:pt x="1" y="45033"/>
                  <a:pt x="13882" y="72381"/>
                  <a:pt x="13186" y="78979"/>
                </a:cubicBezTo>
                <a:cubicBezTo>
                  <a:pt x="12345" y="85566"/>
                  <a:pt x="13882" y="105204"/>
                  <a:pt x="14724" y="109412"/>
                </a:cubicBezTo>
                <a:lnTo>
                  <a:pt x="14724" y="118951"/>
                </a:lnTo>
                <a:lnTo>
                  <a:pt x="21603" y="117829"/>
                </a:lnTo>
                <a:cubicBezTo>
                  <a:pt x="21603" y="117829"/>
                  <a:pt x="18932" y="48535"/>
                  <a:pt x="19358" y="45033"/>
                </a:cubicBezTo>
                <a:cubicBezTo>
                  <a:pt x="19639" y="41667"/>
                  <a:pt x="20896" y="42789"/>
                  <a:pt x="22444" y="39277"/>
                </a:cubicBezTo>
                <a:cubicBezTo>
                  <a:pt x="23847" y="35910"/>
                  <a:pt x="23566" y="32824"/>
                  <a:pt x="25104" y="23566"/>
                </a:cubicBezTo>
                <a:cubicBezTo>
                  <a:pt x="26652" y="14308"/>
                  <a:pt x="33947" y="1269"/>
                  <a:pt x="33947" y="1269"/>
                </a:cubicBezTo>
                <a:lnTo>
                  <a:pt x="31276" y="1"/>
                </a:ln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6"/>
          <p:cNvSpPr/>
          <p:nvPr/>
        </p:nvSpPr>
        <p:spPr>
          <a:xfrm>
            <a:off x="8304825" y="-3887"/>
            <a:ext cx="502148" cy="5076887"/>
          </a:xfrm>
          <a:custGeom>
            <a:avLst/>
            <a:gdLst/>
            <a:ahLst/>
            <a:cxnLst/>
            <a:rect l="l" t="t" r="r" b="b"/>
            <a:pathLst>
              <a:path w="5692" h="41247" extrusionOk="0">
                <a:moveTo>
                  <a:pt x="2217" y="1"/>
                </a:moveTo>
                <a:cubicBezTo>
                  <a:pt x="2217" y="1"/>
                  <a:pt x="2647" y="6375"/>
                  <a:pt x="2578" y="9022"/>
                </a:cubicBezTo>
                <a:cubicBezTo>
                  <a:pt x="2504" y="10024"/>
                  <a:pt x="2504" y="11101"/>
                  <a:pt x="2435" y="12246"/>
                </a:cubicBezTo>
                <a:lnTo>
                  <a:pt x="1003" y="11387"/>
                </a:lnTo>
                <a:lnTo>
                  <a:pt x="785" y="11530"/>
                </a:lnTo>
                <a:lnTo>
                  <a:pt x="2435" y="12458"/>
                </a:lnTo>
                <a:cubicBezTo>
                  <a:pt x="2435" y="14176"/>
                  <a:pt x="2361" y="16038"/>
                  <a:pt x="2435" y="17756"/>
                </a:cubicBezTo>
                <a:cubicBezTo>
                  <a:pt x="2504" y="20620"/>
                  <a:pt x="2361" y="22556"/>
                  <a:pt x="2149" y="24560"/>
                </a:cubicBezTo>
                <a:lnTo>
                  <a:pt x="1003" y="23913"/>
                </a:lnTo>
                <a:lnTo>
                  <a:pt x="785" y="24056"/>
                </a:lnTo>
                <a:lnTo>
                  <a:pt x="2149" y="24772"/>
                </a:lnTo>
                <a:lnTo>
                  <a:pt x="2149" y="24916"/>
                </a:lnTo>
                <a:cubicBezTo>
                  <a:pt x="1931" y="27138"/>
                  <a:pt x="2074" y="31434"/>
                  <a:pt x="2074" y="32722"/>
                </a:cubicBezTo>
                <a:cubicBezTo>
                  <a:pt x="2074" y="34011"/>
                  <a:pt x="2292" y="36016"/>
                  <a:pt x="2149" y="36944"/>
                </a:cubicBezTo>
                <a:cubicBezTo>
                  <a:pt x="2074" y="37946"/>
                  <a:pt x="1576" y="39595"/>
                  <a:pt x="1433" y="39882"/>
                </a:cubicBezTo>
                <a:cubicBezTo>
                  <a:pt x="1289" y="40168"/>
                  <a:pt x="1" y="40523"/>
                  <a:pt x="69" y="40598"/>
                </a:cubicBezTo>
                <a:cubicBezTo>
                  <a:pt x="183" y="40598"/>
                  <a:pt x="975" y="40688"/>
                  <a:pt x="1403" y="40688"/>
                </a:cubicBezTo>
                <a:cubicBezTo>
                  <a:pt x="1514" y="40688"/>
                  <a:pt x="1601" y="40682"/>
                  <a:pt x="1645" y="40666"/>
                </a:cubicBezTo>
                <a:cubicBezTo>
                  <a:pt x="1918" y="40601"/>
                  <a:pt x="2322" y="39877"/>
                  <a:pt x="2607" y="39877"/>
                </a:cubicBezTo>
                <a:cubicBezTo>
                  <a:pt x="2621" y="39877"/>
                  <a:pt x="2634" y="39878"/>
                  <a:pt x="2647" y="39882"/>
                </a:cubicBezTo>
                <a:cubicBezTo>
                  <a:pt x="2933" y="39950"/>
                  <a:pt x="2647" y="40380"/>
                  <a:pt x="2647" y="40598"/>
                </a:cubicBezTo>
                <a:cubicBezTo>
                  <a:pt x="2647" y="40795"/>
                  <a:pt x="2771" y="41247"/>
                  <a:pt x="2904" y="41247"/>
                </a:cubicBezTo>
                <a:cubicBezTo>
                  <a:pt x="2914" y="41247"/>
                  <a:pt x="2924" y="41244"/>
                  <a:pt x="2933" y="41239"/>
                </a:cubicBezTo>
                <a:cubicBezTo>
                  <a:pt x="3008" y="41170"/>
                  <a:pt x="3294" y="40455"/>
                  <a:pt x="3437" y="40380"/>
                </a:cubicBezTo>
                <a:cubicBezTo>
                  <a:pt x="3452" y="40373"/>
                  <a:pt x="3474" y="40370"/>
                  <a:pt x="3502" y="40370"/>
                </a:cubicBezTo>
                <a:cubicBezTo>
                  <a:pt x="3739" y="40370"/>
                  <a:pt x="4395" y="40613"/>
                  <a:pt x="4652" y="40741"/>
                </a:cubicBezTo>
                <a:cubicBezTo>
                  <a:pt x="4918" y="40792"/>
                  <a:pt x="5415" y="40961"/>
                  <a:pt x="5600" y="40961"/>
                </a:cubicBezTo>
                <a:cubicBezTo>
                  <a:pt x="5665" y="40961"/>
                  <a:pt x="5691" y="40940"/>
                  <a:pt x="5654" y="40884"/>
                </a:cubicBezTo>
                <a:cubicBezTo>
                  <a:pt x="5511" y="40666"/>
                  <a:pt x="4726" y="40025"/>
                  <a:pt x="4440" y="39595"/>
                </a:cubicBezTo>
                <a:cubicBezTo>
                  <a:pt x="4153" y="39091"/>
                  <a:pt x="4079" y="36371"/>
                  <a:pt x="4010" y="35013"/>
                </a:cubicBezTo>
                <a:cubicBezTo>
                  <a:pt x="3936" y="33650"/>
                  <a:pt x="3581" y="29211"/>
                  <a:pt x="3437" y="27493"/>
                </a:cubicBezTo>
                <a:lnTo>
                  <a:pt x="5299" y="26491"/>
                </a:lnTo>
                <a:lnTo>
                  <a:pt x="5081" y="26347"/>
                </a:lnTo>
                <a:lnTo>
                  <a:pt x="3437" y="27281"/>
                </a:lnTo>
                <a:cubicBezTo>
                  <a:pt x="3363" y="25488"/>
                  <a:pt x="3581" y="19692"/>
                  <a:pt x="3581" y="17115"/>
                </a:cubicBezTo>
                <a:lnTo>
                  <a:pt x="4938" y="16255"/>
                </a:lnTo>
                <a:lnTo>
                  <a:pt x="4795" y="16181"/>
                </a:lnTo>
                <a:lnTo>
                  <a:pt x="3581" y="16828"/>
                </a:lnTo>
                <a:cubicBezTo>
                  <a:pt x="3581" y="16685"/>
                  <a:pt x="3506" y="16467"/>
                  <a:pt x="3506" y="16324"/>
                </a:cubicBezTo>
                <a:cubicBezTo>
                  <a:pt x="3506" y="14251"/>
                  <a:pt x="3867" y="11456"/>
                  <a:pt x="3936" y="8953"/>
                </a:cubicBezTo>
                <a:cubicBezTo>
                  <a:pt x="4010" y="7521"/>
                  <a:pt x="4010" y="4726"/>
                  <a:pt x="4010" y="2652"/>
                </a:cubicBezTo>
                <a:lnTo>
                  <a:pt x="5299" y="1862"/>
                </a:lnTo>
                <a:lnTo>
                  <a:pt x="5081" y="1719"/>
                </a:lnTo>
                <a:lnTo>
                  <a:pt x="4010" y="2366"/>
                </a:lnTo>
                <a:cubicBezTo>
                  <a:pt x="3936" y="1003"/>
                  <a:pt x="3936" y="1"/>
                  <a:pt x="3936" y="1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6"/>
          <p:cNvSpPr/>
          <p:nvPr/>
        </p:nvSpPr>
        <p:spPr>
          <a:xfrm>
            <a:off x="8762675" y="0"/>
            <a:ext cx="381324" cy="5100799"/>
          </a:xfrm>
          <a:custGeom>
            <a:avLst/>
            <a:gdLst/>
            <a:ahLst/>
            <a:cxnLst/>
            <a:rect l="l" t="t" r="r" b="b"/>
            <a:pathLst>
              <a:path w="4652" h="39739" extrusionOk="0">
                <a:moveTo>
                  <a:pt x="2361" y="1"/>
                </a:moveTo>
                <a:cubicBezTo>
                  <a:pt x="2361" y="1"/>
                  <a:pt x="1433" y="3512"/>
                  <a:pt x="1146" y="4800"/>
                </a:cubicBezTo>
                <a:cubicBezTo>
                  <a:pt x="860" y="6015"/>
                  <a:pt x="1" y="10597"/>
                  <a:pt x="1" y="12246"/>
                </a:cubicBezTo>
                <a:cubicBezTo>
                  <a:pt x="1" y="13821"/>
                  <a:pt x="1576" y="21267"/>
                  <a:pt x="1862" y="22269"/>
                </a:cubicBezTo>
                <a:cubicBezTo>
                  <a:pt x="2149" y="23340"/>
                  <a:pt x="1719" y="28925"/>
                  <a:pt x="1788" y="30357"/>
                </a:cubicBezTo>
                <a:cubicBezTo>
                  <a:pt x="1862" y="31863"/>
                  <a:pt x="1862" y="36084"/>
                  <a:pt x="1719" y="37304"/>
                </a:cubicBezTo>
                <a:cubicBezTo>
                  <a:pt x="1576" y="38450"/>
                  <a:pt x="642" y="39739"/>
                  <a:pt x="642" y="39739"/>
                </a:cubicBezTo>
                <a:lnTo>
                  <a:pt x="4652" y="39739"/>
                </a:lnTo>
                <a:cubicBezTo>
                  <a:pt x="4652" y="39739"/>
                  <a:pt x="4010" y="38805"/>
                  <a:pt x="3936" y="38089"/>
                </a:cubicBezTo>
                <a:cubicBezTo>
                  <a:pt x="3867" y="37373"/>
                  <a:pt x="3792" y="32505"/>
                  <a:pt x="3649" y="30500"/>
                </a:cubicBezTo>
                <a:cubicBezTo>
                  <a:pt x="3437" y="28570"/>
                  <a:pt x="3867" y="23913"/>
                  <a:pt x="3649" y="22269"/>
                </a:cubicBezTo>
                <a:cubicBezTo>
                  <a:pt x="3363" y="20620"/>
                  <a:pt x="1719" y="13678"/>
                  <a:pt x="1719" y="12458"/>
                </a:cubicBezTo>
                <a:cubicBezTo>
                  <a:pt x="1719" y="11313"/>
                  <a:pt x="1719" y="7733"/>
                  <a:pt x="2578" y="5373"/>
                </a:cubicBezTo>
                <a:cubicBezTo>
                  <a:pt x="3363" y="3008"/>
                  <a:pt x="3649" y="1"/>
                  <a:pt x="3649" y="1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4" name="Google Shape;354;p6"/>
          <p:cNvGrpSpPr/>
          <p:nvPr/>
        </p:nvGrpSpPr>
        <p:grpSpPr>
          <a:xfrm>
            <a:off x="1679711" y="95972"/>
            <a:ext cx="41054" cy="45829"/>
            <a:chOff x="2526386" y="189622"/>
            <a:chExt cx="41054" cy="45829"/>
          </a:xfrm>
        </p:grpSpPr>
        <p:sp>
          <p:nvSpPr>
            <p:cNvPr id="355" name="Google Shape;355;p6"/>
            <p:cNvSpPr/>
            <p:nvPr/>
          </p:nvSpPr>
          <p:spPr>
            <a:xfrm rot="-5400000" flipH="1">
              <a:off x="2544509" y="194228"/>
              <a:ext cx="4808" cy="41054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6"/>
            <p:cNvSpPr/>
            <p:nvPr/>
          </p:nvSpPr>
          <p:spPr>
            <a:xfrm rot="-5400000" flipH="1">
              <a:off x="2523999" y="210334"/>
              <a:ext cx="45829" cy="440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6"/>
            <p:cNvSpPr/>
            <p:nvPr/>
          </p:nvSpPr>
          <p:spPr>
            <a:xfrm rot="-5400000" flipH="1">
              <a:off x="2526874" y="202685"/>
              <a:ext cx="36650" cy="28883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6"/>
            <p:cNvSpPr/>
            <p:nvPr/>
          </p:nvSpPr>
          <p:spPr>
            <a:xfrm rot="-5400000" flipH="1">
              <a:off x="2534792" y="193657"/>
              <a:ext cx="27504" cy="37793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6"/>
          <p:cNvGrpSpPr/>
          <p:nvPr/>
        </p:nvGrpSpPr>
        <p:grpSpPr>
          <a:xfrm>
            <a:off x="808538" y="317706"/>
            <a:ext cx="87226" cy="87226"/>
            <a:chOff x="1046654" y="597138"/>
            <a:chExt cx="45829" cy="45829"/>
          </a:xfrm>
        </p:grpSpPr>
        <p:sp>
          <p:nvSpPr>
            <p:cNvPr id="360" name="Google Shape;360;p6"/>
            <p:cNvSpPr/>
            <p:nvPr/>
          </p:nvSpPr>
          <p:spPr>
            <a:xfrm rot="-5400000" flipH="1">
              <a:off x="1064962" y="597121"/>
              <a:ext cx="9213" cy="45829"/>
            </a:xfrm>
            <a:custGeom>
              <a:avLst/>
              <a:gdLst/>
              <a:ahLst/>
              <a:cxnLst/>
              <a:rect l="l" t="t" r="r" b="b"/>
              <a:pathLst>
                <a:path w="274" h="1363" extrusionOk="0">
                  <a:moveTo>
                    <a:pt x="143" y="0"/>
                  </a:moveTo>
                  <a:cubicBezTo>
                    <a:pt x="143" y="0"/>
                    <a:pt x="1" y="273"/>
                    <a:pt x="1" y="687"/>
                  </a:cubicBezTo>
                  <a:cubicBezTo>
                    <a:pt x="1" y="1090"/>
                    <a:pt x="143" y="1362"/>
                    <a:pt x="143" y="1362"/>
                  </a:cubicBezTo>
                  <a:cubicBezTo>
                    <a:pt x="143" y="1362"/>
                    <a:pt x="273" y="1090"/>
                    <a:pt x="273" y="687"/>
                  </a:cubicBezTo>
                  <a:cubicBezTo>
                    <a:pt x="273" y="273"/>
                    <a:pt x="143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6"/>
            <p:cNvSpPr/>
            <p:nvPr/>
          </p:nvSpPr>
          <p:spPr>
            <a:xfrm rot="-5400000" flipH="1">
              <a:off x="1044452" y="617665"/>
              <a:ext cx="45829" cy="4775"/>
            </a:xfrm>
            <a:custGeom>
              <a:avLst/>
              <a:gdLst/>
              <a:ahLst/>
              <a:cxnLst/>
              <a:rect l="l" t="t" r="r" b="b"/>
              <a:pathLst>
                <a:path w="1363" h="142" extrusionOk="0">
                  <a:moveTo>
                    <a:pt x="687" y="0"/>
                  </a:moveTo>
                  <a:cubicBezTo>
                    <a:pt x="272" y="0"/>
                    <a:pt x="0" y="142"/>
                    <a:pt x="0" y="142"/>
                  </a:cubicBezTo>
                  <a:lnTo>
                    <a:pt x="1362" y="142"/>
                  </a:lnTo>
                  <a:cubicBezTo>
                    <a:pt x="1362" y="142"/>
                    <a:pt x="109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6"/>
            <p:cNvSpPr/>
            <p:nvPr/>
          </p:nvSpPr>
          <p:spPr>
            <a:xfrm rot="-5400000" flipH="1">
              <a:off x="1051210" y="606468"/>
              <a:ext cx="32278" cy="31909"/>
            </a:xfrm>
            <a:custGeom>
              <a:avLst/>
              <a:gdLst/>
              <a:ahLst/>
              <a:cxnLst/>
              <a:rect l="l" t="t" r="r" b="b"/>
              <a:pathLst>
                <a:path w="960" h="949" extrusionOk="0">
                  <a:moveTo>
                    <a:pt x="960" y="1"/>
                  </a:moveTo>
                  <a:cubicBezTo>
                    <a:pt x="960" y="1"/>
                    <a:pt x="687" y="132"/>
                    <a:pt x="415" y="404"/>
                  </a:cubicBezTo>
                  <a:cubicBezTo>
                    <a:pt x="142" y="676"/>
                    <a:pt x="0" y="818"/>
                    <a:pt x="0" y="949"/>
                  </a:cubicBezTo>
                  <a:cubicBezTo>
                    <a:pt x="0" y="949"/>
                    <a:pt x="273" y="818"/>
                    <a:pt x="545" y="546"/>
                  </a:cubicBezTo>
                  <a:cubicBezTo>
                    <a:pt x="818" y="273"/>
                    <a:pt x="960" y="132"/>
                    <a:pt x="9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6"/>
            <p:cNvSpPr/>
            <p:nvPr/>
          </p:nvSpPr>
          <p:spPr>
            <a:xfrm rot="-5400000" flipH="1">
              <a:off x="1055984" y="601694"/>
              <a:ext cx="27504" cy="36683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1"/>
                  </a:moveTo>
                  <a:cubicBezTo>
                    <a:pt x="0" y="1"/>
                    <a:pt x="142" y="273"/>
                    <a:pt x="415" y="546"/>
                  </a:cubicBezTo>
                  <a:cubicBezTo>
                    <a:pt x="545" y="818"/>
                    <a:pt x="818" y="1091"/>
                    <a:pt x="818" y="1091"/>
                  </a:cubicBezTo>
                  <a:lnTo>
                    <a:pt x="545" y="546"/>
                  </a:lnTo>
                  <a:cubicBezTo>
                    <a:pt x="273" y="132"/>
                    <a:pt x="142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4" name="Google Shape;364;p6"/>
          <p:cNvGrpSpPr/>
          <p:nvPr/>
        </p:nvGrpSpPr>
        <p:grpSpPr>
          <a:xfrm>
            <a:off x="1092449" y="65753"/>
            <a:ext cx="41424" cy="45862"/>
            <a:chOff x="1092449" y="65753"/>
            <a:chExt cx="41424" cy="45862"/>
          </a:xfrm>
        </p:grpSpPr>
        <p:sp>
          <p:nvSpPr>
            <p:cNvPr id="365" name="Google Shape;365;p6"/>
            <p:cNvSpPr/>
            <p:nvPr/>
          </p:nvSpPr>
          <p:spPr>
            <a:xfrm rot="-5400000" flipH="1">
              <a:off x="1110757" y="65770"/>
              <a:ext cx="4808" cy="41424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6"/>
            <p:cNvSpPr/>
            <p:nvPr/>
          </p:nvSpPr>
          <p:spPr>
            <a:xfrm rot="-5400000" flipH="1">
              <a:off x="1090247" y="86280"/>
              <a:ext cx="45862" cy="4808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6"/>
            <p:cNvSpPr/>
            <p:nvPr/>
          </p:nvSpPr>
          <p:spPr>
            <a:xfrm rot="-5400000" flipH="1">
              <a:off x="1093222" y="74529"/>
              <a:ext cx="36683" cy="28681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6"/>
            <p:cNvSpPr/>
            <p:nvPr/>
          </p:nvSpPr>
          <p:spPr>
            <a:xfrm rot="-5400000" flipH="1">
              <a:off x="1101141" y="69704"/>
              <a:ext cx="27504" cy="37961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6"/>
          <p:cNvGrpSpPr/>
          <p:nvPr/>
        </p:nvGrpSpPr>
        <p:grpSpPr>
          <a:xfrm>
            <a:off x="1417856" y="340591"/>
            <a:ext cx="45829" cy="45862"/>
            <a:chOff x="1417856" y="340591"/>
            <a:chExt cx="45829" cy="45862"/>
          </a:xfrm>
        </p:grpSpPr>
        <p:sp>
          <p:nvSpPr>
            <p:cNvPr id="370" name="Google Shape;370;p6"/>
            <p:cNvSpPr/>
            <p:nvPr/>
          </p:nvSpPr>
          <p:spPr>
            <a:xfrm rot="-5400000" flipH="1">
              <a:off x="1438367" y="338406"/>
              <a:ext cx="4808" cy="45829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6"/>
            <p:cNvSpPr/>
            <p:nvPr/>
          </p:nvSpPr>
          <p:spPr>
            <a:xfrm rot="-5400000" flipH="1">
              <a:off x="1415469" y="361303"/>
              <a:ext cx="45862" cy="4438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6"/>
            <p:cNvSpPr/>
            <p:nvPr/>
          </p:nvSpPr>
          <p:spPr>
            <a:xfrm rot="-5400000" flipH="1">
              <a:off x="1420059" y="347568"/>
              <a:ext cx="36683" cy="32278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6"/>
            <p:cNvSpPr/>
            <p:nvPr/>
          </p:nvSpPr>
          <p:spPr>
            <a:xfrm rot="-5400000" flipH="1">
              <a:off x="1426851" y="345181"/>
              <a:ext cx="27504" cy="36683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6"/>
          <p:cNvGrpSpPr/>
          <p:nvPr/>
        </p:nvGrpSpPr>
        <p:grpSpPr>
          <a:xfrm>
            <a:off x="73365" y="74936"/>
            <a:ext cx="87225" cy="87914"/>
            <a:chOff x="2178250" y="597138"/>
            <a:chExt cx="41088" cy="41424"/>
          </a:xfrm>
        </p:grpSpPr>
        <p:sp>
          <p:nvSpPr>
            <p:cNvPr id="375" name="Google Shape;375;p6"/>
            <p:cNvSpPr/>
            <p:nvPr/>
          </p:nvSpPr>
          <p:spPr>
            <a:xfrm rot="-5400000" flipH="1">
              <a:off x="2196389" y="597289"/>
              <a:ext cx="4808" cy="41088"/>
            </a:xfrm>
            <a:custGeom>
              <a:avLst/>
              <a:gdLst/>
              <a:ahLst/>
              <a:cxnLst/>
              <a:rect l="l" t="t" r="r" b="b"/>
              <a:pathLst>
                <a:path w="143" h="1222" extrusionOk="0">
                  <a:moveTo>
                    <a:pt x="1" y="0"/>
                  </a:moveTo>
                  <a:lnTo>
                    <a:pt x="1" y="676"/>
                  </a:lnTo>
                  <a:lnTo>
                    <a:pt x="1" y="1221"/>
                  </a:lnTo>
                  <a:cubicBezTo>
                    <a:pt x="143" y="1221"/>
                    <a:pt x="143" y="949"/>
                    <a:pt x="143" y="676"/>
                  </a:cubicBezTo>
                  <a:cubicBezTo>
                    <a:pt x="143" y="273"/>
                    <a:pt x="14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6"/>
            <p:cNvSpPr/>
            <p:nvPr/>
          </p:nvSpPr>
          <p:spPr>
            <a:xfrm rot="-5400000" flipH="1">
              <a:off x="2178081" y="615631"/>
              <a:ext cx="41424" cy="4438"/>
            </a:xfrm>
            <a:custGeom>
              <a:avLst/>
              <a:gdLst/>
              <a:ahLst/>
              <a:cxnLst/>
              <a:rect l="l" t="t" r="r" b="b"/>
              <a:pathLst>
                <a:path w="1232" h="132" extrusionOk="0">
                  <a:moveTo>
                    <a:pt x="545" y="0"/>
                  </a:moveTo>
                  <a:cubicBezTo>
                    <a:pt x="272" y="0"/>
                    <a:pt x="0" y="0"/>
                    <a:pt x="0" y="131"/>
                  </a:cubicBezTo>
                  <a:lnTo>
                    <a:pt x="1232" y="131"/>
                  </a:lnTo>
                  <a:cubicBezTo>
                    <a:pt x="1232" y="0"/>
                    <a:pt x="959" y="0"/>
                    <a:pt x="5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6"/>
            <p:cNvSpPr/>
            <p:nvPr/>
          </p:nvSpPr>
          <p:spPr>
            <a:xfrm rot="-5400000" flipH="1">
              <a:off x="2178065" y="606468"/>
              <a:ext cx="36683" cy="27504"/>
            </a:xfrm>
            <a:custGeom>
              <a:avLst/>
              <a:gdLst/>
              <a:ahLst/>
              <a:cxnLst/>
              <a:rect l="l" t="t" r="r" b="b"/>
              <a:pathLst>
                <a:path w="1091" h="818" extrusionOk="0">
                  <a:moveTo>
                    <a:pt x="1091" y="0"/>
                  </a:moveTo>
                  <a:cubicBezTo>
                    <a:pt x="949" y="0"/>
                    <a:pt x="818" y="142"/>
                    <a:pt x="546" y="414"/>
                  </a:cubicBezTo>
                  <a:cubicBezTo>
                    <a:pt x="818" y="273"/>
                    <a:pt x="1091" y="0"/>
                    <a:pt x="1091" y="0"/>
                  </a:cubicBezTo>
                  <a:close/>
                  <a:moveTo>
                    <a:pt x="546" y="414"/>
                  </a:moveTo>
                  <a:lnTo>
                    <a:pt x="546" y="414"/>
                  </a:lnTo>
                  <a:cubicBezTo>
                    <a:pt x="273" y="545"/>
                    <a:pt x="1" y="818"/>
                    <a:pt x="1" y="818"/>
                  </a:cubicBezTo>
                  <a:cubicBezTo>
                    <a:pt x="131" y="818"/>
                    <a:pt x="273" y="687"/>
                    <a:pt x="546" y="4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6"/>
            <p:cNvSpPr/>
            <p:nvPr/>
          </p:nvSpPr>
          <p:spPr>
            <a:xfrm rot="-5400000" flipH="1">
              <a:off x="2185041" y="602753"/>
              <a:ext cx="27504" cy="34565"/>
            </a:xfrm>
            <a:custGeom>
              <a:avLst/>
              <a:gdLst/>
              <a:ahLst/>
              <a:cxnLst/>
              <a:rect l="l" t="t" r="r" b="b"/>
              <a:pathLst>
                <a:path w="818" h="1028" extrusionOk="0">
                  <a:moveTo>
                    <a:pt x="24" y="0"/>
                  </a:moveTo>
                  <a:cubicBezTo>
                    <a:pt x="9" y="0"/>
                    <a:pt x="0" y="11"/>
                    <a:pt x="0" y="34"/>
                  </a:cubicBezTo>
                  <a:lnTo>
                    <a:pt x="273" y="579"/>
                  </a:lnTo>
                  <a:cubicBezTo>
                    <a:pt x="497" y="803"/>
                    <a:pt x="633" y="1027"/>
                    <a:pt x="674" y="1027"/>
                  </a:cubicBezTo>
                  <a:cubicBezTo>
                    <a:pt x="683" y="1027"/>
                    <a:pt x="687" y="1017"/>
                    <a:pt x="687" y="993"/>
                  </a:cubicBezTo>
                  <a:cubicBezTo>
                    <a:pt x="818" y="993"/>
                    <a:pt x="687" y="721"/>
                    <a:pt x="415" y="448"/>
                  </a:cubicBezTo>
                  <a:cubicBezTo>
                    <a:pt x="298" y="224"/>
                    <a:pt x="93" y="0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" name="Google Shape;379;p6"/>
          <p:cNvGrpSpPr/>
          <p:nvPr/>
        </p:nvGrpSpPr>
        <p:grpSpPr>
          <a:xfrm>
            <a:off x="440501" y="614401"/>
            <a:ext cx="45827" cy="45828"/>
            <a:chOff x="440501" y="614401"/>
            <a:chExt cx="45827" cy="45828"/>
          </a:xfrm>
        </p:grpSpPr>
        <p:sp>
          <p:nvSpPr>
            <p:cNvPr id="380" name="Google Shape;380;p6"/>
            <p:cNvSpPr/>
            <p:nvPr/>
          </p:nvSpPr>
          <p:spPr>
            <a:xfrm rot="-5400000" flipH="1">
              <a:off x="461010" y="616587"/>
              <a:ext cx="4808" cy="45827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" y="1"/>
                  </a:moveTo>
                  <a:lnTo>
                    <a:pt x="1" y="676"/>
                  </a:lnTo>
                  <a:lnTo>
                    <a:pt x="1" y="1363"/>
                  </a:lnTo>
                  <a:cubicBezTo>
                    <a:pt x="1" y="1363"/>
                    <a:pt x="143" y="1090"/>
                    <a:pt x="143" y="676"/>
                  </a:cubicBezTo>
                  <a:cubicBezTo>
                    <a:pt x="143" y="27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6"/>
            <p:cNvSpPr/>
            <p:nvPr/>
          </p:nvSpPr>
          <p:spPr>
            <a:xfrm rot="-5400000" flipH="1">
              <a:off x="442720" y="634911"/>
              <a:ext cx="45827" cy="4808"/>
            </a:xfrm>
            <a:custGeom>
              <a:avLst/>
              <a:gdLst/>
              <a:ahLst/>
              <a:cxnLst/>
              <a:rect l="l" t="t" r="r" b="b"/>
              <a:pathLst>
                <a:path w="1363" h="143" extrusionOk="0">
                  <a:moveTo>
                    <a:pt x="0" y="0"/>
                  </a:moveTo>
                  <a:cubicBezTo>
                    <a:pt x="0" y="0"/>
                    <a:pt x="273" y="142"/>
                    <a:pt x="676" y="142"/>
                  </a:cubicBezTo>
                  <a:cubicBezTo>
                    <a:pt x="1090" y="142"/>
                    <a:pt x="1362" y="0"/>
                    <a:pt x="1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6"/>
            <p:cNvSpPr/>
            <p:nvPr/>
          </p:nvSpPr>
          <p:spPr>
            <a:xfrm rot="-5400000" flipH="1">
              <a:off x="442703" y="625749"/>
              <a:ext cx="36682" cy="32278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949" y="0"/>
                  </a:moveTo>
                  <a:cubicBezTo>
                    <a:pt x="949" y="0"/>
                    <a:pt x="676" y="142"/>
                    <a:pt x="404" y="415"/>
                  </a:cubicBezTo>
                  <a:cubicBezTo>
                    <a:pt x="131" y="687"/>
                    <a:pt x="1" y="959"/>
                    <a:pt x="1" y="959"/>
                  </a:cubicBezTo>
                  <a:cubicBezTo>
                    <a:pt x="1" y="959"/>
                    <a:pt x="273" y="818"/>
                    <a:pt x="546" y="545"/>
                  </a:cubicBezTo>
                  <a:cubicBezTo>
                    <a:pt x="818" y="273"/>
                    <a:pt x="1090" y="142"/>
                    <a:pt x="9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 rot="-5400000" flipH="1">
              <a:off x="449495" y="618957"/>
              <a:ext cx="27503" cy="36682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131" y="0"/>
                  </a:moveTo>
                  <a:cubicBezTo>
                    <a:pt x="1" y="0"/>
                    <a:pt x="131" y="273"/>
                    <a:pt x="404" y="545"/>
                  </a:cubicBezTo>
                  <a:cubicBezTo>
                    <a:pt x="546" y="959"/>
                    <a:pt x="818" y="1090"/>
                    <a:pt x="818" y="1090"/>
                  </a:cubicBezTo>
                  <a:lnTo>
                    <a:pt x="546" y="545"/>
                  </a:lnTo>
                  <a:cubicBezTo>
                    <a:pt x="273" y="273"/>
                    <a:pt x="131" y="0"/>
                    <a:pt x="1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" name="Google Shape;384;p6"/>
          <p:cNvGrpSpPr/>
          <p:nvPr/>
        </p:nvGrpSpPr>
        <p:grpSpPr>
          <a:xfrm>
            <a:off x="9071111" y="95972"/>
            <a:ext cx="41053" cy="45828"/>
            <a:chOff x="2526386" y="189622"/>
            <a:chExt cx="41053" cy="45828"/>
          </a:xfrm>
        </p:grpSpPr>
        <p:sp>
          <p:nvSpPr>
            <p:cNvPr id="385" name="Google Shape;385;p6"/>
            <p:cNvSpPr/>
            <p:nvPr/>
          </p:nvSpPr>
          <p:spPr>
            <a:xfrm rot="-5400000" flipH="1">
              <a:off x="2544509" y="194229"/>
              <a:ext cx="4808" cy="41053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6"/>
            <p:cNvSpPr/>
            <p:nvPr/>
          </p:nvSpPr>
          <p:spPr>
            <a:xfrm rot="-5400000" flipH="1">
              <a:off x="2524000" y="210333"/>
              <a:ext cx="45827" cy="440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 rot="-5400000" flipH="1">
              <a:off x="2526874" y="202685"/>
              <a:ext cx="36649" cy="28882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6"/>
            <p:cNvSpPr/>
            <p:nvPr/>
          </p:nvSpPr>
          <p:spPr>
            <a:xfrm rot="-5400000" flipH="1">
              <a:off x="2534792" y="193657"/>
              <a:ext cx="27503" cy="37792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9" name="Google Shape;389;p6"/>
          <p:cNvGrpSpPr/>
          <p:nvPr/>
        </p:nvGrpSpPr>
        <p:grpSpPr>
          <a:xfrm>
            <a:off x="8719763" y="673431"/>
            <a:ext cx="87223" cy="87223"/>
            <a:chOff x="1046654" y="597138"/>
            <a:chExt cx="45827" cy="45827"/>
          </a:xfrm>
        </p:grpSpPr>
        <p:sp>
          <p:nvSpPr>
            <p:cNvPr id="390" name="Google Shape;390;p6"/>
            <p:cNvSpPr/>
            <p:nvPr/>
          </p:nvSpPr>
          <p:spPr>
            <a:xfrm rot="-5400000" flipH="1">
              <a:off x="1064961" y="597121"/>
              <a:ext cx="9213" cy="45827"/>
            </a:xfrm>
            <a:custGeom>
              <a:avLst/>
              <a:gdLst/>
              <a:ahLst/>
              <a:cxnLst/>
              <a:rect l="l" t="t" r="r" b="b"/>
              <a:pathLst>
                <a:path w="274" h="1363" extrusionOk="0">
                  <a:moveTo>
                    <a:pt x="143" y="0"/>
                  </a:moveTo>
                  <a:cubicBezTo>
                    <a:pt x="143" y="0"/>
                    <a:pt x="1" y="273"/>
                    <a:pt x="1" y="687"/>
                  </a:cubicBezTo>
                  <a:cubicBezTo>
                    <a:pt x="1" y="1090"/>
                    <a:pt x="143" y="1362"/>
                    <a:pt x="143" y="1362"/>
                  </a:cubicBezTo>
                  <a:cubicBezTo>
                    <a:pt x="143" y="1362"/>
                    <a:pt x="273" y="1090"/>
                    <a:pt x="273" y="687"/>
                  </a:cubicBezTo>
                  <a:cubicBezTo>
                    <a:pt x="273" y="273"/>
                    <a:pt x="143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 rot="-5400000" flipH="1">
              <a:off x="1044452" y="617664"/>
              <a:ext cx="45827" cy="4774"/>
            </a:xfrm>
            <a:custGeom>
              <a:avLst/>
              <a:gdLst/>
              <a:ahLst/>
              <a:cxnLst/>
              <a:rect l="l" t="t" r="r" b="b"/>
              <a:pathLst>
                <a:path w="1363" h="142" extrusionOk="0">
                  <a:moveTo>
                    <a:pt x="687" y="0"/>
                  </a:moveTo>
                  <a:cubicBezTo>
                    <a:pt x="272" y="0"/>
                    <a:pt x="0" y="142"/>
                    <a:pt x="0" y="142"/>
                  </a:cubicBezTo>
                  <a:lnTo>
                    <a:pt x="1362" y="142"/>
                  </a:lnTo>
                  <a:cubicBezTo>
                    <a:pt x="1362" y="142"/>
                    <a:pt x="109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6"/>
            <p:cNvSpPr/>
            <p:nvPr/>
          </p:nvSpPr>
          <p:spPr>
            <a:xfrm rot="-5400000" flipH="1">
              <a:off x="1051210" y="606468"/>
              <a:ext cx="32278" cy="31908"/>
            </a:xfrm>
            <a:custGeom>
              <a:avLst/>
              <a:gdLst/>
              <a:ahLst/>
              <a:cxnLst/>
              <a:rect l="l" t="t" r="r" b="b"/>
              <a:pathLst>
                <a:path w="960" h="949" extrusionOk="0">
                  <a:moveTo>
                    <a:pt x="960" y="1"/>
                  </a:moveTo>
                  <a:cubicBezTo>
                    <a:pt x="960" y="1"/>
                    <a:pt x="687" y="132"/>
                    <a:pt x="415" y="404"/>
                  </a:cubicBezTo>
                  <a:cubicBezTo>
                    <a:pt x="142" y="676"/>
                    <a:pt x="0" y="818"/>
                    <a:pt x="0" y="949"/>
                  </a:cubicBezTo>
                  <a:cubicBezTo>
                    <a:pt x="0" y="949"/>
                    <a:pt x="273" y="818"/>
                    <a:pt x="545" y="546"/>
                  </a:cubicBezTo>
                  <a:cubicBezTo>
                    <a:pt x="818" y="273"/>
                    <a:pt x="960" y="132"/>
                    <a:pt x="9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 rot="-5400000" flipH="1">
              <a:off x="1055984" y="601694"/>
              <a:ext cx="27503" cy="36682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1"/>
                  </a:moveTo>
                  <a:cubicBezTo>
                    <a:pt x="0" y="1"/>
                    <a:pt x="142" y="273"/>
                    <a:pt x="415" y="546"/>
                  </a:cubicBezTo>
                  <a:cubicBezTo>
                    <a:pt x="545" y="818"/>
                    <a:pt x="818" y="1091"/>
                    <a:pt x="818" y="1091"/>
                  </a:cubicBezTo>
                  <a:lnTo>
                    <a:pt x="545" y="546"/>
                  </a:lnTo>
                  <a:cubicBezTo>
                    <a:pt x="273" y="132"/>
                    <a:pt x="142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4" name="Google Shape;394;p6"/>
          <p:cNvGrpSpPr/>
          <p:nvPr/>
        </p:nvGrpSpPr>
        <p:grpSpPr>
          <a:xfrm>
            <a:off x="8392049" y="65753"/>
            <a:ext cx="41423" cy="45861"/>
            <a:chOff x="1092449" y="65753"/>
            <a:chExt cx="41423" cy="45861"/>
          </a:xfrm>
        </p:grpSpPr>
        <p:sp>
          <p:nvSpPr>
            <p:cNvPr id="395" name="Google Shape;395;p6"/>
            <p:cNvSpPr/>
            <p:nvPr/>
          </p:nvSpPr>
          <p:spPr>
            <a:xfrm rot="-5400000" flipH="1">
              <a:off x="1110757" y="65771"/>
              <a:ext cx="4808" cy="414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 rot="-5400000" flipH="1">
              <a:off x="1090247" y="86280"/>
              <a:ext cx="45861" cy="4808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 rot="-5400000" flipH="1">
              <a:off x="1093223" y="74529"/>
              <a:ext cx="36682" cy="28680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 rot="-5400000" flipH="1">
              <a:off x="1101141" y="69704"/>
              <a:ext cx="27503" cy="37960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" name="Google Shape;399;p6"/>
          <p:cNvGrpSpPr/>
          <p:nvPr/>
        </p:nvGrpSpPr>
        <p:grpSpPr>
          <a:xfrm>
            <a:off x="8809256" y="340591"/>
            <a:ext cx="45827" cy="45861"/>
            <a:chOff x="1417856" y="340591"/>
            <a:chExt cx="45827" cy="45861"/>
          </a:xfrm>
        </p:grpSpPr>
        <p:sp>
          <p:nvSpPr>
            <p:cNvPr id="400" name="Google Shape;400;p6"/>
            <p:cNvSpPr/>
            <p:nvPr/>
          </p:nvSpPr>
          <p:spPr>
            <a:xfrm rot="-5400000" flipH="1">
              <a:off x="1438366" y="338406"/>
              <a:ext cx="4808" cy="45827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 rot="-5400000" flipH="1">
              <a:off x="1415470" y="361303"/>
              <a:ext cx="45861" cy="4438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 rot="-5400000" flipH="1">
              <a:off x="1420059" y="347568"/>
              <a:ext cx="36682" cy="32278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6"/>
            <p:cNvSpPr/>
            <p:nvPr/>
          </p:nvSpPr>
          <p:spPr>
            <a:xfrm rot="-5400000" flipH="1">
              <a:off x="1426850" y="345181"/>
              <a:ext cx="27503" cy="36682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6"/>
          <p:cNvGrpSpPr/>
          <p:nvPr/>
        </p:nvGrpSpPr>
        <p:grpSpPr>
          <a:xfrm>
            <a:off x="8304815" y="319574"/>
            <a:ext cx="87223" cy="87912"/>
            <a:chOff x="2178250" y="597138"/>
            <a:chExt cx="41087" cy="41423"/>
          </a:xfrm>
        </p:grpSpPr>
        <p:sp>
          <p:nvSpPr>
            <p:cNvPr id="405" name="Google Shape;405;p6"/>
            <p:cNvSpPr/>
            <p:nvPr/>
          </p:nvSpPr>
          <p:spPr>
            <a:xfrm rot="-5400000" flipH="1">
              <a:off x="2196389" y="597289"/>
              <a:ext cx="4808" cy="41087"/>
            </a:xfrm>
            <a:custGeom>
              <a:avLst/>
              <a:gdLst/>
              <a:ahLst/>
              <a:cxnLst/>
              <a:rect l="l" t="t" r="r" b="b"/>
              <a:pathLst>
                <a:path w="143" h="1222" extrusionOk="0">
                  <a:moveTo>
                    <a:pt x="1" y="0"/>
                  </a:moveTo>
                  <a:lnTo>
                    <a:pt x="1" y="676"/>
                  </a:lnTo>
                  <a:lnTo>
                    <a:pt x="1" y="1221"/>
                  </a:lnTo>
                  <a:cubicBezTo>
                    <a:pt x="143" y="1221"/>
                    <a:pt x="143" y="949"/>
                    <a:pt x="143" y="676"/>
                  </a:cubicBezTo>
                  <a:cubicBezTo>
                    <a:pt x="143" y="273"/>
                    <a:pt x="14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 rot="-5400000" flipH="1">
              <a:off x="2178082" y="615630"/>
              <a:ext cx="41423" cy="4438"/>
            </a:xfrm>
            <a:custGeom>
              <a:avLst/>
              <a:gdLst/>
              <a:ahLst/>
              <a:cxnLst/>
              <a:rect l="l" t="t" r="r" b="b"/>
              <a:pathLst>
                <a:path w="1232" h="132" extrusionOk="0">
                  <a:moveTo>
                    <a:pt x="545" y="0"/>
                  </a:moveTo>
                  <a:cubicBezTo>
                    <a:pt x="272" y="0"/>
                    <a:pt x="0" y="0"/>
                    <a:pt x="0" y="131"/>
                  </a:cubicBezTo>
                  <a:lnTo>
                    <a:pt x="1232" y="131"/>
                  </a:lnTo>
                  <a:cubicBezTo>
                    <a:pt x="1232" y="0"/>
                    <a:pt x="959" y="0"/>
                    <a:pt x="5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 rot="-5400000" flipH="1">
              <a:off x="2178065" y="606468"/>
              <a:ext cx="36682" cy="27503"/>
            </a:xfrm>
            <a:custGeom>
              <a:avLst/>
              <a:gdLst/>
              <a:ahLst/>
              <a:cxnLst/>
              <a:rect l="l" t="t" r="r" b="b"/>
              <a:pathLst>
                <a:path w="1091" h="818" extrusionOk="0">
                  <a:moveTo>
                    <a:pt x="1091" y="0"/>
                  </a:moveTo>
                  <a:cubicBezTo>
                    <a:pt x="949" y="0"/>
                    <a:pt x="818" y="142"/>
                    <a:pt x="546" y="414"/>
                  </a:cubicBezTo>
                  <a:cubicBezTo>
                    <a:pt x="818" y="273"/>
                    <a:pt x="1091" y="0"/>
                    <a:pt x="1091" y="0"/>
                  </a:cubicBezTo>
                  <a:close/>
                  <a:moveTo>
                    <a:pt x="546" y="414"/>
                  </a:moveTo>
                  <a:lnTo>
                    <a:pt x="546" y="414"/>
                  </a:lnTo>
                  <a:cubicBezTo>
                    <a:pt x="273" y="545"/>
                    <a:pt x="1" y="818"/>
                    <a:pt x="1" y="818"/>
                  </a:cubicBezTo>
                  <a:cubicBezTo>
                    <a:pt x="131" y="818"/>
                    <a:pt x="273" y="687"/>
                    <a:pt x="546" y="4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 rot="-5400000" flipH="1">
              <a:off x="2185041" y="602753"/>
              <a:ext cx="27503" cy="34564"/>
            </a:xfrm>
            <a:custGeom>
              <a:avLst/>
              <a:gdLst/>
              <a:ahLst/>
              <a:cxnLst/>
              <a:rect l="l" t="t" r="r" b="b"/>
              <a:pathLst>
                <a:path w="818" h="1028" extrusionOk="0">
                  <a:moveTo>
                    <a:pt x="24" y="0"/>
                  </a:moveTo>
                  <a:cubicBezTo>
                    <a:pt x="9" y="0"/>
                    <a:pt x="0" y="11"/>
                    <a:pt x="0" y="34"/>
                  </a:cubicBezTo>
                  <a:lnTo>
                    <a:pt x="273" y="579"/>
                  </a:lnTo>
                  <a:cubicBezTo>
                    <a:pt x="497" y="803"/>
                    <a:pt x="633" y="1027"/>
                    <a:pt x="674" y="1027"/>
                  </a:cubicBezTo>
                  <a:cubicBezTo>
                    <a:pt x="683" y="1027"/>
                    <a:pt x="687" y="1017"/>
                    <a:pt x="687" y="993"/>
                  </a:cubicBezTo>
                  <a:cubicBezTo>
                    <a:pt x="818" y="993"/>
                    <a:pt x="687" y="721"/>
                    <a:pt x="415" y="448"/>
                  </a:cubicBezTo>
                  <a:cubicBezTo>
                    <a:pt x="298" y="224"/>
                    <a:pt x="93" y="0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" name="Google Shape;409;p6"/>
          <p:cNvSpPr/>
          <p:nvPr/>
        </p:nvSpPr>
        <p:spPr>
          <a:xfrm flipH="1">
            <a:off x="4446227" y="4661300"/>
            <a:ext cx="4697772" cy="482192"/>
          </a:xfrm>
          <a:custGeom>
            <a:avLst/>
            <a:gdLst/>
            <a:ahLst/>
            <a:cxnLst/>
            <a:rect l="l" t="t" r="r" b="b"/>
            <a:pathLst>
              <a:path w="71596" h="16017" extrusionOk="0">
                <a:moveTo>
                  <a:pt x="19034" y="0"/>
                </a:moveTo>
                <a:cubicBezTo>
                  <a:pt x="16196" y="0"/>
                  <a:pt x="12934" y="573"/>
                  <a:pt x="9738" y="1337"/>
                </a:cubicBezTo>
                <a:cubicBezTo>
                  <a:pt x="6370" y="2127"/>
                  <a:pt x="2218" y="2700"/>
                  <a:pt x="1" y="2986"/>
                </a:cubicBezTo>
                <a:lnTo>
                  <a:pt x="1" y="16017"/>
                </a:lnTo>
                <a:lnTo>
                  <a:pt x="71596" y="16017"/>
                </a:lnTo>
                <a:lnTo>
                  <a:pt x="71596" y="14012"/>
                </a:lnTo>
                <a:cubicBezTo>
                  <a:pt x="70737" y="14078"/>
                  <a:pt x="69679" y="14128"/>
                  <a:pt x="68535" y="14128"/>
                </a:cubicBezTo>
                <a:cubicBezTo>
                  <a:pt x="67200" y="14128"/>
                  <a:pt x="65750" y="14060"/>
                  <a:pt x="64362" y="13869"/>
                </a:cubicBezTo>
                <a:cubicBezTo>
                  <a:pt x="60141" y="13365"/>
                  <a:pt x="54413" y="9355"/>
                  <a:pt x="51904" y="8353"/>
                </a:cubicBezTo>
                <a:cubicBezTo>
                  <a:pt x="49470" y="7282"/>
                  <a:pt x="44459" y="6423"/>
                  <a:pt x="41956" y="4630"/>
                </a:cubicBezTo>
                <a:cubicBezTo>
                  <a:pt x="39447" y="2912"/>
                  <a:pt x="37156" y="2414"/>
                  <a:pt x="34006" y="2414"/>
                </a:cubicBezTo>
                <a:cubicBezTo>
                  <a:pt x="30930" y="2414"/>
                  <a:pt x="26348" y="1554"/>
                  <a:pt x="22911" y="478"/>
                </a:cubicBezTo>
                <a:cubicBezTo>
                  <a:pt x="21766" y="144"/>
                  <a:pt x="20453" y="0"/>
                  <a:pt x="1903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6"/>
          <p:cNvSpPr/>
          <p:nvPr/>
        </p:nvSpPr>
        <p:spPr>
          <a:xfrm>
            <a:off x="0" y="4826424"/>
            <a:ext cx="9144062" cy="317057"/>
          </a:xfrm>
          <a:custGeom>
            <a:avLst/>
            <a:gdLst/>
            <a:ahLst/>
            <a:cxnLst/>
            <a:rect l="l" t="t" r="r" b="b"/>
            <a:pathLst>
              <a:path w="71596" h="16017" extrusionOk="0">
                <a:moveTo>
                  <a:pt x="19034" y="0"/>
                </a:moveTo>
                <a:cubicBezTo>
                  <a:pt x="16196" y="0"/>
                  <a:pt x="12934" y="573"/>
                  <a:pt x="9738" y="1337"/>
                </a:cubicBezTo>
                <a:cubicBezTo>
                  <a:pt x="6370" y="2127"/>
                  <a:pt x="2218" y="2700"/>
                  <a:pt x="1" y="2986"/>
                </a:cubicBezTo>
                <a:lnTo>
                  <a:pt x="1" y="16017"/>
                </a:lnTo>
                <a:lnTo>
                  <a:pt x="71596" y="16017"/>
                </a:lnTo>
                <a:lnTo>
                  <a:pt x="71596" y="14012"/>
                </a:lnTo>
                <a:cubicBezTo>
                  <a:pt x="70737" y="14078"/>
                  <a:pt x="69679" y="14128"/>
                  <a:pt x="68535" y="14128"/>
                </a:cubicBezTo>
                <a:cubicBezTo>
                  <a:pt x="67200" y="14128"/>
                  <a:pt x="65750" y="14060"/>
                  <a:pt x="64362" y="13869"/>
                </a:cubicBezTo>
                <a:cubicBezTo>
                  <a:pt x="60141" y="13365"/>
                  <a:pt x="54413" y="9355"/>
                  <a:pt x="51904" y="8353"/>
                </a:cubicBezTo>
                <a:cubicBezTo>
                  <a:pt x="49470" y="7282"/>
                  <a:pt x="44459" y="6423"/>
                  <a:pt x="41956" y="4630"/>
                </a:cubicBezTo>
                <a:cubicBezTo>
                  <a:pt x="39447" y="2912"/>
                  <a:pt x="37156" y="2414"/>
                  <a:pt x="34006" y="2414"/>
                </a:cubicBezTo>
                <a:cubicBezTo>
                  <a:pt x="30930" y="2414"/>
                  <a:pt x="26348" y="1554"/>
                  <a:pt x="22911" y="478"/>
                </a:cubicBezTo>
                <a:cubicBezTo>
                  <a:pt x="21766" y="144"/>
                  <a:pt x="20453" y="0"/>
                  <a:pt x="190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1" name="Google Shape;411;p6"/>
          <p:cNvGrpSpPr/>
          <p:nvPr/>
        </p:nvGrpSpPr>
        <p:grpSpPr>
          <a:xfrm rot="-426034">
            <a:off x="86467" y="201042"/>
            <a:ext cx="633477" cy="251071"/>
            <a:chOff x="232208" y="206425"/>
            <a:chExt cx="1361825" cy="539742"/>
          </a:xfrm>
        </p:grpSpPr>
        <p:sp>
          <p:nvSpPr>
            <p:cNvPr id="412" name="Google Shape;412;p6"/>
            <p:cNvSpPr/>
            <p:nvPr/>
          </p:nvSpPr>
          <p:spPr>
            <a:xfrm>
              <a:off x="232208" y="206425"/>
              <a:ext cx="1361825" cy="539742"/>
            </a:xfrm>
            <a:custGeom>
              <a:avLst/>
              <a:gdLst/>
              <a:ahLst/>
              <a:cxnLst/>
              <a:rect l="l" t="t" r="r" b="b"/>
              <a:pathLst>
                <a:path w="37188" h="14739" extrusionOk="0">
                  <a:moveTo>
                    <a:pt x="6922" y="1"/>
                  </a:moveTo>
                  <a:cubicBezTo>
                    <a:pt x="4515" y="1"/>
                    <a:pt x="1" y="4385"/>
                    <a:pt x="1" y="4385"/>
                  </a:cubicBezTo>
                  <a:cubicBezTo>
                    <a:pt x="1" y="4385"/>
                    <a:pt x="29" y="4382"/>
                    <a:pt x="81" y="4382"/>
                  </a:cubicBezTo>
                  <a:cubicBezTo>
                    <a:pt x="402" y="4382"/>
                    <a:pt x="1626" y="4479"/>
                    <a:pt x="2453" y="5889"/>
                  </a:cubicBezTo>
                  <a:cubicBezTo>
                    <a:pt x="3401" y="7382"/>
                    <a:pt x="2856" y="8613"/>
                    <a:pt x="2856" y="8613"/>
                  </a:cubicBezTo>
                  <a:cubicBezTo>
                    <a:pt x="2856" y="8613"/>
                    <a:pt x="4330" y="7631"/>
                    <a:pt x="5881" y="7631"/>
                  </a:cubicBezTo>
                  <a:cubicBezTo>
                    <a:pt x="6331" y="7631"/>
                    <a:pt x="6787" y="7713"/>
                    <a:pt x="7216" y="7927"/>
                  </a:cubicBezTo>
                  <a:cubicBezTo>
                    <a:pt x="9265" y="8886"/>
                    <a:pt x="9265" y="11065"/>
                    <a:pt x="9265" y="11065"/>
                  </a:cubicBezTo>
                  <a:cubicBezTo>
                    <a:pt x="9265" y="11065"/>
                    <a:pt x="10148" y="10067"/>
                    <a:pt x="11613" y="10067"/>
                  </a:cubicBezTo>
                  <a:cubicBezTo>
                    <a:pt x="11775" y="10067"/>
                    <a:pt x="11944" y="10079"/>
                    <a:pt x="12120" y="10106"/>
                  </a:cubicBezTo>
                  <a:cubicBezTo>
                    <a:pt x="13897" y="10379"/>
                    <a:pt x="14572" y="12831"/>
                    <a:pt x="14572" y="12831"/>
                  </a:cubicBezTo>
                  <a:cubicBezTo>
                    <a:pt x="14572" y="12831"/>
                    <a:pt x="15115" y="11970"/>
                    <a:pt x="15618" y="11970"/>
                  </a:cubicBezTo>
                  <a:cubicBezTo>
                    <a:pt x="15681" y="11970"/>
                    <a:pt x="15743" y="11983"/>
                    <a:pt x="15804" y="12014"/>
                  </a:cubicBezTo>
                  <a:cubicBezTo>
                    <a:pt x="16207" y="12155"/>
                    <a:pt x="17166" y="14193"/>
                    <a:pt x="18659" y="14738"/>
                  </a:cubicBezTo>
                  <a:cubicBezTo>
                    <a:pt x="20022" y="14193"/>
                    <a:pt x="20981" y="12155"/>
                    <a:pt x="21384" y="12014"/>
                  </a:cubicBezTo>
                  <a:cubicBezTo>
                    <a:pt x="21445" y="11983"/>
                    <a:pt x="21507" y="11970"/>
                    <a:pt x="21570" y="11970"/>
                  </a:cubicBezTo>
                  <a:cubicBezTo>
                    <a:pt x="22073" y="11970"/>
                    <a:pt x="22616" y="12831"/>
                    <a:pt x="22616" y="12831"/>
                  </a:cubicBezTo>
                  <a:cubicBezTo>
                    <a:pt x="22616" y="12831"/>
                    <a:pt x="23291" y="10379"/>
                    <a:pt x="25068" y="10106"/>
                  </a:cubicBezTo>
                  <a:cubicBezTo>
                    <a:pt x="25244" y="10079"/>
                    <a:pt x="25413" y="10067"/>
                    <a:pt x="25575" y="10067"/>
                  </a:cubicBezTo>
                  <a:cubicBezTo>
                    <a:pt x="27040" y="10067"/>
                    <a:pt x="27923" y="11065"/>
                    <a:pt x="27923" y="11065"/>
                  </a:cubicBezTo>
                  <a:cubicBezTo>
                    <a:pt x="27923" y="11065"/>
                    <a:pt x="27923" y="8886"/>
                    <a:pt x="29972" y="7927"/>
                  </a:cubicBezTo>
                  <a:cubicBezTo>
                    <a:pt x="30401" y="7713"/>
                    <a:pt x="30857" y="7631"/>
                    <a:pt x="31307" y="7631"/>
                  </a:cubicBezTo>
                  <a:cubicBezTo>
                    <a:pt x="32858" y="7631"/>
                    <a:pt x="34332" y="8613"/>
                    <a:pt x="34332" y="8613"/>
                  </a:cubicBezTo>
                  <a:cubicBezTo>
                    <a:pt x="34332" y="8613"/>
                    <a:pt x="33787" y="7382"/>
                    <a:pt x="34735" y="5889"/>
                  </a:cubicBezTo>
                  <a:cubicBezTo>
                    <a:pt x="35562" y="4479"/>
                    <a:pt x="36785" y="4382"/>
                    <a:pt x="37107" y="4382"/>
                  </a:cubicBezTo>
                  <a:cubicBezTo>
                    <a:pt x="37159" y="4382"/>
                    <a:pt x="37187" y="4385"/>
                    <a:pt x="37187" y="4385"/>
                  </a:cubicBezTo>
                  <a:cubicBezTo>
                    <a:pt x="37187" y="4385"/>
                    <a:pt x="32673" y="1"/>
                    <a:pt x="30266" y="1"/>
                  </a:cubicBezTo>
                  <a:cubicBezTo>
                    <a:pt x="30164" y="1"/>
                    <a:pt x="30066" y="9"/>
                    <a:pt x="29972" y="25"/>
                  </a:cubicBezTo>
                  <a:cubicBezTo>
                    <a:pt x="27520" y="439"/>
                    <a:pt x="25068" y="3709"/>
                    <a:pt x="23291" y="5202"/>
                  </a:cubicBezTo>
                  <a:cubicBezTo>
                    <a:pt x="21995" y="6306"/>
                    <a:pt x="21063" y="6453"/>
                    <a:pt x="20659" y="6453"/>
                  </a:cubicBezTo>
                  <a:cubicBezTo>
                    <a:pt x="20513" y="6453"/>
                    <a:pt x="20436" y="6433"/>
                    <a:pt x="20436" y="6433"/>
                  </a:cubicBezTo>
                  <a:cubicBezTo>
                    <a:pt x="20436" y="6433"/>
                    <a:pt x="21929" y="3840"/>
                    <a:pt x="21253" y="3022"/>
                  </a:cubicBezTo>
                  <a:lnTo>
                    <a:pt x="21253" y="3022"/>
                  </a:lnTo>
                  <a:cubicBezTo>
                    <a:pt x="20436" y="3436"/>
                    <a:pt x="19749" y="4657"/>
                    <a:pt x="19749" y="4657"/>
                  </a:cubicBezTo>
                  <a:cubicBezTo>
                    <a:pt x="19379" y="4508"/>
                    <a:pt x="18967" y="4401"/>
                    <a:pt x="18536" y="4401"/>
                  </a:cubicBezTo>
                  <a:cubicBezTo>
                    <a:pt x="18179" y="4401"/>
                    <a:pt x="17809" y="4474"/>
                    <a:pt x="17439" y="4657"/>
                  </a:cubicBezTo>
                  <a:cubicBezTo>
                    <a:pt x="17439" y="4657"/>
                    <a:pt x="16752" y="3436"/>
                    <a:pt x="15935" y="3022"/>
                  </a:cubicBezTo>
                  <a:lnTo>
                    <a:pt x="15935" y="3022"/>
                  </a:lnTo>
                  <a:cubicBezTo>
                    <a:pt x="15259" y="3840"/>
                    <a:pt x="16752" y="6433"/>
                    <a:pt x="16752" y="6433"/>
                  </a:cubicBezTo>
                  <a:cubicBezTo>
                    <a:pt x="16752" y="6433"/>
                    <a:pt x="16675" y="6453"/>
                    <a:pt x="16529" y="6453"/>
                  </a:cubicBezTo>
                  <a:cubicBezTo>
                    <a:pt x="16125" y="6453"/>
                    <a:pt x="15193" y="6306"/>
                    <a:pt x="13897" y="5202"/>
                  </a:cubicBezTo>
                  <a:cubicBezTo>
                    <a:pt x="12120" y="3709"/>
                    <a:pt x="9668" y="439"/>
                    <a:pt x="7216" y="25"/>
                  </a:cubicBezTo>
                  <a:cubicBezTo>
                    <a:pt x="7122" y="9"/>
                    <a:pt x="7024" y="1"/>
                    <a:pt x="6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3" name="Google Shape;413;p6"/>
            <p:cNvGrpSpPr/>
            <p:nvPr/>
          </p:nvGrpSpPr>
          <p:grpSpPr>
            <a:xfrm rot="612083">
              <a:off x="872938" y="394726"/>
              <a:ext cx="89972" cy="49127"/>
              <a:chOff x="3467344" y="1694749"/>
              <a:chExt cx="114969" cy="62784"/>
            </a:xfrm>
          </p:grpSpPr>
          <p:sp>
            <p:nvSpPr>
              <p:cNvPr id="414" name="Google Shape;414;p6"/>
              <p:cNvSpPr/>
              <p:nvPr/>
            </p:nvSpPr>
            <p:spPr>
              <a:xfrm>
                <a:off x="3545727" y="1694749"/>
                <a:ext cx="36586" cy="56634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630" extrusionOk="0">
                    <a:moveTo>
                      <a:pt x="828" y="1"/>
                    </a:moveTo>
                    <a:cubicBezTo>
                      <a:pt x="627" y="552"/>
                      <a:pt x="76" y="853"/>
                      <a:pt x="76" y="853"/>
                    </a:cubicBezTo>
                    <a:cubicBezTo>
                      <a:pt x="51" y="1103"/>
                      <a:pt x="25" y="1379"/>
                      <a:pt x="0" y="1630"/>
                    </a:cubicBezTo>
                    <a:cubicBezTo>
                      <a:pt x="1053" y="1304"/>
                      <a:pt x="828" y="1"/>
                      <a:pt x="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6"/>
              <p:cNvSpPr/>
              <p:nvPr/>
            </p:nvSpPr>
            <p:spPr>
              <a:xfrm>
                <a:off x="3467344" y="1713928"/>
                <a:ext cx="46211" cy="43605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25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18" y="1255"/>
                      <a:pt x="1268" y="1255"/>
                    </a:cubicBezTo>
                    <a:cubicBezTo>
                      <a:pt x="1288" y="1255"/>
                      <a:pt x="1308" y="1254"/>
                      <a:pt x="1329" y="1253"/>
                    </a:cubicBezTo>
                    <a:cubicBezTo>
                      <a:pt x="1204" y="1003"/>
                      <a:pt x="1104" y="777"/>
                      <a:pt x="978" y="526"/>
                    </a:cubicBezTo>
                    <a:cubicBezTo>
                      <a:pt x="978" y="526"/>
                      <a:pt x="377" y="45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16" name="Google Shape;416;p6"/>
          <p:cNvSpPr/>
          <p:nvPr/>
        </p:nvSpPr>
        <p:spPr>
          <a:xfrm rot="-492317">
            <a:off x="8484300" y="149027"/>
            <a:ext cx="535981" cy="166705"/>
          </a:xfrm>
          <a:custGeom>
            <a:avLst/>
            <a:gdLst/>
            <a:ahLst/>
            <a:cxnLst/>
            <a:rect l="l" t="t" r="r" b="b"/>
            <a:pathLst>
              <a:path w="36168" h="7761" extrusionOk="0">
                <a:moveTo>
                  <a:pt x="1190" y="7066"/>
                </a:moveTo>
                <a:cubicBezTo>
                  <a:pt x="1187" y="7072"/>
                  <a:pt x="1184" y="7079"/>
                  <a:pt x="1181" y="7085"/>
                </a:cubicBezTo>
                <a:cubicBezTo>
                  <a:pt x="1186" y="7080"/>
                  <a:pt x="1189" y="7073"/>
                  <a:pt x="1190" y="7066"/>
                </a:cubicBezTo>
                <a:close/>
                <a:moveTo>
                  <a:pt x="34958" y="7069"/>
                </a:moveTo>
                <a:cubicBezTo>
                  <a:pt x="34960" y="7075"/>
                  <a:pt x="34962" y="7081"/>
                  <a:pt x="34967" y="7085"/>
                </a:cubicBezTo>
                <a:cubicBezTo>
                  <a:pt x="34964" y="7080"/>
                  <a:pt x="34961" y="7074"/>
                  <a:pt x="34958" y="7069"/>
                </a:cubicBezTo>
                <a:close/>
                <a:moveTo>
                  <a:pt x="12352" y="1"/>
                </a:moveTo>
                <a:cubicBezTo>
                  <a:pt x="5409" y="1"/>
                  <a:pt x="1867" y="2453"/>
                  <a:pt x="1050" y="4219"/>
                </a:cubicBezTo>
                <a:cubicBezTo>
                  <a:pt x="1" y="5928"/>
                  <a:pt x="1223" y="6871"/>
                  <a:pt x="1190" y="7066"/>
                </a:cubicBezTo>
                <a:lnTo>
                  <a:pt x="1190" y="7066"/>
                </a:lnTo>
                <a:cubicBezTo>
                  <a:pt x="1877" y="5716"/>
                  <a:pt x="2904" y="5260"/>
                  <a:pt x="3878" y="5260"/>
                </a:cubicBezTo>
                <a:cubicBezTo>
                  <a:pt x="4267" y="5260"/>
                  <a:pt x="4648" y="5333"/>
                  <a:pt x="4995" y="5450"/>
                </a:cubicBezTo>
                <a:cubicBezTo>
                  <a:pt x="6357" y="5723"/>
                  <a:pt x="7175" y="6540"/>
                  <a:pt x="7175" y="6540"/>
                </a:cubicBezTo>
                <a:cubicBezTo>
                  <a:pt x="7092" y="5242"/>
                  <a:pt x="7770" y="4767"/>
                  <a:pt x="8591" y="4767"/>
                </a:cubicBezTo>
                <a:cubicBezTo>
                  <a:pt x="9066" y="4767"/>
                  <a:pt x="9590" y="4926"/>
                  <a:pt x="10041" y="5178"/>
                </a:cubicBezTo>
                <a:cubicBezTo>
                  <a:pt x="11404" y="5723"/>
                  <a:pt x="12352" y="6943"/>
                  <a:pt x="12493" y="6943"/>
                </a:cubicBezTo>
                <a:cubicBezTo>
                  <a:pt x="12493" y="6163"/>
                  <a:pt x="12762" y="5876"/>
                  <a:pt x="13118" y="5876"/>
                </a:cubicBezTo>
                <a:cubicBezTo>
                  <a:pt x="13384" y="5876"/>
                  <a:pt x="13698" y="6035"/>
                  <a:pt x="13987" y="6268"/>
                </a:cubicBezTo>
                <a:cubicBezTo>
                  <a:pt x="14804" y="6813"/>
                  <a:pt x="15218" y="7761"/>
                  <a:pt x="15218" y="7761"/>
                </a:cubicBezTo>
                <a:cubicBezTo>
                  <a:pt x="15218" y="7079"/>
                  <a:pt x="15400" y="6864"/>
                  <a:pt x="15632" y="6864"/>
                </a:cubicBezTo>
                <a:cubicBezTo>
                  <a:pt x="16000" y="6864"/>
                  <a:pt x="16493" y="7408"/>
                  <a:pt x="16580" y="7488"/>
                </a:cubicBezTo>
                <a:cubicBezTo>
                  <a:pt x="16439" y="6671"/>
                  <a:pt x="16580" y="6126"/>
                  <a:pt x="16711" y="5581"/>
                </a:cubicBezTo>
                <a:cubicBezTo>
                  <a:pt x="16984" y="6268"/>
                  <a:pt x="17529" y="6813"/>
                  <a:pt x="18074" y="6813"/>
                </a:cubicBezTo>
                <a:cubicBezTo>
                  <a:pt x="18618" y="6813"/>
                  <a:pt x="19163" y="6268"/>
                  <a:pt x="19436" y="5581"/>
                </a:cubicBezTo>
                <a:cubicBezTo>
                  <a:pt x="19578" y="6126"/>
                  <a:pt x="19708" y="6671"/>
                  <a:pt x="19578" y="7488"/>
                </a:cubicBezTo>
                <a:cubicBezTo>
                  <a:pt x="19658" y="7408"/>
                  <a:pt x="20153" y="6864"/>
                  <a:pt x="20523" y="6864"/>
                </a:cubicBezTo>
                <a:cubicBezTo>
                  <a:pt x="20756" y="6864"/>
                  <a:pt x="20940" y="7079"/>
                  <a:pt x="20940" y="7761"/>
                </a:cubicBezTo>
                <a:cubicBezTo>
                  <a:pt x="20940" y="7761"/>
                  <a:pt x="21343" y="6813"/>
                  <a:pt x="22161" y="6268"/>
                </a:cubicBezTo>
                <a:cubicBezTo>
                  <a:pt x="22454" y="6035"/>
                  <a:pt x="22794" y="5876"/>
                  <a:pt x="23079" y="5876"/>
                </a:cubicBezTo>
                <a:cubicBezTo>
                  <a:pt x="23460" y="5876"/>
                  <a:pt x="23740" y="6163"/>
                  <a:pt x="23665" y="6943"/>
                </a:cubicBezTo>
                <a:cubicBezTo>
                  <a:pt x="23795" y="6943"/>
                  <a:pt x="24754" y="5723"/>
                  <a:pt x="26117" y="5178"/>
                </a:cubicBezTo>
                <a:cubicBezTo>
                  <a:pt x="26564" y="4926"/>
                  <a:pt x="27087" y="4767"/>
                  <a:pt x="27562" y="4767"/>
                </a:cubicBezTo>
                <a:cubicBezTo>
                  <a:pt x="28382" y="4767"/>
                  <a:pt x="29062" y="5242"/>
                  <a:pt x="28972" y="6540"/>
                </a:cubicBezTo>
                <a:cubicBezTo>
                  <a:pt x="28972" y="6540"/>
                  <a:pt x="29790" y="5723"/>
                  <a:pt x="31152" y="5450"/>
                </a:cubicBezTo>
                <a:cubicBezTo>
                  <a:pt x="31502" y="5333"/>
                  <a:pt x="31885" y="5260"/>
                  <a:pt x="32276" y="5260"/>
                </a:cubicBezTo>
                <a:cubicBezTo>
                  <a:pt x="33254" y="5260"/>
                  <a:pt x="34280" y="5717"/>
                  <a:pt x="34958" y="7069"/>
                </a:cubicBezTo>
                <a:lnTo>
                  <a:pt x="34958" y="7069"/>
                </a:lnTo>
                <a:cubicBezTo>
                  <a:pt x="34921" y="6881"/>
                  <a:pt x="36167" y="5938"/>
                  <a:pt x="35239" y="4219"/>
                </a:cubicBezTo>
                <a:cubicBezTo>
                  <a:pt x="34291" y="2453"/>
                  <a:pt x="30749" y="1"/>
                  <a:pt x="23795" y="1"/>
                </a:cubicBezTo>
                <a:cubicBezTo>
                  <a:pt x="23795" y="1"/>
                  <a:pt x="22302" y="1767"/>
                  <a:pt x="20122" y="2584"/>
                </a:cubicBezTo>
                <a:lnTo>
                  <a:pt x="20122" y="2312"/>
                </a:lnTo>
                <a:cubicBezTo>
                  <a:pt x="20122" y="1908"/>
                  <a:pt x="20395" y="1767"/>
                  <a:pt x="20395" y="1767"/>
                </a:cubicBezTo>
                <a:cubicBezTo>
                  <a:pt x="20323" y="1753"/>
                  <a:pt x="20255" y="1747"/>
                  <a:pt x="20189" y="1747"/>
                </a:cubicBezTo>
                <a:cubicBezTo>
                  <a:pt x="19627" y="1747"/>
                  <a:pt x="19290" y="2209"/>
                  <a:pt x="19163" y="2453"/>
                </a:cubicBezTo>
                <a:cubicBezTo>
                  <a:pt x="18618" y="2181"/>
                  <a:pt x="18074" y="2181"/>
                  <a:pt x="18074" y="2181"/>
                </a:cubicBezTo>
                <a:cubicBezTo>
                  <a:pt x="18074" y="2181"/>
                  <a:pt x="17529" y="2181"/>
                  <a:pt x="16984" y="2453"/>
                </a:cubicBezTo>
                <a:cubicBezTo>
                  <a:pt x="16867" y="2209"/>
                  <a:pt x="16522" y="1747"/>
                  <a:pt x="15966" y="1747"/>
                </a:cubicBezTo>
                <a:cubicBezTo>
                  <a:pt x="15901" y="1747"/>
                  <a:pt x="15834" y="1753"/>
                  <a:pt x="15763" y="1767"/>
                </a:cubicBezTo>
                <a:cubicBezTo>
                  <a:pt x="15763" y="1767"/>
                  <a:pt x="16035" y="1908"/>
                  <a:pt x="16035" y="2312"/>
                </a:cubicBezTo>
                <a:lnTo>
                  <a:pt x="16035" y="2584"/>
                </a:lnTo>
                <a:cubicBezTo>
                  <a:pt x="13987" y="1767"/>
                  <a:pt x="12352" y="1"/>
                  <a:pt x="123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9" name="Google Shape;419;p7"/>
          <p:cNvSpPr txBox="1">
            <a:spLocks noGrp="1"/>
          </p:cNvSpPr>
          <p:nvPr>
            <p:ph type="body" idx="1"/>
          </p:nvPr>
        </p:nvSpPr>
        <p:spPr>
          <a:xfrm>
            <a:off x="4311725" y="1913300"/>
            <a:ext cx="4015200" cy="21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0" name="Google Shape;420;p7"/>
          <p:cNvSpPr>
            <a:spLocks noGrp="1"/>
          </p:cNvSpPr>
          <p:nvPr>
            <p:ph type="pic" idx="2"/>
          </p:nvPr>
        </p:nvSpPr>
        <p:spPr>
          <a:xfrm>
            <a:off x="1250775" y="1560050"/>
            <a:ext cx="2862000" cy="28584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21" name="Google Shape;421;p7"/>
          <p:cNvSpPr/>
          <p:nvPr/>
        </p:nvSpPr>
        <p:spPr>
          <a:xfrm>
            <a:off x="431175" y="-3887"/>
            <a:ext cx="502148" cy="5076887"/>
          </a:xfrm>
          <a:custGeom>
            <a:avLst/>
            <a:gdLst/>
            <a:ahLst/>
            <a:cxnLst/>
            <a:rect l="l" t="t" r="r" b="b"/>
            <a:pathLst>
              <a:path w="5692" h="41247" extrusionOk="0">
                <a:moveTo>
                  <a:pt x="2217" y="1"/>
                </a:moveTo>
                <a:cubicBezTo>
                  <a:pt x="2217" y="1"/>
                  <a:pt x="2647" y="6375"/>
                  <a:pt x="2578" y="9022"/>
                </a:cubicBezTo>
                <a:cubicBezTo>
                  <a:pt x="2504" y="10024"/>
                  <a:pt x="2504" y="11101"/>
                  <a:pt x="2435" y="12246"/>
                </a:cubicBezTo>
                <a:lnTo>
                  <a:pt x="1003" y="11387"/>
                </a:lnTo>
                <a:lnTo>
                  <a:pt x="785" y="11530"/>
                </a:lnTo>
                <a:lnTo>
                  <a:pt x="2435" y="12458"/>
                </a:lnTo>
                <a:cubicBezTo>
                  <a:pt x="2435" y="14176"/>
                  <a:pt x="2361" y="16038"/>
                  <a:pt x="2435" y="17756"/>
                </a:cubicBezTo>
                <a:cubicBezTo>
                  <a:pt x="2504" y="20620"/>
                  <a:pt x="2361" y="22556"/>
                  <a:pt x="2149" y="24560"/>
                </a:cubicBezTo>
                <a:lnTo>
                  <a:pt x="1003" y="23913"/>
                </a:lnTo>
                <a:lnTo>
                  <a:pt x="785" y="24056"/>
                </a:lnTo>
                <a:lnTo>
                  <a:pt x="2149" y="24772"/>
                </a:lnTo>
                <a:lnTo>
                  <a:pt x="2149" y="24916"/>
                </a:lnTo>
                <a:cubicBezTo>
                  <a:pt x="1931" y="27138"/>
                  <a:pt x="2074" y="31434"/>
                  <a:pt x="2074" y="32722"/>
                </a:cubicBezTo>
                <a:cubicBezTo>
                  <a:pt x="2074" y="34011"/>
                  <a:pt x="2292" y="36016"/>
                  <a:pt x="2149" y="36944"/>
                </a:cubicBezTo>
                <a:cubicBezTo>
                  <a:pt x="2074" y="37946"/>
                  <a:pt x="1576" y="39595"/>
                  <a:pt x="1433" y="39882"/>
                </a:cubicBezTo>
                <a:cubicBezTo>
                  <a:pt x="1289" y="40168"/>
                  <a:pt x="1" y="40523"/>
                  <a:pt x="69" y="40598"/>
                </a:cubicBezTo>
                <a:cubicBezTo>
                  <a:pt x="183" y="40598"/>
                  <a:pt x="975" y="40688"/>
                  <a:pt x="1403" y="40688"/>
                </a:cubicBezTo>
                <a:cubicBezTo>
                  <a:pt x="1514" y="40688"/>
                  <a:pt x="1601" y="40682"/>
                  <a:pt x="1645" y="40666"/>
                </a:cubicBezTo>
                <a:cubicBezTo>
                  <a:pt x="1918" y="40601"/>
                  <a:pt x="2322" y="39877"/>
                  <a:pt x="2607" y="39877"/>
                </a:cubicBezTo>
                <a:cubicBezTo>
                  <a:pt x="2621" y="39877"/>
                  <a:pt x="2634" y="39878"/>
                  <a:pt x="2647" y="39882"/>
                </a:cubicBezTo>
                <a:cubicBezTo>
                  <a:pt x="2933" y="39950"/>
                  <a:pt x="2647" y="40380"/>
                  <a:pt x="2647" y="40598"/>
                </a:cubicBezTo>
                <a:cubicBezTo>
                  <a:pt x="2647" y="40795"/>
                  <a:pt x="2771" y="41247"/>
                  <a:pt x="2904" y="41247"/>
                </a:cubicBezTo>
                <a:cubicBezTo>
                  <a:pt x="2914" y="41247"/>
                  <a:pt x="2924" y="41244"/>
                  <a:pt x="2933" y="41239"/>
                </a:cubicBezTo>
                <a:cubicBezTo>
                  <a:pt x="3008" y="41170"/>
                  <a:pt x="3294" y="40455"/>
                  <a:pt x="3437" y="40380"/>
                </a:cubicBezTo>
                <a:cubicBezTo>
                  <a:pt x="3452" y="40373"/>
                  <a:pt x="3474" y="40370"/>
                  <a:pt x="3502" y="40370"/>
                </a:cubicBezTo>
                <a:cubicBezTo>
                  <a:pt x="3739" y="40370"/>
                  <a:pt x="4395" y="40613"/>
                  <a:pt x="4652" y="40741"/>
                </a:cubicBezTo>
                <a:cubicBezTo>
                  <a:pt x="4918" y="40792"/>
                  <a:pt x="5415" y="40961"/>
                  <a:pt x="5600" y="40961"/>
                </a:cubicBezTo>
                <a:cubicBezTo>
                  <a:pt x="5665" y="40961"/>
                  <a:pt x="5691" y="40940"/>
                  <a:pt x="5654" y="40884"/>
                </a:cubicBezTo>
                <a:cubicBezTo>
                  <a:pt x="5511" y="40666"/>
                  <a:pt x="4726" y="40025"/>
                  <a:pt x="4440" y="39595"/>
                </a:cubicBezTo>
                <a:cubicBezTo>
                  <a:pt x="4153" y="39091"/>
                  <a:pt x="4079" y="36371"/>
                  <a:pt x="4010" y="35013"/>
                </a:cubicBezTo>
                <a:cubicBezTo>
                  <a:pt x="3936" y="33650"/>
                  <a:pt x="3581" y="29211"/>
                  <a:pt x="3437" y="27493"/>
                </a:cubicBezTo>
                <a:lnTo>
                  <a:pt x="5299" y="26491"/>
                </a:lnTo>
                <a:lnTo>
                  <a:pt x="5081" y="26347"/>
                </a:lnTo>
                <a:lnTo>
                  <a:pt x="3437" y="27281"/>
                </a:lnTo>
                <a:cubicBezTo>
                  <a:pt x="3363" y="25488"/>
                  <a:pt x="3581" y="19692"/>
                  <a:pt x="3581" y="17115"/>
                </a:cubicBezTo>
                <a:lnTo>
                  <a:pt x="4938" y="16255"/>
                </a:lnTo>
                <a:lnTo>
                  <a:pt x="4795" y="16181"/>
                </a:lnTo>
                <a:lnTo>
                  <a:pt x="3581" y="16828"/>
                </a:lnTo>
                <a:cubicBezTo>
                  <a:pt x="3581" y="16685"/>
                  <a:pt x="3506" y="16467"/>
                  <a:pt x="3506" y="16324"/>
                </a:cubicBezTo>
                <a:cubicBezTo>
                  <a:pt x="3506" y="14251"/>
                  <a:pt x="3867" y="11456"/>
                  <a:pt x="3936" y="8953"/>
                </a:cubicBezTo>
                <a:cubicBezTo>
                  <a:pt x="4010" y="7521"/>
                  <a:pt x="4010" y="4726"/>
                  <a:pt x="4010" y="2652"/>
                </a:cubicBezTo>
                <a:lnTo>
                  <a:pt x="5299" y="1862"/>
                </a:lnTo>
                <a:lnTo>
                  <a:pt x="5081" y="1719"/>
                </a:lnTo>
                <a:lnTo>
                  <a:pt x="4010" y="2366"/>
                </a:lnTo>
                <a:cubicBezTo>
                  <a:pt x="3936" y="1003"/>
                  <a:pt x="3936" y="1"/>
                  <a:pt x="3936" y="1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7"/>
          <p:cNvSpPr/>
          <p:nvPr/>
        </p:nvSpPr>
        <p:spPr>
          <a:xfrm>
            <a:off x="8174525" y="-37200"/>
            <a:ext cx="314405" cy="5076856"/>
          </a:xfrm>
          <a:custGeom>
            <a:avLst/>
            <a:gdLst/>
            <a:ahLst/>
            <a:cxnLst/>
            <a:rect l="l" t="t" r="r" b="b"/>
            <a:pathLst>
              <a:path w="4652" h="39739" extrusionOk="0">
                <a:moveTo>
                  <a:pt x="2361" y="1"/>
                </a:moveTo>
                <a:cubicBezTo>
                  <a:pt x="2361" y="1"/>
                  <a:pt x="1433" y="3512"/>
                  <a:pt x="1146" y="4800"/>
                </a:cubicBezTo>
                <a:cubicBezTo>
                  <a:pt x="860" y="6015"/>
                  <a:pt x="1" y="10597"/>
                  <a:pt x="1" y="12246"/>
                </a:cubicBezTo>
                <a:cubicBezTo>
                  <a:pt x="1" y="13821"/>
                  <a:pt x="1576" y="21267"/>
                  <a:pt x="1862" y="22269"/>
                </a:cubicBezTo>
                <a:cubicBezTo>
                  <a:pt x="2149" y="23340"/>
                  <a:pt x="1719" y="28925"/>
                  <a:pt x="1788" y="30357"/>
                </a:cubicBezTo>
                <a:cubicBezTo>
                  <a:pt x="1862" y="31863"/>
                  <a:pt x="1862" y="36084"/>
                  <a:pt x="1719" y="37304"/>
                </a:cubicBezTo>
                <a:cubicBezTo>
                  <a:pt x="1576" y="38450"/>
                  <a:pt x="642" y="39739"/>
                  <a:pt x="642" y="39739"/>
                </a:cubicBezTo>
                <a:lnTo>
                  <a:pt x="4652" y="39739"/>
                </a:lnTo>
                <a:cubicBezTo>
                  <a:pt x="4652" y="39739"/>
                  <a:pt x="4010" y="38805"/>
                  <a:pt x="3936" y="38089"/>
                </a:cubicBezTo>
                <a:cubicBezTo>
                  <a:pt x="3867" y="37373"/>
                  <a:pt x="3792" y="32505"/>
                  <a:pt x="3649" y="30500"/>
                </a:cubicBezTo>
                <a:cubicBezTo>
                  <a:pt x="3437" y="28570"/>
                  <a:pt x="3867" y="23913"/>
                  <a:pt x="3649" y="22269"/>
                </a:cubicBezTo>
                <a:cubicBezTo>
                  <a:pt x="3363" y="20620"/>
                  <a:pt x="1719" y="13678"/>
                  <a:pt x="1719" y="12458"/>
                </a:cubicBezTo>
                <a:cubicBezTo>
                  <a:pt x="1719" y="11313"/>
                  <a:pt x="1719" y="7733"/>
                  <a:pt x="2578" y="5373"/>
                </a:cubicBezTo>
                <a:cubicBezTo>
                  <a:pt x="3363" y="3008"/>
                  <a:pt x="3649" y="1"/>
                  <a:pt x="3649" y="1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7"/>
          <p:cNvSpPr/>
          <p:nvPr/>
        </p:nvSpPr>
        <p:spPr>
          <a:xfrm>
            <a:off x="8385952" y="-37200"/>
            <a:ext cx="635924" cy="5143515"/>
          </a:xfrm>
          <a:custGeom>
            <a:avLst/>
            <a:gdLst/>
            <a:ahLst/>
            <a:cxnLst/>
            <a:rect l="l" t="t" r="r" b="b"/>
            <a:pathLst>
              <a:path w="6024" h="40179" extrusionOk="0">
                <a:moveTo>
                  <a:pt x="2805" y="1"/>
                </a:moveTo>
                <a:lnTo>
                  <a:pt x="2805" y="8523"/>
                </a:lnTo>
                <a:lnTo>
                  <a:pt x="2805" y="8735"/>
                </a:lnTo>
                <a:lnTo>
                  <a:pt x="1230" y="7807"/>
                </a:lnTo>
                <a:lnTo>
                  <a:pt x="1087" y="7951"/>
                </a:lnTo>
                <a:lnTo>
                  <a:pt x="2805" y="8953"/>
                </a:lnTo>
                <a:cubicBezTo>
                  <a:pt x="2662" y="11599"/>
                  <a:pt x="1659" y="16181"/>
                  <a:pt x="1585" y="17831"/>
                </a:cubicBezTo>
                <a:cubicBezTo>
                  <a:pt x="1585" y="18472"/>
                  <a:pt x="1659" y="19978"/>
                  <a:pt x="1803" y="21697"/>
                </a:cubicBezTo>
                <a:lnTo>
                  <a:pt x="153" y="20838"/>
                </a:lnTo>
                <a:lnTo>
                  <a:pt x="10" y="20981"/>
                </a:lnTo>
                <a:lnTo>
                  <a:pt x="1803" y="21983"/>
                </a:lnTo>
                <a:cubicBezTo>
                  <a:pt x="1946" y="24561"/>
                  <a:pt x="2158" y="27568"/>
                  <a:pt x="2232" y="29068"/>
                </a:cubicBezTo>
                <a:cubicBezTo>
                  <a:pt x="2232" y="29784"/>
                  <a:pt x="2301" y="30500"/>
                  <a:pt x="2301" y="31147"/>
                </a:cubicBezTo>
                <a:lnTo>
                  <a:pt x="943" y="30431"/>
                </a:lnTo>
                <a:lnTo>
                  <a:pt x="800" y="30574"/>
                </a:lnTo>
                <a:lnTo>
                  <a:pt x="2301" y="31359"/>
                </a:lnTo>
                <a:cubicBezTo>
                  <a:pt x="2301" y="33077"/>
                  <a:pt x="2232" y="34441"/>
                  <a:pt x="2232" y="34939"/>
                </a:cubicBezTo>
                <a:cubicBezTo>
                  <a:pt x="2158" y="35655"/>
                  <a:pt x="1516" y="38450"/>
                  <a:pt x="1230" y="38736"/>
                </a:cubicBezTo>
                <a:cubicBezTo>
                  <a:pt x="869" y="39023"/>
                  <a:pt x="296" y="39452"/>
                  <a:pt x="84" y="39595"/>
                </a:cubicBezTo>
                <a:cubicBezTo>
                  <a:pt x="0" y="39637"/>
                  <a:pt x="33" y="39655"/>
                  <a:pt x="135" y="39655"/>
                </a:cubicBezTo>
                <a:cubicBezTo>
                  <a:pt x="383" y="39655"/>
                  <a:pt x="1037" y="39554"/>
                  <a:pt x="1442" y="39452"/>
                </a:cubicBezTo>
                <a:cubicBezTo>
                  <a:pt x="1946" y="39309"/>
                  <a:pt x="2375" y="38948"/>
                  <a:pt x="2805" y="38948"/>
                </a:cubicBezTo>
                <a:cubicBezTo>
                  <a:pt x="2832" y="38944"/>
                  <a:pt x="2860" y="38942"/>
                  <a:pt x="2888" y="38942"/>
                </a:cubicBezTo>
                <a:cubicBezTo>
                  <a:pt x="3306" y="38942"/>
                  <a:pt x="3830" y="39396"/>
                  <a:pt x="4162" y="39664"/>
                </a:cubicBezTo>
                <a:cubicBezTo>
                  <a:pt x="4420" y="39921"/>
                  <a:pt x="5370" y="40179"/>
                  <a:pt x="5664" y="40179"/>
                </a:cubicBezTo>
                <a:cubicBezTo>
                  <a:pt x="5698" y="40179"/>
                  <a:pt x="5723" y="40175"/>
                  <a:pt x="5737" y="40168"/>
                </a:cubicBezTo>
                <a:cubicBezTo>
                  <a:pt x="5881" y="40094"/>
                  <a:pt x="4735" y="39664"/>
                  <a:pt x="4449" y="39023"/>
                </a:cubicBezTo>
                <a:cubicBezTo>
                  <a:pt x="4094" y="38307"/>
                  <a:pt x="3590" y="37087"/>
                  <a:pt x="3664" y="36084"/>
                </a:cubicBezTo>
                <a:cubicBezTo>
                  <a:pt x="3733" y="35013"/>
                  <a:pt x="3733" y="33152"/>
                  <a:pt x="3664" y="32150"/>
                </a:cubicBezTo>
                <a:cubicBezTo>
                  <a:pt x="3590" y="31216"/>
                  <a:pt x="3590" y="28352"/>
                  <a:pt x="3303" y="26565"/>
                </a:cubicBezTo>
                <a:cubicBezTo>
                  <a:pt x="3091" y="25059"/>
                  <a:pt x="2948" y="21193"/>
                  <a:pt x="2874" y="19331"/>
                </a:cubicBezTo>
                <a:lnTo>
                  <a:pt x="4592" y="18329"/>
                </a:lnTo>
                <a:lnTo>
                  <a:pt x="4449" y="18186"/>
                </a:lnTo>
                <a:lnTo>
                  <a:pt x="2874" y="19045"/>
                </a:lnTo>
                <a:lnTo>
                  <a:pt x="2874" y="18472"/>
                </a:lnTo>
                <a:cubicBezTo>
                  <a:pt x="2948" y="17327"/>
                  <a:pt x="3234" y="15322"/>
                  <a:pt x="3590" y="13604"/>
                </a:cubicBezTo>
                <a:cubicBezTo>
                  <a:pt x="3876" y="11817"/>
                  <a:pt x="4019" y="9526"/>
                  <a:pt x="4094" y="8162"/>
                </a:cubicBezTo>
                <a:cubicBezTo>
                  <a:pt x="4162" y="7733"/>
                  <a:pt x="4094" y="6519"/>
                  <a:pt x="4094" y="5230"/>
                </a:cubicBezTo>
                <a:lnTo>
                  <a:pt x="6024" y="4084"/>
                </a:lnTo>
                <a:lnTo>
                  <a:pt x="5881" y="3941"/>
                </a:lnTo>
                <a:lnTo>
                  <a:pt x="4094" y="4944"/>
                </a:lnTo>
                <a:cubicBezTo>
                  <a:pt x="4019" y="2653"/>
                  <a:pt x="3950" y="1"/>
                  <a:pt x="3950" y="1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7"/>
          <p:cNvSpPr/>
          <p:nvPr/>
        </p:nvSpPr>
        <p:spPr>
          <a:xfrm>
            <a:off x="110075" y="0"/>
            <a:ext cx="381324" cy="5100799"/>
          </a:xfrm>
          <a:custGeom>
            <a:avLst/>
            <a:gdLst/>
            <a:ahLst/>
            <a:cxnLst/>
            <a:rect l="l" t="t" r="r" b="b"/>
            <a:pathLst>
              <a:path w="4652" h="39739" extrusionOk="0">
                <a:moveTo>
                  <a:pt x="2361" y="1"/>
                </a:moveTo>
                <a:cubicBezTo>
                  <a:pt x="2361" y="1"/>
                  <a:pt x="1433" y="3512"/>
                  <a:pt x="1146" y="4800"/>
                </a:cubicBezTo>
                <a:cubicBezTo>
                  <a:pt x="860" y="6015"/>
                  <a:pt x="1" y="10597"/>
                  <a:pt x="1" y="12246"/>
                </a:cubicBezTo>
                <a:cubicBezTo>
                  <a:pt x="1" y="13821"/>
                  <a:pt x="1576" y="21267"/>
                  <a:pt x="1862" y="22269"/>
                </a:cubicBezTo>
                <a:cubicBezTo>
                  <a:pt x="2149" y="23340"/>
                  <a:pt x="1719" y="28925"/>
                  <a:pt x="1788" y="30357"/>
                </a:cubicBezTo>
                <a:cubicBezTo>
                  <a:pt x="1862" y="31863"/>
                  <a:pt x="1862" y="36084"/>
                  <a:pt x="1719" y="37304"/>
                </a:cubicBezTo>
                <a:cubicBezTo>
                  <a:pt x="1576" y="38450"/>
                  <a:pt x="642" y="39739"/>
                  <a:pt x="642" y="39739"/>
                </a:cubicBezTo>
                <a:lnTo>
                  <a:pt x="4652" y="39739"/>
                </a:lnTo>
                <a:cubicBezTo>
                  <a:pt x="4652" y="39739"/>
                  <a:pt x="4010" y="38805"/>
                  <a:pt x="3936" y="38089"/>
                </a:cubicBezTo>
                <a:cubicBezTo>
                  <a:pt x="3867" y="37373"/>
                  <a:pt x="3792" y="32505"/>
                  <a:pt x="3649" y="30500"/>
                </a:cubicBezTo>
                <a:cubicBezTo>
                  <a:pt x="3437" y="28570"/>
                  <a:pt x="3867" y="23913"/>
                  <a:pt x="3649" y="22269"/>
                </a:cubicBezTo>
                <a:cubicBezTo>
                  <a:pt x="3363" y="20620"/>
                  <a:pt x="1719" y="13678"/>
                  <a:pt x="1719" y="12458"/>
                </a:cubicBezTo>
                <a:cubicBezTo>
                  <a:pt x="1719" y="11313"/>
                  <a:pt x="1719" y="7733"/>
                  <a:pt x="2578" y="5373"/>
                </a:cubicBezTo>
                <a:cubicBezTo>
                  <a:pt x="3363" y="3008"/>
                  <a:pt x="3649" y="1"/>
                  <a:pt x="3649" y="1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7"/>
          <p:cNvSpPr/>
          <p:nvPr/>
        </p:nvSpPr>
        <p:spPr>
          <a:xfrm>
            <a:off x="0" y="4858825"/>
            <a:ext cx="9144062" cy="284675"/>
          </a:xfrm>
          <a:custGeom>
            <a:avLst/>
            <a:gdLst/>
            <a:ahLst/>
            <a:cxnLst/>
            <a:rect l="l" t="t" r="r" b="b"/>
            <a:pathLst>
              <a:path w="71596" h="11387" extrusionOk="0">
                <a:moveTo>
                  <a:pt x="1" y="0"/>
                </a:moveTo>
                <a:lnTo>
                  <a:pt x="1" y="11386"/>
                </a:lnTo>
                <a:lnTo>
                  <a:pt x="71596" y="11386"/>
                </a:lnTo>
                <a:lnTo>
                  <a:pt x="71596" y="4153"/>
                </a:lnTo>
                <a:lnTo>
                  <a:pt x="69019" y="3866"/>
                </a:lnTo>
                <a:cubicBezTo>
                  <a:pt x="69019" y="3866"/>
                  <a:pt x="60792" y="495"/>
                  <a:pt x="59846" y="495"/>
                </a:cubicBezTo>
                <a:cubicBezTo>
                  <a:pt x="59817" y="495"/>
                  <a:pt x="59795" y="498"/>
                  <a:pt x="59780" y="504"/>
                </a:cubicBezTo>
                <a:cubicBezTo>
                  <a:pt x="59282" y="790"/>
                  <a:pt x="56487" y="2795"/>
                  <a:pt x="55702" y="2795"/>
                </a:cubicBezTo>
                <a:cubicBezTo>
                  <a:pt x="54843" y="2795"/>
                  <a:pt x="53554" y="3081"/>
                  <a:pt x="52695" y="3293"/>
                </a:cubicBezTo>
                <a:cubicBezTo>
                  <a:pt x="51862" y="3432"/>
                  <a:pt x="44041" y="6528"/>
                  <a:pt x="43164" y="6528"/>
                </a:cubicBezTo>
                <a:cubicBezTo>
                  <a:pt x="43136" y="6528"/>
                  <a:pt x="43115" y="6525"/>
                  <a:pt x="43101" y="6518"/>
                </a:cubicBezTo>
                <a:cubicBezTo>
                  <a:pt x="42677" y="6303"/>
                  <a:pt x="30113" y="931"/>
                  <a:pt x="28964" y="931"/>
                </a:cubicBezTo>
                <a:cubicBezTo>
                  <a:pt x="28949" y="931"/>
                  <a:pt x="28936" y="932"/>
                  <a:pt x="28925" y="934"/>
                </a:cubicBezTo>
                <a:cubicBezTo>
                  <a:pt x="28018" y="1073"/>
                  <a:pt x="19209" y="3374"/>
                  <a:pt x="17987" y="3374"/>
                </a:cubicBezTo>
                <a:cubicBezTo>
                  <a:pt x="17951" y="3374"/>
                  <a:pt x="17922" y="3372"/>
                  <a:pt x="17900" y="3368"/>
                </a:cubicBezTo>
                <a:cubicBezTo>
                  <a:pt x="17171" y="3167"/>
                  <a:pt x="13707" y="2787"/>
                  <a:pt x="12780" y="2787"/>
                </a:cubicBezTo>
                <a:cubicBezTo>
                  <a:pt x="12701" y="2787"/>
                  <a:pt x="12641" y="2789"/>
                  <a:pt x="12602" y="2795"/>
                </a:cubicBezTo>
                <a:cubicBezTo>
                  <a:pt x="12239" y="2916"/>
                  <a:pt x="9583" y="3342"/>
                  <a:pt x="8376" y="3342"/>
                </a:cubicBezTo>
                <a:cubicBezTo>
                  <a:pt x="8151" y="3342"/>
                  <a:pt x="7977" y="3327"/>
                  <a:pt x="7876" y="3293"/>
                </a:cubicBezTo>
                <a:cubicBezTo>
                  <a:pt x="7516" y="3081"/>
                  <a:pt x="3008" y="1220"/>
                  <a:pt x="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6" name="Google Shape;426;p7"/>
          <p:cNvGrpSpPr/>
          <p:nvPr/>
        </p:nvGrpSpPr>
        <p:grpSpPr>
          <a:xfrm rot="1125472">
            <a:off x="8276948" y="249173"/>
            <a:ext cx="718244" cy="284667"/>
            <a:chOff x="232208" y="206425"/>
            <a:chExt cx="1361825" cy="539742"/>
          </a:xfrm>
        </p:grpSpPr>
        <p:sp>
          <p:nvSpPr>
            <p:cNvPr id="427" name="Google Shape;427;p7"/>
            <p:cNvSpPr/>
            <p:nvPr/>
          </p:nvSpPr>
          <p:spPr>
            <a:xfrm>
              <a:off x="232208" y="206425"/>
              <a:ext cx="1361825" cy="539742"/>
            </a:xfrm>
            <a:custGeom>
              <a:avLst/>
              <a:gdLst/>
              <a:ahLst/>
              <a:cxnLst/>
              <a:rect l="l" t="t" r="r" b="b"/>
              <a:pathLst>
                <a:path w="37188" h="14739" extrusionOk="0">
                  <a:moveTo>
                    <a:pt x="6922" y="1"/>
                  </a:moveTo>
                  <a:cubicBezTo>
                    <a:pt x="4515" y="1"/>
                    <a:pt x="1" y="4385"/>
                    <a:pt x="1" y="4385"/>
                  </a:cubicBezTo>
                  <a:cubicBezTo>
                    <a:pt x="1" y="4385"/>
                    <a:pt x="29" y="4382"/>
                    <a:pt x="81" y="4382"/>
                  </a:cubicBezTo>
                  <a:cubicBezTo>
                    <a:pt x="402" y="4382"/>
                    <a:pt x="1626" y="4479"/>
                    <a:pt x="2453" y="5889"/>
                  </a:cubicBezTo>
                  <a:cubicBezTo>
                    <a:pt x="3401" y="7382"/>
                    <a:pt x="2856" y="8613"/>
                    <a:pt x="2856" y="8613"/>
                  </a:cubicBezTo>
                  <a:cubicBezTo>
                    <a:pt x="2856" y="8613"/>
                    <a:pt x="4330" y="7631"/>
                    <a:pt x="5881" y="7631"/>
                  </a:cubicBezTo>
                  <a:cubicBezTo>
                    <a:pt x="6331" y="7631"/>
                    <a:pt x="6787" y="7713"/>
                    <a:pt x="7216" y="7927"/>
                  </a:cubicBezTo>
                  <a:cubicBezTo>
                    <a:pt x="9265" y="8886"/>
                    <a:pt x="9265" y="11065"/>
                    <a:pt x="9265" y="11065"/>
                  </a:cubicBezTo>
                  <a:cubicBezTo>
                    <a:pt x="9265" y="11065"/>
                    <a:pt x="10148" y="10067"/>
                    <a:pt x="11613" y="10067"/>
                  </a:cubicBezTo>
                  <a:cubicBezTo>
                    <a:pt x="11775" y="10067"/>
                    <a:pt x="11944" y="10079"/>
                    <a:pt x="12120" y="10106"/>
                  </a:cubicBezTo>
                  <a:cubicBezTo>
                    <a:pt x="13897" y="10379"/>
                    <a:pt x="14572" y="12831"/>
                    <a:pt x="14572" y="12831"/>
                  </a:cubicBezTo>
                  <a:cubicBezTo>
                    <a:pt x="14572" y="12831"/>
                    <a:pt x="15115" y="11970"/>
                    <a:pt x="15618" y="11970"/>
                  </a:cubicBezTo>
                  <a:cubicBezTo>
                    <a:pt x="15681" y="11970"/>
                    <a:pt x="15743" y="11983"/>
                    <a:pt x="15804" y="12014"/>
                  </a:cubicBezTo>
                  <a:cubicBezTo>
                    <a:pt x="16207" y="12155"/>
                    <a:pt x="17166" y="14193"/>
                    <a:pt x="18659" y="14738"/>
                  </a:cubicBezTo>
                  <a:cubicBezTo>
                    <a:pt x="20022" y="14193"/>
                    <a:pt x="20981" y="12155"/>
                    <a:pt x="21384" y="12014"/>
                  </a:cubicBezTo>
                  <a:cubicBezTo>
                    <a:pt x="21445" y="11983"/>
                    <a:pt x="21507" y="11970"/>
                    <a:pt x="21570" y="11970"/>
                  </a:cubicBezTo>
                  <a:cubicBezTo>
                    <a:pt x="22073" y="11970"/>
                    <a:pt x="22616" y="12831"/>
                    <a:pt x="22616" y="12831"/>
                  </a:cubicBezTo>
                  <a:cubicBezTo>
                    <a:pt x="22616" y="12831"/>
                    <a:pt x="23291" y="10379"/>
                    <a:pt x="25068" y="10106"/>
                  </a:cubicBezTo>
                  <a:cubicBezTo>
                    <a:pt x="25244" y="10079"/>
                    <a:pt x="25413" y="10067"/>
                    <a:pt x="25575" y="10067"/>
                  </a:cubicBezTo>
                  <a:cubicBezTo>
                    <a:pt x="27040" y="10067"/>
                    <a:pt x="27923" y="11065"/>
                    <a:pt x="27923" y="11065"/>
                  </a:cubicBezTo>
                  <a:cubicBezTo>
                    <a:pt x="27923" y="11065"/>
                    <a:pt x="27923" y="8886"/>
                    <a:pt x="29972" y="7927"/>
                  </a:cubicBezTo>
                  <a:cubicBezTo>
                    <a:pt x="30401" y="7713"/>
                    <a:pt x="30857" y="7631"/>
                    <a:pt x="31307" y="7631"/>
                  </a:cubicBezTo>
                  <a:cubicBezTo>
                    <a:pt x="32858" y="7631"/>
                    <a:pt x="34332" y="8613"/>
                    <a:pt x="34332" y="8613"/>
                  </a:cubicBezTo>
                  <a:cubicBezTo>
                    <a:pt x="34332" y="8613"/>
                    <a:pt x="33787" y="7382"/>
                    <a:pt x="34735" y="5889"/>
                  </a:cubicBezTo>
                  <a:cubicBezTo>
                    <a:pt x="35562" y="4479"/>
                    <a:pt x="36785" y="4382"/>
                    <a:pt x="37107" y="4382"/>
                  </a:cubicBezTo>
                  <a:cubicBezTo>
                    <a:pt x="37159" y="4382"/>
                    <a:pt x="37187" y="4385"/>
                    <a:pt x="37187" y="4385"/>
                  </a:cubicBezTo>
                  <a:cubicBezTo>
                    <a:pt x="37187" y="4385"/>
                    <a:pt x="32673" y="1"/>
                    <a:pt x="30266" y="1"/>
                  </a:cubicBezTo>
                  <a:cubicBezTo>
                    <a:pt x="30164" y="1"/>
                    <a:pt x="30066" y="9"/>
                    <a:pt x="29972" y="25"/>
                  </a:cubicBezTo>
                  <a:cubicBezTo>
                    <a:pt x="27520" y="439"/>
                    <a:pt x="25068" y="3709"/>
                    <a:pt x="23291" y="5202"/>
                  </a:cubicBezTo>
                  <a:cubicBezTo>
                    <a:pt x="21995" y="6306"/>
                    <a:pt x="21063" y="6453"/>
                    <a:pt x="20659" y="6453"/>
                  </a:cubicBezTo>
                  <a:cubicBezTo>
                    <a:pt x="20513" y="6453"/>
                    <a:pt x="20436" y="6433"/>
                    <a:pt x="20436" y="6433"/>
                  </a:cubicBezTo>
                  <a:cubicBezTo>
                    <a:pt x="20436" y="6433"/>
                    <a:pt x="21929" y="3840"/>
                    <a:pt x="21253" y="3022"/>
                  </a:cubicBezTo>
                  <a:lnTo>
                    <a:pt x="21253" y="3022"/>
                  </a:lnTo>
                  <a:cubicBezTo>
                    <a:pt x="20436" y="3436"/>
                    <a:pt x="19749" y="4657"/>
                    <a:pt x="19749" y="4657"/>
                  </a:cubicBezTo>
                  <a:cubicBezTo>
                    <a:pt x="19379" y="4508"/>
                    <a:pt x="18967" y="4401"/>
                    <a:pt x="18536" y="4401"/>
                  </a:cubicBezTo>
                  <a:cubicBezTo>
                    <a:pt x="18179" y="4401"/>
                    <a:pt x="17809" y="4474"/>
                    <a:pt x="17439" y="4657"/>
                  </a:cubicBezTo>
                  <a:cubicBezTo>
                    <a:pt x="17439" y="4657"/>
                    <a:pt x="16752" y="3436"/>
                    <a:pt x="15935" y="3022"/>
                  </a:cubicBezTo>
                  <a:lnTo>
                    <a:pt x="15935" y="3022"/>
                  </a:lnTo>
                  <a:cubicBezTo>
                    <a:pt x="15259" y="3840"/>
                    <a:pt x="16752" y="6433"/>
                    <a:pt x="16752" y="6433"/>
                  </a:cubicBezTo>
                  <a:cubicBezTo>
                    <a:pt x="16752" y="6433"/>
                    <a:pt x="16675" y="6453"/>
                    <a:pt x="16529" y="6453"/>
                  </a:cubicBezTo>
                  <a:cubicBezTo>
                    <a:pt x="16125" y="6453"/>
                    <a:pt x="15193" y="6306"/>
                    <a:pt x="13897" y="5202"/>
                  </a:cubicBezTo>
                  <a:cubicBezTo>
                    <a:pt x="12120" y="3709"/>
                    <a:pt x="9668" y="439"/>
                    <a:pt x="7216" y="25"/>
                  </a:cubicBezTo>
                  <a:cubicBezTo>
                    <a:pt x="7122" y="9"/>
                    <a:pt x="7024" y="1"/>
                    <a:pt x="6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8" name="Google Shape;428;p7"/>
            <p:cNvGrpSpPr/>
            <p:nvPr/>
          </p:nvGrpSpPr>
          <p:grpSpPr>
            <a:xfrm rot="612083">
              <a:off x="872938" y="394726"/>
              <a:ext cx="89972" cy="49127"/>
              <a:chOff x="3467344" y="1694749"/>
              <a:chExt cx="114969" cy="62784"/>
            </a:xfrm>
          </p:grpSpPr>
          <p:sp>
            <p:nvSpPr>
              <p:cNvPr id="429" name="Google Shape;429;p7"/>
              <p:cNvSpPr/>
              <p:nvPr/>
            </p:nvSpPr>
            <p:spPr>
              <a:xfrm>
                <a:off x="3545727" y="1694749"/>
                <a:ext cx="36586" cy="56634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630" extrusionOk="0">
                    <a:moveTo>
                      <a:pt x="828" y="1"/>
                    </a:moveTo>
                    <a:cubicBezTo>
                      <a:pt x="627" y="552"/>
                      <a:pt x="76" y="853"/>
                      <a:pt x="76" y="853"/>
                    </a:cubicBezTo>
                    <a:cubicBezTo>
                      <a:pt x="51" y="1103"/>
                      <a:pt x="25" y="1379"/>
                      <a:pt x="0" y="1630"/>
                    </a:cubicBezTo>
                    <a:cubicBezTo>
                      <a:pt x="1053" y="1304"/>
                      <a:pt x="828" y="1"/>
                      <a:pt x="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7"/>
              <p:cNvSpPr/>
              <p:nvPr/>
            </p:nvSpPr>
            <p:spPr>
              <a:xfrm>
                <a:off x="3467344" y="1713928"/>
                <a:ext cx="46211" cy="43605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25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18" y="1255"/>
                      <a:pt x="1268" y="1255"/>
                    </a:cubicBezTo>
                    <a:cubicBezTo>
                      <a:pt x="1288" y="1255"/>
                      <a:pt x="1308" y="1254"/>
                      <a:pt x="1329" y="1253"/>
                    </a:cubicBezTo>
                    <a:cubicBezTo>
                      <a:pt x="1204" y="1003"/>
                      <a:pt x="1104" y="777"/>
                      <a:pt x="978" y="526"/>
                    </a:cubicBezTo>
                    <a:cubicBezTo>
                      <a:pt x="978" y="526"/>
                      <a:pt x="377" y="45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31" name="Google Shape;431;p7"/>
          <p:cNvSpPr/>
          <p:nvPr/>
        </p:nvSpPr>
        <p:spPr>
          <a:xfrm rot="-1670350">
            <a:off x="140647" y="200019"/>
            <a:ext cx="1016716" cy="382945"/>
          </a:xfrm>
          <a:custGeom>
            <a:avLst/>
            <a:gdLst/>
            <a:ahLst/>
            <a:cxnLst/>
            <a:rect l="l" t="t" r="r" b="b"/>
            <a:pathLst>
              <a:path w="24333" h="9165" extrusionOk="0">
                <a:moveTo>
                  <a:pt x="305" y="1"/>
                </a:moveTo>
                <a:cubicBezTo>
                  <a:pt x="1" y="1"/>
                  <a:pt x="83" y="173"/>
                  <a:pt x="83" y="173"/>
                </a:cubicBezTo>
                <a:cubicBezTo>
                  <a:pt x="83" y="173"/>
                  <a:pt x="901" y="314"/>
                  <a:pt x="1315" y="1535"/>
                </a:cubicBezTo>
                <a:cubicBezTo>
                  <a:pt x="1860" y="2766"/>
                  <a:pt x="1718" y="3715"/>
                  <a:pt x="1718" y="3715"/>
                </a:cubicBezTo>
                <a:cubicBezTo>
                  <a:pt x="1718" y="3715"/>
                  <a:pt x="2808" y="4129"/>
                  <a:pt x="3353" y="4946"/>
                </a:cubicBezTo>
                <a:cubicBezTo>
                  <a:pt x="3898" y="5764"/>
                  <a:pt x="4170" y="6853"/>
                  <a:pt x="4170" y="6853"/>
                </a:cubicBezTo>
                <a:cubicBezTo>
                  <a:pt x="4170" y="6853"/>
                  <a:pt x="5533" y="6853"/>
                  <a:pt x="6492" y="7398"/>
                </a:cubicBezTo>
                <a:cubicBezTo>
                  <a:pt x="7309" y="8074"/>
                  <a:pt x="7712" y="8619"/>
                  <a:pt x="7712" y="8619"/>
                </a:cubicBezTo>
                <a:lnTo>
                  <a:pt x="9216" y="8347"/>
                </a:lnTo>
                <a:cubicBezTo>
                  <a:pt x="9489" y="8892"/>
                  <a:pt x="10034" y="9164"/>
                  <a:pt x="10709" y="9164"/>
                </a:cubicBezTo>
                <a:cubicBezTo>
                  <a:pt x="11527" y="9164"/>
                  <a:pt x="12072" y="8761"/>
                  <a:pt x="12344" y="8216"/>
                </a:cubicBezTo>
                <a:cubicBezTo>
                  <a:pt x="13303" y="8216"/>
                  <a:pt x="14666" y="8216"/>
                  <a:pt x="15756" y="7943"/>
                </a:cubicBezTo>
                <a:cubicBezTo>
                  <a:pt x="17794" y="7398"/>
                  <a:pt x="19701" y="6984"/>
                  <a:pt x="19701" y="6984"/>
                </a:cubicBezTo>
                <a:cubicBezTo>
                  <a:pt x="19701" y="6984"/>
                  <a:pt x="19973" y="6581"/>
                  <a:pt x="20518" y="5894"/>
                </a:cubicBezTo>
                <a:cubicBezTo>
                  <a:pt x="21063" y="5219"/>
                  <a:pt x="22153" y="4946"/>
                  <a:pt x="22153" y="4946"/>
                </a:cubicBezTo>
                <a:cubicBezTo>
                  <a:pt x="22153" y="4946"/>
                  <a:pt x="22153" y="4532"/>
                  <a:pt x="22295" y="3856"/>
                </a:cubicBezTo>
                <a:cubicBezTo>
                  <a:pt x="22426" y="3170"/>
                  <a:pt x="24333" y="1949"/>
                  <a:pt x="24333" y="1949"/>
                </a:cubicBezTo>
                <a:lnTo>
                  <a:pt x="24333" y="1949"/>
                </a:lnTo>
                <a:lnTo>
                  <a:pt x="21477" y="2766"/>
                </a:lnTo>
                <a:cubicBezTo>
                  <a:pt x="19570" y="3170"/>
                  <a:pt x="15483" y="5764"/>
                  <a:pt x="15483" y="5764"/>
                </a:cubicBezTo>
                <a:cubicBezTo>
                  <a:pt x="15483" y="5764"/>
                  <a:pt x="14666" y="6581"/>
                  <a:pt x="13303" y="6984"/>
                </a:cubicBezTo>
                <a:cubicBezTo>
                  <a:pt x="12758" y="7126"/>
                  <a:pt x="12344" y="7126"/>
                  <a:pt x="12072" y="7126"/>
                </a:cubicBezTo>
                <a:cubicBezTo>
                  <a:pt x="12072" y="6984"/>
                  <a:pt x="11941" y="6984"/>
                  <a:pt x="11941" y="6853"/>
                </a:cubicBezTo>
                <a:lnTo>
                  <a:pt x="11941" y="5894"/>
                </a:lnTo>
                <a:cubicBezTo>
                  <a:pt x="11669" y="6036"/>
                  <a:pt x="11396" y="6309"/>
                  <a:pt x="11124" y="6581"/>
                </a:cubicBezTo>
                <a:lnTo>
                  <a:pt x="10306" y="6581"/>
                </a:lnTo>
                <a:cubicBezTo>
                  <a:pt x="10034" y="6309"/>
                  <a:pt x="9620" y="6036"/>
                  <a:pt x="9347" y="5894"/>
                </a:cubicBezTo>
                <a:lnTo>
                  <a:pt x="9347" y="5894"/>
                </a:lnTo>
                <a:cubicBezTo>
                  <a:pt x="9489" y="6167"/>
                  <a:pt x="9489" y="6581"/>
                  <a:pt x="9489" y="6984"/>
                </a:cubicBezTo>
                <a:cubicBezTo>
                  <a:pt x="9347" y="7126"/>
                  <a:pt x="9347" y="7257"/>
                  <a:pt x="9216" y="7398"/>
                </a:cubicBezTo>
                <a:cubicBezTo>
                  <a:pt x="8671" y="7257"/>
                  <a:pt x="6895" y="6581"/>
                  <a:pt x="6078" y="5349"/>
                </a:cubicBezTo>
                <a:lnTo>
                  <a:pt x="5129" y="3856"/>
                </a:lnTo>
                <a:cubicBezTo>
                  <a:pt x="5129" y="3856"/>
                  <a:pt x="4312" y="3170"/>
                  <a:pt x="3898" y="2352"/>
                </a:cubicBezTo>
                <a:cubicBezTo>
                  <a:pt x="3353" y="1677"/>
                  <a:pt x="1446" y="42"/>
                  <a:pt x="628" y="42"/>
                </a:cubicBezTo>
                <a:cubicBezTo>
                  <a:pt x="489" y="13"/>
                  <a:pt x="384" y="1"/>
                  <a:pt x="30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7"/>
          <p:cNvGrpSpPr/>
          <p:nvPr/>
        </p:nvGrpSpPr>
        <p:grpSpPr>
          <a:xfrm rot="-5400000" flipH="1">
            <a:off x="847724" y="-711368"/>
            <a:ext cx="777511" cy="2293504"/>
            <a:chOff x="95249" y="1927057"/>
            <a:chExt cx="777511" cy="2293504"/>
          </a:xfrm>
        </p:grpSpPr>
        <p:sp>
          <p:nvSpPr>
            <p:cNvPr id="433" name="Google Shape;433;p7"/>
            <p:cNvSpPr/>
            <p:nvPr/>
          </p:nvSpPr>
          <p:spPr>
            <a:xfrm>
              <a:off x="247860" y="4177823"/>
              <a:ext cx="5005" cy="42738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7"/>
            <p:cNvSpPr/>
            <p:nvPr/>
          </p:nvSpPr>
          <p:spPr>
            <a:xfrm>
              <a:off x="224199" y="4196899"/>
              <a:ext cx="47708" cy="458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233754" y="4182373"/>
              <a:ext cx="38153" cy="30067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7"/>
            <p:cNvSpPr/>
            <p:nvPr/>
          </p:nvSpPr>
          <p:spPr>
            <a:xfrm>
              <a:off x="233754" y="4181218"/>
              <a:ext cx="28632" cy="39343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7"/>
            <p:cNvSpPr/>
            <p:nvPr/>
          </p:nvSpPr>
          <p:spPr>
            <a:xfrm>
              <a:off x="667470" y="2637398"/>
              <a:ext cx="9591" cy="47708"/>
            </a:xfrm>
            <a:custGeom>
              <a:avLst/>
              <a:gdLst/>
              <a:ahLst/>
              <a:cxnLst/>
              <a:rect l="l" t="t" r="r" b="b"/>
              <a:pathLst>
                <a:path w="274" h="1363" extrusionOk="0">
                  <a:moveTo>
                    <a:pt x="143" y="0"/>
                  </a:moveTo>
                  <a:cubicBezTo>
                    <a:pt x="143" y="0"/>
                    <a:pt x="1" y="273"/>
                    <a:pt x="1" y="687"/>
                  </a:cubicBezTo>
                  <a:cubicBezTo>
                    <a:pt x="1" y="1090"/>
                    <a:pt x="143" y="1362"/>
                    <a:pt x="143" y="1362"/>
                  </a:cubicBezTo>
                  <a:cubicBezTo>
                    <a:pt x="143" y="1362"/>
                    <a:pt x="273" y="1090"/>
                    <a:pt x="273" y="687"/>
                  </a:cubicBezTo>
                  <a:cubicBezTo>
                    <a:pt x="273" y="273"/>
                    <a:pt x="143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7"/>
            <p:cNvSpPr/>
            <p:nvPr/>
          </p:nvSpPr>
          <p:spPr>
            <a:xfrm>
              <a:off x="648429" y="2656474"/>
              <a:ext cx="47708" cy="4970"/>
            </a:xfrm>
            <a:custGeom>
              <a:avLst/>
              <a:gdLst/>
              <a:ahLst/>
              <a:cxnLst/>
              <a:rect l="l" t="t" r="r" b="b"/>
              <a:pathLst>
                <a:path w="1363" h="142" extrusionOk="0">
                  <a:moveTo>
                    <a:pt x="687" y="0"/>
                  </a:moveTo>
                  <a:cubicBezTo>
                    <a:pt x="272" y="0"/>
                    <a:pt x="0" y="142"/>
                    <a:pt x="0" y="142"/>
                  </a:cubicBezTo>
                  <a:lnTo>
                    <a:pt x="1362" y="142"/>
                  </a:lnTo>
                  <a:cubicBezTo>
                    <a:pt x="1362" y="142"/>
                    <a:pt x="109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7"/>
            <p:cNvSpPr/>
            <p:nvPr/>
          </p:nvSpPr>
          <p:spPr>
            <a:xfrm>
              <a:off x="657950" y="2642333"/>
              <a:ext cx="33602" cy="33217"/>
            </a:xfrm>
            <a:custGeom>
              <a:avLst/>
              <a:gdLst/>
              <a:ahLst/>
              <a:cxnLst/>
              <a:rect l="l" t="t" r="r" b="b"/>
              <a:pathLst>
                <a:path w="960" h="949" extrusionOk="0">
                  <a:moveTo>
                    <a:pt x="960" y="1"/>
                  </a:moveTo>
                  <a:cubicBezTo>
                    <a:pt x="960" y="1"/>
                    <a:pt x="687" y="132"/>
                    <a:pt x="415" y="404"/>
                  </a:cubicBezTo>
                  <a:cubicBezTo>
                    <a:pt x="142" y="676"/>
                    <a:pt x="0" y="818"/>
                    <a:pt x="0" y="949"/>
                  </a:cubicBezTo>
                  <a:cubicBezTo>
                    <a:pt x="0" y="949"/>
                    <a:pt x="273" y="818"/>
                    <a:pt x="545" y="546"/>
                  </a:cubicBezTo>
                  <a:cubicBezTo>
                    <a:pt x="818" y="273"/>
                    <a:pt x="960" y="132"/>
                    <a:pt x="9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7"/>
            <p:cNvSpPr/>
            <p:nvPr/>
          </p:nvSpPr>
          <p:spPr>
            <a:xfrm>
              <a:off x="657950" y="2642333"/>
              <a:ext cx="28632" cy="38188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1"/>
                  </a:moveTo>
                  <a:cubicBezTo>
                    <a:pt x="0" y="1"/>
                    <a:pt x="142" y="273"/>
                    <a:pt x="415" y="546"/>
                  </a:cubicBezTo>
                  <a:cubicBezTo>
                    <a:pt x="545" y="818"/>
                    <a:pt x="818" y="1091"/>
                    <a:pt x="818" y="1091"/>
                  </a:cubicBezTo>
                  <a:lnTo>
                    <a:pt x="545" y="546"/>
                  </a:lnTo>
                  <a:cubicBezTo>
                    <a:pt x="273" y="132"/>
                    <a:pt x="142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7"/>
            <p:cNvSpPr/>
            <p:nvPr/>
          </p:nvSpPr>
          <p:spPr>
            <a:xfrm>
              <a:off x="114326" y="26850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7"/>
            <p:cNvSpPr/>
            <p:nvPr/>
          </p:nvSpPr>
          <p:spPr>
            <a:xfrm>
              <a:off x="95249" y="2704148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100220" y="2690042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7"/>
            <p:cNvSpPr/>
            <p:nvPr/>
          </p:nvSpPr>
          <p:spPr>
            <a:xfrm>
              <a:off x="104805" y="268867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7"/>
            <p:cNvSpPr/>
            <p:nvPr/>
          </p:nvSpPr>
          <p:spPr>
            <a:xfrm>
              <a:off x="400436" y="3023826"/>
              <a:ext cx="5005" cy="47708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7"/>
            <p:cNvSpPr/>
            <p:nvPr/>
          </p:nvSpPr>
          <p:spPr>
            <a:xfrm>
              <a:off x="381360" y="3042902"/>
              <a:ext cx="47743" cy="4620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7"/>
            <p:cNvSpPr/>
            <p:nvPr/>
          </p:nvSpPr>
          <p:spPr>
            <a:xfrm>
              <a:off x="386330" y="3028411"/>
              <a:ext cx="38188" cy="33602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7"/>
            <p:cNvSpPr/>
            <p:nvPr/>
          </p:nvSpPr>
          <p:spPr>
            <a:xfrm>
              <a:off x="390915" y="3028411"/>
              <a:ext cx="28632" cy="38188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7"/>
            <p:cNvSpPr/>
            <p:nvPr/>
          </p:nvSpPr>
          <p:spPr>
            <a:xfrm>
              <a:off x="848678" y="1927057"/>
              <a:ext cx="5005" cy="47708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" y="1"/>
                  </a:moveTo>
                  <a:lnTo>
                    <a:pt x="1" y="676"/>
                  </a:lnTo>
                  <a:lnTo>
                    <a:pt x="1" y="1363"/>
                  </a:lnTo>
                  <a:cubicBezTo>
                    <a:pt x="1" y="1363"/>
                    <a:pt x="143" y="1090"/>
                    <a:pt x="143" y="676"/>
                  </a:cubicBezTo>
                  <a:cubicBezTo>
                    <a:pt x="143" y="27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7"/>
            <p:cNvSpPr/>
            <p:nvPr/>
          </p:nvSpPr>
          <p:spPr>
            <a:xfrm>
              <a:off x="825051" y="1950719"/>
              <a:ext cx="47708" cy="5005"/>
            </a:xfrm>
            <a:custGeom>
              <a:avLst/>
              <a:gdLst/>
              <a:ahLst/>
              <a:cxnLst/>
              <a:rect l="l" t="t" r="r" b="b"/>
              <a:pathLst>
                <a:path w="1363" h="143" extrusionOk="0">
                  <a:moveTo>
                    <a:pt x="0" y="0"/>
                  </a:moveTo>
                  <a:cubicBezTo>
                    <a:pt x="0" y="0"/>
                    <a:pt x="273" y="142"/>
                    <a:pt x="676" y="142"/>
                  </a:cubicBezTo>
                  <a:cubicBezTo>
                    <a:pt x="1090" y="142"/>
                    <a:pt x="1362" y="0"/>
                    <a:pt x="1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7"/>
            <p:cNvSpPr/>
            <p:nvPr/>
          </p:nvSpPr>
          <p:spPr>
            <a:xfrm>
              <a:off x="834572" y="1931642"/>
              <a:ext cx="38188" cy="33602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949" y="0"/>
                  </a:moveTo>
                  <a:cubicBezTo>
                    <a:pt x="949" y="0"/>
                    <a:pt x="676" y="142"/>
                    <a:pt x="404" y="415"/>
                  </a:cubicBezTo>
                  <a:cubicBezTo>
                    <a:pt x="131" y="687"/>
                    <a:pt x="1" y="959"/>
                    <a:pt x="1" y="959"/>
                  </a:cubicBezTo>
                  <a:cubicBezTo>
                    <a:pt x="1" y="959"/>
                    <a:pt x="273" y="818"/>
                    <a:pt x="546" y="545"/>
                  </a:cubicBezTo>
                  <a:cubicBezTo>
                    <a:pt x="818" y="273"/>
                    <a:pt x="1090" y="142"/>
                    <a:pt x="9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7"/>
            <p:cNvSpPr/>
            <p:nvPr/>
          </p:nvSpPr>
          <p:spPr>
            <a:xfrm>
              <a:off x="834572" y="1931642"/>
              <a:ext cx="28632" cy="38188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131" y="0"/>
                  </a:moveTo>
                  <a:cubicBezTo>
                    <a:pt x="1" y="0"/>
                    <a:pt x="131" y="273"/>
                    <a:pt x="404" y="545"/>
                  </a:cubicBezTo>
                  <a:cubicBezTo>
                    <a:pt x="546" y="959"/>
                    <a:pt x="818" y="1090"/>
                    <a:pt x="818" y="1090"/>
                  </a:cubicBezTo>
                  <a:lnTo>
                    <a:pt x="546" y="545"/>
                  </a:lnTo>
                  <a:cubicBezTo>
                    <a:pt x="273" y="273"/>
                    <a:pt x="131" y="0"/>
                    <a:pt x="1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" name="Google Shape;453;p7"/>
          <p:cNvGrpSpPr/>
          <p:nvPr/>
        </p:nvGrpSpPr>
        <p:grpSpPr>
          <a:xfrm rot="-5400000" flipH="1">
            <a:off x="7979104" y="251768"/>
            <a:ext cx="91438" cy="91438"/>
            <a:chOff x="224199" y="4177823"/>
            <a:chExt cx="47708" cy="42738"/>
          </a:xfrm>
        </p:grpSpPr>
        <p:sp>
          <p:nvSpPr>
            <p:cNvPr id="454" name="Google Shape;454;p7"/>
            <p:cNvSpPr/>
            <p:nvPr/>
          </p:nvSpPr>
          <p:spPr>
            <a:xfrm>
              <a:off x="247860" y="4177823"/>
              <a:ext cx="5005" cy="42738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7"/>
            <p:cNvSpPr/>
            <p:nvPr/>
          </p:nvSpPr>
          <p:spPr>
            <a:xfrm>
              <a:off x="224199" y="4196899"/>
              <a:ext cx="47708" cy="458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7"/>
            <p:cNvSpPr/>
            <p:nvPr/>
          </p:nvSpPr>
          <p:spPr>
            <a:xfrm>
              <a:off x="233754" y="4182373"/>
              <a:ext cx="38153" cy="30067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7"/>
            <p:cNvSpPr/>
            <p:nvPr/>
          </p:nvSpPr>
          <p:spPr>
            <a:xfrm>
              <a:off x="233754" y="4181218"/>
              <a:ext cx="28632" cy="39343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" name="Google Shape;458;p7"/>
          <p:cNvGrpSpPr/>
          <p:nvPr/>
        </p:nvGrpSpPr>
        <p:grpSpPr>
          <a:xfrm rot="-5400000" flipH="1">
            <a:off x="431182" y="141249"/>
            <a:ext cx="182881" cy="182880"/>
            <a:chOff x="224199" y="4177823"/>
            <a:chExt cx="47708" cy="42738"/>
          </a:xfrm>
        </p:grpSpPr>
        <p:sp>
          <p:nvSpPr>
            <p:cNvPr id="459" name="Google Shape;459;p7"/>
            <p:cNvSpPr/>
            <p:nvPr/>
          </p:nvSpPr>
          <p:spPr>
            <a:xfrm>
              <a:off x="247860" y="4177823"/>
              <a:ext cx="5005" cy="42738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7"/>
            <p:cNvSpPr/>
            <p:nvPr/>
          </p:nvSpPr>
          <p:spPr>
            <a:xfrm>
              <a:off x="224199" y="4196899"/>
              <a:ext cx="47708" cy="458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7"/>
            <p:cNvSpPr/>
            <p:nvPr/>
          </p:nvSpPr>
          <p:spPr>
            <a:xfrm>
              <a:off x="233754" y="4182373"/>
              <a:ext cx="38153" cy="30067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7"/>
            <p:cNvSpPr/>
            <p:nvPr/>
          </p:nvSpPr>
          <p:spPr>
            <a:xfrm>
              <a:off x="233754" y="4181218"/>
              <a:ext cx="28632" cy="39343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3" name="Google Shape;463;p7"/>
          <p:cNvGrpSpPr/>
          <p:nvPr/>
        </p:nvGrpSpPr>
        <p:grpSpPr>
          <a:xfrm rot="-5400000" flipH="1">
            <a:off x="8907570" y="798179"/>
            <a:ext cx="146303" cy="146305"/>
            <a:chOff x="224199" y="4177823"/>
            <a:chExt cx="47708" cy="42738"/>
          </a:xfrm>
        </p:grpSpPr>
        <p:sp>
          <p:nvSpPr>
            <p:cNvPr id="464" name="Google Shape;464;p7"/>
            <p:cNvSpPr/>
            <p:nvPr/>
          </p:nvSpPr>
          <p:spPr>
            <a:xfrm>
              <a:off x="247860" y="4177823"/>
              <a:ext cx="5005" cy="42738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7"/>
            <p:cNvSpPr/>
            <p:nvPr/>
          </p:nvSpPr>
          <p:spPr>
            <a:xfrm>
              <a:off x="224199" y="4196899"/>
              <a:ext cx="47708" cy="458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7"/>
            <p:cNvSpPr/>
            <p:nvPr/>
          </p:nvSpPr>
          <p:spPr>
            <a:xfrm>
              <a:off x="233754" y="4182373"/>
              <a:ext cx="38153" cy="30067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233754" y="4181218"/>
              <a:ext cx="28632" cy="39343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" name="Google Shape;468;p7"/>
          <p:cNvGrpSpPr/>
          <p:nvPr/>
        </p:nvGrpSpPr>
        <p:grpSpPr>
          <a:xfrm rot="-5400000" flipH="1">
            <a:off x="8935004" y="100768"/>
            <a:ext cx="91438" cy="91438"/>
            <a:chOff x="224199" y="4177823"/>
            <a:chExt cx="47708" cy="42738"/>
          </a:xfrm>
        </p:grpSpPr>
        <p:sp>
          <p:nvSpPr>
            <p:cNvPr id="469" name="Google Shape;469;p7"/>
            <p:cNvSpPr/>
            <p:nvPr/>
          </p:nvSpPr>
          <p:spPr>
            <a:xfrm>
              <a:off x="247860" y="4177823"/>
              <a:ext cx="5005" cy="42738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7"/>
            <p:cNvSpPr/>
            <p:nvPr/>
          </p:nvSpPr>
          <p:spPr>
            <a:xfrm>
              <a:off x="224199" y="4196899"/>
              <a:ext cx="47708" cy="458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7"/>
            <p:cNvSpPr/>
            <p:nvPr/>
          </p:nvSpPr>
          <p:spPr>
            <a:xfrm>
              <a:off x="233754" y="4182373"/>
              <a:ext cx="38153" cy="30067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7"/>
            <p:cNvSpPr/>
            <p:nvPr/>
          </p:nvSpPr>
          <p:spPr>
            <a:xfrm>
              <a:off x="233754" y="4181218"/>
              <a:ext cx="28632" cy="39343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7"/>
          <p:cNvGrpSpPr/>
          <p:nvPr/>
        </p:nvGrpSpPr>
        <p:grpSpPr>
          <a:xfrm rot="-5400000" flipH="1">
            <a:off x="8530080" y="699368"/>
            <a:ext cx="64010" cy="64009"/>
            <a:chOff x="224199" y="4177823"/>
            <a:chExt cx="47708" cy="42738"/>
          </a:xfrm>
        </p:grpSpPr>
        <p:sp>
          <p:nvSpPr>
            <p:cNvPr id="474" name="Google Shape;474;p7"/>
            <p:cNvSpPr/>
            <p:nvPr/>
          </p:nvSpPr>
          <p:spPr>
            <a:xfrm>
              <a:off x="247860" y="4177823"/>
              <a:ext cx="5005" cy="42738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7"/>
            <p:cNvSpPr/>
            <p:nvPr/>
          </p:nvSpPr>
          <p:spPr>
            <a:xfrm>
              <a:off x="224199" y="4196899"/>
              <a:ext cx="47708" cy="458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7"/>
            <p:cNvSpPr/>
            <p:nvPr/>
          </p:nvSpPr>
          <p:spPr>
            <a:xfrm>
              <a:off x="233754" y="4182373"/>
              <a:ext cx="38153" cy="30067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7"/>
            <p:cNvSpPr/>
            <p:nvPr/>
          </p:nvSpPr>
          <p:spPr>
            <a:xfrm>
              <a:off x="233754" y="4181218"/>
              <a:ext cx="28632" cy="39343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" name="Google Shape;478;p7"/>
          <p:cNvGrpSpPr/>
          <p:nvPr/>
        </p:nvGrpSpPr>
        <p:grpSpPr>
          <a:xfrm rot="-5400000" flipH="1">
            <a:off x="8149080" y="89768"/>
            <a:ext cx="64010" cy="64009"/>
            <a:chOff x="224199" y="4177823"/>
            <a:chExt cx="47708" cy="42738"/>
          </a:xfrm>
        </p:grpSpPr>
        <p:sp>
          <p:nvSpPr>
            <p:cNvPr id="479" name="Google Shape;479;p7"/>
            <p:cNvSpPr/>
            <p:nvPr/>
          </p:nvSpPr>
          <p:spPr>
            <a:xfrm>
              <a:off x="247860" y="4177823"/>
              <a:ext cx="5005" cy="42738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7"/>
            <p:cNvSpPr/>
            <p:nvPr/>
          </p:nvSpPr>
          <p:spPr>
            <a:xfrm>
              <a:off x="224199" y="4196899"/>
              <a:ext cx="47708" cy="458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7"/>
            <p:cNvSpPr/>
            <p:nvPr/>
          </p:nvSpPr>
          <p:spPr>
            <a:xfrm>
              <a:off x="233754" y="4182373"/>
              <a:ext cx="38153" cy="30067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7"/>
            <p:cNvSpPr/>
            <p:nvPr/>
          </p:nvSpPr>
          <p:spPr>
            <a:xfrm>
              <a:off x="233754" y="4181218"/>
              <a:ext cx="28632" cy="39343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7"/>
          <p:cNvGrpSpPr/>
          <p:nvPr/>
        </p:nvGrpSpPr>
        <p:grpSpPr>
          <a:xfrm rot="-5400000" flipH="1">
            <a:off x="7691880" y="318368"/>
            <a:ext cx="64010" cy="64009"/>
            <a:chOff x="224199" y="4177823"/>
            <a:chExt cx="47708" cy="42738"/>
          </a:xfrm>
        </p:grpSpPr>
        <p:sp>
          <p:nvSpPr>
            <p:cNvPr id="484" name="Google Shape;484;p7"/>
            <p:cNvSpPr/>
            <p:nvPr/>
          </p:nvSpPr>
          <p:spPr>
            <a:xfrm>
              <a:off x="247860" y="4177823"/>
              <a:ext cx="5005" cy="42738"/>
            </a:xfrm>
            <a:custGeom>
              <a:avLst/>
              <a:gdLst/>
              <a:ahLst/>
              <a:cxnLst/>
              <a:rect l="l" t="t" r="r" b="b"/>
              <a:pathLst>
                <a:path w="143" h="1221" extrusionOk="0">
                  <a:moveTo>
                    <a:pt x="0" y="0"/>
                  </a:moveTo>
                  <a:lnTo>
                    <a:pt x="0" y="676"/>
                  </a:lnTo>
                  <a:lnTo>
                    <a:pt x="0" y="1221"/>
                  </a:lnTo>
                  <a:cubicBezTo>
                    <a:pt x="142" y="1221"/>
                    <a:pt x="142" y="948"/>
                    <a:pt x="142" y="676"/>
                  </a:cubicBezTo>
                  <a:cubicBezTo>
                    <a:pt x="142" y="273"/>
                    <a:pt x="142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7"/>
            <p:cNvSpPr/>
            <p:nvPr/>
          </p:nvSpPr>
          <p:spPr>
            <a:xfrm>
              <a:off x="224199" y="4196899"/>
              <a:ext cx="47708" cy="4585"/>
            </a:xfrm>
            <a:custGeom>
              <a:avLst/>
              <a:gdLst/>
              <a:ahLst/>
              <a:cxnLst/>
              <a:rect l="l" t="t" r="r" b="b"/>
              <a:pathLst>
                <a:path w="1363" h="131" extrusionOk="0">
                  <a:moveTo>
                    <a:pt x="676" y="0"/>
                  </a:moveTo>
                  <a:cubicBezTo>
                    <a:pt x="404" y="0"/>
                    <a:pt x="1" y="0"/>
                    <a:pt x="1" y="131"/>
                  </a:cubicBezTo>
                  <a:lnTo>
                    <a:pt x="1363" y="131"/>
                  </a:lnTo>
                  <a:cubicBezTo>
                    <a:pt x="1363" y="0"/>
                    <a:pt x="1091" y="0"/>
                    <a:pt x="6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7"/>
            <p:cNvSpPr/>
            <p:nvPr/>
          </p:nvSpPr>
          <p:spPr>
            <a:xfrm>
              <a:off x="233754" y="4182373"/>
              <a:ext cx="38153" cy="30067"/>
            </a:xfrm>
            <a:custGeom>
              <a:avLst/>
              <a:gdLst/>
              <a:ahLst/>
              <a:cxnLst/>
              <a:rect l="l" t="t" r="r" b="b"/>
              <a:pathLst>
                <a:path w="1090" h="859" extrusionOk="0">
                  <a:moveTo>
                    <a:pt x="1090" y="1"/>
                  </a:moveTo>
                  <a:cubicBezTo>
                    <a:pt x="948" y="1"/>
                    <a:pt x="818" y="143"/>
                    <a:pt x="545" y="415"/>
                  </a:cubicBezTo>
                  <a:cubicBezTo>
                    <a:pt x="273" y="546"/>
                    <a:pt x="0" y="818"/>
                    <a:pt x="0" y="818"/>
                  </a:cubicBezTo>
                  <a:cubicBezTo>
                    <a:pt x="0" y="846"/>
                    <a:pt x="11" y="858"/>
                    <a:pt x="30" y="858"/>
                  </a:cubicBezTo>
                  <a:cubicBezTo>
                    <a:pt x="107" y="858"/>
                    <a:pt x="326" y="660"/>
                    <a:pt x="545" y="546"/>
                  </a:cubicBezTo>
                  <a:lnTo>
                    <a:pt x="10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7"/>
            <p:cNvSpPr/>
            <p:nvPr/>
          </p:nvSpPr>
          <p:spPr>
            <a:xfrm>
              <a:off x="233754" y="4181218"/>
              <a:ext cx="28632" cy="39343"/>
            </a:xfrm>
            <a:custGeom>
              <a:avLst/>
              <a:gdLst/>
              <a:ahLst/>
              <a:cxnLst/>
              <a:rect l="l" t="t" r="r" b="b"/>
              <a:pathLst>
                <a:path w="818" h="1124" extrusionOk="0">
                  <a:moveTo>
                    <a:pt x="144" y="0"/>
                  </a:moveTo>
                  <a:cubicBezTo>
                    <a:pt x="135" y="0"/>
                    <a:pt x="131" y="11"/>
                    <a:pt x="131" y="34"/>
                  </a:cubicBezTo>
                  <a:cubicBezTo>
                    <a:pt x="0" y="34"/>
                    <a:pt x="273" y="306"/>
                    <a:pt x="403" y="579"/>
                  </a:cubicBezTo>
                  <a:cubicBezTo>
                    <a:pt x="676" y="851"/>
                    <a:pt x="818" y="1124"/>
                    <a:pt x="818" y="1124"/>
                  </a:cubicBezTo>
                  <a:cubicBezTo>
                    <a:pt x="818" y="993"/>
                    <a:pt x="676" y="721"/>
                    <a:pt x="545" y="448"/>
                  </a:cubicBezTo>
                  <a:cubicBezTo>
                    <a:pt x="321" y="224"/>
                    <a:pt x="185" y="0"/>
                    <a:pt x="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9"/>
          <p:cNvSpPr/>
          <p:nvPr/>
        </p:nvSpPr>
        <p:spPr>
          <a:xfrm>
            <a:off x="-229140" y="106238"/>
            <a:ext cx="1354546" cy="4931026"/>
          </a:xfrm>
          <a:custGeom>
            <a:avLst/>
            <a:gdLst/>
            <a:ahLst/>
            <a:cxnLst/>
            <a:rect l="l" t="t" r="r" b="b"/>
            <a:pathLst>
              <a:path w="29593" h="107729" extrusionOk="0">
                <a:moveTo>
                  <a:pt x="977" y="0"/>
                </a:moveTo>
                <a:cubicBezTo>
                  <a:pt x="1" y="1964"/>
                  <a:pt x="1965" y="4354"/>
                  <a:pt x="1258" y="6452"/>
                </a:cubicBezTo>
                <a:cubicBezTo>
                  <a:pt x="842" y="6598"/>
                  <a:pt x="562" y="7159"/>
                  <a:pt x="697" y="7575"/>
                </a:cubicBezTo>
                <a:cubicBezTo>
                  <a:pt x="697" y="8001"/>
                  <a:pt x="977" y="8416"/>
                  <a:pt x="1258" y="8843"/>
                </a:cubicBezTo>
                <a:cubicBezTo>
                  <a:pt x="2099" y="9965"/>
                  <a:pt x="3087" y="10806"/>
                  <a:pt x="3783" y="12063"/>
                </a:cubicBezTo>
                <a:cubicBezTo>
                  <a:pt x="4344" y="12770"/>
                  <a:pt x="4624" y="13747"/>
                  <a:pt x="4905" y="14588"/>
                </a:cubicBezTo>
                <a:cubicBezTo>
                  <a:pt x="6173" y="17674"/>
                  <a:pt x="8978" y="19919"/>
                  <a:pt x="9259" y="23711"/>
                </a:cubicBezTo>
                <a:cubicBezTo>
                  <a:pt x="9259" y="24834"/>
                  <a:pt x="9113" y="26090"/>
                  <a:pt x="9393" y="27213"/>
                </a:cubicBezTo>
                <a:cubicBezTo>
                  <a:pt x="9820" y="28054"/>
                  <a:pt x="10516" y="28761"/>
                  <a:pt x="11077" y="29457"/>
                </a:cubicBezTo>
                <a:cubicBezTo>
                  <a:pt x="12760" y="31701"/>
                  <a:pt x="12479" y="35068"/>
                  <a:pt x="12345" y="37873"/>
                </a:cubicBezTo>
                <a:cubicBezTo>
                  <a:pt x="12064" y="41105"/>
                  <a:pt x="12199" y="44045"/>
                  <a:pt x="12479" y="47131"/>
                </a:cubicBezTo>
                <a:cubicBezTo>
                  <a:pt x="12479" y="47412"/>
                  <a:pt x="12479" y="47558"/>
                  <a:pt x="12345" y="47692"/>
                </a:cubicBezTo>
                <a:cubicBezTo>
                  <a:pt x="12272" y="47832"/>
                  <a:pt x="12132" y="47903"/>
                  <a:pt x="11974" y="47903"/>
                </a:cubicBezTo>
                <a:cubicBezTo>
                  <a:pt x="11817" y="47903"/>
                  <a:pt x="11643" y="47832"/>
                  <a:pt x="11503" y="47692"/>
                </a:cubicBezTo>
                <a:cubicBezTo>
                  <a:pt x="11357" y="47412"/>
                  <a:pt x="11223" y="47131"/>
                  <a:pt x="10942" y="46851"/>
                </a:cubicBezTo>
                <a:lnTo>
                  <a:pt x="10942" y="46851"/>
                </a:lnTo>
                <a:cubicBezTo>
                  <a:pt x="10661" y="47412"/>
                  <a:pt x="10796" y="48119"/>
                  <a:pt x="11077" y="48534"/>
                </a:cubicBezTo>
                <a:cubicBezTo>
                  <a:pt x="11503" y="49095"/>
                  <a:pt x="11918" y="49375"/>
                  <a:pt x="12199" y="49937"/>
                </a:cubicBezTo>
                <a:cubicBezTo>
                  <a:pt x="12479" y="50363"/>
                  <a:pt x="12625" y="50924"/>
                  <a:pt x="12625" y="51485"/>
                </a:cubicBezTo>
                <a:cubicBezTo>
                  <a:pt x="13186" y="54291"/>
                  <a:pt x="13602" y="57231"/>
                  <a:pt x="14028" y="60036"/>
                </a:cubicBezTo>
                <a:cubicBezTo>
                  <a:pt x="14028" y="60597"/>
                  <a:pt x="14163" y="61158"/>
                  <a:pt x="14309" y="61719"/>
                </a:cubicBezTo>
                <a:cubicBezTo>
                  <a:pt x="14443" y="61865"/>
                  <a:pt x="14589" y="62000"/>
                  <a:pt x="14589" y="62280"/>
                </a:cubicBezTo>
                <a:cubicBezTo>
                  <a:pt x="14724" y="62707"/>
                  <a:pt x="14724" y="63122"/>
                  <a:pt x="14724" y="63548"/>
                </a:cubicBezTo>
                <a:cubicBezTo>
                  <a:pt x="14724" y="63829"/>
                  <a:pt x="14589" y="64244"/>
                  <a:pt x="14443" y="64525"/>
                </a:cubicBezTo>
                <a:cubicBezTo>
                  <a:pt x="14345" y="64730"/>
                  <a:pt x="14169" y="64863"/>
                  <a:pt x="13971" y="64863"/>
                </a:cubicBezTo>
                <a:cubicBezTo>
                  <a:pt x="13899" y="64863"/>
                  <a:pt x="13823" y="64845"/>
                  <a:pt x="13747" y="64805"/>
                </a:cubicBezTo>
                <a:cubicBezTo>
                  <a:pt x="13602" y="64390"/>
                  <a:pt x="13186" y="64110"/>
                  <a:pt x="12760" y="63683"/>
                </a:cubicBezTo>
                <a:cubicBezTo>
                  <a:pt x="12064" y="62841"/>
                  <a:pt x="11918" y="61439"/>
                  <a:pt x="11077" y="60462"/>
                </a:cubicBezTo>
                <a:cubicBezTo>
                  <a:pt x="10661" y="60182"/>
                  <a:pt x="10235" y="59756"/>
                  <a:pt x="10100" y="59194"/>
                </a:cubicBezTo>
                <a:cubicBezTo>
                  <a:pt x="9955" y="58914"/>
                  <a:pt x="9955" y="58633"/>
                  <a:pt x="9955" y="58353"/>
                </a:cubicBezTo>
                <a:cubicBezTo>
                  <a:pt x="9820" y="57096"/>
                  <a:pt x="8978" y="56108"/>
                  <a:pt x="8417" y="55132"/>
                </a:cubicBezTo>
                <a:cubicBezTo>
                  <a:pt x="7576" y="53729"/>
                  <a:pt x="7430" y="52046"/>
                  <a:pt x="6453" y="50778"/>
                </a:cubicBezTo>
                <a:lnTo>
                  <a:pt x="5051" y="49375"/>
                </a:lnTo>
                <a:cubicBezTo>
                  <a:pt x="5051" y="49241"/>
                  <a:pt x="4905" y="49095"/>
                  <a:pt x="4770" y="48960"/>
                </a:cubicBezTo>
                <a:lnTo>
                  <a:pt x="4344" y="48960"/>
                </a:lnTo>
                <a:cubicBezTo>
                  <a:pt x="3928" y="48960"/>
                  <a:pt x="3502" y="48814"/>
                  <a:pt x="3087" y="48814"/>
                </a:cubicBezTo>
                <a:cubicBezTo>
                  <a:pt x="2941" y="48960"/>
                  <a:pt x="2806" y="49241"/>
                  <a:pt x="2941" y="49521"/>
                </a:cubicBezTo>
                <a:cubicBezTo>
                  <a:pt x="3003" y="49505"/>
                  <a:pt x="3065" y="49498"/>
                  <a:pt x="3127" y="49498"/>
                </a:cubicBezTo>
                <a:cubicBezTo>
                  <a:pt x="3624" y="49498"/>
                  <a:pt x="4110" y="49984"/>
                  <a:pt x="4490" y="50363"/>
                </a:cubicBezTo>
                <a:cubicBezTo>
                  <a:pt x="4905" y="50778"/>
                  <a:pt x="5185" y="51205"/>
                  <a:pt x="5612" y="51620"/>
                </a:cubicBezTo>
                <a:cubicBezTo>
                  <a:pt x="5746" y="51766"/>
                  <a:pt x="5892" y="51900"/>
                  <a:pt x="6027" y="52181"/>
                </a:cubicBezTo>
                <a:cubicBezTo>
                  <a:pt x="6173" y="52461"/>
                  <a:pt x="6307" y="52742"/>
                  <a:pt x="6307" y="53022"/>
                </a:cubicBezTo>
                <a:cubicBezTo>
                  <a:pt x="6588" y="53729"/>
                  <a:pt x="7576" y="56389"/>
                  <a:pt x="6734" y="56815"/>
                </a:cubicBezTo>
                <a:lnTo>
                  <a:pt x="6307" y="56815"/>
                </a:lnTo>
                <a:cubicBezTo>
                  <a:pt x="6024" y="56855"/>
                  <a:pt x="5739" y="56871"/>
                  <a:pt x="5455" y="56871"/>
                </a:cubicBezTo>
                <a:cubicBezTo>
                  <a:pt x="4759" y="56871"/>
                  <a:pt x="4060" y="56773"/>
                  <a:pt x="3367" y="56670"/>
                </a:cubicBezTo>
                <a:lnTo>
                  <a:pt x="2941" y="56670"/>
                </a:lnTo>
                <a:cubicBezTo>
                  <a:pt x="2806" y="56670"/>
                  <a:pt x="2660" y="56815"/>
                  <a:pt x="2660" y="57096"/>
                </a:cubicBezTo>
                <a:cubicBezTo>
                  <a:pt x="2660" y="57231"/>
                  <a:pt x="2806" y="57377"/>
                  <a:pt x="2941" y="57377"/>
                </a:cubicBezTo>
                <a:cubicBezTo>
                  <a:pt x="3928" y="58072"/>
                  <a:pt x="5185" y="57938"/>
                  <a:pt x="6173" y="58633"/>
                </a:cubicBezTo>
                <a:cubicBezTo>
                  <a:pt x="6869" y="59194"/>
                  <a:pt x="7856" y="59475"/>
                  <a:pt x="8552" y="60317"/>
                </a:cubicBezTo>
                <a:cubicBezTo>
                  <a:pt x="10235" y="62426"/>
                  <a:pt x="11784" y="64805"/>
                  <a:pt x="12625" y="67476"/>
                </a:cubicBezTo>
                <a:cubicBezTo>
                  <a:pt x="13186" y="69440"/>
                  <a:pt x="13040" y="71538"/>
                  <a:pt x="13040" y="73648"/>
                </a:cubicBezTo>
                <a:cubicBezTo>
                  <a:pt x="12625" y="85004"/>
                  <a:pt x="12199" y="96372"/>
                  <a:pt x="11918" y="107728"/>
                </a:cubicBezTo>
                <a:cubicBezTo>
                  <a:pt x="13882" y="107167"/>
                  <a:pt x="15846" y="106471"/>
                  <a:pt x="17956" y="105910"/>
                </a:cubicBezTo>
                <a:cubicBezTo>
                  <a:pt x="18371" y="105910"/>
                  <a:pt x="18651" y="105764"/>
                  <a:pt x="18932" y="105349"/>
                </a:cubicBezTo>
                <a:cubicBezTo>
                  <a:pt x="19212" y="105069"/>
                  <a:pt x="19212" y="104642"/>
                  <a:pt x="19212" y="104227"/>
                </a:cubicBezTo>
                <a:cubicBezTo>
                  <a:pt x="19358" y="98190"/>
                  <a:pt x="19493" y="92164"/>
                  <a:pt x="18932" y="86272"/>
                </a:cubicBezTo>
                <a:cubicBezTo>
                  <a:pt x="18797" y="83747"/>
                  <a:pt x="18371" y="81223"/>
                  <a:pt x="18371" y="78698"/>
                </a:cubicBezTo>
                <a:cubicBezTo>
                  <a:pt x="18371" y="75051"/>
                  <a:pt x="19078" y="71404"/>
                  <a:pt x="19919" y="67891"/>
                </a:cubicBezTo>
                <a:lnTo>
                  <a:pt x="21176" y="63268"/>
                </a:lnTo>
                <a:cubicBezTo>
                  <a:pt x="21457" y="62280"/>
                  <a:pt x="21603" y="61158"/>
                  <a:pt x="21737" y="60036"/>
                </a:cubicBezTo>
                <a:cubicBezTo>
                  <a:pt x="22018" y="58779"/>
                  <a:pt x="22298" y="57657"/>
                  <a:pt x="22579" y="56254"/>
                </a:cubicBezTo>
                <a:cubicBezTo>
                  <a:pt x="22725" y="55547"/>
                  <a:pt x="22860" y="54706"/>
                  <a:pt x="23005" y="54010"/>
                </a:cubicBezTo>
                <a:cubicBezTo>
                  <a:pt x="23286" y="53022"/>
                  <a:pt x="23847" y="52327"/>
                  <a:pt x="24689" y="51766"/>
                </a:cubicBezTo>
                <a:cubicBezTo>
                  <a:pt x="25104" y="51339"/>
                  <a:pt x="25665" y="51205"/>
                  <a:pt x="26091" y="50643"/>
                </a:cubicBezTo>
                <a:cubicBezTo>
                  <a:pt x="26507" y="50217"/>
                  <a:pt x="26652" y="49241"/>
                  <a:pt x="26226" y="48814"/>
                </a:cubicBezTo>
                <a:lnTo>
                  <a:pt x="26226" y="48814"/>
                </a:lnTo>
                <a:cubicBezTo>
                  <a:pt x="25530" y="49241"/>
                  <a:pt x="24969" y="49656"/>
                  <a:pt x="24262" y="50082"/>
                </a:cubicBezTo>
                <a:cubicBezTo>
                  <a:pt x="24543" y="48814"/>
                  <a:pt x="24823" y="47692"/>
                  <a:pt x="25104" y="46570"/>
                </a:cubicBezTo>
                <a:cubicBezTo>
                  <a:pt x="25250" y="45874"/>
                  <a:pt x="25384" y="45313"/>
                  <a:pt x="25384" y="44752"/>
                </a:cubicBezTo>
                <a:cubicBezTo>
                  <a:pt x="25384" y="44045"/>
                  <a:pt x="25104" y="43349"/>
                  <a:pt x="24689" y="42923"/>
                </a:cubicBezTo>
                <a:lnTo>
                  <a:pt x="24262" y="42923"/>
                </a:lnTo>
                <a:cubicBezTo>
                  <a:pt x="24689" y="47277"/>
                  <a:pt x="21322" y="50082"/>
                  <a:pt x="20480" y="54010"/>
                </a:cubicBezTo>
                <a:cubicBezTo>
                  <a:pt x="20335" y="54852"/>
                  <a:pt x="20200" y="55828"/>
                  <a:pt x="19919" y="56670"/>
                </a:cubicBezTo>
                <a:cubicBezTo>
                  <a:pt x="19774" y="57096"/>
                  <a:pt x="19493" y="57511"/>
                  <a:pt x="19358" y="57938"/>
                </a:cubicBezTo>
                <a:cubicBezTo>
                  <a:pt x="19212" y="58633"/>
                  <a:pt x="19212" y="59340"/>
                  <a:pt x="19078" y="60036"/>
                </a:cubicBezTo>
                <a:cubicBezTo>
                  <a:pt x="18932" y="60597"/>
                  <a:pt x="18651" y="61158"/>
                  <a:pt x="18236" y="61719"/>
                </a:cubicBezTo>
                <a:cubicBezTo>
                  <a:pt x="18236" y="60743"/>
                  <a:pt x="18371" y="59756"/>
                  <a:pt x="18517" y="58779"/>
                </a:cubicBezTo>
                <a:cubicBezTo>
                  <a:pt x="18090" y="58218"/>
                  <a:pt x="18090" y="57657"/>
                  <a:pt x="18236" y="57096"/>
                </a:cubicBezTo>
                <a:cubicBezTo>
                  <a:pt x="18371" y="56670"/>
                  <a:pt x="18651" y="56254"/>
                  <a:pt x="18797" y="55828"/>
                </a:cubicBezTo>
                <a:cubicBezTo>
                  <a:pt x="19493" y="54706"/>
                  <a:pt x="19358" y="53303"/>
                  <a:pt x="19639" y="52046"/>
                </a:cubicBezTo>
                <a:cubicBezTo>
                  <a:pt x="20054" y="50643"/>
                  <a:pt x="20480" y="49241"/>
                  <a:pt x="20761" y="47838"/>
                </a:cubicBezTo>
                <a:cubicBezTo>
                  <a:pt x="20896" y="46155"/>
                  <a:pt x="20761" y="44472"/>
                  <a:pt x="21042" y="42788"/>
                </a:cubicBezTo>
                <a:cubicBezTo>
                  <a:pt x="21176" y="41801"/>
                  <a:pt x="21603" y="40959"/>
                  <a:pt x="22164" y="40263"/>
                </a:cubicBezTo>
                <a:cubicBezTo>
                  <a:pt x="22444" y="39983"/>
                  <a:pt x="22725" y="39837"/>
                  <a:pt x="23005" y="39556"/>
                </a:cubicBezTo>
                <a:cubicBezTo>
                  <a:pt x="23286" y="39276"/>
                  <a:pt x="23421" y="38861"/>
                  <a:pt x="23286" y="38434"/>
                </a:cubicBezTo>
                <a:cubicBezTo>
                  <a:pt x="22860" y="38434"/>
                  <a:pt x="22579" y="38715"/>
                  <a:pt x="22298" y="38995"/>
                </a:cubicBezTo>
                <a:cubicBezTo>
                  <a:pt x="22100" y="39194"/>
                  <a:pt x="21834" y="39392"/>
                  <a:pt x="21597" y="39392"/>
                </a:cubicBezTo>
                <a:cubicBezTo>
                  <a:pt x="21498" y="39392"/>
                  <a:pt x="21404" y="39358"/>
                  <a:pt x="21322" y="39276"/>
                </a:cubicBezTo>
                <a:cubicBezTo>
                  <a:pt x="21883" y="37873"/>
                  <a:pt x="22444" y="36470"/>
                  <a:pt x="22725" y="34933"/>
                </a:cubicBezTo>
                <a:cubicBezTo>
                  <a:pt x="23005" y="33665"/>
                  <a:pt x="24128" y="32823"/>
                  <a:pt x="25104" y="32262"/>
                </a:cubicBezTo>
                <a:cubicBezTo>
                  <a:pt x="25665" y="32128"/>
                  <a:pt x="26091" y="31847"/>
                  <a:pt x="26226" y="31286"/>
                </a:cubicBezTo>
                <a:cubicBezTo>
                  <a:pt x="26372" y="31140"/>
                  <a:pt x="26372" y="31006"/>
                  <a:pt x="26372" y="31006"/>
                </a:cubicBezTo>
                <a:cubicBezTo>
                  <a:pt x="26507" y="30725"/>
                  <a:pt x="26787" y="30860"/>
                  <a:pt x="26933" y="30725"/>
                </a:cubicBezTo>
                <a:cubicBezTo>
                  <a:pt x="27068" y="30579"/>
                  <a:pt x="27214" y="30299"/>
                  <a:pt x="27348" y="30164"/>
                </a:cubicBezTo>
                <a:cubicBezTo>
                  <a:pt x="27494" y="30164"/>
                  <a:pt x="27629" y="30018"/>
                  <a:pt x="27775" y="30018"/>
                </a:cubicBezTo>
                <a:cubicBezTo>
                  <a:pt x="28470" y="29883"/>
                  <a:pt x="29031" y="29737"/>
                  <a:pt x="29593" y="29322"/>
                </a:cubicBezTo>
                <a:cubicBezTo>
                  <a:pt x="29312" y="29322"/>
                  <a:pt x="29177" y="29042"/>
                  <a:pt x="29031" y="28896"/>
                </a:cubicBezTo>
                <a:lnTo>
                  <a:pt x="28616" y="28896"/>
                </a:lnTo>
                <a:cubicBezTo>
                  <a:pt x="27629" y="29176"/>
                  <a:pt x="26787" y="29457"/>
                  <a:pt x="25945" y="30164"/>
                </a:cubicBezTo>
                <a:cubicBezTo>
                  <a:pt x="25811" y="30299"/>
                  <a:pt x="25530" y="30444"/>
                  <a:pt x="25250" y="30579"/>
                </a:cubicBezTo>
                <a:cubicBezTo>
                  <a:pt x="25104" y="30725"/>
                  <a:pt x="24823" y="30725"/>
                  <a:pt x="24543" y="30860"/>
                </a:cubicBezTo>
                <a:cubicBezTo>
                  <a:pt x="24408" y="31006"/>
                  <a:pt x="24128" y="31140"/>
                  <a:pt x="23982" y="31286"/>
                </a:cubicBezTo>
                <a:cubicBezTo>
                  <a:pt x="23887" y="31381"/>
                  <a:pt x="23719" y="31481"/>
                  <a:pt x="23531" y="31481"/>
                </a:cubicBezTo>
                <a:cubicBezTo>
                  <a:pt x="23452" y="31481"/>
                  <a:pt x="23369" y="31464"/>
                  <a:pt x="23286" y="31421"/>
                </a:cubicBezTo>
                <a:cubicBezTo>
                  <a:pt x="23286" y="30725"/>
                  <a:pt x="23421" y="30299"/>
                  <a:pt x="23566" y="29603"/>
                </a:cubicBezTo>
                <a:cubicBezTo>
                  <a:pt x="23701" y="29042"/>
                  <a:pt x="23566" y="28200"/>
                  <a:pt x="23847" y="27639"/>
                </a:cubicBezTo>
                <a:lnTo>
                  <a:pt x="24262" y="27213"/>
                </a:lnTo>
                <a:cubicBezTo>
                  <a:pt x="24543" y="26932"/>
                  <a:pt x="24543" y="26652"/>
                  <a:pt x="24408" y="26517"/>
                </a:cubicBezTo>
                <a:cubicBezTo>
                  <a:pt x="24408" y="26371"/>
                  <a:pt x="24128" y="26236"/>
                  <a:pt x="23982" y="26090"/>
                </a:cubicBezTo>
                <a:lnTo>
                  <a:pt x="23982" y="25810"/>
                </a:lnTo>
                <a:cubicBezTo>
                  <a:pt x="23566" y="23566"/>
                  <a:pt x="23847" y="21321"/>
                  <a:pt x="24408" y="19357"/>
                </a:cubicBezTo>
                <a:cubicBezTo>
                  <a:pt x="24689" y="18381"/>
                  <a:pt x="25104" y="17259"/>
                  <a:pt x="24823" y="16271"/>
                </a:cubicBezTo>
                <a:lnTo>
                  <a:pt x="24823" y="16271"/>
                </a:lnTo>
                <a:cubicBezTo>
                  <a:pt x="23982" y="17540"/>
                  <a:pt x="23421" y="19077"/>
                  <a:pt x="23140" y="20480"/>
                </a:cubicBezTo>
                <a:cubicBezTo>
                  <a:pt x="23005" y="21321"/>
                  <a:pt x="23005" y="22028"/>
                  <a:pt x="23005" y="22724"/>
                </a:cubicBezTo>
                <a:cubicBezTo>
                  <a:pt x="22860" y="23992"/>
                  <a:pt x="22725" y="25114"/>
                  <a:pt x="22579" y="26236"/>
                </a:cubicBezTo>
                <a:cubicBezTo>
                  <a:pt x="22444" y="27078"/>
                  <a:pt x="22444" y="27920"/>
                  <a:pt x="22298" y="28615"/>
                </a:cubicBezTo>
                <a:cubicBezTo>
                  <a:pt x="22164" y="29322"/>
                  <a:pt x="22164" y="30018"/>
                  <a:pt x="22018" y="30579"/>
                </a:cubicBezTo>
                <a:cubicBezTo>
                  <a:pt x="21603" y="32408"/>
                  <a:pt x="20615" y="34091"/>
                  <a:pt x="19919" y="35775"/>
                </a:cubicBezTo>
                <a:cubicBezTo>
                  <a:pt x="19078" y="37458"/>
                  <a:pt x="18797" y="38995"/>
                  <a:pt x="18517" y="40959"/>
                </a:cubicBezTo>
                <a:cubicBezTo>
                  <a:pt x="18517" y="42081"/>
                  <a:pt x="18517" y="43765"/>
                  <a:pt x="17810" y="44887"/>
                </a:cubicBezTo>
                <a:cubicBezTo>
                  <a:pt x="17529" y="45313"/>
                  <a:pt x="17114" y="45728"/>
                  <a:pt x="17114" y="46289"/>
                </a:cubicBezTo>
                <a:lnTo>
                  <a:pt x="17114" y="46996"/>
                </a:lnTo>
                <a:cubicBezTo>
                  <a:pt x="17249" y="47973"/>
                  <a:pt x="16688" y="48960"/>
                  <a:pt x="16688" y="50082"/>
                </a:cubicBezTo>
                <a:lnTo>
                  <a:pt x="16688" y="51205"/>
                </a:lnTo>
                <a:cubicBezTo>
                  <a:pt x="16688" y="51485"/>
                  <a:pt x="16688" y="51766"/>
                  <a:pt x="16553" y="52181"/>
                </a:cubicBezTo>
                <a:cubicBezTo>
                  <a:pt x="16272" y="52181"/>
                  <a:pt x="15992" y="51900"/>
                  <a:pt x="15846" y="51620"/>
                </a:cubicBezTo>
                <a:lnTo>
                  <a:pt x="15846" y="50643"/>
                </a:lnTo>
                <a:cubicBezTo>
                  <a:pt x="15846" y="50082"/>
                  <a:pt x="15565" y="49375"/>
                  <a:pt x="15285" y="48814"/>
                </a:cubicBezTo>
                <a:cubicBezTo>
                  <a:pt x="14870" y="47277"/>
                  <a:pt x="15004" y="45874"/>
                  <a:pt x="15004" y="44472"/>
                </a:cubicBezTo>
                <a:cubicBezTo>
                  <a:pt x="15004" y="42788"/>
                  <a:pt x="14870" y="41105"/>
                  <a:pt x="14870" y="39422"/>
                </a:cubicBezTo>
                <a:cubicBezTo>
                  <a:pt x="15004" y="36190"/>
                  <a:pt x="15431" y="32823"/>
                  <a:pt x="14589" y="29603"/>
                </a:cubicBezTo>
                <a:cubicBezTo>
                  <a:pt x="13882" y="26932"/>
                  <a:pt x="12345" y="24968"/>
                  <a:pt x="11638" y="22443"/>
                </a:cubicBezTo>
                <a:cubicBezTo>
                  <a:pt x="11503" y="21321"/>
                  <a:pt x="11223" y="20345"/>
                  <a:pt x="11077" y="19357"/>
                </a:cubicBezTo>
                <a:cubicBezTo>
                  <a:pt x="10796" y="16978"/>
                  <a:pt x="10661" y="14734"/>
                  <a:pt x="10661" y="12344"/>
                </a:cubicBezTo>
                <a:cubicBezTo>
                  <a:pt x="10796" y="11648"/>
                  <a:pt x="10796" y="10941"/>
                  <a:pt x="11077" y="10380"/>
                </a:cubicBezTo>
                <a:cubicBezTo>
                  <a:pt x="11357" y="10100"/>
                  <a:pt x="11638" y="9819"/>
                  <a:pt x="11784" y="9538"/>
                </a:cubicBezTo>
                <a:cubicBezTo>
                  <a:pt x="11918" y="9123"/>
                  <a:pt x="12064" y="8697"/>
                  <a:pt x="11784" y="8416"/>
                </a:cubicBezTo>
                <a:cubicBezTo>
                  <a:pt x="11357" y="8562"/>
                  <a:pt x="11077" y="8843"/>
                  <a:pt x="10796" y="9258"/>
                </a:cubicBezTo>
                <a:cubicBezTo>
                  <a:pt x="10100" y="9123"/>
                  <a:pt x="9539" y="8282"/>
                  <a:pt x="9393" y="7440"/>
                </a:cubicBezTo>
                <a:cubicBezTo>
                  <a:pt x="9259" y="6733"/>
                  <a:pt x="9259" y="5891"/>
                  <a:pt x="9259" y="5050"/>
                </a:cubicBezTo>
                <a:cubicBezTo>
                  <a:pt x="9259" y="3512"/>
                  <a:pt x="8832" y="1964"/>
                  <a:pt x="8271" y="707"/>
                </a:cubicBezTo>
                <a:cubicBezTo>
                  <a:pt x="8137" y="3367"/>
                  <a:pt x="8137" y="6037"/>
                  <a:pt x="7991" y="8697"/>
                </a:cubicBezTo>
                <a:cubicBezTo>
                  <a:pt x="7991" y="9258"/>
                  <a:pt x="7991" y="9819"/>
                  <a:pt x="8137" y="10380"/>
                </a:cubicBezTo>
                <a:cubicBezTo>
                  <a:pt x="8271" y="10661"/>
                  <a:pt x="8552" y="11087"/>
                  <a:pt x="8698" y="11368"/>
                </a:cubicBezTo>
                <a:cubicBezTo>
                  <a:pt x="9259" y="12770"/>
                  <a:pt x="9113" y="14454"/>
                  <a:pt x="8832" y="16137"/>
                </a:cubicBezTo>
                <a:cubicBezTo>
                  <a:pt x="7295" y="13612"/>
                  <a:pt x="5612" y="11368"/>
                  <a:pt x="4344" y="8977"/>
                </a:cubicBezTo>
                <a:cubicBezTo>
                  <a:pt x="2941" y="6172"/>
                  <a:pt x="1819" y="3086"/>
                  <a:pt x="977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9"/>
          <p:cNvSpPr/>
          <p:nvPr/>
        </p:nvSpPr>
        <p:spPr>
          <a:xfrm flipH="1">
            <a:off x="861666" y="3628716"/>
            <a:ext cx="413284" cy="1408554"/>
          </a:xfrm>
          <a:custGeom>
            <a:avLst/>
            <a:gdLst/>
            <a:ahLst/>
            <a:cxnLst/>
            <a:rect l="l" t="t" r="r" b="b"/>
            <a:pathLst>
              <a:path w="29738" h="89774" extrusionOk="0">
                <a:moveTo>
                  <a:pt x="16552" y="0"/>
                </a:moveTo>
                <a:cubicBezTo>
                  <a:pt x="16552" y="842"/>
                  <a:pt x="16552" y="1818"/>
                  <a:pt x="16698" y="2660"/>
                </a:cubicBezTo>
                <a:cubicBezTo>
                  <a:pt x="16698" y="3647"/>
                  <a:pt x="16979" y="4624"/>
                  <a:pt x="16979" y="5611"/>
                </a:cubicBezTo>
                <a:cubicBezTo>
                  <a:pt x="16833" y="6172"/>
                  <a:pt x="16833" y="6733"/>
                  <a:pt x="16698" y="7429"/>
                </a:cubicBezTo>
                <a:lnTo>
                  <a:pt x="16698" y="8832"/>
                </a:lnTo>
                <a:cubicBezTo>
                  <a:pt x="16552" y="9258"/>
                  <a:pt x="16552" y="9819"/>
                  <a:pt x="16418" y="10235"/>
                </a:cubicBezTo>
                <a:cubicBezTo>
                  <a:pt x="16418" y="10235"/>
                  <a:pt x="16418" y="10380"/>
                  <a:pt x="16272" y="10380"/>
                </a:cubicBezTo>
                <a:cubicBezTo>
                  <a:pt x="16137" y="10796"/>
                  <a:pt x="16137" y="11076"/>
                  <a:pt x="16137" y="11503"/>
                </a:cubicBezTo>
                <a:cubicBezTo>
                  <a:pt x="16272" y="11918"/>
                  <a:pt x="16418" y="12198"/>
                  <a:pt x="16418" y="12625"/>
                </a:cubicBezTo>
                <a:cubicBezTo>
                  <a:pt x="16552" y="13040"/>
                  <a:pt x="16418" y="13466"/>
                  <a:pt x="16272" y="13747"/>
                </a:cubicBezTo>
                <a:cubicBezTo>
                  <a:pt x="16137" y="15004"/>
                  <a:pt x="16272" y="16552"/>
                  <a:pt x="15576" y="17529"/>
                </a:cubicBezTo>
                <a:cubicBezTo>
                  <a:pt x="14588" y="16406"/>
                  <a:pt x="14027" y="15150"/>
                  <a:pt x="13612" y="13601"/>
                </a:cubicBezTo>
                <a:cubicBezTo>
                  <a:pt x="13612" y="13321"/>
                  <a:pt x="13466" y="13186"/>
                  <a:pt x="13466" y="12905"/>
                </a:cubicBezTo>
                <a:lnTo>
                  <a:pt x="13893" y="11637"/>
                </a:lnTo>
                <a:cubicBezTo>
                  <a:pt x="14308" y="10661"/>
                  <a:pt x="14308" y="9539"/>
                  <a:pt x="14027" y="8551"/>
                </a:cubicBezTo>
                <a:cubicBezTo>
                  <a:pt x="13893" y="8551"/>
                  <a:pt x="13747" y="8697"/>
                  <a:pt x="13747" y="8978"/>
                </a:cubicBezTo>
                <a:cubicBezTo>
                  <a:pt x="13612" y="9258"/>
                  <a:pt x="13747" y="9393"/>
                  <a:pt x="13612" y="9673"/>
                </a:cubicBezTo>
                <a:cubicBezTo>
                  <a:pt x="13612" y="9954"/>
                  <a:pt x="13466" y="10100"/>
                  <a:pt x="13332" y="10380"/>
                </a:cubicBezTo>
                <a:cubicBezTo>
                  <a:pt x="13051" y="10796"/>
                  <a:pt x="12905" y="11503"/>
                  <a:pt x="12771" y="12198"/>
                </a:cubicBezTo>
                <a:cubicBezTo>
                  <a:pt x="12490" y="11918"/>
                  <a:pt x="12344" y="11637"/>
                  <a:pt x="12064" y="11357"/>
                </a:cubicBezTo>
                <a:cubicBezTo>
                  <a:pt x="12064" y="11357"/>
                  <a:pt x="11929" y="11222"/>
                  <a:pt x="11929" y="11076"/>
                </a:cubicBezTo>
                <a:cubicBezTo>
                  <a:pt x="11783" y="10942"/>
                  <a:pt x="11783" y="10661"/>
                  <a:pt x="11783" y="10380"/>
                </a:cubicBezTo>
                <a:cubicBezTo>
                  <a:pt x="11503" y="10100"/>
                  <a:pt x="11368" y="9819"/>
                  <a:pt x="11222" y="9393"/>
                </a:cubicBezTo>
                <a:cubicBezTo>
                  <a:pt x="11222" y="9258"/>
                  <a:pt x="11222" y="8978"/>
                  <a:pt x="11087" y="8832"/>
                </a:cubicBezTo>
                <a:lnTo>
                  <a:pt x="10807" y="8551"/>
                </a:lnTo>
                <a:cubicBezTo>
                  <a:pt x="10661" y="8551"/>
                  <a:pt x="10526" y="8417"/>
                  <a:pt x="10380" y="8417"/>
                </a:cubicBezTo>
                <a:cubicBezTo>
                  <a:pt x="10246" y="8271"/>
                  <a:pt x="10100" y="8136"/>
                  <a:pt x="9965" y="8136"/>
                </a:cubicBezTo>
                <a:cubicBezTo>
                  <a:pt x="10100" y="8697"/>
                  <a:pt x="10100" y="9258"/>
                  <a:pt x="10246" y="9673"/>
                </a:cubicBezTo>
                <a:cubicBezTo>
                  <a:pt x="10380" y="10235"/>
                  <a:pt x="10661" y="10661"/>
                  <a:pt x="10941" y="11222"/>
                </a:cubicBezTo>
                <a:cubicBezTo>
                  <a:pt x="10941" y="11503"/>
                  <a:pt x="11087" y="11783"/>
                  <a:pt x="11222" y="12064"/>
                </a:cubicBezTo>
                <a:cubicBezTo>
                  <a:pt x="11503" y="12344"/>
                  <a:pt x="11648" y="12625"/>
                  <a:pt x="11783" y="12905"/>
                </a:cubicBezTo>
                <a:cubicBezTo>
                  <a:pt x="12490" y="14027"/>
                  <a:pt x="12905" y="15430"/>
                  <a:pt x="13186" y="16833"/>
                </a:cubicBezTo>
                <a:cubicBezTo>
                  <a:pt x="13332" y="17248"/>
                  <a:pt x="13332" y="17675"/>
                  <a:pt x="13612" y="18090"/>
                </a:cubicBezTo>
                <a:cubicBezTo>
                  <a:pt x="13747" y="18516"/>
                  <a:pt x="14027" y="18931"/>
                  <a:pt x="14173" y="19358"/>
                </a:cubicBezTo>
                <a:cubicBezTo>
                  <a:pt x="14308" y="19773"/>
                  <a:pt x="14454" y="20334"/>
                  <a:pt x="14588" y="20761"/>
                </a:cubicBezTo>
                <a:cubicBezTo>
                  <a:pt x="14734" y="21737"/>
                  <a:pt x="15295" y="22578"/>
                  <a:pt x="15711" y="23566"/>
                </a:cubicBezTo>
                <a:cubicBezTo>
                  <a:pt x="16418" y="25249"/>
                  <a:pt x="16272" y="27213"/>
                  <a:pt x="15991" y="29177"/>
                </a:cubicBezTo>
                <a:cubicBezTo>
                  <a:pt x="15857" y="30153"/>
                  <a:pt x="15857" y="30995"/>
                  <a:pt x="15576" y="31982"/>
                </a:cubicBezTo>
                <a:cubicBezTo>
                  <a:pt x="15150" y="30995"/>
                  <a:pt x="14173" y="30434"/>
                  <a:pt x="13893" y="29311"/>
                </a:cubicBezTo>
                <a:cubicBezTo>
                  <a:pt x="13893" y="29177"/>
                  <a:pt x="13893" y="28896"/>
                  <a:pt x="13747" y="28750"/>
                </a:cubicBezTo>
                <a:cubicBezTo>
                  <a:pt x="13747" y="28616"/>
                  <a:pt x="13612" y="28616"/>
                  <a:pt x="13466" y="28470"/>
                </a:cubicBezTo>
                <a:lnTo>
                  <a:pt x="12625" y="28055"/>
                </a:lnTo>
                <a:lnTo>
                  <a:pt x="12625" y="28055"/>
                </a:lnTo>
                <a:cubicBezTo>
                  <a:pt x="12490" y="28335"/>
                  <a:pt x="12625" y="28616"/>
                  <a:pt x="12771" y="28750"/>
                </a:cubicBezTo>
                <a:cubicBezTo>
                  <a:pt x="12905" y="29031"/>
                  <a:pt x="13051" y="29177"/>
                  <a:pt x="13186" y="29311"/>
                </a:cubicBezTo>
                <a:cubicBezTo>
                  <a:pt x="13612" y="30018"/>
                  <a:pt x="13612" y="30995"/>
                  <a:pt x="14027" y="31702"/>
                </a:cubicBezTo>
                <a:cubicBezTo>
                  <a:pt x="14173" y="32117"/>
                  <a:pt x="14308" y="32263"/>
                  <a:pt x="14454" y="32543"/>
                </a:cubicBezTo>
                <a:cubicBezTo>
                  <a:pt x="15015" y="33665"/>
                  <a:pt x="15015" y="35068"/>
                  <a:pt x="15430" y="36190"/>
                </a:cubicBezTo>
                <a:lnTo>
                  <a:pt x="15857" y="37447"/>
                </a:lnTo>
                <a:cubicBezTo>
                  <a:pt x="15991" y="38008"/>
                  <a:pt x="15991" y="38569"/>
                  <a:pt x="15991" y="39276"/>
                </a:cubicBezTo>
                <a:cubicBezTo>
                  <a:pt x="15991" y="40253"/>
                  <a:pt x="15991" y="41375"/>
                  <a:pt x="15857" y="42497"/>
                </a:cubicBezTo>
                <a:cubicBezTo>
                  <a:pt x="15857" y="43339"/>
                  <a:pt x="15576" y="44046"/>
                  <a:pt x="15430" y="44887"/>
                </a:cubicBezTo>
                <a:cubicBezTo>
                  <a:pt x="15295" y="46425"/>
                  <a:pt x="15015" y="47827"/>
                  <a:pt x="14869" y="49230"/>
                </a:cubicBezTo>
                <a:cubicBezTo>
                  <a:pt x="14734" y="50633"/>
                  <a:pt x="14869" y="52181"/>
                  <a:pt x="14588" y="53584"/>
                </a:cubicBezTo>
                <a:cubicBezTo>
                  <a:pt x="14308" y="55682"/>
                  <a:pt x="14173" y="57792"/>
                  <a:pt x="14308" y="59891"/>
                </a:cubicBezTo>
                <a:cubicBezTo>
                  <a:pt x="14308" y="60452"/>
                  <a:pt x="14173" y="61013"/>
                  <a:pt x="13893" y="61293"/>
                </a:cubicBezTo>
                <a:cubicBezTo>
                  <a:pt x="13747" y="60878"/>
                  <a:pt x="13466" y="60598"/>
                  <a:pt x="13466" y="60036"/>
                </a:cubicBezTo>
                <a:cubicBezTo>
                  <a:pt x="13466" y="59891"/>
                  <a:pt x="13466" y="59756"/>
                  <a:pt x="13332" y="59610"/>
                </a:cubicBezTo>
                <a:cubicBezTo>
                  <a:pt x="13332" y="59404"/>
                  <a:pt x="13253" y="59277"/>
                  <a:pt x="13158" y="59277"/>
                </a:cubicBezTo>
                <a:cubicBezTo>
                  <a:pt x="13124" y="59277"/>
                  <a:pt x="13087" y="59294"/>
                  <a:pt x="13051" y="59329"/>
                </a:cubicBezTo>
                <a:lnTo>
                  <a:pt x="13051" y="59475"/>
                </a:lnTo>
                <a:cubicBezTo>
                  <a:pt x="12905" y="59891"/>
                  <a:pt x="12905" y="60452"/>
                  <a:pt x="13051" y="60878"/>
                </a:cubicBezTo>
                <a:cubicBezTo>
                  <a:pt x="13051" y="61013"/>
                  <a:pt x="13186" y="61159"/>
                  <a:pt x="13186" y="61439"/>
                </a:cubicBezTo>
                <a:lnTo>
                  <a:pt x="13186" y="61854"/>
                </a:lnTo>
                <a:cubicBezTo>
                  <a:pt x="13186" y="62561"/>
                  <a:pt x="13186" y="63122"/>
                  <a:pt x="13332" y="63818"/>
                </a:cubicBezTo>
                <a:cubicBezTo>
                  <a:pt x="13332" y="64379"/>
                  <a:pt x="13466" y="65086"/>
                  <a:pt x="13186" y="65647"/>
                </a:cubicBezTo>
                <a:lnTo>
                  <a:pt x="12771" y="64806"/>
                </a:lnTo>
                <a:cubicBezTo>
                  <a:pt x="12490" y="64099"/>
                  <a:pt x="12209" y="63403"/>
                  <a:pt x="12064" y="62696"/>
                </a:cubicBezTo>
                <a:cubicBezTo>
                  <a:pt x="11783" y="61854"/>
                  <a:pt x="11783" y="61159"/>
                  <a:pt x="11368" y="60452"/>
                </a:cubicBezTo>
                <a:cubicBezTo>
                  <a:pt x="11222" y="60317"/>
                  <a:pt x="11087" y="60036"/>
                  <a:pt x="11087" y="59756"/>
                </a:cubicBezTo>
                <a:cubicBezTo>
                  <a:pt x="10941" y="59475"/>
                  <a:pt x="10941" y="59049"/>
                  <a:pt x="10941" y="58768"/>
                </a:cubicBezTo>
                <a:cubicBezTo>
                  <a:pt x="10941" y="58488"/>
                  <a:pt x="10807" y="58073"/>
                  <a:pt x="10661" y="57792"/>
                </a:cubicBezTo>
                <a:cubicBezTo>
                  <a:pt x="10246" y="56670"/>
                  <a:pt x="9819" y="55402"/>
                  <a:pt x="9404" y="54145"/>
                </a:cubicBezTo>
                <a:cubicBezTo>
                  <a:pt x="8978" y="53023"/>
                  <a:pt x="9404" y="52035"/>
                  <a:pt x="9258" y="50913"/>
                </a:cubicBezTo>
                <a:lnTo>
                  <a:pt x="8843" y="49656"/>
                </a:lnTo>
                <a:lnTo>
                  <a:pt x="8697" y="49656"/>
                </a:lnTo>
                <a:cubicBezTo>
                  <a:pt x="8697" y="50352"/>
                  <a:pt x="8697" y="51059"/>
                  <a:pt x="8562" y="51755"/>
                </a:cubicBezTo>
                <a:cubicBezTo>
                  <a:pt x="8282" y="51340"/>
                  <a:pt x="8136" y="50779"/>
                  <a:pt x="8001" y="50217"/>
                </a:cubicBezTo>
                <a:cubicBezTo>
                  <a:pt x="7721" y="48669"/>
                  <a:pt x="7721" y="47131"/>
                  <a:pt x="7855" y="45583"/>
                </a:cubicBezTo>
                <a:cubicBezTo>
                  <a:pt x="7855" y="44887"/>
                  <a:pt x="8001" y="44326"/>
                  <a:pt x="8136" y="43765"/>
                </a:cubicBezTo>
                <a:cubicBezTo>
                  <a:pt x="8282" y="43204"/>
                  <a:pt x="8562" y="42643"/>
                  <a:pt x="8978" y="42497"/>
                </a:cubicBezTo>
                <a:cubicBezTo>
                  <a:pt x="9258" y="42362"/>
                  <a:pt x="9404" y="42362"/>
                  <a:pt x="9539" y="42216"/>
                </a:cubicBezTo>
                <a:cubicBezTo>
                  <a:pt x="9819" y="41936"/>
                  <a:pt x="10100" y="41375"/>
                  <a:pt x="10380" y="41240"/>
                </a:cubicBezTo>
                <a:lnTo>
                  <a:pt x="10380" y="40814"/>
                </a:lnTo>
                <a:cubicBezTo>
                  <a:pt x="10246" y="40814"/>
                  <a:pt x="9965" y="40814"/>
                  <a:pt x="9819" y="40960"/>
                </a:cubicBezTo>
                <a:cubicBezTo>
                  <a:pt x="9685" y="41094"/>
                  <a:pt x="9539" y="41240"/>
                  <a:pt x="9404" y="41240"/>
                </a:cubicBezTo>
                <a:cubicBezTo>
                  <a:pt x="8978" y="41655"/>
                  <a:pt x="8562" y="41801"/>
                  <a:pt x="8136" y="41936"/>
                </a:cubicBezTo>
                <a:lnTo>
                  <a:pt x="8001" y="41936"/>
                </a:lnTo>
                <a:cubicBezTo>
                  <a:pt x="7855" y="41801"/>
                  <a:pt x="7855" y="41655"/>
                  <a:pt x="7855" y="41375"/>
                </a:cubicBezTo>
                <a:cubicBezTo>
                  <a:pt x="7855" y="40679"/>
                  <a:pt x="7855" y="39837"/>
                  <a:pt x="7575" y="39276"/>
                </a:cubicBezTo>
                <a:cubicBezTo>
                  <a:pt x="7294" y="38569"/>
                  <a:pt x="6733" y="38008"/>
                  <a:pt x="6879" y="37167"/>
                </a:cubicBezTo>
                <a:lnTo>
                  <a:pt x="6879" y="37167"/>
                </a:lnTo>
                <a:cubicBezTo>
                  <a:pt x="6599" y="37313"/>
                  <a:pt x="6599" y="37728"/>
                  <a:pt x="6599" y="38154"/>
                </a:cubicBezTo>
                <a:cubicBezTo>
                  <a:pt x="6879" y="39276"/>
                  <a:pt x="7160" y="40679"/>
                  <a:pt x="7014" y="41936"/>
                </a:cubicBezTo>
                <a:cubicBezTo>
                  <a:pt x="7014" y="43058"/>
                  <a:pt x="6599" y="44046"/>
                  <a:pt x="6599" y="45168"/>
                </a:cubicBezTo>
                <a:cubicBezTo>
                  <a:pt x="6599" y="46009"/>
                  <a:pt x="6733" y="46986"/>
                  <a:pt x="6453" y="47693"/>
                </a:cubicBezTo>
                <a:cubicBezTo>
                  <a:pt x="5757" y="46851"/>
                  <a:pt x="5196" y="45729"/>
                  <a:pt x="4635" y="44887"/>
                </a:cubicBezTo>
                <a:cubicBezTo>
                  <a:pt x="4074" y="43900"/>
                  <a:pt x="4208" y="42497"/>
                  <a:pt x="4354" y="41375"/>
                </a:cubicBezTo>
                <a:lnTo>
                  <a:pt x="4354" y="41375"/>
                </a:lnTo>
                <a:cubicBezTo>
                  <a:pt x="4074" y="41655"/>
                  <a:pt x="3793" y="42216"/>
                  <a:pt x="3647" y="42777"/>
                </a:cubicBezTo>
                <a:cubicBezTo>
                  <a:pt x="3513" y="43339"/>
                  <a:pt x="3647" y="43900"/>
                  <a:pt x="3647" y="44461"/>
                </a:cubicBezTo>
                <a:cubicBezTo>
                  <a:pt x="3086" y="43619"/>
                  <a:pt x="2671" y="42643"/>
                  <a:pt x="1964" y="42216"/>
                </a:cubicBezTo>
                <a:cubicBezTo>
                  <a:pt x="1684" y="42082"/>
                  <a:pt x="1403" y="42082"/>
                  <a:pt x="1268" y="41936"/>
                </a:cubicBezTo>
                <a:cubicBezTo>
                  <a:pt x="1122" y="41801"/>
                  <a:pt x="1122" y="41655"/>
                  <a:pt x="988" y="41521"/>
                </a:cubicBezTo>
                <a:cubicBezTo>
                  <a:pt x="707" y="41094"/>
                  <a:pt x="146" y="40960"/>
                  <a:pt x="0" y="40253"/>
                </a:cubicBezTo>
                <a:lnTo>
                  <a:pt x="0" y="40253"/>
                </a:lnTo>
                <a:cubicBezTo>
                  <a:pt x="146" y="40960"/>
                  <a:pt x="427" y="41655"/>
                  <a:pt x="842" y="42082"/>
                </a:cubicBezTo>
                <a:cubicBezTo>
                  <a:pt x="988" y="42362"/>
                  <a:pt x="1122" y="42497"/>
                  <a:pt x="1268" y="42643"/>
                </a:cubicBezTo>
                <a:cubicBezTo>
                  <a:pt x="1268" y="42923"/>
                  <a:pt x="1403" y="43204"/>
                  <a:pt x="1549" y="43339"/>
                </a:cubicBezTo>
                <a:cubicBezTo>
                  <a:pt x="1684" y="43484"/>
                  <a:pt x="1829" y="43484"/>
                  <a:pt x="1964" y="43484"/>
                </a:cubicBezTo>
                <a:cubicBezTo>
                  <a:pt x="2245" y="43619"/>
                  <a:pt x="2390" y="43900"/>
                  <a:pt x="2525" y="44326"/>
                </a:cubicBezTo>
                <a:cubicBezTo>
                  <a:pt x="3793" y="46290"/>
                  <a:pt x="4769" y="48669"/>
                  <a:pt x="5757" y="50913"/>
                </a:cubicBezTo>
                <a:cubicBezTo>
                  <a:pt x="6172" y="51620"/>
                  <a:pt x="6453" y="52316"/>
                  <a:pt x="6599" y="53023"/>
                </a:cubicBezTo>
                <a:cubicBezTo>
                  <a:pt x="6733" y="53719"/>
                  <a:pt x="6733" y="54280"/>
                  <a:pt x="7014" y="54987"/>
                </a:cubicBezTo>
                <a:cubicBezTo>
                  <a:pt x="7160" y="55402"/>
                  <a:pt x="7575" y="55828"/>
                  <a:pt x="7294" y="56243"/>
                </a:cubicBezTo>
                <a:cubicBezTo>
                  <a:pt x="6976" y="56029"/>
                  <a:pt x="6652" y="55735"/>
                  <a:pt x="6331" y="55735"/>
                </a:cubicBezTo>
                <a:cubicBezTo>
                  <a:pt x="6233" y="55735"/>
                  <a:pt x="6135" y="55763"/>
                  <a:pt x="6038" y="55828"/>
                </a:cubicBezTo>
                <a:cubicBezTo>
                  <a:pt x="6318" y="56524"/>
                  <a:pt x="6733" y="57231"/>
                  <a:pt x="7294" y="57646"/>
                </a:cubicBezTo>
                <a:cubicBezTo>
                  <a:pt x="7440" y="57927"/>
                  <a:pt x="7721" y="58073"/>
                  <a:pt x="7855" y="58207"/>
                </a:cubicBezTo>
                <a:cubicBezTo>
                  <a:pt x="8562" y="59049"/>
                  <a:pt x="8697" y="60171"/>
                  <a:pt x="8978" y="61293"/>
                </a:cubicBezTo>
                <a:cubicBezTo>
                  <a:pt x="8978" y="61434"/>
                  <a:pt x="9374" y="63130"/>
                  <a:pt x="9272" y="63130"/>
                </a:cubicBezTo>
                <a:cubicBezTo>
                  <a:pt x="9268" y="63130"/>
                  <a:pt x="9263" y="63127"/>
                  <a:pt x="9258" y="63122"/>
                </a:cubicBezTo>
                <a:cubicBezTo>
                  <a:pt x="8697" y="62842"/>
                  <a:pt x="8136" y="62415"/>
                  <a:pt x="7721" y="61854"/>
                </a:cubicBezTo>
                <a:cubicBezTo>
                  <a:pt x="7294" y="61439"/>
                  <a:pt x="7014" y="61013"/>
                  <a:pt x="7160" y="60452"/>
                </a:cubicBezTo>
                <a:cubicBezTo>
                  <a:pt x="6879" y="60171"/>
                  <a:pt x="6599" y="60036"/>
                  <a:pt x="6318" y="60036"/>
                </a:cubicBezTo>
                <a:lnTo>
                  <a:pt x="6318" y="60598"/>
                </a:lnTo>
                <a:cubicBezTo>
                  <a:pt x="5476" y="60452"/>
                  <a:pt x="5050" y="59329"/>
                  <a:pt x="4489" y="58634"/>
                </a:cubicBezTo>
                <a:cubicBezTo>
                  <a:pt x="4354" y="58488"/>
                  <a:pt x="4074" y="58353"/>
                  <a:pt x="3928" y="58207"/>
                </a:cubicBezTo>
                <a:cubicBezTo>
                  <a:pt x="3793" y="57792"/>
                  <a:pt x="3647" y="57366"/>
                  <a:pt x="3513" y="56805"/>
                </a:cubicBezTo>
                <a:cubicBezTo>
                  <a:pt x="3367" y="56389"/>
                  <a:pt x="3086" y="55963"/>
                  <a:pt x="2671" y="55828"/>
                </a:cubicBezTo>
                <a:lnTo>
                  <a:pt x="2671" y="55828"/>
                </a:lnTo>
                <a:cubicBezTo>
                  <a:pt x="2806" y="56524"/>
                  <a:pt x="2806" y="57085"/>
                  <a:pt x="2952" y="57646"/>
                </a:cubicBezTo>
                <a:cubicBezTo>
                  <a:pt x="2952" y="58353"/>
                  <a:pt x="3086" y="58768"/>
                  <a:pt x="2671" y="59049"/>
                </a:cubicBezTo>
                <a:cubicBezTo>
                  <a:pt x="2525" y="59195"/>
                  <a:pt x="2671" y="59610"/>
                  <a:pt x="2806" y="59610"/>
                </a:cubicBezTo>
                <a:cubicBezTo>
                  <a:pt x="3086" y="59756"/>
                  <a:pt x="3232" y="59756"/>
                  <a:pt x="3513" y="59756"/>
                </a:cubicBezTo>
                <a:cubicBezTo>
                  <a:pt x="4074" y="59891"/>
                  <a:pt x="4354" y="60732"/>
                  <a:pt x="4769" y="61159"/>
                </a:cubicBezTo>
                <a:cubicBezTo>
                  <a:pt x="5050" y="61293"/>
                  <a:pt x="5196" y="61439"/>
                  <a:pt x="5476" y="61574"/>
                </a:cubicBezTo>
                <a:cubicBezTo>
                  <a:pt x="5757" y="61720"/>
                  <a:pt x="5892" y="62000"/>
                  <a:pt x="6038" y="62281"/>
                </a:cubicBezTo>
                <a:cubicBezTo>
                  <a:pt x="6599" y="62977"/>
                  <a:pt x="7014" y="63683"/>
                  <a:pt x="7440" y="64379"/>
                </a:cubicBezTo>
                <a:cubicBezTo>
                  <a:pt x="7855" y="64940"/>
                  <a:pt x="8136" y="65501"/>
                  <a:pt x="8562" y="66062"/>
                </a:cubicBezTo>
                <a:cubicBezTo>
                  <a:pt x="9819" y="68172"/>
                  <a:pt x="10526" y="70697"/>
                  <a:pt x="10807" y="73357"/>
                </a:cubicBezTo>
                <a:cubicBezTo>
                  <a:pt x="10941" y="73783"/>
                  <a:pt x="10941" y="74198"/>
                  <a:pt x="11087" y="74625"/>
                </a:cubicBezTo>
                <a:cubicBezTo>
                  <a:pt x="11368" y="74905"/>
                  <a:pt x="11503" y="75040"/>
                  <a:pt x="11648" y="75320"/>
                </a:cubicBezTo>
                <a:cubicBezTo>
                  <a:pt x="11783" y="75601"/>
                  <a:pt x="11783" y="75881"/>
                  <a:pt x="11783" y="76162"/>
                </a:cubicBezTo>
                <a:cubicBezTo>
                  <a:pt x="11929" y="77711"/>
                  <a:pt x="12209" y="79394"/>
                  <a:pt x="12344" y="80931"/>
                </a:cubicBezTo>
                <a:cubicBezTo>
                  <a:pt x="12771" y="83176"/>
                  <a:pt x="13051" y="85285"/>
                  <a:pt x="13332" y="87530"/>
                </a:cubicBezTo>
                <a:cubicBezTo>
                  <a:pt x="13466" y="88091"/>
                  <a:pt x="15576" y="88506"/>
                  <a:pt x="15991" y="88652"/>
                </a:cubicBezTo>
                <a:cubicBezTo>
                  <a:pt x="16979" y="89067"/>
                  <a:pt x="17955" y="89213"/>
                  <a:pt x="18797" y="89347"/>
                </a:cubicBezTo>
                <a:cubicBezTo>
                  <a:pt x="19638" y="89493"/>
                  <a:pt x="20345" y="89774"/>
                  <a:pt x="21041" y="89774"/>
                </a:cubicBezTo>
                <a:cubicBezTo>
                  <a:pt x="22028" y="89774"/>
                  <a:pt x="23005" y="89628"/>
                  <a:pt x="23992" y="89493"/>
                </a:cubicBezTo>
                <a:cubicBezTo>
                  <a:pt x="24127" y="87384"/>
                  <a:pt x="23712" y="85285"/>
                  <a:pt x="23566" y="83041"/>
                </a:cubicBezTo>
                <a:cubicBezTo>
                  <a:pt x="23431" y="81919"/>
                  <a:pt x="23431" y="80797"/>
                  <a:pt x="23431" y="79674"/>
                </a:cubicBezTo>
                <a:cubicBezTo>
                  <a:pt x="23285" y="77565"/>
                  <a:pt x="23151" y="75601"/>
                  <a:pt x="23151" y="73502"/>
                </a:cubicBezTo>
                <a:cubicBezTo>
                  <a:pt x="23005" y="72234"/>
                  <a:pt x="23005" y="70832"/>
                  <a:pt x="23151" y="69575"/>
                </a:cubicBezTo>
                <a:cubicBezTo>
                  <a:pt x="23285" y="66624"/>
                  <a:pt x="23992" y="63818"/>
                  <a:pt x="24127" y="60878"/>
                </a:cubicBezTo>
                <a:cubicBezTo>
                  <a:pt x="24273" y="59891"/>
                  <a:pt x="24273" y="58768"/>
                  <a:pt x="24969" y="58073"/>
                </a:cubicBezTo>
                <a:cubicBezTo>
                  <a:pt x="25249" y="57792"/>
                  <a:pt x="25676" y="57646"/>
                  <a:pt x="25956" y="57366"/>
                </a:cubicBezTo>
                <a:cubicBezTo>
                  <a:pt x="26371" y="57085"/>
                  <a:pt x="26517" y="56389"/>
                  <a:pt x="26237" y="56109"/>
                </a:cubicBezTo>
                <a:cubicBezTo>
                  <a:pt x="26156" y="56081"/>
                  <a:pt x="26071" y="56069"/>
                  <a:pt x="25983" y="56069"/>
                </a:cubicBezTo>
                <a:cubicBezTo>
                  <a:pt x="25608" y="56069"/>
                  <a:pt x="25196" y="56296"/>
                  <a:pt x="24969" y="56524"/>
                </a:cubicBezTo>
                <a:cubicBezTo>
                  <a:pt x="24770" y="56722"/>
                  <a:pt x="24572" y="56921"/>
                  <a:pt x="24373" y="56921"/>
                </a:cubicBezTo>
                <a:cubicBezTo>
                  <a:pt x="24291" y="56921"/>
                  <a:pt x="24209" y="56887"/>
                  <a:pt x="24127" y="56805"/>
                </a:cubicBezTo>
                <a:cubicBezTo>
                  <a:pt x="24553" y="54841"/>
                  <a:pt x="24553" y="52742"/>
                  <a:pt x="24407" y="50779"/>
                </a:cubicBezTo>
                <a:lnTo>
                  <a:pt x="24127" y="50779"/>
                </a:lnTo>
                <a:cubicBezTo>
                  <a:pt x="24127" y="51901"/>
                  <a:pt x="23566" y="52877"/>
                  <a:pt x="23431" y="53999"/>
                </a:cubicBezTo>
                <a:cubicBezTo>
                  <a:pt x="22724" y="56524"/>
                  <a:pt x="23285" y="59475"/>
                  <a:pt x="22590" y="62000"/>
                </a:cubicBezTo>
                <a:cubicBezTo>
                  <a:pt x="22444" y="62281"/>
                  <a:pt x="22309" y="62415"/>
                  <a:pt x="22163" y="62561"/>
                </a:cubicBezTo>
                <a:cubicBezTo>
                  <a:pt x="21883" y="62561"/>
                  <a:pt x="21748" y="62135"/>
                  <a:pt x="21748" y="61854"/>
                </a:cubicBezTo>
                <a:cubicBezTo>
                  <a:pt x="21041" y="57927"/>
                  <a:pt x="21187" y="53719"/>
                  <a:pt x="21187" y="49791"/>
                </a:cubicBezTo>
                <a:lnTo>
                  <a:pt x="21187" y="47973"/>
                </a:lnTo>
                <a:cubicBezTo>
                  <a:pt x="21467" y="47266"/>
                  <a:pt x="21748" y="46570"/>
                  <a:pt x="21883" y="45863"/>
                </a:cubicBezTo>
                <a:cubicBezTo>
                  <a:pt x="22028" y="45022"/>
                  <a:pt x="22028" y="43900"/>
                  <a:pt x="22444" y="43204"/>
                </a:cubicBezTo>
                <a:cubicBezTo>
                  <a:pt x="22590" y="42923"/>
                  <a:pt x="22870" y="42643"/>
                  <a:pt x="23151" y="42362"/>
                </a:cubicBezTo>
                <a:cubicBezTo>
                  <a:pt x="23285" y="42082"/>
                  <a:pt x="23566" y="41655"/>
                  <a:pt x="23431" y="41240"/>
                </a:cubicBezTo>
                <a:cubicBezTo>
                  <a:pt x="23431" y="41094"/>
                  <a:pt x="23285" y="40960"/>
                  <a:pt x="23151" y="40679"/>
                </a:cubicBezTo>
                <a:cubicBezTo>
                  <a:pt x="23005" y="40253"/>
                  <a:pt x="23005" y="39557"/>
                  <a:pt x="23285" y="39130"/>
                </a:cubicBezTo>
                <a:cubicBezTo>
                  <a:pt x="23566" y="38850"/>
                  <a:pt x="23846" y="38569"/>
                  <a:pt x="23566" y="38289"/>
                </a:cubicBezTo>
                <a:cubicBezTo>
                  <a:pt x="23550" y="38273"/>
                  <a:pt x="23530" y="38266"/>
                  <a:pt x="23505" y="38266"/>
                </a:cubicBezTo>
                <a:cubicBezTo>
                  <a:pt x="23073" y="38266"/>
                  <a:pt x="21306" y="40414"/>
                  <a:pt x="21041" y="40679"/>
                </a:cubicBezTo>
                <a:lnTo>
                  <a:pt x="20760" y="40679"/>
                </a:lnTo>
                <a:cubicBezTo>
                  <a:pt x="20480" y="39411"/>
                  <a:pt x="20480" y="38154"/>
                  <a:pt x="21322" y="37313"/>
                </a:cubicBezTo>
                <a:cubicBezTo>
                  <a:pt x="21467" y="37032"/>
                  <a:pt x="21748" y="36751"/>
                  <a:pt x="21883" y="36471"/>
                </a:cubicBezTo>
                <a:cubicBezTo>
                  <a:pt x="22028" y="36044"/>
                  <a:pt x="21883" y="35629"/>
                  <a:pt x="21883" y="35203"/>
                </a:cubicBezTo>
                <a:cubicBezTo>
                  <a:pt x="22028" y="34081"/>
                  <a:pt x="22724" y="33385"/>
                  <a:pt x="23005" y="32397"/>
                </a:cubicBezTo>
                <a:cubicBezTo>
                  <a:pt x="23431" y="31275"/>
                  <a:pt x="23712" y="30299"/>
                  <a:pt x="24273" y="29177"/>
                </a:cubicBezTo>
                <a:cubicBezTo>
                  <a:pt x="24407" y="28750"/>
                  <a:pt x="24688" y="28189"/>
                  <a:pt x="25114" y="27909"/>
                </a:cubicBezTo>
                <a:cubicBezTo>
                  <a:pt x="25249" y="27774"/>
                  <a:pt x="25395" y="27774"/>
                  <a:pt x="25530" y="27628"/>
                </a:cubicBezTo>
                <a:cubicBezTo>
                  <a:pt x="25676" y="27348"/>
                  <a:pt x="25676" y="27213"/>
                  <a:pt x="25676" y="26932"/>
                </a:cubicBezTo>
                <a:lnTo>
                  <a:pt x="24969" y="26932"/>
                </a:lnTo>
                <a:cubicBezTo>
                  <a:pt x="24969" y="26506"/>
                  <a:pt x="25249" y="26225"/>
                  <a:pt x="25530" y="25945"/>
                </a:cubicBezTo>
                <a:cubicBezTo>
                  <a:pt x="26091" y="25530"/>
                  <a:pt x="26371" y="24823"/>
                  <a:pt x="26652" y="24127"/>
                </a:cubicBezTo>
                <a:cubicBezTo>
                  <a:pt x="27213" y="22859"/>
                  <a:pt x="28055" y="21883"/>
                  <a:pt x="28896" y="20895"/>
                </a:cubicBezTo>
                <a:cubicBezTo>
                  <a:pt x="29323" y="20480"/>
                  <a:pt x="29457" y="19638"/>
                  <a:pt x="29738" y="19077"/>
                </a:cubicBezTo>
                <a:lnTo>
                  <a:pt x="29738" y="18931"/>
                </a:lnTo>
                <a:lnTo>
                  <a:pt x="29603" y="18931"/>
                </a:lnTo>
                <a:cubicBezTo>
                  <a:pt x="29603" y="18797"/>
                  <a:pt x="29323" y="18797"/>
                  <a:pt x="29177" y="18797"/>
                </a:cubicBezTo>
                <a:lnTo>
                  <a:pt x="28896" y="19212"/>
                </a:lnTo>
                <a:cubicBezTo>
                  <a:pt x="28762" y="19358"/>
                  <a:pt x="28481" y="19358"/>
                  <a:pt x="28335" y="19492"/>
                </a:cubicBezTo>
                <a:cubicBezTo>
                  <a:pt x="27920" y="19773"/>
                  <a:pt x="27639" y="20334"/>
                  <a:pt x="27359" y="20761"/>
                </a:cubicBezTo>
                <a:cubicBezTo>
                  <a:pt x="27078" y="21176"/>
                  <a:pt x="26932" y="21456"/>
                  <a:pt x="26652" y="21737"/>
                </a:cubicBezTo>
                <a:cubicBezTo>
                  <a:pt x="26371" y="22163"/>
                  <a:pt x="25956" y="22444"/>
                  <a:pt x="25530" y="22859"/>
                </a:cubicBezTo>
                <a:cubicBezTo>
                  <a:pt x="25395" y="23005"/>
                  <a:pt x="24834" y="24127"/>
                  <a:pt x="24688" y="24127"/>
                </a:cubicBezTo>
                <a:cubicBezTo>
                  <a:pt x="24407" y="24127"/>
                  <a:pt x="24127" y="23846"/>
                  <a:pt x="24127" y="23420"/>
                </a:cubicBezTo>
                <a:cubicBezTo>
                  <a:pt x="23992" y="23140"/>
                  <a:pt x="23992" y="22724"/>
                  <a:pt x="23992" y="22444"/>
                </a:cubicBezTo>
                <a:cubicBezTo>
                  <a:pt x="23992" y="21737"/>
                  <a:pt x="24127" y="21041"/>
                  <a:pt x="24127" y="20334"/>
                </a:cubicBezTo>
                <a:lnTo>
                  <a:pt x="24127" y="19638"/>
                </a:lnTo>
                <a:cubicBezTo>
                  <a:pt x="24407" y="18797"/>
                  <a:pt x="25530" y="18516"/>
                  <a:pt x="25810" y="17529"/>
                </a:cubicBezTo>
                <a:lnTo>
                  <a:pt x="25810" y="17248"/>
                </a:lnTo>
                <a:cubicBezTo>
                  <a:pt x="25676" y="17113"/>
                  <a:pt x="25530" y="17113"/>
                  <a:pt x="25395" y="17113"/>
                </a:cubicBezTo>
                <a:cubicBezTo>
                  <a:pt x="25249" y="17113"/>
                  <a:pt x="25114" y="17248"/>
                  <a:pt x="25114" y="17394"/>
                </a:cubicBezTo>
                <a:cubicBezTo>
                  <a:pt x="24834" y="17675"/>
                  <a:pt x="24688" y="17955"/>
                  <a:pt x="24407" y="18236"/>
                </a:cubicBezTo>
                <a:lnTo>
                  <a:pt x="24273" y="18370"/>
                </a:lnTo>
                <a:cubicBezTo>
                  <a:pt x="23992" y="18370"/>
                  <a:pt x="23992" y="18090"/>
                  <a:pt x="23992" y="17809"/>
                </a:cubicBezTo>
                <a:cubicBezTo>
                  <a:pt x="24127" y="16406"/>
                  <a:pt x="23431" y="15284"/>
                  <a:pt x="23566" y="13882"/>
                </a:cubicBezTo>
                <a:cubicBezTo>
                  <a:pt x="23566" y="13321"/>
                  <a:pt x="23712" y="12625"/>
                  <a:pt x="23712" y="12064"/>
                </a:cubicBezTo>
                <a:lnTo>
                  <a:pt x="23151" y="12064"/>
                </a:lnTo>
                <a:cubicBezTo>
                  <a:pt x="23005" y="12198"/>
                  <a:pt x="23005" y="12625"/>
                  <a:pt x="23005" y="12905"/>
                </a:cubicBezTo>
                <a:lnTo>
                  <a:pt x="23005" y="15284"/>
                </a:lnTo>
                <a:cubicBezTo>
                  <a:pt x="23005" y="16126"/>
                  <a:pt x="23151" y="16833"/>
                  <a:pt x="22870" y="17809"/>
                </a:cubicBezTo>
                <a:cubicBezTo>
                  <a:pt x="22870" y="17809"/>
                  <a:pt x="22724" y="17955"/>
                  <a:pt x="22724" y="18090"/>
                </a:cubicBezTo>
                <a:lnTo>
                  <a:pt x="22724" y="18651"/>
                </a:lnTo>
                <a:cubicBezTo>
                  <a:pt x="22590" y="19919"/>
                  <a:pt x="22444" y="21041"/>
                  <a:pt x="22444" y="22298"/>
                </a:cubicBezTo>
                <a:lnTo>
                  <a:pt x="22444" y="23981"/>
                </a:lnTo>
                <a:cubicBezTo>
                  <a:pt x="22444" y="24408"/>
                  <a:pt x="22590" y="24542"/>
                  <a:pt x="22444" y="24969"/>
                </a:cubicBezTo>
                <a:cubicBezTo>
                  <a:pt x="22444" y="25103"/>
                  <a:pt x="22444" y="25103"/>
                  <a:pt x="22309" y="25249"/>
                </a:cubicBezTo>
                <a:cubicBezTo>
                  <a:pt x="22163" y="25384"/>
                  <a:pt x="22028" y="25530"/>
                  <a:pt x="21883" y="25530"/>
                </a:cubicBezTo>
                <a:cubicBezTo>
                  <a:pt x="21883" y="26371"/>
                  <a:pt x="21883" y="27348"/>
                  <a:pt x="21602" y="28189"/>
                </a:cubicBezTo>
                <a:cubicBezTo>
                  <a:pt x="21602" y="28335"/>
                  <a:pt x="21467" y="28616"/>
                  <a:pt x="21467" y="28896"/>
                </a:cubicBezTo>
                <a:cubicBezTo>
                  <a:pt x="21322" y="29177"/>
                  <a:pt x="21467" y="29592"/>
                  <a:pt x="21322" y="29873"/>
                </a:cubicBezTo>
                <a:cubicBezTo>
                  <a:pt x="21322" y="30153"/>
                  <a:pt x="21187" y="30299"/>
                  <a:pt x="21041" y="30579"/>
                </a:cubicBezTo>
                <a:lnTo>
                  <a:pt x="20199" y="32263"/>
                </a:lnTo>
                <a:cubicBezTo>
                  <a:pt x="20065" y="32543"/>
                  <a:pt x="19784" y="32958"/>
                  <a:pt x="19638" y="33239"/>
                </a:cubicBezTo>
                <a:cubicBezTo>
                  <a:pt x="19638" y="33385"/>
                  <a:pt x="19504" y="33520"/>
                  <a:pt x="19358" y="33520"/>
                </a:cubicBezTo>
                <a:cubicBezTo>
                  <a:pt x="19285" y="33568"/>
                  <a:pt x="19219" y="33590"/>
                  <a:pt x="19158" y="33590"/>
                </a:cubicBezTo>
                <a:cubicBezTo>
                  <a:pt x="18517" y="33590"/>
                  <a:pt x="18529" y="31092"/>
                  <a:pt x="18662" y="30579"/>
                </a:cubicBezTo>
                <a:cubicBezTo>
                  <a:pt x="18797" y="29873"/>
                  <a:pt x="18797" y="29031"/>
                  <a:pt x="18662" y="28335"/>
                </a:cubicBezTo>
                <a:cubicBezTo>
                  <a:pt x="18662" y="27494"/>
                  <a:pt x="18516" y="26787"/>
                  <a:pt x="18662" y="25945"/>
                </a:cubicBezTo>
                <a:cubicBezTo>
                  <a:pt x="18662" y="24542"/>
                  <a:pt x="19223" y="23285"/>
                  <a:pt x="19223" y="21883"/>
                </a:cubicBezTo>
                <a:lnTo>
                  <a:pt x="19223" y="20480"/>
                </a:lnTo>
                <a:lnTo>
                  <a:pt x="19638" y="19638"/>
                </a:lnTo>
                <a:cubicBezTo>
                  <a:pt x="20065" y="18931"/>
                  <a:pt x="20065" y="17955"/>
                  <a:pt x="19784" y="17248"/>
                </a:cubicBezTo>
                <a:lnTo>
                  <a:pt x="19784" y="17248"/>
                </a:lnTo>
                <a:cubicBezTo>
                  <a:pt x="19638" y="17675"/>
                  <a:pt x="19504" y="18090"/>
                  <a:pt x="19223" y="18516"/>
                </a:cubicBezTo>
                <a:cubicBezTo>
                  <a:pt x="18943" y="19212"/>
                  <a:pt x="18662" y="19919"/>
                  <a:pt x="18516" y="20761"/>
                </a:cubicBezTo>
                <a:cubicBezTo>
                  <a:pt x="18516" y="21322"/>
                  <a:pt x="18516" y="21883"/>
                  <a:pt x="18236" y="22444"/>
                </a:cubicBezTo>
                <a:cubicBezTo>
                  <a:pt x="18236" y="22298"/>
                  <a:pt x="18236" y="22298"/>
                  <a:pt x="18101" y="22298"/>
                </a:cubicBezTo>
                <a:cubicBezTo>
                  <a:pt x="17955" y="21322"/>
                  <a:pt x="17674" y="20480"/>
                  <a:pt x="17820" y="19492"/>
                </a:cubicBezTo>
                <a:lnTo>
                  <a:pt x="18236" y="17809"/>
                </a:lnTo>
                <a:cubicBezTo>
                  <a:pt x="18236" y="17394"/>
                  <a:pt x="18236" y="16968"/>
                  <a:pt x="18381" y="16552"/>
                </a:cubicBezTo>
                <a:lnTo>
                  <a:pt x="18381" y="11076"/>
                </a:lnTo>
                <a:cubicBezTo>
                  <a:pt x="18516" y="9819"/>
                  <a:pt x="18797" y="8551"/>
                  <a:pt x="19223" y="7294"/>
                </a:cubicBezTo>
                <a:cubicBezTo>
                  <a:pt x="19223" y="7149"/>
                  <a:pt x="19358" y="6868"/>
                  <a:pt x="19358" y="6733"/>
                </a:cubicBezTo>
                <a:cubicBezTo>
                  <a:pt x="19784" y="6026"/>
                  <a:pt x="20199" y="5331"/>
                  <a:pt x="20760" y="4904"/>
                </a:cubicBezTo>
                <a:cubicBezTo>
                  <a:pt x="20906" y="4770"/>
                  <a:pt x="21041" y="4624"/>
                  <a:pt x="21041" y="4489"/>
                </a:cubicBezTo>
                <a:cubicBezTo>
                  <a:pt x="21187" y="4063"/>
                  <a:pt x="20906" y="3928"/>
                  <a:pt x="20626" y="3782"/>
                </a:cubicBezTo>
                <a:cubicBezTo>
                  <a:pt x="20199" y="3782"/>
                  <a:pt x="19784" y="4063"/>
                  <a:pt x="19504" y="4489"/>
                </a:cubicBezTo>
                <a:cubicBezTo>
                  <a:pt x="19077" y="4904"/>
                  <a:pt x="18943" y="5331"/>
                  <a:pt x="18662" y="5746"/>
                </a:cubicBezTo>
                <a:cubicBezTo>
                  <a:pt x="18558" y="5849"/>
                  <a:pt x="18461" y="5947"/>
                  <a:pt x="18360" y="5947"/>
                </a:cubicBezTo>
                <a:cubicBezTo>
                  <a:pt x="18319" y="5947"/>
                  <a:pt x="18278" y="5931"/>
                  <a:pt x="18236" y="5892"/>
                </a:cubicBezTo>
                <a:cubicBezTo>
                  <a:pt x="18101" y="5892"/>
                  <a:pt x="18101" y="5746"/>
                  <a:pt x="18101" y="5746"/>
                </a:cubicBezTo>
                <a:cubicBezTo>
                  <a:pt x="17540" y="4343"/>
                  <a:pt x="17394" y="2940"/>
                  <a:pt x="17259" y="1403"/>
                </a:cubicBezTo>
                <a:lnTo>
                  <a:pt x="17259" y="842"/>
                </a:lnTo>
                <a:cubicBezTo>
                  <a:pt x="17113" y="561"/>
                  <a:pt x="16698" y="281"/>
                  <a:pt x="16833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9"/>
          <p:cNvSpPr/>
          <p:nvPr/>
        </p:nvSpPr>
        <p:spPr>
          <a:xfrm>
            <a:off x="8275325" y="-67275"/>
            <a:ext cx="906894" cy="4799375"/>
          </a:xfrm>
          <a:custGeom>
            <a:avLst/>
            <a:gdLst/>
            <a:ahLst/>
            <a:cxnLst/>
            <a:rect l="l" t="t" r="r" b="b"/>
            <a:pathLst>
              <a:path w="33947" h="118951" extrusionOk="0">
                <a:moveTo>
                  <a:pt x="31276" y="1"/>
                </a:moveTo>
                <a:cubicBezTo>
                  <a:pt x="31276" y="1"/>
                  <a:pt x="22444" y="21603"/>
                  <a:pt x="22018" y="26652"/>
                </a:cubicBezTo>
                <a:cubicBezTo>
                  <a:pt x="21603" y="31567"/>
                  <a:pt x="18090" y="35495"/>
                  <a:pt x="18090" y="35495"/>
                </a:cubicBezTo>
                <a:cubicBezTo>
                  <a:pt x="18090" y="35495"/>
                  <a:pt x="16968" y="1965"/>
                  <a:pt x="16968" y="427"/>
                </a:cubicBezTo>
                <a:cubicBezTo>
                  <a:pt x="16968" y="148"/>
                  <a:pt x="16803" y="33"/>
                  <a:pt x="16533" y="33"/>
                </a:cubicBezTo>
                <a:cubicBezTo>
                  <a:pt x="15309" y="33"/>
                  <a:pt x="11918" y="2391"/>
                  <a:pt x="11918" y="2391"/>
                </a:cubicBezTo>
                <a:cubicBezTo>
                  <a:pt x="11918" y="2391"/>
                  <a:pt x="14309" y="55829"/>
                  <a:pt x="13882" y="58915"/>
                </a:cubicBezTo>
                <a:cubicBezTo>
                  <a:pt x="13533" y="61509"/>
                  <a:pt x="13771" y="63810"/>
                  <a:pt x="12522" y="63810"/>
                </a:cubicBezTo>
                <a:cubicBezTo>
                  <a:pt x="12285" y="63810"/>
                  <a:pt x="11995" y="63728"/>
                  <a:pt x="11638" y="63549"/>
                </a:cubicBezTo>
                <a:cubicBezTo>
                  <a:pt x="9259" y="62427"/>
                  <a:pt x="842" y="42363"/>
                  <a:pt x="842" y="42363"/>
                </a:cubicBezTo>
                <a:lnTo>
                  <a:pt x="1" y="45033"/>
                </a:lnTo>
                <a:cubicBezTo>
                  <a:pt x="1" y="45033"/>
                  <a:pt x="13882" y="72381"/>
                  <a:pt x="13186" y="78979"/>
                </a:cubicBezTo>
                <a:cubicBezTo>
                  <a:pt x="12345" y="85566"/>
                  <a:pt x="13882" y="105204"/>
                  <a:pt x="14724" y="109412"/>
                </a:cubicBezTo>
                <a:lnTo>
                  <a:pt x="14724" y="118951"/>
                </a:lnTo>
                <a:lnTo>
                  <a:pt x="21603" y="117829"/>
                </a:lnTo>
                <a:cubicBezTo>
                  <a:pt x="21603" y="117829"/>
                  <a:pt x="18932" y="48535"/>
                  <a:pt x="19358" y="45033"/>
                </a:cubicBezTo>
                <a:cubicBezTo>
                  <a:pt x="19639" y="41667"/>
                  <a:pt x="20896" y="42789"/>
                  <a:pt x="22444" y="39277"/>
                </a:cubicBezTo>
                <a:cubicBezTo>
                  <a:pt x="23847" y="35910"/>
                  <a:pt x="23566" y="32824"/>
                  <a:pt x="25104" y="23566"/>
                </a:cubicBezTo>
                <a:cubicBezTo>
                  <a:pt x="26652" y="14308"/>
                  <a:pt x="33947" y="1269"/>
                  <a:pt x="33947" y="1269"/>
                </a:cubicBezTo>
                <a:lnTo>
                  <a:pt x="31276" y="1"/>
                </a:ln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9"/>
          <p:cNvSpPr/>
          <p:nvPr/>
        </p:nvSpPr>
        <p:spPr>
          <a:xfrm flipH="1">
            <a:off x="-173" y="4424575"/>
            <a:ext cx="9144123" cy="606790"/>
          </a:xfrm>
          <a:custGeom>
            <a:avLst/>
            <a:gdLst/>
            <a:ahLst/>
            <a:cxnLst/>
            <a:rect l="l" t="t" r="r" b="b"/>
            <a:pathLst>
              <a:path w="116197" h="15322" extrusionOk="0">
                <a:moveTo>
                  <a:pt x="5156" y="2503"/>
                </a:moveTo>
                <a:cubicBezTo>
                  <a:pt x="5169" y="2575"/>
                  <a:pt x="5186" y="2646"/>
                  <a:pt x="5204" y="2717"/>
                </a:cubicBezTo>
                <a:lnTo>
                  <a:pt x="5204" y="2717"/>
                </a:lnTo>
                <a:cubicBezTo>
                  <a:pt x="5188" y="2642"/>
                  <a:pt x="5172" y="2571"/>
                  <a:pt x="5156" y="2503"/>
                </a:cubicBezTo>
                <a:close/>
                <a:moveTo>
                  <a:pt x="6227" y="2646"/>
                </a:moveTo>
                <a:lnTo>
                  <a:pt x="6227" y="2646"/>
                </a:lnTo>
                <a:cubicBezTo>
                  <a:pt x="6239" y="2681"/>
                  <a:pt x="6252" y="2716"/>
                  <a:pt x="6267" y="2750"/>
                </a:cubicBezTo>
                <a:lnTo>
                  <a:pt x="6267" y="2750"/>
                </a:lnTo>
                <a:cubicBezTo>
                  <a:pt x="6254" y="2715"/>
                  <a:pt x="6240" y="2680"/>
                  <a:pt x="6227" y="2646"/>
                </a:cubicBezTo>
                <a:close/>
                <a:moveTo>
                  <a:pt x="25701" y="3293"/>
                </a:moveTo>
                <a:lnTo>
                  <a:pt x="25701" y="3293"/>
                </a:lnTo>
                <a:cubicBezTo>
                  <a:pt x="25775" y="3437"/>
                  <a:pt x="25775" y="3505"/>
                  <a:pt x="25844" y="3580"/>
                </a:cubicBezTo>
                <a:cubicBezTo>
                  <a:pt x="25775" y="3505"/>
                  <a:pt x="25775" y="3362"/>
                  <a:pt x="25701" y="3293"/>
                </a:cubicBezTo>
                <a:close/>
                <a:moveTo>
                  <a:pt x="19543" y="3649"/>
                </a:moveTo>
                <a:lnTo>
                  <a:pt x="19543" y="3649"/>
                </a:lnTo>
                <a:cubicBezTo>
                  <a:pt x="19502" y="3693"/>
                  <a:pt x="19486" y="3736"/>
                  <a:pt x="19479" y="3779"/>
                </a:cubicBezTo>
                <a:lnTo>
                  <a:pt x="19479" y="3779"/>
                </a:lnTo>
                <a:lnTo>
                  <a:pt x="19543" y="3649"/>
                </a:lnTo>
                <a:close/>
                <a:moveTo>
                  <a:pt x="10597" y="4439"/>
                </a:moveTo>
                <a:lnTo>
                  <a:pt x="10597" y="4439"/>
                </a:lnTo>
                <a:cubicBezTo>
                  <a:pt x="10597" y="4439"/>
                  <a:pt x="10597" y="4439"/>
                  <a:pt x="10597" y="4439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1003" y="4937"/>
                </a:moveTo>
                <a:cubicBezTo>
                  <a:pt x="1003" y="4937"/>
                  <a:pt x="1003" y="4937"/>
                  <a:pt x="1003" y="4937"/>
                </a:cubicBezTo>
                <a:lnTo>
                  <a:pt x="1003" y="4937"/>
                </a:lnTo>
                <a:close/>
                <a:moveTo>
                  <a:pt x="9451" y="4296"/>
                </a:moveTo>
                <a:cubicBezTo>
                  <a:pt x="9451" y="4439"/>
                  <a:pt x="9520" y="4651"/>
                  <a:pt x="9520" y="4869"/>
                </a:cubicBezTo>
                <a:cubicBezTo>
                  <a:pt x="9451" y="4937"/>
                  <a:pt x="9451" y="5012"/>
                  <a:pt x="9377" y="5155"/>
                </a:cubicBezTo>
                <a:cubicBezTo>
                  <a:pt x="9377" y="4869"/>
                  <a:pt x="9451" y="4582"/>
                  <a:pt x="9451" y="4296"/>
                </a:cubicBezTo>
                <a:close/>
                <a:moveTo>
                  <a:pt x="11095" y="4651"/>
                </a:moveTo>
                <a:cubicBezTo>
                  <a:pt x="11095" y="4869"/>
                  <a:pt x="11170" y="5080"/>
                  <a:pt x="11238" y="5224"/>
                </a:cubicBezTo>
                <a:lnTo>
                  <a:pt x="11170" y="5224"/>
                </a:lnTo>
                <a:cubicBezTo>
                  <a:pt x="11170" y="5080"/>
                  <a:pt x="11095" y="4937"/>
                  <a:pt x="11026" y="4725"/>
                </a:cubicBezTo>
                <a:lnTo>
                  <a:pt x="11095" y="4651"/>
                </a:lnTo>
                <a:close/>
                <a:moveTo>
                  <a:pt x="20334" y="5224"/>
                </a:moveTo>
                <a:lnTo>
                  <a:pt x="20334" y="5224"/>
                </a:lnTo>
                <a:cubicBezTo>
                  <a:pt x="20334" y="5224"/>
                  <a:pt x="20334" y="5224"/>
                  <a:pt x="20334" y="5224"/>
                </a:cubicBezTo>
                <a:close/>
                <a:moveTo>
                  <a:pt x="20334" y="5224"/>
                </a:moveTo>
                <a:lnTo>
                  <a:pt x="20334" y="5224"/>
                </a:lnTo>
                <a:cubicBezTo>
                  <a:pt x="20334" y="5224"/>
                  <a:pt x="20334" y="5224"/>
                  <a:pt x="20334" y="5224"/>
                </a:cubicBezTo>
                <a:close/>
                <a:moveTo>
                  <a:pt x="20334" y="5224"/>
                </a:moveTo>
                <a:lnTo>
                  <a:pt x="20334" y="5224"/>
                </a:lnTo>
                <a:cubicBezTo>
                  <a:pt x="20334" y="5224"/>
                  <a:pt x="20334" y="5224"/>
                  <a:pt x="20334" y="5224"/>
                </a:cubicBezTo>
                <a:close/>
                <a:moveTo>
                  <a:pt x="25987" y="4153"/>
                </a:moveTo>
                <a:lnTo>
                  <a:pt x="26205" y="5012"/>
                </a:lnTo>
                <a:lnTo>
                  <a:pt x="25918" y="5298"/>
                </a:lnTo>
                <a:cubicBezTo>
                  <a:pt x="25918" y="4937"/>
                  <a:pt x="25987" y="4582"/>
                  <a:pt x="25987" y="4153"/>
                </a:cubicBezTo>
                <a:close/>
                <a:moveTo>
                  <a:pt x="11598" y="4798"/>
                </a:moveTo>
                <a:lnTo>
                  <a:pt x="11742" y="5224"/>
                </a:lnTo>
                <a:cubicBezTo>
                  <a:pt x="11668" y="5298"/>
                  <a:pt x="11599" y="5367"/>
                  <a:pt x="11599" y="5510"/>
                </a:cubicBezTo>
                <a:cubicBezTo>
                  <a:pt x="11525" y="5367"/>
                  <a:pt x="11525" y="5224"/>
                  <a:pt x="11456" y="5080"/>
                </a:cubicBezTo>
                <a:lnTo>
                  <a:pt x="11456" y="5080"/>
                </a:lnTo>
                <a:cubicBezTo>
                  <a:pt x="11456" y="5224"/>
                  <a:pt x="11525" y="5367"/>
                  <a:pt x="11525" y="5510"/>
                </a:cubicBezTo>
                <a:cubicBezTo>
                  <a:pt x="11525" y="5441"/>
                  <a:pt x="11456" y="5367"/>
                  <a:pt x="11382" y="5224"/>
                </a:cubicBezTo>
                <a:cubicBezTo>
                  <a:pt x="11456" y="5155"/>
                  <a:pt x="11456" y="5155"/>
                  <a:pt x="11456" y="5080"/>
                </a:cubicBezTo>
                <a:cubicBezTo>
                  <a:pt x="11519" y="5017"/>
                  <a:pt x="11588" y="4827"/>
                  <a:pt x="11598" y="4798"/>
                </a:cubicBezTo>
                <a:close/>
                <a:moveTo>
                  <a:pt x="34653" y="5510"/>
                </a:moveTo>
                <a:cubicBezTo>
                  <a:pt x="34653" y="5510"/>
                  <a:pt x="34653" y="5510"/>
                  <a:pt x="34653" y="5510"/>
                </a:cubicBezTo>
                <a:lnTo>
                  <a:pt x="34653" y="5510"/>
                </a:lnTo>
                <a:close/>
                <a:moveTo>
                  <a:pt x="34653" y="5510"/>
                </a:moveTo>
                <a:cubicBezTo>
                  <a:pt x="34653" y="5510"/>
                  <a:pt x="34653" y="5510"/>
                  <a:pt x="34653" y="5510"/>
                </a:cubicBezTo>
                <a:lnTo>
                  <a:pt x="34653" y="5510"/>
                </a:lnTo>
                <a:close/>
                <a:moveTo>
                  <a:pt x="34653" y="5510"/>
                </a:moveTo>
                <a:cubicBezTo>
                  <a:pt x="34653" y="5510"/>
                  <a:pt x="34653" y="5510"/>
                  <a:pt x="34653" y="5510"/>
                </a:cubicBezTo>
                <a:lnTo>
                  <a:pt x="34653" y="5510"/>
                </a:lnTo>
                <a:close/>
                <a:moveTo>
                  <a:pt x="10883" y="5155"/>
                </a:moveTo>
                <a:cubicBezTo>
                  <a:pt x="10883" y="5224"/>
                  <a:pt x="10952" y="5441"/>
                  <a:pt x="10952" y="5585"/>
                </a:cubicBezTo>
                <a:cubicBezTo>
                  <a:pt x="10952" y="5585"/>
                  <a:pt x="10883" y="5585"/>
                  <a:pt x="10883" y="5653"/>
                </a:cubicBezTo>
                <a:cubicBezTo>
                  <a:pt x="10883" y="5510"/>
                  <a:pt x="10809" y="5441"/>
                  <a:pt x="10809" y="5298"/>
                </a:cubicBezTo>
                <a:cubicBezTo>
                  <a:pt x="10809" y="5224"/>
                  <a:pt x="10883" y="5155"/>
                  <a:pt x="10883" y="5155"/>
                </a:cubicBezTo>
                <a:close/>
                <a:moveTo>
                  <a:pt x="11886" y="5585"/>
                </a:moveTo>
                <a:lnTo>
                  <a:pt x="11886" y="5653"/>
                </a:lnTo>
                <a:cubicBezTo>
                  <a:pt x="11886" y="5653"/>
                  <a:pt x="11886" y="5728"/>
                  <a:pt x="11811" y="5728"/>
                </a:cubicBezTo>
                <a:cubicBezTo>
                  <a:pt x="11811" y="5728"/>
                  <a:pt x="11886" y="5653"/>
                  <a:pt x="11886" y="5585"/>
                </a:cubicBezTo>
                <a:close/>
                <a:moveTo>
                  <a:pt x="16823" y="4869"/>
                </a:moveTo>
                <a:lnTo>
                  <a:pt x="16823" y="4869"/>
                </a:lnTo>
                <a:cubicBezTo>
                  <a:pt x="16897" y="5080"/>
                  <a:pt x="16966" y="5224"/>
                  <a:pt x="17040" y="5510"/>
                </a:cubicBezTo>
                <a:lnTo>
                  <a:pt x="17040" y="5728"/>
                </a:lnTo>
                <a:lnTo>
                  <a:pt x="16823" y="4869"/>
                </a:lnTo>
                <a:close/>
                <a:moveTo>
                  <a:pt x="33078" y="5080"/>
                </a:moveTo>
                <a:cubicBezTo>
                  <a:pt x="33078" y="5298"/>
                  <a:pt x="33146" y="5510"/>
                  <a:pt x="33146" y="5728"/>
                </a:cubicBezTo>
                <a:cubicBezTo>
                  <a:pt x="33146" y="5585"/>
                  <a:pt x="33078" y="5367"/>
                  <a:pt x="33003" y="5224"/>
                </a:cubicBezTo>
                <a:cubicBezTo>
                  <a:pt x="33078" y="5155"/>
                  <a:pt x="33078" y="5155"/>
                  <a:pt x="33078" y="5080"/>
                </a:cubicBezTo>
                <a:close/>
                <a:moveTo>
                  <a:pt x="48325" y="5728"/>
                </a:moveTo>
                <a:lnTo>
                  <a:pt x="48325" y="5728"/>
                </a:lnTo>
                <a:cubicBezTo>
                  <a:pt x="48325" y="5728"/>
                  <a:pt x="48325" y="5728"/>
                  <a:pt x="48325" y="5728"/>
                </a:cubicBezTo>
                <a:close/>
                <a:moveTo>
                  <a:pt x="48325" y="5728"/>
                </a:moveTo>
                <a:lnTo>
                  <a:pt x="48325" y="5728"/>
                </a:lnTo>
                <a:cubicBezTo>
                  <a:pt x="48325" y="5728"/>
                  <a:pt x="48325" y="5728"/>
                  <a:pt x="48325" y="5728"/>
                </a:cubicBezTo>
                <a:close/>
                <a:moveTo>
                  <a:pt x="48325" y="5728"/>
                </a:moveTo>
                <a:lnTo>
                  <a:pt x="48325" y="5728"/>
                </a:lnTo>
                <a:cubicBezTo>
                  <a:pt x="48325" y="5728"/>
                  <a:pt x="48325" y="5728"/>
                  <a:pt x="48325" y="5728"/>
                </a:cubicBezTo>
                <a:close/>
                <a:moveTo>
                  <a:pt x="12813" y="4794"/>
                </a:moveTo>
                <a:lnTo>
                  <a:pt x="12813" y="5012"/>
                </a:lnTo>
                <a:cubicBezTo>
                  <a:pt x="12745" y="5224"/>
                  <a:pt x="12602" y="5510"/>
                  <a:pt x="12527" y="5796"/>
                </a:cubicBezTo>
                <a:lnTo>
                  <a:pt x="12527" y="5653"/>
                </a:lnTo>
                <a:lnTo>
                  <a:pt x="12527" y="5585"/>
                </a:lnTo>
                <a:cubicBezTo>
                  <a:pt x="12602" y="5298"/>
                  <a:pt x="12745" y="5012"/>
                  <a:pt x="12813" y="4794"/>
                </a:cubicBezTo>
                <a:close/>
                <a:moveTo>
                  <a:pt x="9520" y="5155"/>
                </a:moveTo>
                <a:cubicBezTo>
                  <a:pt x="9520" y="5367"/>
                  <a:pt x="9595" y="5510"/>
                  <a:pt x="9595" y="5728"/>
                </a:cubicBezTo>
                <a:cubicBezTo>
                  <a:pt x="9520" y="5796"/>
                  <a:pt x="9520" y="5871"/>
                  <a:pt x="9520" y="5940"/>
                </a:cubicBezTo>
                <a:lnTo>
                  <a:pt x="9451" y="5871"/>
                </a:lnTo>
                <a:cubicBezTo>
                  <a:pt x="9520" y="5653"/>
                  <a:pt x="9520" y="5441"/>
                  <a:pt x="9520" y="5155"/>
                </a:cubicBezTo>
                <a:close/>
                <a:moveTo>
                  <a:pt x="16107" y="5510"/>
                </a:moveTo>
                <a:cubicBezTo>
                  <a:pt x="16181" y="5653"/>
                  <a:pt x="16181" y="5871"/>
                  <a:pt x="16250" y="6014"/>
                </a:cubicBezTo>
                <a:cubicBezTo>
                  <a:pt x="16250" y="5871"/>
                  <a:pt x="16181" y="5653"/>
                  <a:pt x="16107" y="5510"/>
                </a:cubicBezTo>
                <a:close/>
                <a:moveTo>
                  <a:pt x="10740" y="5510"/>
                </a:moveTo>
                <a:lnTo>
                  <a:pt x="10740" y="5796"/>
                </a:lnTo>
                <a:cubicBezTo>
                  <a:pt x="10666" y="5940"/>
                  <a:pt x="10597" y="6014"/>
                  <a:pt x="10522" y="6083"/>
                </a:cubicBezTo>
                <a:lnTo>
                  <a:pt x="10522" y="6014"/>
                </a:lnTo>
                <a:cubicBezTo>
                  <a:pt x="10597" y="5796"/>
                  <a:pt x="10666" y="5653"/>
                  <a:pt x="10740" y="5510"/>
                </a:cubicBezTo>
                <a:close/>
                <a:moveTo>
                  <a:pt x="26273" y="5155"/>
                </a:moveTo>
                <a:cubicBezTo>
                  <a:pt x="26273" y="5298"/>
                  <a:pt x="26348" y="5441"/>
                  <a:pt x="26348" y="5585"/>
                </a:cubicBezTo>
                <a:cubicBezTo>
                  <a:pt x="26205" y="5728"/>
                  <a:pt x="26061" y="5940"/>
                  <a:pt x="25844" y="6226"/>
                </a:cubicBezTo>
                <a:lnTo>
                  <a:pt x="25844" y="6083"/>
                </a:lnTo>
                <a:cubicBezTo>
                  <a:pt x="26061" y="5653"/>
                  <a:pt x="26130" y="5367"/>
                  <a:pt x="26273" y="5155"/>
                </a:cubicBezTo>
                <a:close/>
                <a:moveTo>
                  <a:pt x="29143" y="6195"/>
                </a:moveTo>
                <a:lnTo>
                  <a:pt x="29143" y="6195"/>
                </a:lnTo>
                <a:cubicBezTo>
                  <a:pt x="29141" y="6205"/>
                  <a:pt x="29139" y="6216"/>
                  <a:pt x="29137" y="6226"/>
                </a:cubicBezTo>
                <a:cubicBezTo>
                  <a:pt x="29137" y="6214"/>
                  <a:pt x="29139" y="6204"/>
                  <a:pt x="29143" y="6195"/>
                </a:cubicBezTo>
                <a:close/>
                <a:moveTo>
                  <a:pt x="1576" y="5367"/>
                </a:moveTo>
                <a:cubicBezTo>
                  <a:pt x="1645" y="5585"/>
                  <a:pt x="1719" y="5796"/>
                  <a:pt x="1788" y="6083"/>
                </a:cubicBezTo>
                <a:cubicBezTo>
                  <a:pt x="1719" y="6157"/>
                  <a:pt x="1719" y="6226"/>
                  <a:pt x="1645" y="6300"/>
                </a:cubicBezTo>
                <a:cubicBezTo>
                  <a:pt x="1645" y="6157"/>
                  <a:pt x="1576" y="6083"/>
                  <a:pt x="1576" y="5940"/>
                </a:cubicBezTo>
                <a:lnTo>
                  <a:pt x="1576" y="5367"/>
                </a:lnTo>
                <a:close/>
                <a:moveTo>
                  <a:pt x="11026" y="6083"/>
                </a:moveTo>
                <a:cubicBezTo>
                  <a:pt x="11026" y="6226"/>
                  <a:pt x="11095" y="6369"/>
                  <a:pt x="11095" y="6444"/>
                </a:cubicBezTo>
                <a:lnTo>
                  <a:pt x="11095" y="6512"/>
                </a:lnTo>
                <a:cubicBezTo>
                  <a:pt x="11026" y="6369"/>
                  <a:pt x="11026" y="6300"/>
                  <a:pt x="11026" y="6157"/>
                </a:cubicBezTo>
                <a:lnTo>
                  <a:pt x="11026" y="6083"/>
                </a:lnTo>
                <a:close/>
                <a:moveTo>
                  <a:pt x="16611" y="5728"/>
                </a:moveTo>
                <a:lnTo>
                  <a:pt x="16611" y="5796"/>
                </a:lnTo>
                <a:lnTo>
                  <a:pt x="16611" y="6300"/>
                </a:lnTo>
                <a:lnTo>
                  <a:pt x="16393" y="6512"/>
                </a:lnTo>
                <a:lnTo>
                  <a:pt x="16393" y="6300"/>
                </a:lnTo>
                <a:cubicBezTo>
                  <a:pt x="16536" y="6014"/>
                  <a:pt x="16536" y="5871"/>
                  <a:pt x="16611" y="5728"/>
                </a:cubicBezTo>
                <a:close/>
                <a:moveTo>
                  <a:pt x="6799" y="6083"/>
                </a:moveTo>
                <a:cubicBezTo>
                  <a:pt x="6874" y="6157"/>
                  <a:pt x="6874" y="6300"/>
                  <a:pt x="6874" y="6444"/>
                </a:cubicBezTo>
                <a:cubicBezTo>
                  <a:pt x="6874" y="6300"/>
                  <a:pt x="6799" y="6226"/>
                  <a:pt x="6799" y="6157"/>
                </a:cubicBezTo>
                <a:lnTo>
                  <a:pt x="6799" y="6157"/>
                </a:lnTo>
                <a:cubicBezTo>
                  <a:pt x="6799" y="6300"/>
                  <a:pt x="6874" y="6444"/>
                  <a:pt x="6874" y="6587"/>
                </a:cubicBezTo>
                <a:cubicBezTo>
                  <a:pt x="6799" y="6444"/>
                  <a:pt x="6799" y="6369"/>
                  <a:pt x="6731" y="6226"/>
                </a:cubicBezTo>
                <a:cubicBezTo>
                  <a:pt x="6731" y="6226"/>
                  <a:pt x="6799" y="6226"/>
                  <a:pt x="6799" y="6157"/>
                </a:cubicBezTo>
                <a:lnTo>
                  <a:pt x="6799" y="6083"/>
                </a:lnTo>
                <a:close/>
                <a:moveTo>
                  <a:pt x="6731" y="6300"/>
                </a:moveTo>
                <a:cubicBezTo>
                  <a:pt x="6731" y="6444"/>
                  <a:pt x="6799" y="6512"/>
                  <a:pt x="6799" y="6656"/>
                </a:cubicBezTo>
                <a:lnTo>
                  <a:pt x="6731" y="6730"/>
                </a:lnTo>
                <a:cubicBezTo>
                  <a:pt x="6731" y="6587"/>
                  <a:pt x="6656" y="6512"/>
                  <a:pt x="6656" y="6444"/>
                </a:cubicBezTo>
                <a:cubicBezTo>
                  <a:pt x="6656" y="6369"/>
                  <a:pt x="6731" y="6369"/>
                  <a:pt x="6731" y="6300"/>
                </a:cubicBezTo>
                <a:close/>
                <a:moveTo>
                  <a:pt x="16324" y="6512"/>
                </a:moveTo>
                <a:lnTo>
                  <a:pt x="16324" y="6656"/>
                </a:lnTo>
                <a:lnTo>
                  <a:pt x="16181" y="6799"/>
                </a:lnTo>
                <a:cubicBezTo>
                  <a:pt x="16181" y="6656"/>
                  <a:pt x="16250" y="6587"/>
                  <a:pt x="16324" y="6512"/>
                </a:cubicBezTo>
                <a:close/>
                <a:moveTo>
                  <a:pt x="1788" y="6226"/>
                </a:moveTo>
                <a:cubicBezTo>
                  <a:pt x="1788" y="6444"/>
                  <a:pt x="1862" y="6656"/>
                  <a:pt x="1862" y="6873"/>
                </a:cubicBezTo>
                <a:lnTo>
                  <a:pt x="1788" y="6942"/>
                </a:lnTo>
                <a:lnTo>
                  <a:pt x="1788" y="6656"/>
                </a:lnTo>
                <a:lnTo>
                  <a:pt x="1788" y="6226"/>
                </a:lnTo>
                <a:close/>
                <a:moveTo>
                  <a:pt x="5368" y="4221"/>
                </a:moveTo>
                <a:cubicBezTo>
                  <a:pt x="5442" y="5012"/>
                  <a:pt x="5442" y="5871"/>
                  <a:pt x="5368" y="6730"/>
                </a:cubicBezTo>
                <a:lnTo>
                  <a:pt x="5368" y="6942"/>
                </a:lnTo>
                <a:cubicBezTo>
                  <a:pt x="5368" y="6873"/>
                  <a:pt x="5299" y="6799"/>
                  <a:pt x="5299" y="6656"/>
                </a:cubicBezTo>
                <a:cubicBezTo>
                  <a:pt x="5299" y="6369"/>
                  <a:pt x="5299" y="6014"/>
                  <a:pt x="5368" y="5653"/>
                </a:cubicBezTo>
                <a:lnTo>
                  <a:pt x="5368" y="5653"/>
                </a:lnTo>
                <a:cubicBezTo>
                  <a:pt x="5299" y="5796"/>
                  <a:pt x="5224" y="6014"/>
                  <a:pt x="5081" y="6300"/>
                </a:cubicBezTo>
                <a:lnTo>
                  <a:pt x="5081" y="6157"/>
                </a:lnTo>
                <a:cubicBezTo>
                  <a:pt x="5224" y="5796"/>
                  <a:pt x="5368" y="5510"/>
                  <a:pt x="5368" y="5510"/>
                </a:cubicBezTo>
                <a:lnTo>
                  <a:pt x="5368" y="5510"/>
                </a:lnTo>
                <a:cubicBezTo>
                  <a:pt x="5367" y="5510"/>
                  <a:pt x="5224" y="5653"/>
                  <a:pt x="5012" y="5940"/>
                </a:cubicBezTo>
                <a:cubicBezTo>
                  <a:pt x="4938" y="5796"/>
                  <a:pt x="4938" y="5728"/>
                  <a:pt x="4869" y="5585"/>
                </a:cubicBezTo>
                <a:cubicBezTo>
                  <a:pt x="5012" y="5080"/>
                  <a:pt x="5224" y="4651"/>
                  <a:pt x="5368" y="4221"/>
                </a:cubicBezTo>
                <a:close/>
                <a:moveTo>
                  <a:pt x="7733" y="6587"/>
                </a:moveTo>
                <a:lnTo>
                  <a:pt x="7733" y="7016"/>
                </a:lnTo>
                <a:cubicBezTo>
                  <a:pt x="7659" y="7016"/>
                  <a:pt x="7659" y="7016"/>
                  <a:pt x="7659" y="7085"/>
                </a:cubicBezTo>
                <a:lnTo>
                  <a:pt x="7659" y="7016"/>
                </a:lnTo>
                <a:cubicBezTo>
                  <a:pt x="7659" y="6873"/>
                  <a:pt x="7733" y="6730"/>
                  <a:pt x="7733" y="6587"/>
                </a:cubicBezTo>
                <a:close/>
                <a:moveTo>
                  <a:pt x="10809" y="6730"/>
                </a:moveTo>
                <a:lnTo>
                  <a:pt x="10809" y="7085"/>
                </a:lnTo>
                <a:cubicBezTo>
                  <a:pt x="10809" y="7016"/>
                  <a:pt x="10740" y="6942"/>
                  <a:pt x="10740" y="6873"/>
                </a:cubicBezTo>
                <a:cubicBezTo>
                  <a:pt x="10740" y="6799"/>
                  <a:pt x="10809" y="6730"/>
                  <a:pt x="10809" y="6730"/>
                </a:cubicBezTo>
                <a:close/>
                <a:moveTo>
                  <a:pt x="6513" y="6730"/>
                </a:moveTo>
                <a:cubicBezTo>
                  <a:pt x="6588" y="6799"/>
                  <a:pt x="6588" y="6873"/>
                  <a:pt x="6588" y="6942"/>
                </a:cubicBezTo>
                <a:cubicBezTo>
                  <a:pt x="6588" y="7016"/>
                  <a:pt x="6513" y="7085"/>
                  <a:pt x="6513" y="7160"/>
                </a:cubicBezTo>
                <a:cubicBezTo>
                  <a:pt x="6513" y="7085"/>
                  <a:pt x="6444" y="7016"/>
                  <a:pt x="6444" y="6942"/>
                </a:cubicBezTo>
                <a:cubicBezTo>
                  <a:pt x="6444" y="6873"/>
                  <a:pt x="6513" y="6799"/>
                  <a:pt x="6513" y="6730"/>
                </a:cubicBezTo>
                <a:close/>
                <a:moveTo>
                  <a:pt x="16611" y="6656"/>
                </a:moveTo>
                <a:lnTo>
                  <a:pt x="16611" y="7228"/>
                </a:lnTo>
                <a:cubicBezTo>
                  <a:pt x="16536" y="7160"/>
                  <a:pt x="16536" y="7016"/>
                  <a:pt x="16536" y="6873"/>
                </a:cubicBezTo>
                <a:cubicBezTo>
                  <a:pt x="16536" y="6799"/>
                  <a:pt x="16536" y="6799"/>
                  <a:pt x="16611" y="6656"/>
                </a:cubicBezTo>
                <a:close/>
                <a:moveTo>
                  <a:pt x="30643" y="7228"/>
                </a:moveTo>
                <a:cubicBezTo>
                  <a:pt x="30647" y="7236"/>
                  <a:pt x="30650" y="7243"/>
                  <a:pt x="30654" y="7250"/>
                </a:cubicBezTo>
                <a:lnTo>
                  <a:pt x="30654" y="7250"/>
                </a:lnTo>
                <a:lnTo>
                  <a:pt x="30643" y="7228"/>
                </a:lnTo>
                <a:close/>
                <a:moveTo>
                  <a:pt x="26560" y="6942"/>
                </a:moveTo>
                <a:cubicBezTo>
                  <a:pt x="26634" y="7085"/>
                  <a:pt x="26634" y="7160"/>
                  <a:pt x="26634" y="7303"/>
                </a:cubicBezTo>
                <a:cubicBezTo>
                  <a:pt x="26634" y="7228"/>
                  <a:pt x="26560" y="7228"/>
                  <a:pt x="26560" y="7160"/>
                </a:cubicBezTo>
                <a:lnTo>
                  <a:pt x="26560" y="6942"/>
                </a:lnTo>
                <a:close/>
                <a:moveTo>
                  <a:pt x="16393" y="7228"/>
                </a:moveTo>
                <a:lnTo>
                  <a:pt x="16393" y="7372"/>
                </a:lnTo>
                <a:cubicBezTo>
                  <a:pt x="16393" y="7303"/>
                  <a:pt x="16324" y="7303"/>
                  <a:pt x="16324" y="7303"/>
                </a:cubicBezTo>
                <a:cubicBezTo>
                  <a:pt x="16324" y="7303"/>
                  <a:pt x="16324" y="7228"/>
                  <a:pt x="16393" y="7228"/>
                </a:cubicBezTo>
                <a:close/>
                <a:moveTo>
                  <a:pt x="20477" y="6369"/>
                </a:moveTo>
                <a:cubicBezTo>
                  <a:pt x="20546" y="6587"/>
                  <a:pt x="20546" y="6799"/>
                  <a:pt x="20546" y="7016"/>
                </a:cubicBezTo>
                <a:lnTo>
                  <a:pt x="20334" y="7446"/>
                </a:lnTo>
                <a:cubicBezTo>
                  <a:pt x="20259" y="7372"/>
                  <a:pt x="20259" y="7303"/>
                  <a:pt x="20191" y="7228"/>
                </a:cubicBezTo>
                <a:cubicBezTo>
                  <a:pt x="20334" y="6942"/>
                  <a:pt x="20403" y="6656"/>
                  <a:pt x="20477" y="6369"/>
                </a:cubicBezTo>
                <a:close/>
                <a:moveTo>
                  <a:pt x="34292" y="6656"/>
                </a:moveTo>
                <a:cubicBezTo>
                  <a:pt x="34223" y="6873"/>
                  <a:pt x="34223" y="7160"/>
                  <a:pt x="34149" y="7446"/>
                </a:cubicBezTo>
                <a:cubicBezTo>
                  <a:pt x="34149" y="7372"/>
                  <a:pt x="34080" y="7228"/>
                  <a:pt x="34080" y="7160"/>
                </a:cubicBezTo>
                <a:cubicBezTo>
                  <a:pt x="34149" y="6942"/>
                  <a:pt x="34223" y="6799"/>
                  <a:pt x="34292" y="6656"/>
                </a:cubicBezTo>
                <a:close/>
                <a:moveTo>
                  <a:pt x="29567" y="7303"/>
                </a:moveTo>
                <a:cubicBezTo>
                  <a:pt x="29567" y="7370"/>
                  <a:pt x="29567" y="7443"/>
                  <a:pt x="29636" y="7510"/>
                </a:cubicBezTo>
                <a:lnTo>
                  <a:pt x="29636" y="7510"/>
                </a:lnTo>
                <a:cubicBezTo>
                  <a:pt x="29629" y="7446"/>
                  <a:pt x="29611" y="7388"/>
                  <a:pt x="29567" y="7303"/>
                </a:cubicBezTo>
                <a:close/>
                <a:moveTo>
                  <a:pt x="48611" y="6157"/>
                </a:moveTo>
                <a:cubicBezTo>
                  <a:pt x="48685" y="6587"/>
                  <a:pt x="48685" y="7016"/>
                  <a:pt x="48754" y="7515"/>
                </a:cubicBezTo>
                <a:cubicBezTo>
                  <a:pt x="48685" y="7160"/>
                  <a:pt x="48611" y="6873"/>
                  <a:pt x="48468" y="6512"/>
                </a:cubicBezTo>
                <a:cubicBezTo>
                  <a:pt x="48542" y="6300"/>
                  <a:pt x="48542" y="6300"/>
                  <a:pt x="48611" y="6157"/>
                </a:cubicBezTo>
                <a:close/>
                <a:moveTo>
                  <a:pt x="49756" y="7446"/>
                </a:moveTo>
                <a:cubicBezTo>
                  <a:pt x="49756" y="7515"/>
                  <a:pt x="49756" y="7515"/>
                  <a:pt x="49831" y="7515"/>
                </a:cubicBezTo>
                <a:cubicBezTo>
                  <a:pt x="49831" y="7515"/>
                  <a:pt x="49756" y="7515"/>
                  <a:pt x="49756" y="7446"/>
                </a:cubicBezTo>
                <a:close/>
                <a:moveTo>
                  <a:pt x="26416" y="5796"/>
                </a:moveTo>
                <a:cubicBezTo>
                  <a:pt x="26491" y="6083"/>
                  <a:pt x="26491" y="6444"/>
                  <a:pt x="26560" y="6730"/>
                </a:cubicBezTo>
                <a:cubicBezTo>
                  <a:pt x="26491" y="6799"/>
                  <a:pt x="26491" y="6873"/>
                  <a:pt x="26416" y="6942"/>
                </a:cubicBezTo>
                <a:cubicBezTo>
                  <a:pt x="26348" y="7160"/>
                  <a:pt x="26273" y="7372"/>
                  <a:pt x="26273" y="7589"/>
                </a:cubicBezTo>
                <a:cubicBezTo>
                  <a:pt x="26130" y="7372"/>
                  <a:pt x="26061" y="7160"/>
                  <a:pt x="25918" y="6942"/>
                </a:cubicBezTo>
                <a:cubicBezTo>
                  <a:pt x="26130" y="6512"/>
                  <a:pt x="26273" y="6083"/>
                  <a:pt x="26416" y="5796"/>
                </a:cubicBezTo>
                <a:close/>
                <a:moveTo>
                  <a:pt x="1931" y="7016"/>
                </a:moveTo>
                <a:cubicBezTo>
                  <a:pt x="1931" y="7215"/>
                  <a:pt x="1931" y="7418"/>
                  <a:pt x="1992" y="7617"/>
                </a:cubicBezTo>
                <a:lnTo>
                  <a:pt x="1992" y="7617"/>
                </a:lnTo>
                <a:cubicBezTo>
                  <a:pt x="1982" y="7602"/>
                  <a:pt x="1963" y="7589"/>
                  <a:pt x="1931" y="7589"/>
                </a:cubicBezTo>
                <a:cubicBezTo>
                  <a:pt x="1931" y="7446"/>
                  <a:pt x="1931" y="7303"/>
                  <a:pt x="1862" y="7160"/>
                </a:cubicBezTo>
                <a:cubicBezTo>
                  <a:pt x="1862" y="7085"/>
                  <a:pt x="1931" y="7085"/>
                  <a:pt x="1931" y="7016"/>
                </a:cubicBezTo>
                <a:close/>
                <a:moveTo>
                  <a:pt x="29567" y="7446"/>
                </a:moveTo>
                <a:cubicBezTo>
                  <a:pt x="29567" y="7515"/>
                  <a:pt x="29641" y="7589"/>
                  <a:pt x="29641" y="7658"/>
                </a:cubicBezTo>
                <a:cubicBezTo>
                  <a:pt x="29641" y="7602"/>
                  <a:pt x="29641" y="7557"/>
                  <a:pt x="29637" y="7515"/>
                </a:cubicBezTo>
                <a:lnTo>
                  <a:pt x="29637" y="7515"/>
                </a:lnTo>
                <a:cubicBezTo>
                  <a:pt x="29638" y="7515"/>
                  <a:pt x="29640" y="7515"/>
                  <a:pt x="29641" y="7515"/>
                </a:cubicBezTo>
                <a:cubicBezTo>
                  <a:pt x="29639" y="7513"/>
                  <a:pt x="29638" y="7512"/>
                  <a:pt x="29636" y="7510"/>
                </a:cubicBezTo>
                <a:lnTo>
                  <a:pt x="29636" y="7510"/>
                </a:lnTo>
                <a:cubicBezTo>
                  <a:pt x="29636" y="7511"/>
                  <a:pt x="29636" y="7513"/>
                  <a:pt x="29637" y="7515"/>
                </a:cubicBezTo>
                <a:lnTo>
                  <a:pt x="29637" y="7515"/>
                </a:lnTo>
                <a:cubicBezTo>
                  <a:pt x="29567" y="7512"/>
                  <a:pt x="29567" y="7447"/>
                  <a:pt x="29567" y="7446"/>
                </a:cubicBezTo>
                <a:close/>
                <a:moveTo>
                  <a:pt x="29641" y="5940"/>
                </a:moveTo>
                <a:cubicBezTo>
                  <a:pt x="29710" y="6512"/>
                  <a:pt x="29710" y="7085"/>
                  <a:pt x="29710" y="7658"/>
                </a:cubicBezTo>
                <a:lnTo>
                  <a:pt x="29641" y="7658"/>
                </a:lnTo>
                <a:lnTo>
                  <a:pt x="29641" y="7732"/>
                </a:lnTo>
                <a:cubicBezTo>
                  <a:pt x="29641" y="7658"/>
                  <a:pt x="29567" y="7589"/>
                  <a:pt x="29567" y="7515"/>
                </a:cubicBezTo>
                <a:lnTo>
                  <a:pt x="29567" y="7446"/>
                </a:lnTo>
                <a:lnTo>
                  <a:pt x="29567" y="7303"/>
                </a:lnTo>
                <a:cubicBezTo>
                  <a:pt x="29567" y="6873"/>
                  <a:pt x="29641" y="6369"/>
                  <a:pt x="29641" y="5940"/>
                </a:cubicBezTo>
                <a:close/>
                <a:moveTo>
                  <a:pt x="50759" y="7589"/>
                </a:moveTo>
                <a:cubicBezTo>
                  <a:pt x="50759" y="7658"/>
                  <a:pt x="50759" y="7732"/>
                  <a:pt x="50833" y="7801"/>
                </a:cubicBezTo>
                <a:cubicBezTo>
                  <a:pt x="50833" y="7732"/>
                  <a:pt x="50759" y="7658"/>
                  <a:pt x="50759" y="7589"/>
                </a:cubicBezTo>
                <a:close/>
                <a:moveTo>
                  <a:pt x="32860" y="5585"/>
                </a:moveTo>
                <a:cubicBezTo>
                  <a:pt x="32934" y="6083"/>
                  <a:pt x="32934" y="6587"/>
                  <a:pt x="32934" y="7085"/>
                </a:cubicBezTo>
                <a:cubicBezTo>
                  <a:pt x="32860" y="7303"/>
                  <a:pt x="32791" y="7515"/>
                  <a:pt x="32648" y="7801"/>
                </a:cubicBezTo>
                <a:cubicBezTo>
                  <a:pt x="32574" y="7515"/>
                  <a:pt x="32505" y="7228"/>
                  <a:pt x="32362" y="6873"/>
                </a:cubicBezTo>
                <a:lnTo>
                  <a:pt x="32362" y="6873"/>
                </a:lnTo>
                <a:cubicBezTo>
                  <a:pt x="32430" y="7160"/>
                  <a:pt x="32505" y="7515"/>
                  <a:pt x="32574" y="7876"/>
                </a:cubicBezTo>
                <a:lnTo>
                  <a:pt x="32362" y="7228"/>
                </a:lnTo>
                <a:lnTo>
                  <a:pt x="32362" y="7228"/>
                </a:lnTo>
                <a:cubicBezTo>
                  <a:pt x="32362" y="7372"/>
                  <a:pt x="32430" y="7515"/>
                  <a:pt x="32430" y="7732"/>
                </a:cubicBezTo>
                <a:cubicBezTo>
                  <a:pt x="32362" y="7515"/>
                  <a:pt x="32362" y="7372"/>
                  <a:pt x="32287" y="7228"/>
                </a:cubicBezTo>
                <a:cubicBezTo>
                  <a:pt x="32287" y="7085"/>
                  <a:pt x="32362" y="7016"/>
                  <a:pt x="32362" y="6873"/>
                </a:cubicBezTo>
                <a:cubicBezTo>
                  <a:pt x="32574" y="6369"/>
                  <a:pt x="32717" y="5940"/>
                  <a:pt x="32860" y="5585"/>
                </a:cubicBezTo>
                <a:close/>
                <a:moveTo>
                  <a:pt x="41669" y="5012"/>
                </a:moveTo>
                <a:cubicBezTo>
                  <a:pt x="41881" y="5728"/>
                  <a:pt x="42099" y="6656"/>
                  <a:pt x="42311" y="7515"/>
                </a:cubicBezTo>
                <a:lnTo>
                  <a:pt x="41955" y="7876"/>
                </a:lnTo>
                <a:cubicBezTo>
                  <a:pt x="41812" y="7446"/>
                  <a:pt x="41669" y="7016"/>
                  <a:pt x="41526" y="6512"/>
                </a:cubicBezTo>
                <a:cubicBezTo>
                  <a:pt x="41595" y="6014"/>
                  <a:pt x="41595" y="5585"/>
                  <a:pt x="41669" y="5012"/>
                </a:cubicBezTo>
                <a:close/>
                <a:moveTo>
                  <a:pt x="4726" y="7016"/>
                </a:moveTo>
                <a:lnTo>
                  <a:pt x="4726" y="7944"/>
                </a:lnTo>
                <a:cubicBezTo>
                  <a:pt x="4726" y="7801"/>
                  <a:pt x="4652" y="7658"/>
                  <a:pt x="4583" y="7446"/>
                </a:cubicBezTo>
                <a:lnTo>
                  <a:pt x="4583" y="7303"/>
                </a:lnTo>
                <a:cubicBezTo>
                  <a:pt x="4652" y="7228"/>
                  <a:pt x="4652" y="7085"/>
                  <a:pt x="4726" y="7016"/>
                </a:cubicBezTo>
                <a:close/>
                <a:moveTo>
                  <a:pt x="24486" y="7446"/>
                </a:moveTo>
                <a:cubicBezTo>
                  <a:pt x="24486" y="7515"/>
                  <a:pt x="24486" y="7589"/>
                  <a:pt x="24555" y="7658"/>
                </a:cubicBezTo>
                <a:cubicBezTo>
                  <a:pt x="24555" y="7658"/>
                  <a:pt x="24486" y="7658"/>
                  <a:pt x="24486" y="7732"/>
                </a:cubicBezTo>
                <a:cubicBezTo>
                  <a:pt x="24486" y="7801"/>
                  <a:pt x="24486" y="7944"/>
                  <a:pt x="24412" y="8019"/>
                </a:cubicBezTo>
                <a:cubicBezTo>
                  <a:pt x="24412" y="7876"/>
                  <a:pt x="24486" y="7658"/>
                  <a:pt x="24486" y="7446"/>
                </a:cubicBezTo>
                <a:close/>
                <a:moveTo>
                  <a:pt x="20191" y="7372"/>
                </a:moveTo>
                <a:lnTo>
                  <a:pt x="20191" y="7732"/>
                </a:lnTo>
                <a:cubicBezTo>
                  <a:pt x="20116" y="7801"/>
                  <a:pt x="20047" y="7944"/>
                  <a:pt x="19973" y="8087"/>
                </a:cubicBezTo>
                <a:cubicBezTo>
                  <a:pt x="20047" y="7876"/>
                  <a:pt x="20116" y="7589"/>
                  <a:pt x="20191" y="7372"/>
                </a:cubicBezTo>
                <a:close/>
                <a:moveTo>
                  <a:pt x="25918" y="7016"/>
                </a:moveTo>
                <a:cubicBezTo>
                  <a:pt x="25987" y="7303"/>
                  <a:pt x="26061" y="7589"/>
                  <a:pt x="26130" y="7944"/>
                </a:cubicBezTo>
                <a:lnTo>
                  <a:pt x="26130" y="8162"/>
                </a:lnTo>
                <a:cubicBezTo>
                  <a:pt x="26061" y="7801"/>
                  <a:pt x="25918" y="7515"/>
                  <a:pt x="25844" y="7160"/>
                </a:cubicBezTo>
                <a:cubicBezTo>
                  <a:pt x="25844" y="7085"/>
                  <a:pt x="25844" y="7085"/>
                  <a:pt x="25918" y="7016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3649" y="7085"/>
                </a:moveTo>
                <a:lnTo>
                  <a:pt x="3649" y="7303"/>
                </a:lnTo>
                <a:lnTo>
                  <a:pt x="3649" y="7732"/>
                </a:lnTo>
                <a:cubicBezTo>
                  <a:pt x="3581" y="7876"/>
                  <a:pt x="3581" y="8019"/>
                  <a:pt x="3581" y="8231"/>
                </a:cubicBezTo>
                <a:cubicBezTo>
                  <a:pt x="3534" y="8231"/>
                  <a:pt x="3517" y="8259"/>
                  <a:pt x="3510" y="8281"/>
                </a:cubicBezTo>
                <a:lnTo>
                  <a:pt x="3510" y="8281"/>
                </a:lnTo>
                <a:cubicBezTo>
                  <a:pt x="3581" y="7859"/>
                  <a:pt x="3582" y="7439"/>
                  <a:pt x="3649" y="7085"/>
                </a:cubicBezTo>
                <a:close/>
                <a:moveTo>
                  <a:pt x="1719" y="8019"/>
                </a:moveTo>
                <a:lnTo>
                  <a:pt x="1719" y="8305"/>
                </a:lnTo>
                <a:lnTo>
                  <a:pt x="1645" y="8231"/>
                </a:lnTo>
                <a:cubicBezTo>
                  <a:pt x="1645" y="8087"/>
                  <a:pt x="1645" y="8087"/>
                  <a:pt x="1719" y="8019"/>
                </a:cubicBezTo>
                <a:close/>
                <a:moveTo>
                  <a:pt x="45174" y="6300"/>
                </a:moveTo>
                <a:cubicBezTo>
                  <a:pt x="45249" y="7016"/>
                  <a:pt x="45249" y="7801"/>
                  <a:pt x="45249" y="8517"/>
                </a:cubicBezTo>
                <a:lnTo>
                  <a:pt x="45031" y="8087"/>
                </a:lnTo>
                <a:cubicBezTo>
                  <a:pt x="45106" y="7515"/>
                  <a:pt x="45106" y="6942"/>
                  <a:pt x="45174" y="6300"/>
                </a:cubicBezTo>
                <a:close/>
                <a:moveTo>
                  <a:pt x="16107" y="7944"/>
                </a:moveTo>
                <a:lnTo>
                  <a:pt x="16107" y="8591"/>
                </a:lnTo>
                <a:cubicBezTo>
                  <a:pt x="16038" y="8517"/>
                  <a:pt x="16038" y="8448"/>
                  <a:pt x="15964" y="8374"/>
                </a:cubicBezTo>
                <a:lnTo>
                  <a:pt x="15964" y="8305"/>
                </a:lnTo>
                <a:lnTo>
                  <a:pt x="15964" y="8231"/>
                </a:lnTo>
                <a:cubicBezTo>
                  <a:pt x="16038" y="8162"/>
                  <a:pt x="16038" y="8019"/>
                  <a:pt x="16107" y="7944"/>
                </a:cubicBezTo>
                <a:close/>
                <a:moveTo>
                  <a:pt x="41451" y="7446"/>
                </a:moveTo>
                <a:cubicBezTo>
                  <a:pt x="41526" y="7732"/>
                  <a:pt x="41595" y="8019"/>
                  <a:pt x="41595" y="8305"/>
                </a:cubicBezTo>
                <a:cubicBezTo>
                  <a:pt x="41526" y="8374"/>
                  <a:pt x="41451" y="8448"/>
                  <a:pt x="41383" y="8591"/>
                </a:cubicBezTo>
                <a:cubicBezTo>
                  <a:pt x="41383" y="8231"/>
                  <a:pt x="41451" y="7801"/>
                  <a:pt x="41451" y="7446"/>
                </a:cubicBezTo>
                <a:close/>
                <a:moveTo>
                  <a:pt x="1645" y="8374"/>
                </a:moveTo>
                <a:lnTo>
                  <a:pt x="1645" y="8591"/>
                </a:lnTo>
                <a:cubicBezTo>
                  <a:pt x="1645" y="8660"/>
                  <a:pt x="1645" y="8660"/>
                  <a:pt x="1576" y="8735"/>
                </a:cubicBezTo>
                <a:cubicBezTo>
                  <a:pt x="1576" y="8591"/>
                  <a:pt x="1576" y="8517"/>
                  <a:pt x="1645" y="8374"/>
                </a:cubicBezTo>
                <a:close/>
                <a:moveTo>
                  <a:pt x="17252" y="6157"/>
                </a:moveTo>
                <a:cubicBezTo>
                  <a:pt x="17396" y="6942"/>
                  <a:pt x="17539" y="7732"/>
                  <a:pt x="17682" y="8591"/>
                </a:cubicBezTo>
                <a:cubicBezTo>
                  <a:pt x="17613" y="8660"/>
                  <a:pt x="17613" y="8660"/>
                  <a:pt x="17613" y="8735"/>
                </a:cubicBezTo>
                <a:cubicBezTo>
                  <a:pt x="17613" y="8660"/>
                  <a:pt x="17539" y="8517"/>
                  <a:pt x="17539" y="8448"/>
                </a:cubicBezTo>
                <a:cubicBezTo>
                  <a:pt x="17470" y="7944"/>
                  <a:pt x="17327" y="7446"/>
                  <a:pt x="17184" y="6873"/>
                </a:cubicBezTo>
                <a:cubicBezTo>
                  <a:pt x="17184" y="6656"/>
                  <a:pt x="17252" y="6444"/>
                  <a:pt x="17252" y="6157"/>
                </a:cubicBezTo>
                <a:close/>
                <a:moveTo>
                  <a:pt x="40381" y="7892"/>
                </a:moveTo>
                <a:cubicBezTo>
                  <a:pt x="40384" y="8095"/>
                  <a:pt x="40449" y="8236"/>
                  <a:pt x="40449" y="8448"/>
                </a:cubicBezTo>
                <a:cubicBezTo>
                  <a:pt x="40449" y="8517"/>
                  <a:pt x="40380" y="8660"/>
                  <a:pt x="40380" y="8735"/>
                </a:cubicBezTo>
                <a:cubicBezTo>
                  <a:pt x="40306" y="8591"/>
                  <a:pt x="40237" y="8374"/>
                  <a:pt x="40237" y="8231"/>
                </a:cubicBezTo>
                <a:cubicBezTo>
                  <a:pt x="40285" y="8115"/>
                  <a:pt x="40333" y="8001"/>
                  <a:pt x="40381" y="7892"/>
                </a:cubicBezTo>
                <a:close/>
                <a:moveTo>
                  <a:pt x="40020" y="8735"/>
                </a:moveTo>
                <a:cubicBezTo>
                  <a:pt x="40019" y="8742"/>
                  <a:pt x="40018" y="8749"/>
                  <a:pt x="40017" y="8756"/>
                </a:cubicBezTo>
                <a:lnTo>
                  <a:pt x="40017" y="8756"/>
                </a:lnTo>
                <a:cubicBezTo>
                  <a:pt x="40019" y="8750"/>
                  <a:pt x="40020" y="8743"/>
                  <a:pt x="40020" y="8735"/>
                </a:cubicBezTo>
                <a:close/>
                <a:moveTo>
                  <a:pt x="32144" y="7589"/>
                </a:moveTo>
                <a:cubicBezTo>
                  <a:pt x="32219" y="7801"/>
                  <a:pt x="32287" y="8087"/>
                  <a:pt x="32287" y="8374"/>
                </a:cubicBezTo>
                <a:cubicBezTo>
                  <a:pt x="32219" y="8231"/>
                  <a:pt x="32144" y="8087"/>
                  <a:pt x="32075" y="8019"/>
                </a:cubicBezTo>
                <a:lnTo>
                  <a:pt x="32075" y="8019"/>
                </a:lnTo>
                <a:lnTo>
                  <a:pt x="32287" y="8448"/>
                </a:lnTo>
                <a:cubicBezTo>
                  <a:pt x="32144" y="8517"/>
                  <a:pt x="32075" y="8660"/>
                  <a:pt x="31932" y="8803"/>
                </a:cubicBezTo>
                <a:cubicBezTo>
                  <a:pt x="32001" y="8591"/>
                  <a:pt x="32075" y="8374"/>
                  <a:pt x="32075" y="8231"/>
                </a:cubicBezTo>
                <a:lnTo>
                  <a:pt x="32075" y="8231"/>
                </a:lnTo>
                <a:cubicBezTo>
                  <a:pt x="32075" y="8231"/>
                  <a:pt x="32001" y="8305"/>
                  <a:pt x="31932" y="8305"/>
                </a:cubicBezTo>
                <a:cubicBezTo>
                  <a:pt x="32001" y="8087"/>
                  <a:pt x="32075" y="7801"/>
                  <a:pt x="32144" y="7589"/>
                </a:cubicBezTo>
                <a:close/>
                <a:moveTo>
                  <a:pt x="42311" y="7658"/>
                </a:moveTo>
                <a:lnTo>
                  <a:pt x="42311" y="7732"/>
                </a:lnTo>
                <a:cubicBezTo>
                  <a:pt x="42242" y="8087"/>
                  <a:pt x="42167" y="8448"/>
                  <a:pt x="42167" y="8803"/>
                </a:cubicBezTo>
                <a:cubicBezTo>
                  <a:pt x="42099" y="8591"/>
                  <a:pt x="42099" y="8448"/>
                  <a:pt x="42024" y="8231"/>
                </a:cubicBezTo>
                <a:cubicBezTo>
                  <a:pt x="42167" y="8019"/>
                  <a:pt x="42242" y="7801"/>
                  <a:pt x="42311" y="7658"/>
                </a:cubicBezTo>
                <a:close/>
                <a:moveTo>
                  <a:pt x="49688" y="8231"/>
                </a:moveTo>
                <a:lnTo>
                  <a:pt x="49688" y="8231"/>
                </a:lnTo>
                <a:cubicBezTo>
                  <a:pt x="49613" y="8374"/>
                  <a:pt x="49613" y="8517"/>
                  <a:pt x="49545" y="8660"/>
                </a:cubicBezTo>
                <a:cubicBezTo>
                  <a:pt x="49545" y="8735"/>
                  <a:pt x="49545" y="8803"/>
                  <a:pt x="49470" y="8803"/>
                </a:cubicBezTo>
                <a:cubicBezTo>
                  <a:pt x="49545" y="8592"/>
                  <a:pt x="49613" y="8374"/>
                  <a:pt x="49688" y="8231"/>
                </a:cubicBezTo>
                <a:close/>
                <a:moveTo>
                  <a:pt x="16038" y="8591"/>
                </a:moveTo>
                <a:cubicBezTo>
                  <a:pt x="16038" y="8660"/>
                  <a:pt x="16107" y="8735"/>
                  <a:pt x="16107" y="8803"/>
                </a:cubicBezTo>
                <a:cubicBezTo>
                  <a:pt x="16107" y="8803"/>
                  <a:pt x="16107" y="8878"/>
                  <a:pt x="16038" y="8878"/>
                </a:cubicBezTo>
                <a:lnTo>
                  <a:pt x="16038" y="8591"/>
                </a:lnTo>
                <a:close/>
                <a:moveTo>
                  <a:pt x="26560" y="7228"/>
                </a:moveTo>
                <a:cubicBezTo>
                  <a:pt x="26560" y="7303"/>
                  <a:pt x="26634" y="7446"/>
                  <a:pt x="26634" y="7515"/>
                </a:cubicBezTo>
                <a:cubicBezTo>
                  <a:pt x="26703" y="7944"/>
                  <a:pt x="26777" y="8374"/>
                  <a:pt x="26777" y="8803"/>
                </a:cubicBezTo>
                <a:lnTo>
                  <a:pt x="26777" y="8878"/>
                </a:lnTo>
                <a:cubicBezTo>
                  <a:pt x="26703" y="8593"/>
                  <a:pt x="26635" y="8376"/>
                  <a:pt x="26561" y="8092"/>
                </a:cubicBezTo>
                <a:lnTo>
                  <a:pt x="26561" y="8092"/>
                </a:lnTo>
                <a:cubicBezTo>
                  <a:pt x="26635" y="8376"/>
                  <a:pt x="26703" y="8593"/>
                  <a:pt x="26703" y="8878"/>
                </a:cubicBezTo>
                <a:lnTo>
                  <a:pt x="26491" y="8231"/>
                </a:lnTo>
                <a:cubicBezTo>
                  <a:pt x="26491" y="7876"/>
                  <a:pt x="26560" y="7589"/>
                  <a:pt x="26560" y="7228"/>
                </a:cubicBezTo>
                <a:close/>
                <a:moveTo>
                  <a:pt x="111328" y="8735"/>
                </a:moveTo>
                <a:cubicBezTo>
                  <a:pt x="111328" y="8803"/>
                  <a:pt x="111259" y="8947"/>
                  <a:pt x="111259" y="9021"/>
                </a:cubicBezTo>
                <a:lnTo>
                  <a:pt x="111259" y="8947"/>
                </a:lnTo>
                <a:lnTo>
                  <a:pt x="111259" y="8803"/>
                </a:lnTo>
                <a:lnTo>
                  <a:pt x="111328" y="8735"/>
                </a:lnTo>
                <a:close/>
                <a:moveTo>
                  <a:pt x="27992" y="6226"/>
                </a:moveTo>
                <a:cubicBezTo>
                  <a:pt x="28135" y="7016"/>
                  <a:pt x="28209" y="7801"/>
                  <a:pt x="28278" y="8591"/>
                </a:cubicBezTo>
                <a:cubicBezTo>
                  <a:pt x="28209" y="8735"/>
                  <a:pt x="28066" y="8878"/>
                  <a:pt x="27992" y="9090"/>
                </a:cubicBezTo>
                <a:cubicBezTo>
                  <a:pt x="27992" y="8803"/>
                  <a:pt x="27923" y="8517"/>
                  <a:pt x="27848" y="8231"/>
                </a:cubicBezTo>
                <a:cubicBezTo>
                  <a:pt x="27923" y="7589"/>
                  <a:pt x="27923" y="6942"/>
                  <a:pt x="27992" y="6226"/>
                </a:cubicBezTo>
                <a:close/>
                <a:moveTo>
                  <a:pt x="57775" y="8878"/>
                </a:moveTo>
                <a:lnTo>
                  <a:pt x="57775" y="8878"/>
                </a:lnTo>
                <a:cubicBezTo>
                  <a:pt x="57796" y="8951"/>
                  <a:pt x="57817" y="9023"/>
                  <a:pt x="57838" y="9094"/>
                </a:cubicBezTo>
                <a:lnTo>
                  <a:pt x="57838" y="9094"/>
                </a:lnTo>
                <a:cubicBezTo>
                  <a:pt x="57819" y="9019"/>
                  <a:pt x="57798" y="8946"/>
                  <a:pt x="57775" y="8878"/>
                </a:cubicBezTo>
                <a:close/>
                <a:moveTo>
                  <a:pt x="44172" y="9090"/>
                </a:moveTo>
                <a:cubicBezTo>
                  <a:pt x="44172" y="9090"/>
                  <a:pt x="44172" y="9164"/>
                  <a:pt x="44247" y="9164"/>
                </a:cubicBezTo>
                <a:cubicBezTo>
                  <a:pt x="44247" y="9090"/>
                  <a:pt x="44172" y="9090"/>
                  <a:pt x="44172" y="9090"/>
                </a:cubicBezTo>
                <a:close/>
                <a:moveTo>
                  <a:pt x="115194" y="8517"/>
                </a:moveTo>
                <a:lnTo>
                  <a:pt x="115194" y="8517"/>
                </a:lnTo>
                <a:cubicBezTo>
                  <a:pt x="115126" y="8660"/>
                  <a:pt x="115051" y="8947"/>
                  <a:pt x="114982" y="9164"/>
                </a:cubicBezTo>
                <a:cubicBezTo>
                  <a:pt x="114982" y="9090"/>
                  <a:pt x="114982" y="9021"/>
                  <a:pt x="114908" y="8947"/>
                </a:cubicBezTo>
                <a:cubicBezTo>
                  <a:pt x="115126" y="8660"/>
                  <a:pt x="115126" y="8591"/>
                  <a:pt x="115194" y="8517"/>
                </a:cubicBezTo>
                <a:close/>
                <a:moveTo>
                  <a:pt x="21909" y="8947"/>
                </a:moveTo>
                <a:cubicBezTo>
                  <a:pt x="21909" y="9021"/>
                  <a:pt x="21909" y="9021"/>
                  <a:pt x="21978" y="9090"/>
                </a:cubicBezTo>
                <a:cubicBezTo>
                  <a:pt x="21909" y="9164"/>
                  <a:pt x="21909" y="9164"/>
                  <a:pt x="21909" y="9233"/>
                </a:cubicBezTo>
                <a:lnTo>
                  <a:pt x="21909" y="9090"/>
                </a:lnTo>
                <a:lnTo>
                  <a:pt x="21909" y="8947"/>
                </a:lnTo>
                <a:close/>
                <a:moveTo>
                  <a:pt x="29498" y="8448"/>
                </a:moveTo>
                <a:cubicBezTo>
                  <a:pt x="29498" y="8591"/>
                  <a:pt x="29567" y="8735"/>
                  <a:pt x="29567" y="8878"/>
                </a:cubicBezTo>
                <a:lnTo>
                  <a:pt x="29567" y="9307"/>
                </a:lnTo>
                <a:cubicBezTo>
                  <a:pt x="29498" y="9307"/>
                  <a:pt x="29498" y="9376"/>
                  <a:pt x="29498" y="9376"/>
                </a:cubicBezTo>
                <a:lnTo>
                  <a:pt x="29498" y="8448"/>
                </a:lnTo>
                <a:close/>
                <a:moveTo>
                  <a:pt x="43170" y="8878"/>
                </a:moveTo>
                <a:cubicBezTo>
                  <a:pt x="43244" y="9021"/>
                  <a:pt x="43244" y="9090"/>
                  <a:pt x="43313" y="9233"/>
                </a:cubicBezTo>
                <a:lnTo>
                  <a:pt x="43313" y="9376"/>
                </a:lnTo>
                <a:cubicBezTo>
                  <a:pt x="43244" y="9233"/>
                  <a:pt x="43244" y="9021"/>
                  <a:pt x="43170" y="8878"/>
                </a:cubicBezTo>
                <a:close/>
                <a:moveTo>
                  <a:pt x="49401" y="8947"/>
                </a:moveTo>
                <a:lnTo>
                  <a:pt x="49401" y="9021"/>
                </a:lnTo>
                <a:lnTo>
                  <a:pt x="49401" y="9233"/>
                </a:lnTo>
                <a:cubicBezTo>
                  <a:pt x="49401" y="9164"/>
                  <a:pt x="49327" y="9090"/>
                  <a:pt x="49327" y="9090"/>
                </a:cubicBezTo>
                <a:lnTo>
                  <a:pt x="49327" y="9090"/>
                </a:lnTo>
                <a:cubicBezTo>
                  <a:pt x="49327" y="9164"/>
                  <a:pt x="49327" y="9233"/>
                  <a:pt x="49401" y="9307"/>
                </a:cubicBezTo>
                <a:cubicBezTo>
                  <a:pt x="49327" y="9307"/>
                  <a:pt x="49327" y="9376"/>
                  <a:pt x="49327" y="9376"/>
                </a:cubicBezTo>
                <a:lnTo>
                  <a:pt x="49327" y="9164"/>
                </a:lnTo>
                <a:lnTo>
                  <a:pt x="49327" y="9090"/>
                </a:lnTo>
                <a:cubicBezTo>
                  <a:pt x="49327" y="9021"/>
                  <a:pt x="49401" y="9021"/>
                  <a:pt x="49401" y="8947"/>
                </a:cubicBezTo>
                <a:close/>
                <a:moveTo>
                  <a:pt x="51263" y="9164"/>
                </a:moveTo>
                <a:cubicBezTo>
                  <a:pt x="51263" y="9233"/>
                  <a:pt x="51263" y="9307"/>
                  <a:pt x="51332" y="9376"/>
                </a:cubicBezTo>
                <a:cubicBezTo>
                  <a:pt x="51263" y="9376"/>
                  <a:pt x="51263" y="9307"/>
                  <a:pt x="51188" y="9233"/>
                </a:cubicBezTo>
                <a:cubicBezTo>
                  <a:pt x="51263" y="9233"/>
                  <a:pt x="51263" y="9164"/>
                  <a:pt x="51263" y="9164"/>
                </a:cubicBezTo>
                <a:close/>
                <a:moveTo>
                  <a:pt x="44315" y="8660"/>
                </a:moveTo>
                <a:lnTo>
                  <a:pt x="44315" y="8660"/>
                </a:lnTo>
                <a:cubicBezTo>
                  <a:pt x="44247" y="8803"/>
                  <a:pt x="44247" y="8947"/>
                  <a:pt x="44247" y="9164"/>
                </a:cubicBezTo>
                <a:cubicBezTo>
                  <a:pt x="44103" y="9233"/>
                  <a:pt x="44029" y="9376"/>
                  <a:pt x="43960" y="9451"/>
                </a:cubicBezTo>
                <a:lnTo>
                  <a:pt x="43960" y="9376"/>
                </a:lnTo>
                <a:lnTo>
                  <a:pt x="43960" y="9307"/>
                </a:lnTo>
                <a:cubicBezTo>
                  <a:pt x="44103" y="9021"/>
                  <a:pt x="44247" y="8735"/>
                  <a:pt x="44315" y="8660"/>
                </a:cubicBezTo>
                <a:close/>
                <a:moveTo>
                  <a:pt x="48468" y="6656"/>
                </a:moveTo>
                <a:cubicBezTo>
                  <a:pt x="48542" y="7446"/>
                  <a:pt x="48542" y="8374"/>
                  <a:pt x="48542" y="9164"/>
                </a:cubicBezTo>
                <a:cubicBezTo>
                  <a:pt x="48468" y="9307"/>
                  <a:pt x="48468" y="9376"/>
                  <a:pt x="48399" y="9451"/>
                </a:cubicBezTo>
                <a:cubicBezTo>
                  <a:pt x="48325" y="8878"/>
                  <a:pt x="48256" y="8305"/>
                  <a:pt x="48113" y="7446"/>
                </a:cubicBezTo>
                <a:cubicBezTo>
                  <a:pt x="48181" y="7160"/>
                  <a:pt x="48325" y="6873"/>
                  <a:pt x="48468" y="6656"/>
                </a:cubicBezTo>
                <a:close/>
                <a:moveTo>
                  <a:pt x="38805" y="6730"/>
                </a:moveTo>
                <a:cubicBezTo>
                  <a:pt x="38948" y="7372"/>
                  <a:pt x="39017" y="8087"/>
                  <a:pt x="39092" y="8803"/>
                </a:cubicBezTo>
                <a:lnTo>
                  <a:pt x="38874" y="9021"/>
                </a:lnTo>
                <a:cubicBezTo>
                  <a:pt x="38805" y="8878"/>
                  <a:pt x="38805" y="8660"/>
                  <a:pt x="38731" y="8448"/>
                </a:cubicBezTo>
                <a:lnTo>
                  <a:pt x="38731" y="8448"/>
                </a:lnTo>
                <a:cubicBezTo>
                  <a:pt x="38731" y="8660"/>
                  <a:pt x="38805" y="8878"/>
                  <a:pt x="38805" y="9090"/>
                </a:cubicBezTo>
                <a:cubicBezTo>
                  <a:pt x="38731" y="9307"/>
                  <a:pt x="38588" y="9451"/>
                  <a:pt x="38519" y="9594"/>
                </a:cubicBezTo>
                <a:cubicBezTo>
                  <a:pt x="38444" y="9594"/>
                  <a:pt x="38444" y="9519"/>
                  <a:pt x="38444" y="9451"/>
                </a:cubicBezTo>
                <a:cubicBezTo>
                  <a:pt x="38444" y="9090"/>
                  <a:pt x="38519" y="8660"/>
                  <a:pt x="38519" y="8231"/>
                </a:cubicBezTo>
                <a:lnTo>
                  <a:pt x="38519" y="8231"/>
                </a:lnTo>
                <a:cubicBezTo>
                  <a:pt x="38444" y="8374"/>
                  <a:pt x="38301" y="8660"/>
                  <a:pt x="38233" y="9021"/>
                </a:cubicBezTo>
                <a:cubicBezTo>
                  <a:pt x="38158" y="8878"/>
                  <a:pt x="38089" y="8735"/>
                  <a:pt x="38089" y="8660"/>
                </a:cubicBezTo>
                <a:cubicBezTo>
                  <a:pt x="38015" y="8591"/>
                  <a:pt x="38015" y="8517"/>
                  <a:pt x="38015" y="8448"/>
                </a:cubicBezTo>
                <a:cubicBezTo>
                  <a:pt x="38376" y="7589"/>
                  <a:pt x="38731" y="6873"/>
                  <a:pt x="38805" y="6730"/>
                </a:cubicBezTo>
                <a:close/>
                <a:moveTo>
                  <a:pt x="25701" y="9376"/>
                </a:moveTo>
                <a:cubicBezTo>
                  <a:pt x="25701" y="9519"/>
                  <a:pt x="25701" y="9594"/>
                  <a:pt x="25775" y="9663"/>
                </a:cubicBezTo>
                <a:cubicBezTo>
                  <a:pt x="25701" y="9594"/>
                  <a:pt x="25701" y="9519"/>
                  <a:pt x="25701" y="9451"/>
                </a:cubicBezTo>
                <a:lnTo>
                  <a:pt x="25701" y="9376"/>
                </a:lnTo>
                <a:close/>
                <a:moveTo>
                  <a:pt x="35941" y="8591"/>
                </a:moveTo>
                <a:cubicBezTo>
                  <a:pt x="36010" y="8947"/>
                  <a:pt x="36085" y="9307"/>
                  <a:pt x="36085" y="9663"/>
                </a:cubicBezTo>
                <a:lnTo>
                  <a:pt x="36085" y="9663"/>
                </a:lnTo>
                <a:cubicBezTo>
                  <a:pt x="36010" y="9663"/>
                  <a:pt x="36010" y="9663"/>
                  <a:pt x="36010" y="9594"/>
                </a:cubicBezTo>
                <a:cubicBezTo>
                  <a:pt x="36010" y="9519"/>
                  <a:pt x="36010" y="9451"/>
                  <a:pt x="35941" y="9451"/>
                </a:cubicBezTo>
                <a:lnTo>
                  <a:pt x="35941" y="9519"/>
                </a:lnTo>
                <a:cubicBezTo>
                  <a:pt x="35941" y="9451"/>
                  <a:pt x="35941" y="9376"/>
                  <a:pt x="35867" y="9307"/>
                </a:cubicBezTo>
                <a:cubicBezTo>
                  <a:pt x="35941" y="9090"/>
                  <a:pt x="35941" y="8878"/>
                  <a:pt x="35941" y="8591"/>
                </a:cubicBezTo>
                <a:close/>
                <a:moveTo>
                  <a:pt x="1645" y="8660"/>
                </a:moveTo>
                <a:cubicBezTo>
                  <a:pt x="1719" y="8735"/>
                  <a:pt x="1719" y="8878"/>
                  <a:pt x="1719" y="9021"/>
                </a:cubicBezTo>
                <a:cubicBezTo>
                  <a:pt x="1719" y="9164"/>
                  <a:pt x="1645" y="9307"/>
                  <a:pt x="1645" y="9451"/>
                </a:cubicBezTo>
                <a:lnTo>
                  <a:pt x="1645" y="9663"/>
                </a:lnTo>
                <a:cubicBezTo>
                  <a:pt x="1645" y="9594"/>
                  <a:pt x="1645" y="9519"/>
                  <a:pt x="1576" y="9451"/>
                </a:cubicBezTo>
                <a:lnTo>
                  <a:pt x="1645" y="9376"/>
                </a:lnTo>
                <a:lnTo>
                  <a:pt x="1645" y="8660"/>
                </a:lnTo>
                <a:close/>
                <a:moveTo>
                  <a:pt x="47826" y="8305"/>
                </a:moveTo>
                <a:cubicBezTo>
                  <a:pt x="47826" y="8735"/>
                  <a:pt x="47826" y="9233"/>
                  <a:pt x="47752" y="9594"/>
                </a:cubicBezTo>
                <a:lnTo>
                  <a:pt x="47752" y="9663"/>
                </a:lnTo>
                <a:lnTo>
                  <a:pt x="47683" y="9737"/>
                </a:lnTo>
                <a:cubicBezTo>
                  <a:pt x="47752" y="9451"/>
                  <a:pt x="47752" y="9164"/>
                  <a:pt x="47752" y="8878"/>
                </a:cubicBezTo>
                <a:lnTo>
                  <a:pt x="47752" y="8878"/>
                </a:lnTo>
                <a:cubicBezTo>
                  <a:pt x="47609" y="9021"/>
                  <a:pt x="47540" y="9307"/>
                  <a:pt x="47465" y="9663"/>
                </a:cubicBezTo>
                <a:cubicBezTo>
                  <a:pt x="47540" y="9233"/>
                  <a:pt x="47609" y="8735"/>
                  <a:pt x="47826" y="8305"/>
                </a:cubicBezTo>
                <a:close/>
                <a:moveTo>
                  <a:pt x="51045" y="9737"/>
                </a:moveTo>
                <a:lnTo>
                  <a:pt x="51051" y="9748"/>
                </a:lnTo>
                <a:lnTo>
                  <a:pt x="51051" y="9748"/>
                </a:lnTo>
                <a:cubicBezTo>
                  <a:pt x="51049" y="9744"/>
                  <a:pt x="51047" y="9741"/>
                  <a:pt x="51045" y="9737"/>
                </a:cubicBezTo>
                <a:close/>
                <a:moveTo>
                  <a:pt x="41669" y="9021"/>
                </a:moveTo>
                <a:cubicBezTo>
                  <a:pt x="41738" y="9307"/>
                  <a:pt x="41738" y="9519"/>
                  <a:pt x="41738" y="9737"/>
                </a:cubicBezTo>
                <a:lnTo>
                  <a:pt x="41738" y="9806"/>
                </a:lnTo>
                <a:cubicBezTo>
                  <a:pt x="41669" y="9806"/>
                  <a:pt x="41669" y="9737"/>
                  <a:pt x="41669" y="9737"/>
                </a:cubicBezTo>
                <a:cubicBezTo>
                  <a:pt x="41669" y="9594"/>
                  <a:pt x="41595" y="9519"/>
                  <a:pt x="41526" y="9376"/>
                </a:cubicBezTo>
                <a:cubicBezTo>
                  <a:pt x="41595" y="9233"/>
                  <a:pt x="41669" y="9164"/>
                  <a:pt x="41669" y="9021"/>
                </a:cubicBezTo>
                <a:close/>
                <a:moveTo>
                  <a:pt x="37661" y="9531"/>
                </a:moveTo>
                <a:cubicBezTo>
                  <a:pt x="37660" y="9552"/>
                  <a:pt x="37660" y="9573"/>
                  <a:pt x="37660" y="9594"/>
                </a:cubicBezTo>
                <a:lnTo>
                  <a:pt x="37660" y="9737"/>
                </a:lnTo>
                <a:cubicBezTo>
                  <a:pt x="37660" y="9806"/>
                  <a:pt x="37585" y="9806"/>
                  <a:pt x="37517" y="9880"/>
                </a:cubicBezTo>
                <a:cubicBezTo>
                  <a:pt x="37563" y="9783"/>
                  <a:pt x="37613" y="9651"/>
                  <a:pt x="37661" y="9531"/>
                </a:cubicBezTo>
                <a:close/>
                <a:moveTo>
                  <a:pt x="52408" y="9594"/>
                </a:moveTo>
                <a:cubicBezTo>
                  <a:pt x="52408" y="9663"/>
                  <a:pt x="52408" y="9806"/>
                  <a:pt x="52477" y="9880"/>
                </a:cubicBezTo>
                <a:cubicBezTo>
                  <a:pt x="52477" y="9806"/>
                  <a:pt x="52408" y="9663"/>
                  <a:pt x="52408" y="9594"/>
                </a:cubicBezTo>
                <a:close/>
                <a:moveTo>
                  <a:pt x="108321" y="9451"/>
                </a:moveTo>
                <a:cubicBezTo>
                  <a:pt x="108396" y="9519"/>
                  <a:pt x="108396" y="9594"/>
                  <a:pt x="108464" y="9663"/>
                </a:cubicBezTo>
                <a:cubicBezTo>
                  <a:pt x="108396" y="9737"/>
                  <a:pt x="108321" y="9806"/>
                  <a:pt x="108321" y="9880"/>
                </a:cubicBezTo>
                <a:lnTo>
                  <a:pt x="108321" y="9451"/>
                </a:lnTo>
                <a:close/>
                <a:moveTo>
                  <a:pt x="53124" y="9949"/>
                </a:moveTo>
                <a:lnTo>
                  <a:pt x="53193" y="10023"/>
                </a:lnTo>
                <a:lnTo>
                  <a:pt x="53124" y="10023"/>
                </a:lnTo>
                <a:lnTo>
                  <a:pt x="53124" y="9949"/>
                </a:lnTo>
                <a:close/>
                <a:moveTo>
                  <a:pt x="102525" y="9747"/>
                </a:moveTo>
                <a:cubicBezTo>
                  <a:pt x="102525" y="9813"/>
                  <a:pt x="102521" y="9887"/>
                  <a:pt x="102450" y="10023"/>
                </a:cubicBezTo>
                <a:lnTo>
                  <a:pt x="102450" y="9949"/>
                </a:lnTo>
                <a:cubicBezTo>
                  <a:pt x="102521" y="9883"/>
                  <a:pt x="102525" y="9813"/>
                  <a:pt x="102525" y="9747"/>
                </a:cubicBezTo>
                <a:close/>
                <a:moveTo>
                  <a:pt x="90354" y="10023"/>
                </a:moveTo>
                <a:cubicBezTo>
                  <a:pt x="90353" y="10029"/>
                  <a:pt x="90352" y="10034"/>
                  <a:pt x="90352" y="10039"/>
                </a:cubicBezTo>
                <a:lnTo>
                  <a:pt x="90352" y="10039"/>
                </a:lnTo>
                <a:cubicBezTo>
                  <a:pt x="90354" y="10029"/>
                  <a:pt x="90354" y="10023"/>
                  <a:pt x="90354" y="10023"/>
                </a:cubicBezTo>
                <a:close/>
                <a:moveTo>
                  <a:pt x="41526" y="9519"/>
                </a:moveTo>
                <a:lnTo>
                  <a:pt x="41526" y="9663"/>
                </a:lnTo>
                <a:cubicBezTo>
                  <a:pt x="41526" y="9737"/>
                  <a:pt x="41595" y="9880"/>
                  <a:pt x="41595" y="9949"/>
                </a:cubicBezTo>
                <a:lnTo>
                  <a:pt x="41451" y="10092"/>
                </a:lnTo>
                <a:cubicBezTo>
                  <a:pt x="41451" y="9949"/>
                  <a:pt x="41451" y="9737"/>
                  <a:pt x="41526" y="9519"/>
                </a:cubicBezTo>
                <a:lnTo>
                  <a:pt x="41526" y="9519"/>
                </a:lnTo>
                <a:lnTo>
                  <a:pt x="41451" y="9594"/>
                </a:lnTo>
                <a:lnTo>
                  <a:pt x="41451" y="9519"/>
                </a:lnTo>
                <a:close/>
                <a:moveTo>
                  <a:pt x="51692" y="9880"/>
                </a:moveTo>
                <a:cubicBezTo>
                  <a:pt x="51761" y="9880"/>
                  <a:pt x="51761" y="9949"/>
                  <a:pt x="51761" y="10023"/>
                </a:cubicBezTo>
                <a:lnTo>
                  <a:pt x="51761" y="10092"/>
                </a:lnTo>
                <a:cubicBezTo>
                  <a:pt x="51761" y="10023"/>
                  <a:pt x="51761" y="9949"/>
                  <a:pt x="51692" y="9880"/>
                </a:cubicBezTo>
                <a:close/>
                <a:moveTo>
                  <a:pt x="60141" y="10023"/>
                </a:moveTo>
                <a:cubicBezTo>
                  <a:pt x="60175" y="10057"/>
                  <a:pt x="60192" y="10109"/>
                  <a:pt x="60209" y="10162"/>
                </a:cubicBezTo>
                <a:lnTo>
                  <a:pt x="60209" y="10162"/>
                </a:lnTo>
                <a:cubicBezTo>
                  <a:pt x="60209" y="10089"/>
                  <a:pt x="60208" y="10023"/>
                  <a:pt x="60141" y="10023"/>
                </a:cubicBezTo>
                <a:close/>
                <a:moveTo>
                  <a:pt x="26416" y="9090"/>
                </a:moveTo>
                <a:cubicBezTo>
                  <a:pt x="26491" y="9451"/>
                  <a:pt x="26560" y="9806"/>
                  <a:pt x="26560" y="10167"/>
                </a:cubicBezTo>
                <a:cubicBezTo>
                  <a:pt x="26560" y="10092"/>
                  <a:pt x="26491" y="9949"/>
                  <a:pt x="26416" y="9880"/>
                </a:cubicBezTo>
                <a:cubicBezTo>
                  <a:pt x="26416" y="9806"/>
                  <a:pt x="26416" y="9663"/>
                  <a:pt x="26348" y="9594"/>
                </a:cubicBezTo>
                <a:cubicBezTo>
                  <a:pt x="26416" y="9451"/>
                  <a:pt x="26416" y="9233"/>
                  <a:pt x="26416" y="9090"/>
                </a:cubicBezTo>
                <a:close/>
                <a:moveTo>
                  <a:pt x="102382" y="10023"/>
                </a:moveTo>
                <a:cubicBezTo>
                  <a:pt x="102450" y="10023"/>
                  <a:pt x="102450" y="10092"/>
                  <a:pt x="102450" y="10092"/>
                </a:cubicBezTo>
                <a:lnTo>
                  <a:pt x="102450" y="10167"/>
                </a:lnTo>
                <a:cubicBezTo>
                  <a:pt x="102382" y="10092"/>
                  <a:pt x="102382" y="10092"/>
                  <a:pt x="102382" y="10023"/>
                </a:cubicBezTo>
                <a:close/>
                <a:moveTo>
                  <a:pt x="89351" y="10092"/>
                </a:moveTo>
                <a:lnTo>
                  <a:pt x="89351" y="10310"/>
                </a:lnTo>
                <a:cubicBezTo>
                  <a:pt x="89351" y="10235"/>
                  <a:pt x="89351" y="10235"/>
                  <a:pt x="89277" y="10167"/>
                </a:cubicBezTo>
                <a:cubicBezTo>
                  <a:pt x="89277" y="10167"/>
                  <a:pt x="89351" y="10167"/>
                  <a:pt x="89351" y="10092"/>
                </a:cubicBezTo>
                <a:close/>
                <a:moveTo>
                  <a:pt x="51188" y="9376"/>
                </a:moveTo>
                <a:lnTo>
                  <a:pt x="51406" y="10023"/>
                </a:lnTo>
                <a:cubicBezTo>
                  <a:pt x="51332" y="10023"/>
                  <a:pt x="51332" y="10092"/>
                  <a:pt x="51263" y="10167"/>
                </a:cubicBezTo>
                <a:lnTo>
                  <a:pt x="51051" y="9748"/>
                </a:lnTo>
                <a:lnTo>
                  <a:pt x="51051" y="9748"/>
                </a:lnTo>
                <a:cubicBezTo>
                  <a:pt x="51120" y="9888"/>
                  <a:pt x="51121" y="10027"/>
                  <a:pt x="51188" y="10167"/>
                </a:cubicBezTo>
                <a:lnTo>
                  <a:pt x="50976" y="10378"/>
                </a:lnTo>
                <a:lnTo>
                  <a:pt x="50976" y="10235"/>
                </a:lnTo>
                <a:cubicBezTo>
                  <a:pt x="50976" y="10092"/>
                  <a:pt x="51045" y="9949"/>
                  <a:pt x="51045" y="9737"/>
                </a:cubicBezTo>
                <a:cubicBezTo>
                  <a:pt x="51120" y="9594"/>
                  <a:pt x="51120" y="9519"/>
                  <a:pt x="51188" y="9376"/>
                </a:cubicBezTo>
                <a:close/>
                <a:moveTo>
                  <a:pt x="112617" y="10378"/>
                </a:moveTo>
                <a:cubicBezTo>
                  <a:pt x="112617" y="10378"/>
                  <a:pt x="112617" y="10378"/>
                  <a:pt x="112617" y="10378"/>
                </a:cubicBezTo>
                <a:lnTo>
                  <a:pt x="112617" y="10378"/>
                </a:lnTo>
                <a:close/>
                <a:moveTo>
                  <a:pt x="112617" y="10378"/>
                </a:moveTo>
                <a:cubicBezTo>
                  <a:pt x="112617" y="10378"/>
                  <a:pt x="112617" y="10378"/>
                  <a:pt x="112617" y="10378"/>
                </a:cubicBezTo>
                <a:lnTo>
                  <a:pt x="112617" y="10378"/>
                </a:lnTo>
                <a:close/>
                <a:moveTo>
                  <a:pt x="82621" y="10235"/>
                </a:moveTo>
                <a:cubicBezTo>
                  <a:pt x="82644" y="10302"/>
                  <a:pt x="82666" y="10366"/>
                  <a:pt x="82688" y="10429"/>
                </a:cubicBezTo>
                <a:lnTo>
                  <a:pt x="82688" y="10429"/>
                </a:lnTo>
                <a:cubicBezTo>
                  <a:pt x="82668" y="10361"/>
                  <a:pt x="82646" y="10296"/>
                  <a:pt x="82621" y="10235"/>
                </a:cubicBezTo>
                <a:close/>
                <a:moveTo>
                  <a:pt x="45031" y="8517"/>
                </a:moveTo>
                <a:cubicBezTo>
                  <a:pt x="45031" y="9164"/>
                  <a:pt x="45031" y="9806"/>
                  <a:pt x="44962" y="10453"/>
                </a:cubicBezTo>
                <a:lnTo>
                  <a:pt x="44888" y="10378"/>
                </a:lnTo>
                <a:cubicBezTo>
                  <a:pt x="44962" y="9880"/>
                  <a:pt x="44962" y="9233"/>
                  <a:pt x="45031" y="8517"/>
                </a:cubicBezTo>
                <a:close/>
                <a:moveTo>
                  <a:pt x="112044" y="6656"/>
                </a:moveTo>
                <a:cubicBezTo>
                  <a:pt x="112405" y="7372"/>
                  <a:pt x="112617" y="8231"/>
                  <a:pt x="112760" y="9164"/>
                </a:cubicBezTo>
                <a:cubicBezTo>
                  <a:pt x="112548" y="9233"/>
                  <a:pt x="112405" y="9451"/>
                  <a:pt x="112262" y="9663"/>
                </a:cubicBezTo>
                <a:cubicBezTo>
                  <a:pt x="112044" y="9880"/>
                  <a:pt x="111901" y="10167"/>
                  <a:pt x="111758" y="10453"/>
                </a:cubicBezTo>
                <a:lnTo>
                  <a:pt x="111758" y="10378"/>
                </a:lnTo>
                <a:cubicBezTo>
                  <a:pt x="111832" y="10023"/>
                  <a:pt x="111832" y="9519"/>
                  <a:pt x="111832" y="9021"/>
                </a:cubicBezTo>
                <a:cubicBezTo>
                  <a:pt x="111975" y="8878"/>
                  <a:pt x="112044" y="8735"/>
                  <a:pt x="112044" y="8735"/>
                </a:cubicBezTo>
                <a:lnTo>
                  <a:pt x="112044" y="8735"/>
                </a:lnTo>
                <a:lnTo>
                  <a:pt x="111901" y="8878"/>
                </a:lnTo>
                <a:cubicBezTo>
                  <a:pt x="111901" y="8162"/>
                  <a:pt x="111975" y="7446"/>
                  <a:pt x="112044" y="6656"/>
                </a:cubicBezTo>
                <a:close/>
                <a:moveTo>
                  <a:pt x="70021" y="10235"/>
                </a:moveTo>
                <a:lnTo>
                  <a:pt x="70021" y="10522"/>
                </a:lnTo>
                <a:cubicBezTo>
                  <a:pt x="70021" y="10453"/>
                  <a:pt x="69946" y="10453"/>
                  <a:pt x="69946" y="10453"/>
                </a:cubicBezTo>
                <a:cubicBezTo>
                  <a:pt x="69946" y="10378"/>
                  <a:pt x="70021" y="10310"/>
                  <a:pt x="70021" y="10235"/>
                </a:cubicBezTo>
                <a:close/>
                <a:moveTo>
                  <a:pt x="104885" y="10378"/>
                </a:moveTo>
                <a:lnTo>
                  <a:pt x="104885" y="10522"/>
                </a:lnTo>
                <a:cubicBezTo>
                  <a:pt x="104885" y="10522"/>
                  <a:pt x="104816" y="10522"/>
                  <a:pt x="104816" y="10453"/>
                </a:cubicBezTo>
                <a:cubicBezTo>
                  <a:pt x="104885" y="10453"/>
                  <a:pt x="104885" y="10453"/>
                  <a:pt x="104885" y="10378"/>
                </a:cubicBezTo>
                <a:close/>
                <a:moveTo>
                  <a:pt x="92713" y="10453"/>
                </a:moveTo>
                <a:cubicBezTo>
                  <a:pt x="92729" y="10487"/>
                  <a:pt x="92743" y="10521"/>
                  <a:pt x="92758" y="10554"/>
                </a:cubicBezTo>
                <a:lnTo>
                  <a:pt x="92758" y="10554"/>
                </a:lnTo>
                <a:cubicBezTo>
                  <a:pt x="92745" y="10520"/>
                  <a:pt x="92730" y="10486"/>
                  <a:pt x="92713" y="10453"/>
                </a:cubicBezTo>
                <a:close/>
                <a:moveTo>
                  <a:pt x="110687" y="9949"/>
                </a:moveTo>
                <a:cubicBezTo>
                  <a:pt x="110687" y="10023"/>
                  <a:pt x="110612" y="10167"/>
                  <a:pt x="110612" y="10235"/>
                </a:cubicBezTo>
                <a:cubicBezTo>
                  <a:pt x="110543" y="10378"/>
                  <a:pt x="110469" y="10453"/>
                  <a:pt x="110400" y="10596"/>
                </a:cubicBezTo>
                <a:cubicBezTo>
                  <a:pt x="110469" y="10378"/>
                  <a:pt x="110612" y="10167"/>
                  <a:pt x="110687" y="9949"/>
                </a:cubicBezTo>
                <a:close/>
                <a:moveTo>
                  <a:pt x="54270" y="10092"/>
                </a:moveTo>
                <a:cubicBezTo>
                  <a:pt x="54339" y="10235"/>
                  <a:pt x="54413" y="10378"/>
                  <a:pt x="54413" y="10522"/>
                </a:cubicBezTo>
                <a:lnTo>
                  <a:pt x="54270" y="10665"/>
                </a:lnTo>
                <a:lnTo>
                  <a:pt x="54270" y="10092"/>
                </a:lnTo>
                <a:close/>
                <a:moveTo>
                  <a:pt x="67512" y="9594"/>
                </a:moveTo>
                <a:cubicBezTo>
                  <a:pt x="67655" y="9880"/>
                  <a:pt x="67655" y="10092"/>
                  <a:pt x="67730" y="10378"/>
                </a:cubicBezTo>
                <a:cubicBezTo>
                  <a:pt x="67730" y="10453"/>
                  <a:pt x="67655" y="10522"/>
                  <a:pt x="67655" y="10665"/>
                </a:cubicBezTo>
                <a:cubicBezTo>
                  <a:pt x="67586" y="10522"/>
                  <a:pt x="67586" y="10378"/>
                  <a:pt x="67512" y="10167"/>
                </a:cubicBezTo>
                <a:lnTo>
                  <a:pt x="67512" y="9594"/>
                </a:lnTo>
                <a:close/>
                <a:moveTo>
                  <a:pt x="87272" y="10522"/>
                </a:moveTo>
                <a:cubicBezTo>
                  <a:pt x="87272" y="10596"/>
                  <a:pt x="87272" y="10665"/>
                  <a:pt x="87347" y="10665"/>
                </a:cubicBezTo>
                <a:cubicBezTo>
                  <a:pt x="87347" y="10596"/>
                  <a:pt x="87272" y="10522"/>
                  <a:pt x="87272" y="10522"/>
                </a:cubicBezTo>
                <a:close/>
                <a:moveTo>
                  <a:pt x="104598" y="10310"/>
                </a:moveTo>
                <a:lnTo>
                  <a:pt x="104598" y="10453"/>
                </a:lnTo>
                <a:cubicBezTo>
                  <a:pt x="104598" y="10453"/>
                  <a:pt x="104598" y="10522"/>
                  <a:pt x="104530" y="10596"/>
                </a:cubicBezTo>
                <a:lnTo>
                  <a:pt x="104455" y="10665"/>
                </a:lnTo>
                <a:cubicBezTo>
                  <a:pt x="104530" y="10596"/>
                  <a:pt x="104530" y="10453"/>
                  <a:pt x="104598" y="10310"/>
                </a:cubicBezTo>
                <a:close/>
                <a:moveTo>
                  <a:pt x="112760" y="9233"/>
                </a:moveTo>
                <a:cubicBezTo>
                  <a:pt x="112760" y="9376"/>
                  <a:pt x="112835" y="9519"/>
                  <a:pt x="112835" y="9737"/>
                </a:cubicBezTo>
                <a:cubicBezTo>
                  <a:pt x="112835" y="9949"/>
                  <a:pt x="112760" y="10167"/>
                  <a:pt x="112760" y="10378"/>
                </a:cubicBezTo>
                <a:cubicBezTo>
                  <a:pt x="112691" y="10453"/>
                  <a:pt x="112691" y="10522"/>
                  <a:pt x="112617" y="10596"/>
                </a:cubicBezTo>
                <a:lnTo>
                  <a:pt x="112617" y="10378"/>
                </a:lnTo>
                <a:cubicBezTo>
                  <a:pt x="112617" y="10453"/>
                  <a:pt x="112548" y="10596"/>
                  <a:pt x="112474" y="10665"/>
                </a:cubicBezTo>
                <a:cubicBezTo>
                  <a:pt x="112474" y="10596"/>
                  <a:pt x="112405" y="10596"/>
                  <a:pt x="112405" y="10522"/>
                </a:cubicBezTo>
                <a:cubicBezTo>
                  <a:pt x="112474" y="10092"/>
                  <a:pt x="112617" y="9663"/>
                  <a:pt x="112760" y="9233"/>
                </a:cubicBezTo>
                <a:close/>
                <a:moveTo>
                  <a:pt x="40020" y="8660"/>
                </a:moveTo>
                <a:cubicBezTo>
                  <a:pt x="40094" y="8947"/>
                  <a:pt x="40163" y="9233"/>
                  <a:pt x="40163" y="9594"/>
                </a:cubicBezTo>
                <a:cubicBezTo>
                  <a:pt x="40094" y="9949"/>
                  <a:pt x="40094" y="10310"/>
                  <a:pt x="40020" y="10665"/>
                </a:cubicBezTo>
                <a:cubicBezTo>
                  <a:pt x="40020" y="10739"/>
                  <a:pt x="39951" y="10739"/>
                  <a:pt x="39951" y="10739"/>
                </a:cubicBezTo>
                <a:cubicBezTo>
                  <a:pt x="39951" y="10665"/>
                  <a:pt x="39876" y="10522"/>
                  <a:pt x="39876" y="10378"/>
                </a:cubicBezTo>
                <a:cubicBezTo>
                  <a:pt x="39950" y="9886"/>
                  <a:pt x="39951" y="9322"/>
                  <a:pt x="40017" y="8756"/>
                </a:cubicBezTo>
                <a:lnTo>
                  <a:pt x="40017" y="8756"/>
                </a:lnTo>
                <a:cubicBezTo>
                  <a:pt x="40005" y="8804"/>
                  <a:pt x="39951" y="8812"/>
                  <a:pt x="39951" y="8877"/>
                </a:cubicBezTo>
                <a:lnTo>
                  <a:pt x="39951" y="8877"/>
                </a:lnTo>
                <a:cubicBezTo>
                  <a:pt x="39951" y="8803"/>
                  <a:pt x="40020" y="8734"/>
                  <a:pt x="40020" y="8660"/>
                </a:cubicBezTo>
                <a:close/>
                <a:moveTo>
                  <a:pt x="47683" y="10310"/>
                </a:moveTo>
                <a:lnTo>
                  <a:pt x="47683" y="10808"/>
                </a:lnTo>
                <a:lnTo>
                  <a:pt x="47609" y="10808"/>
                </a:lnTo>
                <a:lnTo>
                  <a:pt x="47609" y="10739"/>
                </a:lnTo>
                <a:cubicBezTo>
                  <a:pt x="47609" y="10596"/>
                  <a:pt x="47683" y="10453"/>
                  <a:pt x="47683" y="10310"/>
                </a:cubicBezTo>
                <a:close/>
                <a:moveTo>
                  <a:pt x="107680" y="10092"/>
                </a:moveTo>
                <a:lnTo>
                  <a:pt x="107680" y="10378"/>
                </a:lnTo>
                <a:cubicBezTo>
                  <a:pt x="107680" y="10453"/>
                  <a:pt x="107680" y="10522"/>
                  <a:pt x="107748" y="10596"/>
                </a:cubicBezTo>
                <a:cubicBezTo>
                  <a:pt x="107680" y="10665"/>
                  <a:pt x="107605" y="10739"/>
                  <a:pt x="107605" y="10808"/>
                </a:cubicBezTo>
                <a:cubicBezTo>
                  <a:pt x="107605" y="10596"/>
                  <a:pt x="107605" y="10378"/>
                  <a:pt x="107680" y="10092"/>
                </a:cubicBezTo>
                <a:close/>
                <a:moveTo>
                  <a:pt x="22550" y="9376"/>
                </a:moveTo>
                <a:cubicBezTo>
                  <a:pt x="22550" y="9880"/>
                  <a:pt x="22550" y="10378"/>
                  <a:pt x="22482" y="10883"/>
                </a:cubicBezTo>
                <a:cubicBezTo>
                  <a:pt x="22482" y="10739"/>
                  <a:pt x="22482" y="10665"/>
                  <a:pt x="22407" y="10522"/>
                </a:cubicBezTo>
                <a:cubicBezTo>
                  <a:pt x="22407" y="10378"/>
                  <a:pt x="22482" y="10235"/>
                  <a:pt x="22482" y="10167"/>
                </a:cubicBezTo>
                <a:cubicBezTo>
                  <a:pt x="22482" y="9880"/>
                  <a:pt x="22482" y="9663"/>
                  <a:pt x="22550" y="9376"/>
                </a:cubicBezTo>
                <a:close/>
                <a:moveTo>
                  <a:pt x="51406" y="10092"/>
                </a:moveTo>
                <a:cubicBezTo>
                  <a:pt x="51475" y="10310"/>
                  <a:pt x="51475" y="10453"/>
                  <a:pt x="51549" y="10665"/>
                </a:cubicBezTo>
                <a:cubicBezTo>
                  <a:pt x="51475" y="10739"/>
                  <a:pt x="51475" y="10808"/>
                  <a:pt x="51475" y="10883"/>
                </a:cubicBezTo>
                <a:cubicBezTo>
                  <a:pt x="51406" y="10665"/>
                  <a:pt x="51332" y="10522"/>
                  <a:pt x="51263" y="10310"/>
                </a:cubicBezTo>
                <a:cubicBezTo>
                  <a:pt x="51332" y="10167"/>
                  <a:pt x="51406" y="10167"/>
                  <a:pt x="51406" y="10092"/>
                </a:cubicBezTo>
                <a:close/>
                <a:moveTo>
                  <a:pt x="51618" y="10808"/>
                </a:moveTo>
                <a:lnTo>
                  <a:pt x="51618" y="10883"/>
                </a:lnTo>
                <a:lnTo>
                  <a:pt x="51549" y="10883"/>
                </a:lnTo>
                <a:lnTo>
                  <a:pt x="51549" y="10808"/>
                </a:lnTo>
                <a:close/>
                <a:moveTo>
                  <a:pt x="112405" y="10596"/>
                </a:moveTo>
                <a:cubicBezTo>
                  <a:pt x="112405" y="10596"/>
                  <a:pt x="112405" y="10665"/>
                  <a:pt x="112474" y="10739"/>
                </a:cubicBezTo>
                <a:cubicBezTo>
                  <a:pt x="112474" y="10808"/>
                  <a:pt x="112405" y="10808"/>
                  <a:pt x="112405" y="10883"/>
                </a:cubicBezTo>
                <a:cubicBezTo>
                  <a:pt x="112405" y="10808"/>
                  <a:pt x="112330" y="10739"/>
                  <a:pt x="112330" y="10665"/>
                </a:cubicBezTo>
                <a:cubicBezTo>
                  <a:pt x="112330" y="10665"/>
                  <a:pt x="112330" y="10596"/>
                  <a:pt x="112405" y="10596"/>
                </a:cubicBezTo>
                <a:close/>
                <a:moveTo>
                  <a:pt x="97582" y="10883"/>
                </a:moveTo>
                <a:lnTo>
                  <a:pt x="97582" y="10951"/>
                </a:lnTo>
                <a:cubicBezTo>
                  <a:pt x="97582" y="10883"/>
                  <a:pt x="97582" y="10883"/>
                  <a:pt x="97513" y="10883"/>
                </a:cubicBezTo>
                <a:close/>
                <a:moveTo>
                  <a:pt x="101379" y="10522"/>
                </a:moveTo>
                <a:cubicBezTo>
                  <a:pt x="101379" y="10596"/>
                  <a:pt x="101448" y="10665"/>
                  <a:pt x="101448" y="10808"/>
                </a:cubicBezTo>
                <a:lnTo>
                  <a:pt x="101305" y="10951"/>
                </a:lnTo>
                <a:cubicBezTo>
                  <a:pt x="101305" y="10883"/>
                  <a:pt x="101305" y="10808"/>
                  <a:pt x="101236" y="10739"/>
                </a:cubicBezTo>
                <a:cubicBezTo>
                  <a:pt x="101305" y="10665"/>
                  <a:pt x="101305" y="10596"/>
                  <a:pt x="101379" y="10522"/>
                </a:cubicBezTo>
                <a:close/>
                <a:moveTo>
                  <a:pt x="106677" y="10665"/>
                </a:moveTo>
                <a:lnTo>
                  <a:pt x="106677" y="10808"/>
                </a:lnTo>
                <a:lnTo>
                  <a:pt x="106677" y="10951"/>
                </a:lnTo>
                <a:cubicBezTo>
                  <a:pt x="106677" y="10883"/>
                  <a:pt x="106603" y="10883"/>
                  <a:pt x="106603" y="10808"/>
                </a:cubicBezTo>
                <a:cubicBezTo>
                  <a:pt x="106677" y="10739"/>
                  <a:pt x="106677" y="10739"/>
                  <a:pt x="106677" y="10665"/>
                </a:cubicBezTo>
                <a:close/>
                <a:moveTo>
                  <a:pt x="26491" y="10378"/>
                </a:moveTo>
                <a:lnTo>
                  <a:pt x="26491" y="10378"/>
                </a:lnTo>
                <a:cubicBezTo>
                  <a:pt x="26560" y="10522"/>
                  <a:pt x="26560" y="10596"/>
                  <a:pt x="26560" y="10739"/>
                </a:cubicBezTo>
                <a:lnTo>
                  <a:pt x="26560" y="11026"/>
                </a:lnTo>
                <a:cubicBezTo>
                  <a:pt x="26560" y="10808"/>
                  <a:pt x="26491" y="10596"/>
                  <a:pt x="26491" y="10378"/>
                </a:cubicBezTo>
                <a:close/>
                <a:moveTo>
                  <a:pt x="52552" y="10310"/>
                </a:moveTo>
                <a:lnTo>
                  <a:pt x="52552" y="10453"/>
                </a:lnTo>
                <a:cubicBezTo>
                  <a:pt x="52552" y="10596"/>
                  <a:pt x="52477" y="10739"/>
                  <a:pt x="52477" y="10883"/>
                </a:cubicBezTo>
                <a:cubicBezTo>
                  <a:pt x="52477" y="10883"/>
                  <a:pt x="52408" y="10951"/>
                  <a:pt x="52408" y="11026"/>
                </a:cubicBezTo>
                <a:cubicBezTo>
                  <a:pt x="52334" y="10951"/>
                  <a:pt x="52334" y="10883"/>
                  <a:pt x="52265" y="10808"/>
                </a:cubicBezTo>
                <a:cubicBezTo>
                  <a:pt x="52334" y="10665"/>
                  <a:pt x="52477" y="10453"/>
                  <a:pt x="52552" y="10310"/>
                </a:cubicBezTo>
                <a:close/>
                <a:moveTo>
                  <a:pt x="37660" y="9880"/>
                </a:moveTo>
                <a:cubicBezTo>
                  <a:pt x="37660" y="10310"/>
                  <a:pt x="37585" y="10739"/>
                  <a:pt x="37517" y="11094"/>
                </a:cubicBezTo>
                <a:cubicBezTo>
                  <a:pt x="37517" y="10951"/>
                  <a:pt x="37442" y="10808"/>
                  <a:pt x="37373" y="10596"/>
                </a:cubicBezTo>
                <a:lnTo>
                  <a:pt x="37373" y="10453"/>
                </a:lnTo>
                <a:cubicBezTo>
                  <a:pt x="37585" y="10092"/>
                  <a:pt x="37585" y="10023"/>
                  <a:pt x="37660" y="9880"/>
                </a:cubicBezTo>
                <a:close/>
                <a:moveTo>
                  <a:pt x="40020" y="10808"/>
                </a:moveTo>
                <a:cubicBezTo>
                  <a:pt x="39951" y="10883"/>
                  <a:pt x="39951" y="11026"/>
                  <a:pt x="39951" y="11094"/>
                </a:cubicBezTo>
                <a:lnTo>
                  <a:pt x="39951" y="10883"/>
                </a:lnTo>
                <a:lnTo>
                  <a:pt x="40020" y="10808"/>
                </a:lnTo>
                <a:close/>
                <a:moveTo>
                  <a:pt x="55845" y="10808"/>
                </a:moveTo>
                <a:lnTo>
                  <a:pt x="55845" y="10951"/>
                </a:lnTo>
                <a:cubicBezTo>
                  <a:pt x="55845" y="11026"/>
                  <a:pt x="55845" y="11026"/>
                  <a:pt x="55770" y="11094"/>
                </a:cubicBezTo>
                <a:lnTo>
                  <a:pt x="55770" y="11026"/>
                </a:lnTo>
                <a:cubicBezTo>
                  <a:pt x="55770" y="10951"/>
                  <a:pt x="55845" y="10883"/>
                  <a:pt x="55845" y="10808"/>
                </a:cubicBezTo>
                <a:close/>
                <a:moveTo>
                  <a:pt x="58566" y="10596"/>
                </a:moveTo>
                <a:cubicBezTo>
                  <a:pt x="58566" y="10739"/>
                  <a:pt x="58565" y="10883"/>
                  <a:pt x="58491" y="11094"/>
                </a:cubicBezTo>
                <a:cubicBezTo>
                  <a:pt x="58491" y="11026"/>
                  <a:pt x="58491" y="10951"/>
                  <a:pt x="58422" y="10883"/>
                </a:cubicBezTo>
                <a:cubicBezTo>
                  <a:pt x="58491" y="10808"/>
                  <a:pt x="58565" y="10665"/>
                  <a:pt x="58566" y="10596"/>
                </a:cubicBezTo>
                <a:close/>
                <a:moveTo>
                  <a:pt x="51188" y="10453"/>
                </a:moveTo>
                <a:cubicBezTo>
                  <a:pt x="51263" y="10665"/>
                  <a:pt x="51263" y="10883"/>
                  <a:pt x="51263" y="11094"/>
                </a:cubicBezTo>
                <a:lnTo>
                  <a:pt x="51263" y="11169"/>
                </a:lnTo>
                <a:cubicBezTo>
                  <a:pt x="51188" y="11026"/>
                  <a:pt x="51120" y="10883"/>
                  <a:pt x="51120" y="10665"/>
                </a:cubicBezTo>
                <a:cubicBezTo>
                  <a:pt x="51120" y="10596"/>
                  <a:pt x="51188" y="10522"/>
                  <a:pt x="51188" y="10453"/>
                </a:cubicBezTo>
                <a:close/>
                <a:moveTo>
                  <a:pt x="98566" y="8591"/>
                </a:moveTo>
                <a:cubicBezTo>
                  <a:pt x="98357" y="9158"/>
                  <a:pt x="98186" y="10018"/>
                  <a:pt x="98011" y="10883"/>
                </a:cubicBezTo>
                <a:cubicBezTo>
                  <a:pt x="97943" y="10951"/>
                  <a:pt x="97943" y="11026"/>
                  <a:pt x="97868" y="11094"/>
                </a:cubicBezTo>
                <a:lnTo>
                  <a:pt x="97868" y="11169"/>
                </a:lnTo>
                <a:cubicBezTo>
                  <a:pt x="97800" y="11169"/>
                  <a:pt x="97800" y="11169"/>
                  <a:pt x="97800" y="11094"/>
                </a:cubicBezTo>
                <a:cubicBezTo>
                  <a:pt x="97800" y="10808"/>
                  <a:pt x="97868" y="10522"/>
                  <a:pt x="97868" y="10235"/>
                </a:cubicBezTo>
                <a:lnTo>
                  <a:pt x="97868" y="10235"/>
                </a:lnTo>
                <a:cubicBezTo>
                  <a:pt x="97800" y="10378"/>
                  <a:pt x="97656" y="10596"/>
                  <a:pt x="97582" y="10808"/>
                </a:cubicBezTo>
                <a:cubicBezTo>
                  <a:pt x="97800" y="10167"/>
                  <a:pt x="98155" y="9519"/>
                  <a:pt x="98372" y="8947"/>
                </a:cubicBezTo>
                <a:cubicBezTo>
                  <a:pt x="98446" y="8818"/>
                  <a:pt x="98511" y="8698"/>
                  <a:pt x="98566" y="8591"/>
                </a:cubicBezTo>
                <a:close/>
                <a:moveTo>
                  <a:pt x="106534" y="10883"/>
                </a:moveTo>
                <a:lnTo>
                  <a:pt x="106603" y="10951"/>
                </a:lnTo>
                <a:lnTo>
                  <a:pt x="106603" y="11094"/>
                </a:lnTo>
                <a:lnTo>
                  <a:pt x="106534" y="11169"/>
                </a:lnTo>
                <a:lnTo>
                  <a:pt x="106534" y="11094"/>
                </a:lnTo>
                <a:cubicBezTo>
                  <a:pt x="106534" y="11094"/>
                  <a:pt x="106603" y="11026"/>
                  <a:pt x="106603" y="10951"/>
                </a:cubicBezTo>
                <a:lnTo>
                  <a:pt x="106603" y="10951"/>
                </a:lnTo>
                <a:cubicBezTo>
                  <a:pt x="106603" y="10951"/>
                  <a:pt x="106534" y="11026"/>
                  <a:pt x="106460" y="11026"/>
                </a:cubicBezTo>
                <a:cubicBezTo>
                  <a:pt x="106534" y="11026"/>
                  <a:pt x="106534" y="10951"/>
                  <a:pt x="106534" y="10883"/>
                </a:cubicBezTo>
                <a:close/>
                <a:moveTo>
                  <a:pt x="102095" y="10596"/>
                </a:moveTo>
                <a:lnTo>
                  <a:pt x="102095" y="11094"/>
                </a:lnTo>
                <a:lnTo>
                  <a:pt x="101952" y="11238"/>
                </a:lnTo>
                <a:cubicBezTo>
                  <a:pt x="101952" y="11169"/>
                  <a:pt x="101878" y="11094"/>
                  <a:pt x="101878" y="11026"/>
                </a:cubicBezTo>
                <a:lnTo>
                  <a:pt x="102095" y="10596"/>
                </a:lnTo>
                <a:close/>
                <a:moveTo>
                  <a:pt x="87988" y="11238"/>
                </a:moveTo>
                <a:cubicBezTo>
                  <a:pt x="87988" y="11238"/>
                  <a:pt x="87988" y="11238"/>
                  <a:pt x="87988" y="11238"/>
                </a:cubicBezTo>
                <a:lnTo>
                  <a:pt x="87988" y="11238"/>
                </a:lnTo>
                <a:close/>
                <a:moveTo>
                  <a:pt x="78898" y="10739"/>
                </a:moveTo>
                <a:cubicBezTo>
                  <a:pt x="78898" y="10808"/>
                  <a:pt x="78967" y="10883"/>
                  <a:pt x="78967" y="10883"/>
                </a:cubicBezTo>
                <a:cubicBezTo>
                  <a:pt x="78898" y="11026"/>
                  <a:pt x="78824" y="11094"/>
                  <a:pt x="78824" y="11238"/>
                </a:cubicBezTo>
                <a:lnTo>
                  <a:pt x="78824" y="11312"/>
                </a:lnTo>
                <a:cubicBezTo>
                  <a:pt x="78755" y="11238"/>
                  <a:pt x="78755" y="11169"/>
                  <a:pt x="78755" y="11094"/>
                </a:cubicBezTo>
                <a:cubicBezTo>
                  <a:pt x="78824" y="11026"/>
                  <a:pt x="78824" y="10883"/>
                  <a:pt x="78898" y="10739"/>
                </a:cubicBezTo>
                <a:close/>
                <a:moveTo>
                  <a:pt x="104741" y="10739"/>
                </a:moveTo>
                <a:lnTo>
                  <a:pt x="104741" y="10883"/>
                </a:lnTo>
                <a:lnTo>
                  <a:pt x="104741" y="11169"/>
                </a:lnTo>
                <a:cubicBezTo>
                  <a:pt x="104673" y="11238"/>
                  <a:pt x="104598" y="11238"/>
                  <a:pt x="104598" y="11312"/>
                </a:cubicBezTo>
                <a:lnTo>
                  <a:pt x="104598" y="10883"/>
                </a:lnTo>
                <a:cubicBezTo>
                  <a:pt x="104673" y="10808"/>
                  <a:pt x="104673" y="10739"/>
                  <a:pt x="104741" y="10739"/>
                </a:cubicBezTo>
                <a:close/>
                <a:moveTo>
                  <a:pt x="106460" y="11169"/>
                </a:moveTo>
                <a:lnTo>
                  <a:pt x="106460" y="11238"/>
                </a:lnTo>
                <a:lnTo>
                  <a:pt x="106391" y="11312"/>
                </a:lnTo>
                <a:cubicBezTo>
                  <a:pt x="106460" y="11238"/>
                  <a:pt x="106460" y="11238"/>
                  <a:pt x="106460" y="11169"/>
                </a:cubicBezTo>
                <a:close/>
                <a:moveTo>
                  <a:pt x="108539" y="10092"/>
                </a:moveTo>
                <a:cubicBezTo>
                  <a:pt x="108608" y="10092"/>
                  <a:pt x="108608" y="10167"/>
                  <a:pt x="108608" y="10167"/>
                </a:cubicBezTo>
                <a:lnTo>
                  <a:pt x="108608" y="11312"/>
                </a:lnTo>
                <a:cubicBezTo>
                  <a:pt x="108539" y="11094"/>
                  <a:pt x="108396" y="10883"/>
                  <a:pt x="108321" y="10596"/>
                </a:cubicBezTo>
                <a:cubicBezTo>
                  <a:pt x="108396" y="10378"/>
                  <a:pt x="108464" y="10235"/>
                  <a:pt x="108539" y="10092"/>
                </a:cubicBezTo>
                <a:close/>
                <a:moveTo>
                  <a:pt x="53983" y="9307"/>
                </a:moveTo>
                <a:lnTo>
                  <a:pt x="54052" y="9376"/>
                </a:lnTo>
                <a:cubicBezTo>
                  <a:pt x="53909" y="9949"/>
                  <a:pt x="53766" y="10665"/>
                  <a:pt x="53623" y="11381"/>
                </a:cubicBezTo>
                <a:cubicBezTo>
                  <a:pt x="53623" y="10883"/>
                  <a:pt x="53697" y="10378"/>
                  <a:pt x="53766" y="9806"/>
                </a:cubicBezTo>
                <a:cubicBezTo>
                  <a:pt x="53909" y="9451"/>
                  <a:pt x="53909" y="9451"/>
                  <a:pt x="53983" y="9307"/>
                </a:cubicBezTo>
                <a:close/>
                <a:moveTo>
                  <a:pt x="61000" y="11169"/>
                </a:moveTo>
                <a:lnTo>
                  <a:pt x="61000" y="11238"/>
                </a:lnTo>
                <a:lnTo>
                  <a:pt x="60857" y="11381"/>
                </a:lnTo>
                <a:cubicBezTo>
                  <a:pt x="60925" y="11312"/>
                  <a:pt x="60925" y="11238"/>
                  <a:pt x="61000" y="11169"/>
                </a:cubicBezTo>
                <a:close/>
                <a:moveTo>
                  <a:pt x="67873" y="10883"/>
                </a:moveTo>
                <a:cubicBezTo>
                  <a:pt x="67873" y="10951"/>
                  <a:pt x="67942" y="11094"/>
                  <a:pt x="67942" y="11238"/>
                </a:cubicBezTo>
                <a:cubicBezTo>
                  <a:pt x="67942" y="11238"/>
                  <a:pt x="67873" y="11312"/>
                  <a:pt x="67873" y="11381"/>
                </a:cubicBezTo>
                <a:lnTo>
                  <a:pt x="67873" y="11169"/>
                </a:lnTo>
                <a:lnTo>
                  <a:pt x="67873" y="10883"/>
                </a:lnTo>
                <a:close/>
                <a:moveTo>
                  <a:pt x="89134" y="10522"/>
                </a:moveTo>
                <a:cubicBezTo>
                  <a:pt x="89134" y="10596"/>
                  <a:pt x="89134" y="10665"/>
                  <a:pt x="89208" y="10739"/>
                </a:cubicBezTo>
                <a:cubicBezTo>
                  <a:pt x="89065" y="10883"/>
                  <a:pt x="88991" y="11094"/>
                  <a:pt x="88922" y="11381"/>
                </a:cubicBezTo>
                <a:cubicBezTo>
                  <a:pt x="88922" y="11312"/>
                  <a:pt x="88847" y="11238"/>
                  <a:pt x="88847" y="11169"/>
                </a:cubicBezTo>
                <a:lnTo>
                  <a:pt x="88847" y="11026"/>
                </a:lnTo>
                <a:cubicBezTo>
                  <a:pt x="88991" y="10739"/>
                  <a:pt x="89065" y="10665"/>
                  <a:pt x="89134" y="10522"/>
                </a:cubicBezTo>
                <a:close/>
                <a:moveTo>
                  <a:pt x="70519" y="9663"/>
                </a:moveTo>
                <a:cubicBezTo>
                  <a:pt x="70593" y="9806"/>
                  <a:pt x="70593" y="9949"/>
                  <a:pt x="70662" y="10092"/>
                </a:cubicBezTo>
                <a:cubicBezTo>
                  <a:pt x="70737" y="10453"/>
                  <a:pt x="70737" y="10808"/>
                  <a:pt x="70737" y="11094"/>
                </a:cubicBezTo>
                <a:cubicBezTo>
                  <a:pt x="70662" y="11238"/>
                  <a:pt x="70519" y="11381"/>
                  <a:pt x="70450" y="11455"/>
                </a:cubicBezTo>
                <a:cubicBezTo>
                  <a:pt x="70450" y="10951"/>
                  <a:pt x="70519" y="10378"/>
                  <a:pt x="70519" y="9663"/>
                </a:cubicBezTo>
                <a:close/>
                <a:moveTo>
                  <a:pt x="59923" y="9806"/>
                </a:moveTo>
                <a:cubicBezTo>
                  <a:pt x="60066" y="10235"/>
                  <a:pt x="60209" y="10665"/>
                  <a:pt x="60284" y="11026"/>
                </a:cubicBezTo>
                <a:cubicBezTo>
                  <a:pt x="60209" y="11094"/>
                  <a:pt x="60209" y="11238"/>
                  <a:pt x="60141" y="11312"/>
                </a:cubicBezTo>
                <a:cubicBezTo>
                  <a:pt x="60141" y="11094"/>
                  <a:pt x="60141" y="10951"/>
                  <a:pt x="60209" y="10739"/>
                </a:cubicBezTo>
                <a:lnTo>
                  <a:pt x="60209" y="10739"/>
                </a:lnTo>
                <a:cubicBezTo>
                  <a:pt x="60141" y="10883"/>
                  <a:pt x="60066" y="10951"/>
                  <a:pt x="59997" y="11094"/>
                </a:cubicBezTo>
                <a:lnTo>
                  <a:pt x="59923" y="11026"/>
                </a:lnTo>
                <a:lnTo>
                  <a:pt x="59923" y="11026"/>
                </a:lnTo>
                <a:cubicBezTo>
                  <a:pt x="59923" y="11094"/>
                  <a:pt x="59923" y="11169"/>
                  <a:pt x="59997" y="11238"/>
                </a:cubicBezTo>
                <a:cubicBezTo>
                  <a:pt x="59923" y="11312"/>
                  <a:pt x="59854" y="11381"/>
                  <a:pt x="59854" y="11524"/>
                </a:cubicBezTo>
                <a:cubicBezTo>
                  <a:pt x="59854" y="11238"/>
                  <a:pt x="59923" y="11026"/>
                  <a:pt x="59923" y="10808"/>
                </a:cubicBezTo>
                <a:lnTo>
                  <a:pt x="59923" y="10808"/>
                </a:lnTo>
                <a:cubicBezTo>
                  <a:pt x="59780" y="10951"/>
                  <a:pt x="59711" y="11169"/>
                  <a:pt x="59637" y="11381"/>
                </a:cubicBezTo>
                <a:lnTo>
                  <a:pt x="59425" y="10951"/>
                </a:lnTo>
                <a:cubicBezTo>
                  <a:pt x="59568" y="10596"/>
                  <a:pt x="59780" y="10167"/>
                  <a:pt x="59923" y="9806"/>
                </a:cubicBezTo>
                <a:close/>
                <a:moveTo>
                  <a:pt x="67512" y="10235"/>
                </a:moveTo>
                <a:cubicBezTo>
                  <a:pt x="67512" y="10378"/>
                  <a:pt x="67586" y="10596"/>
                  <a:pt x="67586" y="10739"/>
                </a:cubicBezTo>
                <a:cubicBezTo>
                  <a:pt x="67512" y="10951"/>
                  <a:pt x="67443" y="11238"/>
                  <a:pt x="67369" y="11524"/>
                </a:cubicBezTo>
                <a:cubicBezTo>
                  <a:pt x="67443" y="11094"/>
                  <a:pt x="67443" y="10665"/>
                  <a:pt x="67512" y="10235"/>
                </a:cubicBezTo>
                <a:close/>
                <a:moveTo>
                  <a:pt x="88847" y="11238"/>
                </a:moveTo>
                <a:cubicBezTo>
                  <a:pt x="88847" y="11312"/>
                  <a:pt x="88922" y="11381"/>
                  <a:pt x="88922" y="11455"/>
                </a:cubicBezTo>
                <a:lnTo>
                  <a:pt x="88922" y="11524"/>
                </a:lnTo>
                <a:cubicBezTo>
                  <a:pt x="88847" y="11455"/>
                  <a:pt x="88847" y="11381"/>
                  <a:pt x="88847" y="11312"/>
                </a:cubicBezTo>
                <a:lnTo>
                  <a:pt x="88847" y="11238"/>
                </a:lnTo>
                <a:close/>
                <a:moveTo>
                  <a:pt x="89277" y="11312"/>
                </a:moveTo>
                <a:lnTo>
                  <a:pt x="89351" y="11381"/>
                </a:lnTo>
                <a:cubicBezTo>
                  <a:pt x="89277" y="11455"/>
                  <a:pt x="89277" y="11455"/>
                  <a:pt x="89277" y="11524"/>
                </a:cubicBezTo>
                <a:lnTo>
                  <a:pt x="89277" y="11312"/>
                </a:lnTo>
                <a:close/>
                <a:moveTo>
                  <a:pt x="98945" y="10596"/>
                </a:moveTo>
                <a:cubicBezTo>
                  <a:pt x="99014" y="10739"/>
                  <a:pt x="99014" y="10951"/>
                  <a:pt x="99014" y="11094"/>
                </a:cubicBezTo>
                <a:cubicBezTo>
                  <a:pt x="98883" y="11225"/>
                  <a:pt x="98752" y="11356"/>
                  <a:pt x="98513" y="11543"/>
                </a:cubicBezTo>
                <a:lnTo>
                  <a:pt x="98513" y="11543"/>
                </a:lnTo>
                <a:cubicBezTo>
                  <a:pt x="98516" y="11532"/>
                  <a:pt x="98516" y="11524"/>
                  <a:pt x="98516" y="11524"/>
                </a:cubicBezTo>
                <a:lnTo>
                  <a:pt x="98516" y="11455"/>
                </a:lnTo>
                <a:cubicBezTo>
                  <a:pt x="98659" y="11094"/>
                  <a:pt x="98802" y="10883"/>
                  <a:pt x="98945" y="10596"/>
                </a:cubicBezTo>
                <a:close/>
                <a:moveTo>
                  <a:pt x="85554" y="11455"/>
                </a:moveTo>
                <a:cubicBezTo>
                  <a:pt x="85554" y="11524"/>
                  <a:pt x="85628" y="11598"/>
                  <a:pt x="85628" y="11598"/>
                </a:cubicBezTo>
                <a:cubicBezTo>
                  <a:pt x="85628" y="11524"/>
                  <a:pt x="85628" y="11455"/>
                  <a:pt x="85554" y="11455"/>
                </a:cubicBezTo>
                <a:close/>
                <a:moveTo>
                  <a:pt x="102737" y="10883"/>
                </a:moveTo>
                <a:cubicBezTo>
                  <a:pt x="102737" y="11026"/>
                  <a:pt x="102811" y="11094"/>
                  <a:pt x="102811" y="11238"/>
                </a:cubicBezTo>
                <a:cubicBezTo>
                  <a:pt x="102811" y="11312"/>
                  <a:pt x="102811" y="11455"/>
                  <a:pt x="102737" y="11598"/>
                </a:cubicBezTo>
                <a:cubicBezTo>
                  <a:pt x="102737" y="11524"/>
                  <a:pt x="102668" y="11455"/>
                  <a:pt x="102668" y="11381"/>
                </a:cubicBezTo>
                <a:lnTo>
                  <a:pt x="102668" y="11094"/>
                </a:lnTo>
                <a:lnTo>
                  <a:pt x="102668" y="11026"/>
                </a:lnTo>
                <a:cubicBezTo>
                  <a:pt x="102668" y="10951"/>
                  <a:pt x="102737" y="10951"/>
                  <a:pt x="102737" y="10883"/>
                </a:cubicBezTo>
                <a:close/>
                <a:moveTo>
                  <a:pt x="59425" y="11598"/>
                </a:moveTo>
                <a:cubicBezTo>
                  <a:pt x="59425" y="11599"/>
                  <a:pt x="59425" y="11651"/>
                  <a:pt x="59471" y="11664"/>
                </a:cubicBezTo>
                <a:lnTo>
                  <a:pt x="59471" y="11664"/>
                </a:lnTo>
                <a:cubicBezTo>
                  <a:pt x="59461" y="11642"/>
                  <a:pt x="59446" y="11620"/>
                  <a:pt x="59425" y="11598"/>
                </a:cubicBezTo>
                <a:close/>
                <a:moveTo>
                  <a:pt x="76819" y="11238"/>
                </a:moveTo>
                <a:cubicBezTo>
                  <a:pt x="76819" y="11381"/>
                  <a:pt x="76751" y="11524"/>
                  <a:pt x="76751" y="11667"/>
                </a:cubicBezTo>
                <a:cubicBezTo>
                  <a:pt x="76676" y="11667"/>
                  <a:pt x="76676" y="11667"/>
                  <a:pt x="76676" y="11598"/>
                </a:cubicBezTo>
                <a:cubicBezTo>
                  <a:pt x="76751" y="11524"/>
                  <a:pt x="76751" y="11381"/>
                  <a:pt x="76819" y="11238"/>
                </a:cubicBezTo>
                <a:close/>
                <a:moveTo>
                  <a:pt x="78755" y="11169"/>
                </a:moveTo>
                <a:lnTo>
                  <a:pt x="78755" y="11455"/>
                </a:lnTo>
                <a:cubicBezTo>
                  <a:pt x="78755" y="11524"/>
                  <a:pt x="78681" y="11598"/>
                  <a:pt x="78681" y="11667"/>
                </a:cubicBezTo>
                <a:cubicBezTo>
                  <a:pt x="78681" y="11667"/>
                  <a:pt x="78612" y="11598"/>
                  <a:pt x="78612" y="11524"/>
                </a:cubicBezTo>
                <a:cubicBezTo>
                  <a:pt x="78612" y="11455"/>
                  <a:pt x="78681" y="11312"/>
                  <a:pt x="78755" y="11169"/>
                </a:cubicBezTo>
                <a:close/>
                <a:moveTo>
                  <a:pt x="94718" y="11598"/>
                </a:moveTo>
                <a:cubicBezTo>
                  <a:pt x="94718" y="11598"/>
                  <a:pt x="94793" y="11598"/>
                  <a:pt x="94793" y="11667"/>
                </a:cubicBezTo>
                <a:lnTo>
                  <a:pt x="94718" y="11667"/>
                </a:lnTo>
                <a:lnTo>
                  <a:pt x="94718" y="11598"/>
                </a:lnTo>
                <a:close/>
                <a:moveTo>
                  <a:pt x="94220" y="11094"/>
                </a:moveTo>
                <a:cubicBezTo>
                  <a:pt x="94289" y="11238"/>
                  <a:pt x="94363" y="11381"/>
                  <a:pt x="94363" y="11524"/>
                </a:cubicBezTo>
                <a:cubicBezTo>
                  <a:pt x="94289" y="11598"/>
                  <a:pt x="94220" y="11667"/>
                  <a:pt x="94077" y="11742"/>
                </a:cubicBezTo>
                <a:cubicBezTo>
                  <a:pt x="94077" y="11667"/>
                  <a:pt x="94077" y="11598"/>
                  <a:pt x="94002" y="11524"/>
                </a:cubicBezTo>
                <a:lnTo>
                  <a:pt x="94220" y="11094"/>
                </a:lnTo>
                <a:close/>
                <a:moveTo>
                  <a:pt x="101236" y="10808"/>
                </a:moveTo>
                <a:lnTo>
                  <a:pt x="101236" y="11026"/>
                </a:lnTo>
                <a:cubicBezTo>
                  <a:pt x="101162" y="11094"/>
                  <a:pt x="101162" y="11169"/>
                  <a:pt x="101093" y="11238"/>
                </a:cubicBezTo>
                <a:cubicBezTo>
                  <a:pt x="101093" y="11238"/>
                  <a:pt x="101093" y="11169"/>
                  <a:pt x="101018" y="11094"/>
                </a:cubicBezTo>
                <a:lnTo>
                  <a:pt x="101018" y="11094"/>
                </a:lnTo>
                <a:cubicBezTo>
                  <a:pt x="101018" y="11169"/>
                  <a:pt x="101093" y="11238"/>
                  <a:pt x="101093" y="11312"/>
                </a:cubicBezTo>
                <a:cubicBezTo>
                  <a:pt x="100950" y="11455"/>
                  <a:pt x="100875" y="11598"/>
                  <a:pt x="100807" y="11742"/>
                </a:cubicBezTo>
                <a:cubicBezTo>
                  <a:pt x="100807" y="11742"/>
                  <a:pt x="100807" y="11667"/>
                  <a:pt x="100732" y="11598"/>
                </a:cubicBezTo>
                <a:cubicBezTo>
                  <a:pt x="100875" y="11455"/>
                  <a:pt x="100950" y="11312"/>
                  <a:pt x="101018" y="11094"/>
                </a:cubicBezTo>
                <a:cubicBezTo>
                  <a:pt x="101093" y="11026"/>
                  <a:pt x="101162" y="10883"/>
                  <a:pt x="101236" y="10808"/>
                </a:cubicBezTo>
                <a:close/>
                <a:moveTo>
                  <a:pt x="101666" y="11524"/>
                </a:moveTo>
                <a:lnTo>
                  <a:pt x="101666" y="11742"/>
                </a:lnTo>
                <a:cubicBezTo>
                  <a:pt x="101666" y="11742"/>
                  <a:pt x="101591" y="11667"/>
                  <a:pt x="101591" y="11598"/>
                </a:cubicBezTo>
                <a:lnTo>
                  <a:pt x="101666" y="11524"/>
                </a:lnTo>
                <a:close/>
                <a:moveTo>
                  <a:pt x="102668" y="11598"/>
                </a:moveTo>
                <a:cubicBezTo>
                  <a:pt x="102737" y="11598"/>
                  <a:pt x="102737" y="11667"/>
                  <a:pt x="102737" y="11667"/>
                </a:cubicBezTo>
                <a:lnTo>
                  <a:pt x="102737" y="11742"/>
                </a:lnTo>
                <a:cubicBezTo>
                  <a:pt x="102737" y="11667"/>
                  <a:pt x="102737" y="11667"/>
                  <a:pt x="102668" y="11598"/>
                </a:cubicBezTo>
                <a:close/>
                <a:moveTo>
                  <a:pt x="105314" y="10023"/>
                </a:moveTo>
                <a:cubicBezTo>
                  <a:pt x="105457" y="10235"/>
                  <a:pt x="105601" y="10596"/>
                  <a:pt x="105675" y="10883"/>
                </a:cubicBezTo>
                <a:lnTo>
                  <a:pt x="105457" y="11742"/>
                </a:lnTo>
                <a:cubicBezTo>
                  <a:pt x="105389" y="11524"/>
                  <a:pt x="105314" y="11381"/>
                  <a:pt x="105245" y="11238"/>
                </a:cubicBezTo>
                <a:cubicBezTo>
                  <a:pt x="105245" y="11238"/>
                  <a:pt x="105245" y="11169"/>
                  <a:pt x="105171" y="11169"/>
                </a:cubicBezTo>
                <a:cubicBezTo>
                  <a:pt x="105245" y="10808"/>
                  <a:pt x="105245" y="10378"/>
                  <a:pt x="105314" y="10023"/>
                </a:cubicBezTo>
                <a:close/>
                <a:moveTo>
                  <a:pt x="66584" y="11742"/>
                </a:moveTo>
                <a:cubicBezTo>
                  <a:pt x="66653" y="11742"/>
                  <a:pt x="66653" y="11810"/>
                  <a:pt x="66653" y="11810"/>
                </a:cubicBezTo>
                <a:cubicBezTo>
                  <a:pt x="66653" y="11742"/>
                  <a:pt x="66653" y="11742"/>
                  <a:pt x="66584" y="11742"/>
                </a:cubicBezTo>
                <a:close/>
                <a:moveTo>
                  <a:pt x="88779" y="11667"/>
                </a:moveTo>
                <a:cubicBezTo>
                  <a:pt x="88779" y="11667"/>
                  <a:pt x="88847" y="11742"/>
                  <a:pt x="88847" y="11810"/>
                </a:cubicBezTo>
                <a:cubicBezTo>
                  <a:pt x="88779" y="11810"/>
                  <a:pt x="88779" y="11810"/>
                  <a:pt x="88779" y="11742"/>
                </a:cubicBezTo>
                <a:lnTo>
                  <a:pt x="88779" y="11667"/>
                </a:lnTo>
                <a:close/>
                <a:moveTo>
                  <a:pt x="94432" y="11598"/>
                </a:moveTo>
                <a:lnTo>
                  <a:pt x="94432" y="11742"/>
                </a:lnTo>
                <a:cubicBezTo>
                  <a:pt x="94432" y="11742"/>
                  <a:pt x="94363" y="11742"/>
                  <a:pt x="94363" y="11810"/>
                </a:cubicBezTo>
                <a:cubicBezTo>
                  <a:pt x="94363" y="11742"/>
                  <a:pt x="94363" y="11667"/>
                  <a:pt x="94432" y="11598"/>
                </a:cubicBezTo>
                <a:close/>
                <a:moveTo>
                  <a:pt x="106460" y="11598"/>
                </a:moveTo>
                <a:lnTo>
                  <a:pt x="106460" y="11810"/>
                </a:lnTo>
                <a:cubicBezTo>
                  <a:pt x="106391" y="11810"/>
                  <a:pt x="106391" y="11742"/>
                  <a:pt x="106391" y="11742"/>
                </a:cubicBezTo>
                <a:cubicBezTo>
                  <a:pt x="106460" y="11667"/>
                  <a:pt x="106460" y="11667"/>
                  <a:pt x="106460" y="11598"/>
                </a:cubicBezTo>
                <a:close/>
                <a:moveTo>
                  <a:pt x="64648" y="9806"/>
                </a:moveTo>
                <a:cubicBezTo>
                  <a:pt x="64791" y="10023"/>
                  <a:pt x="64866" y="10235"/>
                  <a:pt x="64866" y="10453"/>
                </a:cubicBezTo>
                <a:cubicBezTo>
                  <a:pt x="64866" y="10522"/>
                  <a:pt x="64791" y="10596"/>
                  <a:pt x="64791" y="10665"/>
                </a:cubicBezTo>
                <a:cubicBezTo>
                  <a:pt x="64648" y="10522"/>
                  <a:pt x="64580" y="10379"/>
                  <a:pt x="64505" y="10235"/>
                </a:cubicBezTo>
                <a:lnTo>
                  <a:pt x="64505" y="10235"/>
                </a:lnTo>
                <a:cubicBezTo>
                  <a:pt x="64580" y="10379"/>
                  <a:pt x="64648" y="10596"/>
                  <a:pt x="64723" y="10739"/>
                </a:cubicBezTo>
                <a:cubicBezTo>
                  <a:pt x="64579" y="10951"/>
                  <a:pt x="64436" y="11238"/>
                  <a:pt x="64362" y="11455"/>
                </a:cubicBezTo>
                <a:cubicBezTo>
                  <a:pt x="64293" y="11381"/>
                  <a:pt x="64293" y="11238"/>
                  <a:pt x="64219" y="11169"/>
                </a:cubicBezTo>
                <a:lnTo>
                  <a:pt x="64219" y="11169"/>
                </a:lnTo>
                <a:cubicBezTo>
                  <a:pt x="64219" y="11238"/>
                  <a:pt x="64293" y="11381"/>
                  <a:pt x="64293" y="11524"/>
                </a:cubicBezTo>
                <a:cubicBezTo>
                  <a:pt x="64219" y="11667"/>
                  <a:pt x="64075" y="11742"/>
                  <a:pt x="64007" y="11885"/>
                </a:cubicBezTo>
                <a:cubicBezTo>
                  <a:pt x="64007" y="11598"/>
                  <a:pt x="64007" y="11312"/>
                  <a:pt x="64075" y="11026"/>
                </a:cubicBezTo>
                <a:cubicBezTo>
                  <a:pt x="64362" y="10378"/>
                  <a:pt x="64579" y="10023"/>
                  <a:pt x="64648" y="9806"/>
                </a:cubicBezTo>
                <a:close/>
                <a:moveTo>
                  <a:pt x="66223" y="11667"/>
                </a:moveTo>
                <a:cubicBezTo>
                  <a:pt x="66223" y="11742"/>
                  <a:pt x="66223" y="11810"/>
                  <a:pt x="66298" y="11885"/>
                </a:cubicBezTo>
                <a:lnTo>
                  <a:pt x="66223" y="11885"/>
                </a:lnTo>
                <a:cubicBezTo>
                  <a:pt x="66223" y="11810"/>
                  <a:pt x="66223" y="11742"/>
                  <a:pt x="66155" y="11667"/>
                </a:cubicBezTo>
                <a:close/>
                <a:moveTo>
                  <a:pt x="97513" y="10951"/>
                </a:moveTo>
                <a:lnTo>
                  <a:pt x="97513" y="11026"/>
                </a:lnTo>
                <a:cubicBezTo>
                  <a:pt x="97439" y="11238"/>
                  <a:pt x="97370" y="11524"/>
                  <a:pt x="97296" y="11810"/>
                </a:cubicBezTo>
                <a:lnTo>
                  <a:pt x="97227" y="11885"/>
                </a:lnTo>
                <a:cubicBezTo>
                  <a:pt x="97296" y="11598"/>
                  <a:pt x="97370" y="11312"/>
                  <a:pt x="97513" y="10951"/>
                </a:cubicBezTo>
                <a:close/>
                <a:moveTo>
                  <a:pt x="108332" y="10831"/>
                </a:moveTo>
                <a:cubicBezTo>
                  <a:pt x="108464" y="11117"/>
                  <a:pt x="108466" y="11534"/>
                  <a:pt x="108539" y="11885"/>
                </a:cubicBezTo>
                <a:lnTo>
                  <a:pt x="108464" y="11885"/>
                </a:lnTo>
                <a:cubicBezTo>
                  <a:pt x="108464" y="11667"/>
                  <a:pt x="108464" y="11524"/>
                  <a:pt x="108396" y="11312"/>
                </a:cubicBezTo>
                <a:cubicBezTo>
                  <a:pt x="108396" y="11176"/>
                  <a:pt x="108396" y="10974"/>
                  <a:pt x="108332" y="10831"/>
                </a:cubicBezTo>
                <a:close/>
                <a:moveTo>
                  <a:pt x="61784" y="10665"/>
                </a:moveTo>
                <a:lnTo>
                  <a:pt x="61784" y="11094"/>
                </a:lnTo>
                <a:cubicBezTo>
                  <a:pt x="61784" y="11381"/>
                  <a:pt x="61716" y="11667"/>
                  <a:pt x="61641" y="11954"/>
                </a:cubicBezTo>
                <a:cubicBezTo>
                  <a:pt x="61573" y="11810"/>
                  <a:pt x="61498" y="11598"/>
                  <a:pt x="61355" y="11381"/>
                </a:cubicBezTo>
                <a:cubicBezTo>
                  <a:pt x="61498" y="11094"/>
                  <a:pt x="61641" y="10883"/>
                  <a:pt x="61784" y="10665"/>
                </a:cubicBezTo>
                <a:close/>
                <a:moveTo>
                  <a:pt x="72237" y="11742"/>
                </a:moveTo>
                <a:cubicBezTo>
                  <a:pt x="72312" y="11810"/>
                  <a:pt x="72312" y="11885"/>
                  <a:pt x="72312" y="11885"/>
                </a:cubicBezTo>
                <a:lnTo>
                  <a:pt x="72312" y="11954"/>
                </a:lnTo>
                <a:lnTo>
                  <a:pt x="72237" y="11885"/>
                </a:lnTo>
                <a:lnTo>
                  <a:pt x="72237" y="11742"/>
                </a:lnTo>
                <a:close/>
                <a:moveTo>
                  <a:pt x="77822" y="11598"/>
                </a:moveTo>
                <a:cubicBezTo>
                  <a:pt x="77753" y="11742"/>
                  <a:pt x="77753" y="11810"/>
                  <a:pt x="77679" y="11954"/>
                </a:cubicBezTo>
                <a:lnTo>
                  <a:pt x="77679" y="11885"/>
                </a:lnTo>
                <a:cubicBezTo>
                  <a:pt x="77753" y="11810"/>
                  <a:pt x="77753" y="11667"/>
                  <a:pt x="77822" y="11598"/>
                </a:cubicBezTo>
                <a:close/>
                <a:moveTo>
                  <a:pt x="69734" y="10883"/>
                </a:moveTo>
                <a:cubicBezTo>
                  <a:pt x="69803" y="11026"/>
                  <a:pt x="69803" y="11238"/>
                  <a:pt x="69878" y="11381"/>
                </a:cubicBezTo>
                <a:cubicBezTo>
                  <a:pt x="69803" y="11455"/>
                  <a:pt x="69803" y="11524"/>
                  <a:pt x="69803" y="11598"/>
                </a:cubicBezTo>
                <a:cubicBezTo>
                  <a:pt x="69734" y="11742"/>
                  <a:pt x="69660" y="11885"/>
                  <a:pt x="69660" y="12028"/>
                </a:cubicBezTo>
                <a:cubicBezTo>
                  <a:pt x="69591" y="11885"/>
                  <a:pt x="69517" y="11667"/>
                  <a:pt x="69448" y="11455"/>
                </a:cubicBezTo>
                <a:cubicBezTo>
                  <a:pt x="69517" y="11238"/>
                  <a:pt x="69660" y="11094"/>
                  <a:pt x="69734" y="10883"/>
                </a:cubicBezTo>
                <a:close/>
                <a:moveTo>
                  <a:pt x="70805" y="11810"/>
                </a:moveTo>
                <a:lnTo>
                  <a:pt x="70805" y="12028"/>
                </a:lnTo>
                <a:lnTo>
                  <a:pt x="70737" y="11954"/>
                </a:lnTo>
                <a:cubicBezTo>
                  <a:pt x="70737" y="11885"/>
                  <a:pt x="70737" y="11885"/>
                  <a:pt x="70805" y="11810"/>
                </a:cubicBezTo>
                <a:close/>
                <a:moveTo>
                  <a:pt x="75319" y="11455"/>
                </a:moveTo>
                <a:lnTo>
                  <a:pt x="75319" y="12028"/>
                </a:lnTo>
                <a:lnTo>
                  <a:pt x="75244" y="12028"/>
                </a:lnTo>
                <a:cubicBezTo>
                  <a:pt x="75244" y="11885"/>
                  <a:pt x="75244" y="11667"/>
                  <a:pt x="75319" y="11455"/>
                </a:cubicBezTo>
                <a:close/>
                <a:moveTo>
                  <a:pt x="85772" y="10951"/>
                </a:moveTo>
                <a:cubicBezTo>
                  <a:pt x="85984" y="11238"/>
                  <a:pt x="86058" y="11524"/>
                  <a:pt x="86201" y="11810"/>
                </a:cubicBezTo>
                <a:cubicBezTo>
                  <a:pt x="86127" y="11885"/>
                  <a:pt x="86127" y="11954"/>
                  <a:pt x="86058" y="12028"/>
                </a:cubicBezTo>
                <a:cubicBezTo>
                  <a:pt x="85984" y="11742"/>
                  <a:pt x="85915" y="11381"/>
                  <a:pt x="85772" y="11026"/>
                </a:cubicBezTo>
                <a:lnTo>
                  <a:pt x="85772" y="10951"/>
                </a:lnTo>
                <a:close/>
                <a:moveTo>
                  <a:pt x="104598" y="11742"/>
                </a:moveTo>
                <a:lnTo>
                  <a:pt x="104598" y="11810"/>
                </a:lnTo>
                <a:cubicBezTo>
                  <a:pt x="104598" y="11885"/>
                  <a:pt x="104598" y="11954"/>
                  <a:pt x="104530" y="12028"/>
                </a:cubicBezTo>
                <a:lnTo>
                  <a:pt x="104530" y="11954"/>
                </a:lnTo>
                <a:lnTo>
                  <a:pt x="104530" y="11885"/>
                </a:lnTo>
                <a:cubicBezTo>
                  <a:pt x="104530" y="11810"/>
                  <a:pt x="104598" y="11810"/>
                  <a:pt x="104598" y="11742"/>
                </a:cubicBezTo>
                <a:close/>
                <a:moveTo>
                  <a:pt x="88779" y="11954"/>
                </a:moveTo>
                <a:lnTo>
                  <a:pt x="88779" y="12028"/>
                </a:lnTo>
                <a:lnTo>
                  <a:pt x="88779" y="12097"/>
                </a:lnTo>
                <a:lnTo>
                  <a:pt x="88704" y="12097"/>
                </a:lnTo>
                <a:cubicBezTo>
                  <a:pt x="88779" y="12028"/>
                  <a:pt x="88779" y="12028"/>
                  <a:pt x="88779" y="11954"/>
                </a:cubicBezTo>
                <a:close/>
                <a:moveTo>
                  <a:pt x="37299" y="11381"/>
                </a:moveTo>
                <a:cubicBezTo>
                  <a:pt x="37299" y="11524"/>
                  <a:pt x="37373" y="11667"/>
                  <a:pt x="37373" y="11810"/>
                </a:cubicBezTo>
                <a:lnTo>
                  <a:pt x="37373" y="11885"/>
                </a:lnTo>
                <a:cubicBezTo>
                  <a:pt x="37373" y="12028"/>
                  <a:pt x="37299" y="12097"/>
                  <a:pt x="37230" y="12240"/>
                </a:cubicBezTo>
                <a:cubicBezTo>
                  <a:pt x="37230" y="11954"/>
                  <a:pt x="37299" y="11667"/>
                  <a:pt x="37299" y="11381"/>
                </a:cubicBezTo>
                <a:close/>
                <a:moveTo>
                  <a:pt x="59350" y="11238"/>
                </a:moveTo>
                <a:cubicBezTo>
                  <a:pt x="59350" y="11381"/>
                  <a:pt x="59425" y="11524"/>
                  <a:pt x="59493" y="11667"/>
                </a:cubicBezTo>
                <a:cubicBezTo>
                  <a:pt x="59485" y="11667"/>
                  <a:pt x="59478" y="11666"/>
                  <a:pt x="59471" y="11664"/>
                </a:cubicBezTo>
                <a:lnTo>
                  <a:pt x="59471" y="11664"/>
                </a:lnTo>
                <a:cubicBezTo>
                  <a:pt x="59493" y="11713"/>
                  <a:pt x="59493" y="11763"/>
                  <a:pt x="59493" y="11810"/>
                </a:cubicBezTo>
                <a:lnTo>
                  <a:pt x="59493" y="11885"/>
                </a:lnTo>
                <a:cubicBezTo>
                  <a:pt x="59425" y="11954"/>
                  <a:pt x="59281" y="12028"/>
                  <a:pt x="58995" y="12240"/>
                </a:cubicBezTo>
                <a:cubicBezTo>
                  <a:pt x="59064" y="11954"/>
                  <a:pt x="59207" y="11598"/>
                  <a:pt x="59350" y="11238"/>
                </a:cubicBezTo>
                <a:close/>
                <a:moveTo>
                  <a:pt x="73314" y="11524"/>
                </a:moveTo>
                <a:lnTo>
                  <a:pt x="73314" y="12028"/>
                </a:lnTo>
                <a:cubicBezTo>
                  <a:pt x="73314" y="12097"/>
                  <a:pt x="73314" y="12171"/>
                  <a:pt x="73240" y="12240"/>
                </a:cubicBezTo>
                <a:cubicBezTo>
                  <a:pt x="73240" y="12028"/>
                  <a:pt x="73314" y="11810"/>
                  <a:pt x="73314" y="11524"/>
                </a:cubicBezTo>
                <a:close/>
                <a:moveTo>
                  <a:pt x="92358" y="10522"/>
                </a:moveTo>
                <a:cubicBezTo>
                  <a:pt x="92427" y="10665"/>
                  <a:pt x="92502" y="10883"/>
                  <a:pt x="92570" y="11026"/>
                </a:cubicBezTo>
                <a:lnTo>
                  <a:pt x="92570" y="11312"/>
                </a:lnTo>
                <a:cubicBezTo>
                  <a:pt x="92570" y="11238"/>
                  <a:pt x="92502" y="11169"/>
                  <a:pt x="92427" y="11026"/>
                </a:cubicBezTo>
                <a:lnTo>
                  <a:pt x="92427" y="11026"/>
                </a:lnTo>
                <a:cubicBezTo>
                  <a:pt x="92502" y="11169"/>
                  <a:pt x="92502" y="11312"/>
                  <a:pt x="92570" y="11381"/>
                </a:cubicBezTo>
                <a:lnTo>
                  <a:pt x="92570" y="11524"/>
                </a:lnTo>
                <a:lnTo>
                  <a:pt x="92570" y="12097"/>
                </a:lnTo>
                <a:cubicBezTo>
                  <a:pt x="92502" y="12171"/>
                  <a:pt x="92502" y="12171"/>
                  <a:pt x="92358" y="12240"/>
                </a:cubicBezTo>
                <a:cubicBezTo>
                  <a:pt x="92358" y="12097"/>
                  <a:pt x="92284" y="12028"/>
                  <a:pt x="92284" y="11885"/>
                </a:cubicBezTo>
                <a:cubicBezTo>
                  <a:pt x="92427" y="11667"/>
                  <a:pt x="92570" y="11455"/>
                  <a:pt x="92570" y="11381"/>
                </a:cubicBezTo>
                <a:lnTo>
                  <a:pt x="92570" y="11381"/>
                </a:lnTo>
                <a:lnTo>
                  <a:pt x="92284" y="11667"/>
                </a:lnTo>
                <a:cubicBezTo>
                  <a:pt x="92284" y="11312"/>
                  <a:pt x="92284" y="10951"/>
                  <a:pt x="92358" y="10522"/>
                </a:cubicBezTo>
                <a:close/>
                <a:moveTo>
                  <a:pt x="66653" y="11667"/>
                </a:moveTo>
                <a:lnTo>
                  <a:pt x="66653" y="11810"/>
                </a:lnTo>
                <a:lnTo>
                  <a:pt x="66653" y="12314"/>
                </a:lnTo>
                <a:cubicBezTo>
                  <a:pt x="66584" y="12171"/>
                  <a:pt x="66510" y="12097"/>
                  <a:pt x="66441" y="11954"/>
                </a:cubicBezTo>
                <a:cubicBezTo>
                  <a:pt x="66584" y="11810"/>
                  <a:pt x="66584" y="11810"/>
                  <a:pt x="66584" y="11742"/>
                </a:cubicBezTo>
                <a:cubicBezTo>
                  <a:pt x="66653" y="11742"/>
                  <a:pt x="66653" y="11667"/>
                  <a:pt x="66653" y="11667"/>
                </a:cubicBezTo>
                <a:close/>
                <a:moveTo>
                  <a:pt x="80972" y="12240"/>
                </a:moveTo>
                <a:cubicBezTo>
                  <a:pt x="81008" y="12277"/>
                  <a:pt x="81027" y="12312"/>
                  <a:pt x="81045" y="12338"/>
                </a:cubicBezTo>
                <a:lnTo>
                  <a:pt x="81045" y="12338"/>
                </a:lnTo>
                <a:cubicBezTo>
                  <a:pt x="81040" y="12308"/>
                  <a:pt x="81025" y="12293"/>
                  <a:pt x="80972" y="12240"/>
                </a:cubicBezTo>
                <a:close/>
                <a:moveTo>
                  <a:pt x="56704" y="11026"/>
                </a:moveTo>
                <a:lnTo>
                  <a:pt x="56704" y="11169"/>
                </a:lnTo>
                <a:cubicBezTo>
                  <a:pt x="56630" y="11598"/>
                  <a:pt x="56561" y="11954"/>
                  <a:pt x="56486" y="12383"/>
                </a:cubicBezTo>
                <a:cubicBezTo>
                  <a:pt x="56486" y="12097"/>
                  <a:pt x="56486" y="11810"/>
                  <a:pt x="56418" y="11524"/>
                </a:cubicBezTo>
                <a:cubicBezTo>
                  <a:pt x="56486" y="11312"/>
                  <a:pt x="56561" y="11169"/>
                  <a:pt x="56704" y="11026"/>
                </a:cubicBezTo>
                <a:close/>
                <a:moveTo>
                  <a:pt x="59425" y="11954"/>
                </a:moveTo>
                <a:cubicBezTo>
                  <a:pt x="59425" y="12097"/>
                  <a:pt x="59350" y="12240"/>
                  <a:pt x="59350" y="12383"/>
                </a:cubicBezTo>
                <a:lnTo>
                  <a:pt x="59281" y="12314"/>
                </a:lnTo>
                <a:cubicBezTo>
                  <a:pt x="59350" y="12097"/>
                  <a:pt x="59425" y="12028"/>
                  <a:pt x="59425" y="11954"/>
                </a:cubicBezTo>
                <a:close/>
                <a:moveTo>
                  <a:pt x="88418" y="11885"/>
                </a:moveTo>
                <a:cubicBezTo>
                  <a:pt x="88418" y="12028"/>
                  <a:pt x="88349" y="12240"/>
                  <a:pt x="88275" y="12383"/>
                </a:cubicBezTo>
                <a:cubicBezTo>
                  <a:pt x="88275" y="12314"/>
                  <a:pt x="88275" y="12314"/>
                  <a:pt x="88206" y="12240"/>
                </a:cubicBezTo>
                <a:cubicBezTo>
                  <a:pt x="88275" y="12097"/>
                  <a:pt x="88349" y="11954"/>
                  <a:pt x="88418" y="11885"/>
                </a:cubicBezTo>
                <a:close/>
                <a:moveTo>
                  <a:pt x="85628" y="11312"/>
                </a:moveTo>
                <a:lnTo>
                  <a:pt x="85628" y="11598"/>
                </a:lnTo>
                <a:cubicBezTo>
                  <a:pt x="85697" y="11885"/>
                  <a:pt x="85697" y="12171"/>
                  <a:pt x="85697" y="12458"/>
                </a:cubicBezTo>
                <a:cubicBezTo>
                  <a:pt x="85628" y="12240"/>
                  <a:pt x="85485" y="12028"/>
                  <a:pt x="85411" y="11742"/>
                </a:cubicBezTo>
                <a:cubicBezTo>
                  <a:pt x="85485" y="11667"/>
                  <a:pt x="85485" y="11524"/>
                  <a:pt x="85554" y="11455"/>
                </a:cubicBezTo>
                <a:cubicBezTo>
                  <a:pt x="85554" y="11381"/>
                  <a:pt x="85628" y="11312"/>
                  <a:pt x="85628" y="11312"/>
                </a:cubicBezTo>
                <a:close/>
                <a:moveTo>
                  <a:pt x="96007" y="12240"/>
                </a:moveTo>
                <a:lnTo>
                  <a:pt x="96007" y="12458"/>
                </a:lnTo>
                <a:cubicBezTo>
                  <a:pt x="96007" y="12458"/>
                  <a:pt x="96007" y="12383"/>
                  <a:pt x="95938" y="12383"/>
                </a:cubicBezTo>
                <a:cubicBezTo>
                  <a:pt x="96007" y="12314"/>
                  <a:pt x="96007" y="12314"/>
                  <a:pt x="96007" y="12240"/>
                </a:cubicBezTo>
                <a:close/>
                <a:moveTo>
                  <a:pt x="98441" y="12171"/>
                </a:moveTo>
                <a:cubicBezTo>
                  <a:pt x="98441" y="12314"/>
                  <a:pt x="98516" y="12383"/>
                  <a:pt x="98516" y="12458"/>
                </a:cubicBezTo>
                <a:cubicBezTo>
                  <a:pt x="98516" y="12458"/>
                  <a:pt x="98441" y="12458"/>
                  <a:pt x="98441" y="12383"/>
                </a:cubicBezTo>
                <a:lnTo>
                  <a:pt x="98441" y="12314"/>
                </a:lnTo>
                <a:lnTo>
                  <a:pt x="98441" y="12171"/>
                </a:lnTo>
                <a:close/>
                <a:moveTo>
                  <a:pt x="70662" y="12028"/>
                </a:moveTo>
                <a:cubicBezTo>
                  <a:pt x="70662" y="12097"/>
                  <a:pt x="70737" y="12171"/>
                  <a:pt x="70737" y="12171"/>
                </a:cubicBezTo>
                <a:cubicBezTo>
                  <a:pt x="70662" y="12314"/>
                  <a:pt x="70662" y="12383"/>
                  <a:pt x="70593" y="12526"/>
                </a:cubicBezTo>
                <a:cubicBezTo>
                  <a:pt x="70593" y="12458"/>
                  <a:pt x="70593" y="12383"/>
                  <a:pt x="70519" y="12314"/>
                </a:cubicBezTo>
                <a:cubicBezTo>
                  <a:pt x="70593" y="12240"/>
                  <a:pt x="70662" y="12097"/>
                  <a:pt x="70662" y="12028"/>
                </a:cubicBezTo>
                <a:close/>
                <a:moveTo>
                  <a:pt x="63360" y="12601"/>
                </a:moveTo>
                <a:cubicBezTo>
                  <a:pt x="63360" y="12601"/>
                  <a:pt x="63359" y="12670"/>
                  <a:pt x="63291" y="12670"/>
                </a:cubicBezTo>
                <a:lnTo>
                  <a:pt x="63360" y="12601"/>
                </a:lnTo>
                <a:close/>
                <a:moveTo>
                  <a:pt x="75319" y="12028"/>
                </a:moveTo>
                <a:lnTo>
                  <a:pt x="75319" y="12028"/>
                </a:lnTo>
                <a:cubicBezTo>
                  <a:pt x="75244" y="12240"/>
                  <a:pt x="75244" y="12383"/>
                  <a:pt x="75244" y="12601"/>
                </a:cubicBezTo>
                <a:lnTo>
                  <a:pt x="75176" y="12670"/>
                </a:lnTo>
                <a:lnTo>
                  <a:pt x="75176" y="12314"/>
                </a:lnTo>
                <a:cubicBezTo>
                  <a:pt x="75244" y="12240"/>
                  <a:pt x="75244" y="12097"/>
                  <a:pt x="75319" y="12028"/>
                </a:cubicBezTo>
                <a:close/>
                <a:moveTo>
                  <a:pt x="66367" y="12097"/>
                </a:moveTo>
                <a:cubicBezTo>
                  <a:pt x="66441" y="12240"/>
                  <a:pt x="66510" y="12383"/>
                  <a:pt x="66584" y="12601"/>
                </a:cubicBezTo>
                <a:cubicBezTo>
                  <a:pt x="66510" y="12601"/>
                  <a:pt x="66510" y="12670"/>
                  <a:pt x="66441" y="12744"/>
                </a:cubicBezTo>
                <a:cubicBezTo>
                  <a:pt x="66441" y="12601"/>
                  <a:pt x="66367" y="12383"/>
                  <a:pt x="66298" y="12240"/>
                </a:cubicBezTo>
                <a:cubicBezTo>
                  <a:pt x="66367" y="12171"/>
                  <a:pt x="66367" y="12171"/>
                  <a:pt x="66367" y="12097"/>
                </a:cubicBezTo>
                <a:close/>
                <a:moveTo>
                  <a:pt x="99014" y="11238"/>
                </a:moveTo>
                <a:lnTo>
                  <a:pt x="99014" y="11810"/>
                </a:lnTo>
                <a:cubicBezTo>
                  <a:pt x="99014" y="11885"/>
                  <a:pt x="98945" y="11954"/>
                  <a:pt x="98945" y="12028"/>
                </a:cubicBezTo>
                <a:cubicBezTo>
                  <a:pt x="98871" y="12240"/>
                  <a:pt x="98802" y="12526"/>
                  <a:pt x="98727" y="12744"/>
                </a:cubicBezTo>
                <a:lnTo>
                  <a:pt x="98516" y="12097"/>
                </a:lnTo>
                <a:cubicBezTo>
                  <a:pt x="98727" y="11667"/>
                  <a:pt x="98871" y="11381"/>
                  <a:pt x="99014" y="11238"/>
                </a:cubicBezTo>
                <a:close/>
                <a:moveTo>
                  <a:pt x="65009" y="11524"/>
                </a:moveTo>
                <a:cubicBezTo>
                  <a:pt x="65152" y="11810"/>
                  <a:pt x="65221" y="12097"/>
                  <a:pt x="65295" y="12383"/>
                </a:cubicBezTo>
                <a:lnTo>
                  <a:pt x="65078" y="12601"/>
                </a:lnTo>
                <a:lnTo>
                  <a:pt x="64866" y="12383"/>
                </a:lnTo>
                <a:lnTo>
                  <a:pt x="64866" y="12383"/>
                </a:lnTo>
                <a:cubicBezTo>
                  <a:pt x="64935" y="12526"/>
                  <a:pt x="64935" y="12670"/>
                  <a:pt x="64935" y="12813"/>
                </a:cubicBezTo>
                <a:cubicBezTo>
                  <a:pt x="64866" y="12813"/>
                  <a:pt x="64866" y="12887"/>
                  <a:pt x="64791" y="12887"/>
                </a:cubicBezTo>
                <a:cubicBezTo>
                  <a:pt x="64791" y="12813"/>
                  <a:pt x="64723" y="12670"/>
                  <a:pt x="64723" y="12526"/>
                </a:cubicBezTo>
                <a:cubicBezTo>
                  <a:pt x="64791" y="12240"/>
                  <a:pt x="64866" y="11885"/>
                  <a:pt x="65009" y="11524"/>
                </a:cubicBezTo>
                <a:close/>
                <a:moveTo>
                  <a:pt x="86270" y="12028"/>
                </a:moveTo>
                <a:cubicBezTo>
                  <a:pt x="86344" y="12240"/>
                  <a:pt x="86413" y="12526"/>
                  <a:pt x="86488" y="12813"/>
                </a:cubicBezTo>
                <a:lnTo>
                  <a:pt x="86488" y="12887"/>
                </a:lnTo>
                <a:cubicBezTo>
                  <a:pt x="86413" y="12744"/>
                  <a:pt x="86270" y="12601"/>
                  <a:pt x="86201" y="12383"/>
                </a:cubicBezTo>
                <a:lnTo>
                  <a:pt x="86270" y="12028"/>
                </a:lnTo>
                <a:close/>
                <a:moveTo>
                  <a:pt x="59207" y="12383"/>
                </a:moveTo>
                <a:lnTo>
                  <a:pt x="59207" y="13030"/>
                </a:lnTo>
                <a:cubicBezTo>
                  <a:pt x="59138" y="12887"/>
                  <a:pt x="59138" y="12744"/>
                  <a:pt x="59064" y="12601"/>
                </a:cubicBezTo>
                <a:cubicBezTo>
                  <a:pt x="59064" y="12526"/>
                  <a:pt x="59138" y="12458"/>
                  <a:pt x="59207" y="12383"/>
                </a:cubicBezTo>
                <a:close/>
                <a:moveTo>
                  <a:pt x="78538" y="11598"/>
                </a:moveTo>
                <a:cubicBezTo>
                  <a:pt x="78612" y="11667"/>
                  <a:pt x="78612" y="11742"/>
                  <a:pt x="78681" y="11810"/>
                </a:cubicBezTo>
                <a:cubicBezTo>
                  <a:pt x="78538" y="12240"/>
                  <a:pt x="78394" y="12601"/>
                  <a:pt x="78251" y="13030"/>
                </a:cubicBezTo>
                <a:lnTo>
                  <a:pt x="78251" y="12813"/>
                </a:lnTo>
                <a:cubicBezTo>
                  <a:pt x="78251" y="12458"/>
                  <a:pt x="78394" y="12028"/>
                  <a:pt x="78538" y="11598"/>
                </a:cubicBezTo>
                <a:close/>
                <a:moveTo>
                  <a:pt x="82833" y="12383"/>
                </a:moveTo>
                <a:cubicBezTo>
                  <a:pt x="82833" y="12383"/>
                  <a:pt x="82908" y="12458"/>
                  <a:pt x="82908" y="12526"/>
                </a:cubicBezTo>
                <a:cubicBezTo>
                  <a:pt x="82908" y="12744"/>
                  <a:pt x="82833" y="12887"/>
                  <a:pt x="82833" y="13099"/>
                </a:cubicBezTo>
                <a:cubicBezTo>
                  <a:pt x="82765" y="12956"/>
                  <a:pt x="82690" y="12887"/>
                  <a:pt x="82690" y="12744"/>
                </a:cubicBezTo>
                <a:cubicBezTo>
                  <a:pt x="82765" y="12601"/>
                  <a:pt x="82765" y="12458"/>
                  <a:pt x="82833" y="12383"/>
                </a:cubicBezTo>
                <a:close/>
                <a:moveTo>
                  <a:pt x="90852" y="12601"/>
                </a:moveTo>
                <a:lnTo>
                  <a:pt x="90852" y="12813"/>
                </a:lnTo>
                <a:cubicBezTo>
                  <a:pt x="90783" y="12887"/>
                  <a:pt x="90709" y="13030"/>
                  <a:pt x="90640" y="13174"/>
                </a:cubicBezTo>
                <a:lnTo>
                  <a:pt x="90640" y="13099"/>
                </a:lnTo>
                <a:lnTo>
                  <a:pt x="90640" y="12956"/>
                </a:lnTo>
                <a:cubicBezTo>
                  <a:pt x="90709" y="12813"/>
                  <a:pt x="90783" y="12744"/>
                  <a:pt x="90852" y="12601"/>
                </a:cubicBezTo>
                <a:close/>
                <a:moveTo>
                  <a:pt x="92215" y="13030"/>
                </a:moveTo>
                <a:lnTo>
                  <a:pt x="92215" y="13174"/>
                </a:lnTo>
                <a:cubicBezTo>
                  <a:pt x="92215" y="13242"/>
                  <a:pt x="92141" y="13242"/>
                  <a:pt x="92141" y="13242"/>
                </a:cubicBezTo>
                <a:lnTo>
                  <a:pt x="92141" y="13030"/>
                </a:lnTo>
                <a:close/>
                <a:moveTo>
                  <a:pt x="82547" y="13030"/>
                </a:moveTo>
                <a:cubicBezTo>
                  <a:pt x="82621" y="13174"/>
                  <a:pt x="82621" y="13317"/>
                  <a:pt x="82690" y="13460"/>
                </a:cubicBezTo>
                <a:cubicBezTo>
                  <a:pt x="82621" y="13385"/>
                  <a:pt x="82547" y="13242"/>
                  <a:pt x="82478" y="13174"/>
                </a:cubicBezTo>
                <a:cubicBezTo>
                  <a:pt x="82478" y="13099"/>
                  <a:pt x="82547" y="13030"/>
                  <a:pt x="82547" y="13030"/>
                </a:cubicBezTo>
                <a:close/>
                <a:moveTo>
                  <a:pt x="83337" y="12744"/>
                </a:moveTo>
                <a:cubicBezTo>
                  <a:pt x="83481" y="12956"/>
                  <a:pt x="83549" y="13174"/>
                  <a:pt x="83624" y="13385"/>
                </a:cubicBezTo>
                <a:cubicBezTo>
                  <a:pt x="83549" y="13385"/>
                  <a:pt x="83549" y="13460"/>
                  <a:pt x="83481" y="13529"/>
                </a:cubicBezTo>
                <a:cubicBezTo>
                  <a:pt x="83481" y="13317"/>
                  <a:pt x="83406" y="13030"/>
                  <a:pt x="83337" y="12744"/>
                </a:cubicBezTo>
                <a:close/>
                <a:moveTo>
                  <a:pt x="86413" y="13746"/>
                </a:moveTo>
                <a:lnTo>
                  <a:pt x="86413" y="13890"/>
                </a:lnTo>
                <a:cubicBezTo>
                  <a:pt x="86413" y="13890"/>
                  <a:pt x="86413" y="13815"/>
                  <a:pt x="86344" y="13815"/>
                </a:cubicBezTo>
                <a:lnTo>
                  <a:pt x="86413" y="13746"/>
                </a:lnTo>
                <a:close/>
                <a:moveTo>
                  <a:pt x="80330" y="12240"/>
                </a:moveTo>
                <a:cubicBezTo>
                  <a:pt x="80399" y="12813"/>
                  <a:pt x="80399" y="13317"/>
                  <a:pt x="80330" y="13815"/>
                </a:cubicBezTo>
                <a:cubicBezTo>
                  <a:pt x="80330" y="13746"/>
                  <a:pt x="80256" y="13672"/>
                  <a:pt x="80256" y="13603"/>
                </a:cubicBezTo>
                <a:lnTo>
                  <a:pt x="80256" y="13603"/>
                </a:lnTo>
                <a:cubicBezTo>
                  <a:pt x="80256" y="13672"/>
                  <a:pt x="80256" y="13815"/>
                  <a:pt x="80330" y="13890"/>
                </a:cubicBezTo>
                <a:lnTo>
                  <a:pt x="80330" y="13958"/>
                </a:lnTo>
                <a:cubicBezTo>
                  <a:pt x="80256" y="13815"/>
                  <a:pt x="80256" y="13746"/>
                  <a:pt x="80187" y="13603"/>
                </a:cubicBezTo>
                <a:cubicBezTo>
                  <a:pt x="80256" y="13174"/>
                  <a:pt x="80256" y="12744"/>
                  <a:pt x="80330" y="12240"/>
                </a:cubicBezTo>
                <a:close/>
                <a:moveTo>
                  <a:pt x="82478" y="13242"/>
                </a:moveTo>
                <a:lnTo>
                  <a:pt x="82478" y="14245"/>
                </a:lnTo>
                <a:cubicBezTo>
                  <a:pt x="82404" y="14033"/>
                  <a:pt x="82335" y="13890"/>
                  <a:pt x="82261" y="13746"/>
                </a:cubicBezTo>
                <a:cubicBezTo>
                  <a:pt x="82335" y="13603"/>
                  <a:pt x="82404" y="13385"/>
                  <a:pt x="82478" y="13242"/>
                </a:cubicBezTo>
                <a:close/>
                <a:moveTo>
                  <a:pt x="9377" y="0"/>
                </a:moveTo>
                <a:cubicBezTo>
                  <a:pt x="9022" y="642"/>
                  <a:pt x="8804" y="1861"/>
                  <a:pt x="8592" y="3293"/>
                </a:cubicBezTo>
                <a:lnTo>
                  <a:pt x="8592" y="3293"/>
                </a:lnTo>
                <a:cubicBezTo>
                  <a:pt x="8593" y="3020"/>
                  <a:pt x="8598" y="2698"/>
                  <a:pt x="8661" y="2434"/>
                </a:cubicBezTo>
                <a:lnTo>
                  <a:pt x="8661" y="2434"/>
                </a:lnTo>
                <a:cubicBezTo>
                  <a:pt x="8449" y="2789"/>
                  <a:pt x="8306" y="3293"/>
                  <a:pt x="8163" y="3866"/>
                </a:cubicBezTo>
                <a:cubicBezTo>
                  <a:pt x="8088" y="4009"/>
                  <a:pt x="7945" y="4221"/>
                  <a:pt x="7876" y="4365"/>
                </a:cubicBezTo>
                <a:cubicBezTo>
                  <a:pt x="7802" y="4078"/>
                  <a:pt x="7733" y="3792"/>
                  <a:pt x="7659" y="3580"/>
                </a:cubicBezTo>
                <a:lnTo>
                  <a:pt x="7659" y="3580"/>
                </a:lnTo>
                <a:cubicBezTo>
                  <a:pt x="7733" y="3866"/>
                  <a:pt x="7733" y="4153"/>
                  <a:pt x="7802" y="4508"/>
                </a:cubicBezTo>
                <a:cubicBezTo>
                  <a:pt x="7733" y="4582"/>
                  <a:pt x="7733" y="4651"/>
                  <a:pt x="7659" y="4794"/>
                </a:cubicBezTo>
                <a:cubicBezTo>
                  <a:pt x="7590" y="4869"/>
                  <a:pt x="7590" y="4937"/>
                  <a:pt x="7515" y="5012"/>
                </a:cubicBezTo>
                <a:cubicBezTo>
                  <a:pt x="7515" y="4651"/>
                  <a:pt x="7590" y="4296"/>
                  <a:pt x="7590" y="4009"/>
                </a:cubicBezTo>
                <a:lnTo>
                  <a:pt x="7590" y="4009"/>
                </a:lnTo>
                <a:cubicBezTo>
                  <a:pt x="7447" y="4221"/>
                  <a:pt x="7372" y="4582"/>
                  <a:pt x="7229" y="5012"/>
                </a:cubicBezTo>
                <a:cubicBezTo>
                  <a:pt x="7017" y="3580"/>
                  <a:pt x="6513" y="2005"/>
                  <a:pt x="5797" y="642"/>
                </a:cubicBezTo>
                <a:lnTo>
                  <a:pt x="5797" y="642"/>
                </a:lnTo>
                <a:cubicBezTo>
                  <a:pt x="6084" y="1358"/>
                  <a:pt x="6370" y="2217"/>
                  <a:pt x="6513" y="3219"/>
                </a:cubicBezTo>
                <a:cubicBezTo>
                  <a:pt x="6455" y="3099"/>
                  <a:pt x="6345" y="2930"/>
                  <a:pt x="6267" y="2750"/>
                </a:cubicBezTo>
                <a:lnTo>
                  <a:pt x="6267" y="2750"/>
                </a:lnTo>
                <a:cubicBezTo>
                  <a:pt x="6396" y="3088"/>
                  <a:pt x="6520" y="3477"/>
                  <a:pt x="6588" y="3866"/>
                </a:cubicBezTo>
                <a:cubicBezTo>
                  <a:pt x="6731" y="4508"/>
                  <a:pt x="6799" y="5224"/>
                  <a:pt x="6799" y="5940"/>
                </a:cubicBezTo>
                <a:cubicBezTo>
                  <a:pt x="6799" y="6014"/>
                  <a:pt x="6799" y="6014"/>
                  <a:pt x="6731" y="6083"/>
                </a:cubicBezTo>
                <a:cubicBezTo>
                  <a:pt x="6656" y="6083"/>
                  <a:pt x="6656" y="6014"/>
                  <a:pt x="6656" y="5940"/>
                </a:cubicBezTo>
                <a:lnTo>
                  <a:pt x="6656" y="6157"/>
                </a:lnTo>
                <a:cubicBezTo>
                  <a:pt x="6656" y="6157"/>
                  <a:pt x="6588" y="6226"/>
                  <a:pt x="6588" y="6300"/>
                </a:cubicBezTo>
                <a:cubicBezTo>
                  <a:pt x="6513" y="6226"/>
                  <a:pt x="6513" y="6157"/>
                  <a:pt x="6513" y="6083"/>
                </a:cubicBezTo>
                <a:lnTo>
                  <a:pt x="6513" y="5653"/>
                </a:lnTo>
                <a:lnTo>
                  <a:pt x="6513" y="5510"/>
                </a:lnTo>
                <a:cubicBezTo>
                  <a:pt x="6444" y="5585"/>
                  <a:pt x="6444" y="5728"/>
                  <a:pt x="6370" y="5871"/>
                </a:cubicBezTo>
                <a:cubicBezTo>
                  <a:pt x="6301" y="5728"/>
                  <a:pt x="6158" y="5510"/>
                  <a:pt x="6084" y="5367"/>
                </a:cubicBezTo>
                <a:lnTo>
                  <a:pt x="6084" y="5367"/>
                </a:lnTo>
                <a:lnTo>
                  <a:pt x="6301" y="6014"/>
                </a:lnTo>
                <a:lnTo>
                  <a:pt x="6301" y="6157"/>
                </a:lnTo>
                <a:lnTo>
                  <a:pt x="6084" y="5510"/>
                </a:lnTo>
                <a:lnTo>
                  <a:pt x="6084" y="5367"/>
                </a:lnTo>
                <a:cubicBezTo>
                  <a:pt x="6158" y="4725"/>
                  <a:pt x="6158" y="4009"/>
                  <a:pt x="6227" y="3362"/>
                </a:cubicBezTo>
                <a:lnTo>
                  <a:pt x="6227" y="3362"/>
                </a:lnTo>
                <a:cubicBezTo>
                  <a:pt x="6084" y="3649"/>
                  <a:pt x="5940" y="4153"/>
                  <a:pt x="5797" y="4725"/>
                </a:cubicBezTo>
                <a:lnTo>
                  <a:pt x="5585" y="4078"/>
                </a:lnTo>
                <a:cubicBezTo>
                  <a:pt x="5585" y="4009"/>
                  <a:pt x="5511" y="3935"/>
                  <a:pt x="5511" y="3866"/>
                </a:cubicBezTo>
                <a:cubicBezTo>
                  <a:pt x="5728" y="3437"/>
                  <a:pt x="5872" y="3076"/>
                  <a:pt x="5872" y="3076"/>
                </a:cubicBezTo>
                <a:lnTo>
                  <a:pt x="5872" y="3076"/>
                </a:lnTo>
                <a:cubicBezTo>
                  <a:pt x="5872" y="3076"/>
                  <a:pt x="5654" y="3294"/>
                  <a:pt x="5442" y="3580"/>
                </a:cubicBezTo>
                <a:cubicBezTo>
                  <a:pt x="5382" y="3291"/>
                  <a:pt x="5278" y="3005"/>
                  <a:pt x="5204" y="2717"/>
                </a:cubicBezTo>
                <a:lnTo>
                  <a:pt x="5204" y="2717"/>
                </a:lnTo>
                <a:cubicBezTo>
                  <a:pt x="5255" y="2959"/>
                  <a:pt x="5299" y="3234"/>
                  <a:pt x="5299" y="3505"/>
                </a:cubicBezTo>
                <a:lnTo>
                  <a:pt x="5081" y="3076"/>
                </a:lnTo>
                <a:lnTo>
                  <a:pt x="5299" y="3723"/>
                </a:lnTo>
                <a:cubicBezTo>
                  <a:pt x="5081" y="4078"/>
                  <a:pt x="4795" y="4439"/>
                  <a:pt x="4508" y="4937"/>
                </a:cubicBezTo>
                <a:lnTo>
                  <a:pt x="4508" y="4869"/>
                </a:lnTo>
                <a:cubicBezTo>
                  <a:pt x="4508" y="4794"/>
                  <a:pt x="4440" y="4725"/>
                  <a:pt x="4440" y="4725"/>
                </a:cubicBezTo>
                <a:lnTo>
                  <a:pt x="4440" y="4725"/>
                </a:lnTo>
                <a:cubicBezTo>
                  <a:pt x="4440" y="4794"/>
                  <a:pt x="4508" y="4869"/>
                  <a:pt x="4508" y="5012"/>
                </a:cubicBezTo>
                <a:cubicBezTo>
                  <a:pt x="4440" y="5080"/>
                  <a:pt x="4440" y="5155"/>
                  <a:pt x="4365" y="5298"/>
                </a:cubicBezTo>
                <a:cubicBezTo>
                  <a:pt x="4365" y="5080"/>
                  <a:pt x="4365" y="4937"/>
                  <a:pt x="4440" y="4725"/>
                </a:cubicBezTo>
                <a:cubicBezTo>
                  <a:pt x="4440" y="4153"/>
                  <a:pt x="4508" y="3649"/>
                  <a:pt x="4508" y="3150"/>
                </a:cubicBezTo>
                <a:lnTo>
                  <a:pt x="4508" y="3150"/>
                </a:lnTo>
                <a:cubicBezTo>
                  <a:pt x="4222" y="3723"/>
                  <a:pt x="4010" y="4937"/>
                  <a:pt x="3792" y="6226"/>
                </a:cubicBezTo>
                <a:cubicBezTo>
                  <a:pt x="3792" y="6157"/>
                  <a:pt x="3724" y="6083"/>
                  <a:pt x="3724" y="6014"/>
                </a:cubicBezTo>
                <a:cubicBezTo>
                  <a:pt x="3724" y="5728"/>
                  <a:pt x="3724" y="5510"/>
                  <a:pt x="3792" y="5298"/>
                </a:cubicBezTo>
                <a:lnTo>
                  <a:pt x="3792" y="5298"/>
                </a:lnTo>
                <a:cubicBezTo>
                  <a:pt x="3724" y="5367"/>
                  <a:pt x="3649" y="5510"/>
                  <a:pt x="3581" y="5653"/>
                </a:cubicBezTo>
                <a:lnTo>
                  <a:pt x="3581" y="5585"/>
                </a:lnTo>
                <a:cubicBezTo>
                  <a:pt x="3363" y="5012"/>
                  <a:pt x="3151" y="4508"/>
                  <a:pt x="2790" y="4009"/>
                </a:cubicBezTo>
                <a:lnTo>
                  <a:pt x="2790" y="4009"/>
                </a:lnTo>
                <a:cubicBezTo>
                  <a:pt x="3077" y="4508"/>
                  <a:pt x="3294" y="5155"/>
                  <a:pt x="3437" y="5871"/>
                </a:cubicBezTo>
                <a:cubicBezTo>
                  <a:pt x="3363" y="5940"/>
                  <a:pt x="3363" y="6014"/>
                  <a:pt x="3363" y="6083"/>
                </a:cubicBezTo>
                <a:cubicBezTo>
                  <a:pt x="3294" y="6226"/>
                  <a:pt x="3220" y="6444"/>
                  <a:pt x="3151" y="6587"/>
                </a:cubicBezTo>
                <a:cubicBezTo>
                  <a:pt x="3077" y="5653"/>
                  <a:pt x="2865" y="4508"/>
                  <a:pt x="2435" y="3150"/>
                </a:cubicBezTo>
                <a:lnTo>
                  <a:pt x="2435" y="3150"/>
                </a:lnTo>
                <a:cubicBezTo>
                  <a:pt x="2647" y="3866"/>
                  <a:pt x="2647" y="4869"/>
                  <a:pt x="2647" y="5940"/>
                </a:cubicBezTo>
                <a:cubicBezTo>
                  <a:pt x="2647" y="5871"/>
                  <a:pt x="2578" y="5728"/>
                  <a:pt x="2504" y="5653"/>
                </a:cubicBezTo>
                <a:lnTo>
                  <a:pt x="2504" y="5653"/>
                </a:lnTo>
                <a:cubicBezTo>
                  <a:pt x="2578" y="6014"/>
                  <a:pt x="2578" y="6369"/>
                  <a:pt x="2578" y="6799"/>
                </a:cubicBezTo>
                <a:cubicBezTo>
                  <a:pt x="2504" y="6587"/>
                  <a:pt x="2361" y="6444"/>
                  <a:pt x="2292" y="6226"/>
                </a:cubicBezTo>
                <a:lnTo>
                  <a:pt x="2292" y="6226"/>
                </a:lnTo>
                <a:cubicBezTo>
                  <a:pt x="2361" y="6444"/>
                  <a:pt x="2504" y="6730"/>
                  <a:pt x="2578" y="7016"/>
                </a:cubicBezTo>
                <a:cubicBezTo>
                  <a:pt x="2504" y="7085"/>
                  <a:pt x="2504" y="7160"/>
                  <a:pt x="2504" y="7228"/>
                </a:cubicBezTo>
                <a:cubicBezTo>
                  <a:pt x="2435" y="7303"/>
                  <a:pt x="2435" y="7372"/>
                  <a:pt x="2435" y="7446"/>
                </a:cubicBezTo>
                <a:cubicBezTo>
                  <a:pt x="2217" y="6587"/>
                  <a:pt x="2005" y="5728"/>
                  <a:pt x="1645" y="4937"/>
                </a:cubicBezTo>
                <a:lnTo>
                  <a:pt x="1862" y="2148"/>
                </a:lnTo>
                <a:lnTo>
                  <a:pt x="1862" y="2148"/>
                </a:lnTo>
                <a:cubicBezTo>
                  <a:pt x="1645" y="2578"/>
                  <a:pt x="1433" y="3293"/>
                  <a:pt x="1290" y="4153"/>
                </a:cubicBezTo>
                <a:cubicBezTo>
                  <a:pt x="1215" y="4079"/>
                  <a:pt x="1147" y="4010"/>
                  <a:pt x="1073" y="3869"/>
                </a:cubicBezTo>
                <a:lnTo>
                  <a:pt x="1073" y="3869"/>
                </a:lnTo>
                <a:cubicBezTo>
                  <a:pt x="1147" y="4010"/>
                  <a:pt x="1215" y="4079"/>
                  <a:pt x="1290" y="4221"/>
                </a:cubicBezTo>
                <a:cubicBezTo>
                  <a:pt x="1215" y="4439"/>
                  <a:pt x="1215" y="4651"/>
                  <a:pt x="1146" y="4869"/>
                </a:cubicBezTo>
                <a:cubicBezTo>
                  <a:pt x="1146" y="5012"/>
                  <a:pt x="1072" y="5155"/>
                  <a:pt x="1072" y="5298"/>
                </a:cubicBezTo>
                <a:lnTo>
                  <a:pt x="1003" y="5224"/>
                </a:lnTo>
                <a:lnTo>
                  <a:pt x="1003" y="4937"/>
                </a:lnTo>
                <a:cubicBezTo>
                  <a:pt x="1003" y="5012"/>
                  <a:pt x="1003" y="5080"/>
                  <a:pt x="929" y="5155"/>
                </a:cubicBezTo>
                <a:cubicBezTo>
                  <a:pt x="860" y="5367"/>
                  <a:pt x="717" y="5728"/>
                  <a:pt x="642" y="6083"/>
                </a:cubicBezTo>
                <a:cubicBezTo>
                  <a:pt x="642" y="5871"/>
                  <a:pt x="717" y="5728"/>
                  <a:pt x="717" y="5585"/>
                </a:cubicBezTo>
                <a:lnTo>
                  <a:pt x="717" y="5585"/>
                </a:lnTo>
                <a:cubicBezTo>
                  <a:pt x="642" y="5728"/>
                  <a:pt x="499" y="5940"/>
                  <a:pt x="430" y="6157"/>
                </a:cubicBezTo>
                <a:cubicBezTo>
                  <a:pt x="430" y="6014"/>
                  <a:pt x="356" y="5871"/>
                  <a:pt x="287" y="5796"/>
                </a:cubicBezTo>
                <a:lnTo>
                  <a:pt x="287" y="6083"/>
                </a:lnTo>
                <a:lnTo>
                  <a:pt x="287" y="6512"/>
                </a:lnTo>
                <a:cubicBezTo>
                  <a:pt x="287" y="6444"/>
                  <a:pt x="213" y="6369"/>
                  <a:pt x="144" y="6300"/>
                </a:cubicBezTo>
                <a:lnTo>
                  <a:pt x="144" y="6300"/>
                </a:lnTo>
                <a:cubicBezTo>
                  <a:pt x="213" y="6369"/>
                  <a:pt x="287" y="6512"/>
                  <a:pt x="287" y="6587"/>
                </a:cubicBezTo>
                <a:lnTo>
                  <a:pt x="287" y="6799"/>
                </a:lnTo>
                <a:cubicBezTo>
                  <a:pt x="287" y="6942"/>
                  <a:pt x="213" y="7016"/>
                  <a:pt x="213" y="7160"/>
                </a:cubicBezTo>
                <a:lnTo>
                  <a:pt x="1" y="6730"/>
                </a:lnTo>
                <a:lnTo>
                  <a:pt x="1" y="6799"/>
                </a:lnTo>
                <a:cubicBezTo>
                  <a:pt x="70" y="6942"/>
                  <a:pt x="144" y="7160"/>
                  <a:pt x="213" y="7303"/>
                </a:cubicBezTo>
                <a:cubicBezTo>
                  <a:pt x="144" y="7732"/>
                  <a:pt x="70" y="8087"/>
                  <a:pt x="1" y="8517"/>
                </a:cubicBezTo>
                <a:lnTo>
                  <a:pt x="1" y="15321"/>
                </a:lnTo>
                <a:lnTo>
                  <a:pt x="116197" y="15321"/>
                </a:lnTo>
                <a:lnTo>
                  <a:pt x="116197" y="9090"/>
                </a:lnTo>
                <a:cubicBezTo>
                  <a:pt x="116197" y="8878"/>
                  <a:pt x="116128" y="8735"/>
                  <a:pt x="116053" y="8517"/>
                </a:cubicBezTo>
                <a:cubicBezTo>
                  <a:pt x="116053" y="8374"/>
                  <a:pt x="116053" y="8305"/>
                  <a:pt x="115985" y="8162"/>
                </a:cubicBezTo>
                <a:cubicBezTo>
                  <a:pt x="116053" y="8019"/>
                  <a:pt x="116128" y="7876"/>
                  <a:pt x="116197" y="7658"/>
                </a:cubicBezTo>
                <a:lnTo>
                  <a:pt x="116197" y="6656"/>
                </a:lnTo>
                <a:cubicBezTo>
                  <a:pt x="116053" y="6799"/>
                  <a:pt x="115910" y="7016"/>
                  <a:pt x="115767" y="7228"/>
                </a:cubicBezTo>
                <a:cubicBezTo>
                  <a:pt x="115624" y="6730"/>
                  <a:pt x="115481" y="6300"/>
                  <a:pt x="115269" y="5728"/>
                </a:cubicBezTo>
                <a:lnTo>
                  <a:pt x="115269" y="5728"/>
                </a:lnTo>
                <a:cubicBezTo>
                  <a:pt x="115412" y="6226"/>
                  <a:pt x="115481" y="6942"/>
                  <a:pt x="115481" y="7658"/>
                </a:cubicBezTo>
                <a:cubicBezTo>
                  <a:pt x="115412" y="7801"/>
                  <a:pt x="115337" y="8019"/>
                  <a:pt x="115269" y="8162"/>
                </a:cubicBezTo>
                <a:cubicBezTo>
                  <a:pt x="115269" y="8231"/>
                  <a:pt x="115269" y="8305"/>
                  <a:pt x="115194" y="8374"/>
                </a:cubicBezTo>
                <a:cubicBezTo>
                  <a:pt x="115194" y="8448"/>
                  <a:pt x="115051" y="8517"/>
                  <a:pt x="114839" y="8735"/>
                </a:cubicBezTo>
                <a:lnTo>
                  <a:pt x="114839" y="8660"/>
                </a:lnTo>
                <a:cubicBezTo>
                  <a:pt x="114908" y="7732"/>
                  <a:pt x="114982" y="6656"/>
                  <a:pt x="115126" y="5585"/>
                </a:cubicBezTo>
                <a:lnTo>
                  <a:pt x="115126" y="5585"/>
                </a:lnTo>
                <a:cubicBezTo>
                  <a:pt x="114696" y="6226"/>
                  <a:pt x="114410" y="7801"/>
                  <a:pt x="114192" y="9233"/>
                </a:cubicBezTo>
                <a:cubicBezTo>
                  <a:pt x="114123" y="8374"/>
                  <a:pt x="113906" y="7228"/>
                  <a:pt x="113333" y="5796"/>
                </a:cubicBezTo>
                <a:lnTo>
                  <a:pt x="113333" y="5796"/>
                </a:lnTo>
                <a:cubicBezTo>
                  <a:pt x="113550" y="6656"/>
                  <a:pt x="113619" y="7876"/>
                  <a:pt x="113619" y="8947"/>
                </a:cubicBezTo>
                <a:cubicBezTo>
                  <a:pt x="113476" y="9090"/>
                  <a:pt x="113407" y="9307"/>
                  <a:pt x="113333" y="9594"/>
                </a:cubicBezTo>
                <a:cubicBezTo>
                  <a:pt x="113333" y="9519"/>
                  <a:pt x="113264" y="9451"/>
                  <a:pt x="113264" y="9376"/>
                </a:cubicBezTo>
                <a:cubicBezTo>
                  <a:pt x="113190" y="9021"/>
                  <a:pt x="113121" y="8735"/>
                  <a:pt x="112978" y="8448"/>
                </a:cubicBezTo>
                <a:cubicBezTo>
                  <a:pt x="112760" y="7801"/>
                  <a:pt x="112474" y="7160"/>
                  <a:pt x="112044" y="6587"/>
                </a:cubicBezTo>
                <a:cubicBezTo>
                  <a:pt x="112044" y="6226"/>
                  <a:pt x="112119" y="5940"/>
                  <a:pt x="112119" y="5585"/>
                </a:cubicBezTo>
                <a:lnTo>
                  <a:pt x="112119" y="5585"/>
                </a:lnTo>
                <a:cubicBezTo>
                  <a:pt x="111758" y="6157"/>
                  <a:pt x="111546" y="7302"/>
                  <a:pt x="111328" y="8448"/>
                </a:cubicBezTo>
                <a:lnTo>
                  <a:pt x="111328" y="8448"/>
                </a:lnTo>
                <a:cubicBezTo>
                  <a:pt x="111329" y="8246"/>
                  <a:pt x="111336" y="7996"/>
                  <a:pt x="111403" y="7801"/>
                </a:cubicBezTo>
                <a:lnTo>
                  <a:pt x="111403" y="7801"/>
                </a:lnTo>
                <a:cubicBezTo>
                  <a:pt x="111259" y="8019"/>
                  <a:pt x="111116" y="8305"/>
                  <a:pt x="111042" y="8591"/>
                </a:cubicBezTo>
                <a:cubicBezTo>
                  <a:pt x="110973" y="8517"/>
                  <a:pt x="110899" y="8448"/>
                  <a:pt x="110830" y="8305"/>
                </a:cubicBezTo>
                <a:lnTo>
                  <a:pt x="110830" y="8305"/>
                </a:lnTo>
                <a:cubicBezTo>
                  <a:pt x="110830" y="8517"/>
                  <a:pt x="110830" y="8735"/>
                  <a:pt x="110899" y="8947"/>
                </a:cubicBezTo>
                <a:cubicBezTo>
                  <a:pt x="110687" y="9164"/>
                  <a:pt x="110400" y="9451"/>
                  <a:pt x="110183" y="9737"/>
                </a:cubicBezTo>
                <a:cubicBezTo>
                  <a:pt x="110114" y="9376"/>
                  <a:pt x="110039" y="9021"/>
                  <a:pt x="109896" y="8591"/>
                </a:cubicBezTo>
                <a:cubicBezTo>
                  <a:pt x="109971" y="7732"/>
                  <a:pt x="110039" y="6730"/>
                  <a:pt x="110114" y="5653"/>
                </a:cubicBezTo>
                <a:lnTo>
                  <a:pt x="110114" y="5653"/>
                </a:lnTo>
                <a:cubicBezTo>
                  <a:pt x="109896" y="6083"/>
                  <a:pt x="109684" y="6799"/>
                  <a:pt x="109541" y="7658"/>
                </a:cubicBezTo>
                <a:cubicBezTo>
                  <a:pt x="109255" y="7228"/>
                  <a:pt x="109037" y="6730"/>
                  <a:pt x="108682" y="6300"/>
                </a:cubicBezTo>
                <a:lnTo>
                  <a:pt x="108682" y="6300"/>
                </a:lnTo>
                <a:cubicBezTo>
                  <a:pt x="109037" y="6873"/>
                  <a:pt x="109255" y="7515"/>
                  <a:pt x="109398" y="8231"/>
                </a:cubicBezTo>
                <a:cubicBezTo>
                  <a:pt x="109324" y="8878"/>
                  <a:pt x="109180" y="9663"/>
                  <a:pt x="109112" y="10310"/>
                </a:cubicBezTo>
                <a:cubicBezTo>
                  <a:pt x="109037" y="10092"/>
                  <a:pt x="108894" y="9949"/>
                  <a:pt x="108751" y="9737"/>
                </a:cubicBezTo>
                <a:cubicBezTo>
                  <a:pt x="108968" y="9308"/>
                  <a:pt x="109180" y="8947"/>
                  <a:pt x="109180" y="8947"/>
                </a:cubicBezTo>
                <a:lnTo>
                  <a:pt x="109180" y="8947"/>
                </a:lnTo>
                <a:cubicBezTo>
                  <a:pt x="109180" y="8947"/>
                  <a:pt x="108894" y="9164"/>
                  <a:pt x="108608" y="9519"/>
                </a:cubicBezTo>
                <a:cubicBezTo>
                  <a:pt x="108539" y="9376"/>
                  <a:pt x="108464" y="9164"/>
                  <a:pt x="108396" y="8947"/>
                </a:cubicBezTo>
                <a:lnTo>
                  <a:pt x="108396" y="8947"/>
                </a:lnTo>
                <a:cubicBezTo>
                  <a:pt x="108396" y="9090"/>
                  <a:pt x="108464" y="9233"/>
                  <a:pt x="108464" y="9376"/>
                </a:cubicBezTo>
                <a:cubicBezTo>
                  <a:pt x="108464" y="9307"/>
                  <a:pt x="108396" y="9233"/>
                  <a:pt x="108396" y="9164"/>
                </a:cubicBezTo>
                <a:lnTo>
                  <a:pt x="108396" y="9090"/>
                </a:lnTo>
                <a:cubicBezTo>
                  <a:pt x="108396" y="9090"/>
                  <a:pt x="108321" y="9090"/>
                  <a:pt x="108321" y="9164"/>
                </a:cubicBezTo>
                <a:lnTo>
                  <a:pt x="107892" y="8517"/>
                </a:lnTo>
                <a:lnTo>
                  <a:pt x="107892" y="8517"/>
                </a:lnTo>
                <a:cubicBezTo>
                  <a:pt x="108035" y="8735"/>
                  <a:pt x="108178" y="9021"/>
                  <a:pt x="108252" y="9233"/>
                </a:cubicBezTo>
                <a:cubicBezTo>
                  <a:pt x="108178" y="9376"/>
                  <a:pt x="108178" y="9519"/>
                  <a:pt x="108109" y="9663"/>
                </a:cubicBezTo>
                <a:cubicBezTo>
                  <a:pt x="108035" y="9307"/>
                  <a:pt x="107892" y="9021"/>
                  <a:pt x="107823" y="8660"/>
                </a:cubicBezTo>
                <a:cubicBezTo>
                  <a:pt x="107536" y="7944"/>
                  <a:pt x="107176" y="7085"/>
                  <a:pt x="106603" y="6369"/>
                </a:cubicBezTo>
                <a:lnTo>
                  <a:pt x="106603" y="6369"/>
                </a:lnTo>
                <a:cubicBezTo>
                  <a:pt x="107032" y="7160"/>
                  <a:pt x="107319" y="8162"/>
                  <a:pt x="107536" y="9233"/>
                </a:cubicBezTo>
                <a:cubicBezTo>
                  <a:pt x="107319" y="9806"/>
                  <a:pt x="107176" y="10522"/>
                  <a:pt x="107032" y="11312"/>
                </a:cubicBezTo>
                <a:cubicBezTo>
                  <a:pt x="106964" y="11238"/>
                  <a:pt x="106964" y="11169"/>
                  <a:pt x="106964" y="11094"/>
                </a:cubicBezTo>
                <a:lnTo>
                  <a:pt x="106964" y="10808"/>
                </a:lnTo>
                <a:cubicBezTo>
                  <a:pt x="106964" y="10596"/>
                  <a:pt x="107032" y="10378"/>
                  <a:pt x="107032" y="10167"/>
                </a:cubicBezTo>
                <a:lnTo>
                  <a:pt x="107032" y="10167"/>
                </a:lnTo>
                <a:cubicBezTo>
                  <a:pt x="106964" y="10235"/>
                  <a:pt x="106821" y="10453"/>
                  <a:pt x="106746" y="10665"/>
                </a:cubicBezTo>
                <a:lnTo>
                  <a:pt x="106746" y="10596"/>
                </a:lnTo>
                <a:cubicBezTo>
                  <a:pt x="107032" y="10092"/>
                  <a:pt x="107250" y="9737"/>
                  <a:pt x="107250" y="9737"/>
                </a:cubicBezTo>
                <a:lnTo>
                  <a:pt x="107250" y="9737"/>
                </a:lnTo>
                <a:cubicBezTo>
                  <a:pt x="107250" y="9737"/>
                  <a:pt x="106964" y="9949"/>
                  <a:pt x="106603" y="10310"/>
                </a:cubicBezTo>
                <a:lnTo>
                  <a:pt x="106460" y="10453"/>
                </a:lnTo>
                <a:lnTo>
                  <a:pt x="106173" y="10739"/>
                </a:lnTo>
                <a:cubicBezTo>
                  <a:pt x="106030" y="10310"/>
                  <a:pt x="105887" y="9806"/>
                  <a:pt x="105675" y="9233"/>
                </a:cubicBezTo>
                <a:lnTo>
                  <a:pt x="105675" y="9233"/>
                </a:lnTo>
                <a:cubicBezTo>
                  <a:pt x="105744" y="9594"/>
                  <a:pt x="105818" y="10092"/>
                  <a:pt x="105887" y="10522"/>
                </a:cubicBezTo>
                <a:cubicBezTo>
                  <a:pt x="105887" y="10596"/>
                  <a:pt x="105818" y="10665"/>
                  <a:pt x="105818" y="10665"/>
                </a:cubicBezTo>
                <a:cubicBezTo>
                  <a:pt x="105675" y="10453"/>
                  <a:pt x="105532" y="10167"/>
                  <a:pt x="105314" y="9949"/>
                </a:cubicBezTo>
                <a:cubicBezTo>
                  <a:pt x="105314" y="9594"/>
                  <a:pt x="105389" y="9307"/>
                  <a:pt x="105389" y="8947"/>
                </a:cubicBezTo>
                <a:lnTo>
                  <a:pt x="105389" y="8947"/>
                </a:lnTo>
                <a:cubicBezTo>
                  <a:pt x="105245" y="9233"/>
                  <a:pt x="105102" y="9663"/>
                  <a:pt x="104959" y="10235"/>
                </a:cubicBezTo>
                <a:cubicBezTo>
                  <a:pt x="104885" y="10235"/>
                  <a:pt x="104885" y="10310"/>
                  <a:pt x="104741" y="10378"/>
                </a:cubicBezTo>
                <a:cubicBezTo>
                  <a:pt x="104741" y="10310"/>
                  <a:pt x="104673" y="10235"/>
                  <a:pt x="104673" y="10167"/>
                </a:cubicBezTo>
                <a:cubicBezTo>
                  <a:pt x="105102" y="9164"/>
                  <a:pt x="105675" y="8231"/>
                  <a:pt x="105675" y="8231"/>
                </a:cubicBezTo>
                <a:lnTo>
                  <a:pt x="105675" y="8231"/>
                </a:lnTo>
                <a:cubicBezTo>
                  <a:pt x="105675" y="8231"/>
                  <a:pt x="104885" y="8878"/>
                  <a:pt x="104312" y="9663"/>
                </a:cubicBezTo>
                <a:lnTo>
                  <a:pt x="104243" y="9594"/>
                </a:lnTo>
                <a:lnTo>
                  <a:pt x="104243" y="9594"/>
                </a:lnTo>
                <a:cubicBezTo>
                  <a:pt x="104243" y="9663"/>
                  <a:pt x="104243" y="9663"/>
                  <a:pt x="104312" y="9737"/>
                </a:cubicBezTo>
                <a:cubicBezTo>
                  <a:pt x="104243" y="9737"/>
                  <a:pt x="104243" y="9806"/>
                  <a:pt x="104243" y="9806"/>
                </a:cubicBezTo>
                <a:lnTo>
                  <a:pt x="104243" y="9594"/>
                </a:lnTo>
                <a:cubicBezTo>
                  <a:pt x="104243" y="9233"/>
                  <a:pt x="104312" y="8803"/>
                  <a:pt x="104312" y="8448"/>
                </a:cubicBezTo>
                <a:lnTo>
                  <a:pt x="104312" y="8448"/>
                </a:lnTo>
                <a:cubicBezTo>
                  <a:pt x="104100" y="8878"/>
                  <a:pt x="103882" y="9594"/>
                  <a:pt x="103739" y="10310"/>
                </a:cubicBezTo>
                <a:cubicBezTo>
                  <a:pt x="103670" y="10167"/>
                  <a:pt x="103596" y="10092"/>
                  <a:pt x="103527" y="9949"/>
                </a:cubicBezTo>
                <a:lnTo>
                  <a:pt x="103527" y="9949"/>
                </a:lnTo>
                <a:cubicBezTo>
                  <a:pt x="103596" y="10092"/>
                  <a:pt x="103670" y="10310"/>
                  <a:pt x="103670" y="10522"/>
                </a:cubicBezTo>
                <a:cubicBezTo>
                  <a:pt x="103670" y="10665"/>
                  <a:pt x="103596" y="10808"/>
                  <a:pt x="103596" y="11026"/>
                </a:cubicBezTo>
                <a:cubicBezTo>
                  <a:pt x="103527" y="11169"/>
                  <a:pt x="103527" y="11312"/>
                  <a:pt x="103527" y="11381"/>
                </a:cubicBezTo>
                <a:cubicBezTo>
                  <a:pt x="103453" y="11381"/>
                  <a:pt x="103453" y="11312"/>
                  <a:pt x="103453" y="11312"/>
                </a:cubicBezTo>
                <a:lnTo>
                  <a:pt x="103453" y="11598"/>
                </a:lnTo>
                <a:lnTo>
                  <a:pt x="103453" y="11667"/>
                </a:lnTo>
                <a:cubicBezTo>
                  <a:pt x="103384" y="11598"/>
                  <a:pt x="103310" y="11455"/>
                  <a:pt x="103241" y="11381"/>
                </a:cubicBezTo>
                <a:lnTo>
                  <a:pt x="103241" y="11312"/>
                </a:lnTo>
                <a:lnTo>
                  <a:pt x="103241" y="10808"/>
                </a:lnTo>
                <a:cubicBezTo>
                  <a:pt x="103310" y="10522"/>
                  <a:pt x="103310" y="10310"/>
                  <a:pt x="103310" y="10092"/>
                </a:cubicBezTo>
                <a:lnTo>
                  <a:pt x="103310" y="10092"/>
                </a:lnTo>
                <a:cubicBezTo>
                  <a:pt x="103166" y="10235"/>
                  <a:pt x="103098" y="10522"/>
                  <a:pt x="102954" y="10808"/>
                </a:cubicBezTo>
                <a:cubicBezTo>
                  <a:pt x="102954" y="10739"/>
                  <a:pt x="102880" y="10665"/>
                  <a:pt x="102880" y="10665"/>
                </a:cubicBezTo>
                <a:cubicBezTo>
                  <a:pt x="103098" y="10167"/>
                  <a:pt x="103309" y="9806"/>
                  <a:pt x="103310" y="9806"/>
                </a:cubicBezTo>
                <a:lnTo>
                  <a:pt x="103310" y="9806"/>
                </a:lnTo>
                <a:cubicBezTo>
                  <a:pt x="103309" y="9806"/>
                  <a:pt x="103023" y="10023"/>
                  <a:pt x="102737" y="10378"/>
                </a:cubicBezTo>
                <a:cubicBezTo>
                  <a:pt x="102737" y="9949"/>
                  <a:pt x="102811" y="9594"/>
                  <a:pt x="102811" y="9164"/>
                </a:cubicBezTo>
                <a:lnTo>
                  <a:pt x="102811" y="9164"/>
                </a:lnTo>
                <a:cubicBezTo>
                  <a:pt x="102737" y="9233"/>
                  <a:pt x="102668" y="9376"/>
                  <a:pt x="102594" y="9594"/>
                </a:cubicBezTo>
                <a:cubicBezTo>
                  <a:pt x="102594" y="9594"/>
                  <a:pt x="102450" y="9663"/>
                  <a:pt x="102307" y="9806"/>
                </a:cubicBezTo>
                <a:cubicBezTo>
                  <a:pt x="102164" y="9376"/>
                  <a:pt x="102021" y="8878"/>
                  <a:pt x="101809" y="8374"/>
                </a:cubicBezTo>
                <a:lnTo>
                  <a:pt x="101809" y="8374"/>
                </a:lnTo>
                <a:cubicBezTo>
                  <a:pt x="101952" y="8878"/>
                  <a:pt x="102021" y="9451"/>
                  <a:pt x="102095" y="10092"/>
                </a:cubicBezTo>
                <a:cubicBezTo>
                  <a:pt x="101952" y="10235"/>
                  <a:pt x="101809" y="10378"/>
                  <a:pt x="101666" y="10596"/>
                </a:cubicBezTo>
                <a:cubicBezTo>
                  <a:pt x="101448" y="10092"/>
                  <a:pt x="101162" y="9594"/>
                  <a:pt x="100807" y="9164"/>
                </a:cubicBezTo>
                <a:lnTo>
                  <a:pt x="100807" y="9164"/>
                </a:lnTo>
                <a:cubicBezTo>
                  <a:pt x="101018" y="9519"/>
                  <a:pt x="101162" y="10023"/>
                  <a:pt x="101379" y="10453"/>
                </a:cubicBezTo>
                <a:cubicBezTo>
                  <a:pt x="101305" y="10522"/>
                  <a:pt x="101305" y="10522"/>
                  <a:pt x="101162" y="10596"/>
                </a:cubicBezTo>
                <a:cubicBezTo>
                  <a:pt x="101093" y="10739"/>
                  <a:pt x="100950" y="10883"/>
                  <a:pt x="100807" y="10951"/>
                </a:cubicBezTo>
                <a:lnTo>
                  <a:pt x="100589" y="11169"/>
                </a:lnTo>
                <a:cubicBezTo>
                  <a:pt x="100589" y="11094"/>
                  <a:pt x="100520" y="11026"/>
                  <a:pt x="100520" y="10951"/>
                </a:cubicBezTo>
                <a:cubicBezTo>
                  <a:pt x="100520" y="10596"/>
                  <a:pt x="100520" y="10235"/>
                  <a:pt x="100589" y="9880"/>
                </a:cubicBezTo>
                <a:lnTo>
                  <a:pt x="100589" y="9880"/>
                </a:lnTo>
                <a:cubicBezTo>
                  <a:pt x="100446" y="10023"/>
                  <a:pt x="100377" y="10310"/>
                  <a:pt x="100303" y="10596"/>
                </a:cubicBezTo>
                <a:cubicBezTo>
                  <a:pt x="100091" y="10310"/>
                  <a:pt x="99947" y="10023"/>
                  <a:pt x="99730" y="9737"/>
                </a:cubicBezTo>
                <a:lnTo>
                  <a:pt x="99730" y="9737"/>
                </a:lnTo>
                <a:cubicBezTo>
                  <a:pt x="99873" y="10092"/>
                  <a:pt x="100091" y="10453"/>
                  <a:pt x="100234" y="10808"/>
                </a:cubicBezTo>
                <a:lnTo>
                  <a:pt x="100159" y="10883"/>
                </a:lnTo>
                <a:cubicBezTo>
                  <a:pt x="100091" y="10596"/>
                  <a:pt x="99947" y="10310"/>
                  <a:pt x="99804" y="9949"/>
                </a:cubicBezTo>
                <a:lnTo>
                  <a:pt x="99804" y="9949"/>
                </a:lnTo>
                <a:cubicBezTo>
                  <a:pt x="99947" y="10310"/>
                  <a:pt x="99947" y="10665"/>
                  <a:pt x="100016" y="11026"/>
                </a:cubicBezTo>
                <a:cubicBezTo>
                  <a:pt x="99947" y="10951"/>
                  <a:pt x="99873" y="10808"/>
                  <a:pt x="99804" y="10739"/>
                </a:cubicBezTo>
                <a:lnTo>
                  <a:pt x="99804" y="10739"/>
                </a:lnTo>
                <a:lnTo>
                  <a:pt x="100016" y="11169"/>
                </a:lnTo>
                <a:lnTo>
                  <a:pt x="100016" y="11312"/>
                </a:lnTo>
                <a:cubicBezTo>
                  <a:pt x="99947" y="11169"/>
                  <a:pt x="99873" y="11094"/>
                  <a:pt x="99804" y="11026"/>
                </a:cubicBezTo>
                <a:lnTo>
                  <a:pt x="99804" y="11026"/>
                </a:lnTo>
                <a:cubicBezTo>
                  <a:pt x="99873" y="11095"/>
                  <a:pt x="99947" y="11238"/>
                  <a:pt x="100016" y="11381"/>
                </a:cubicBezTo>
                <a:lnTo>
                  <a:pt x="100016" y="11524"/>
                </a:lnTo>
                <a:cubicBezTo>
                  <a:pt x="99947" y="11524"/>
                  <a:pt x="99947" y="11455"/>
                  <a:pt x="99873" y="11381"/>
                </a:cubicBezTo>
                <a:lnTo>
                  <a:pt x="99873" y="11381"/>
                </a:lnTo>
                <a:cubicBezTo>
                  <a:pt x="99873" y="11455"/>
                  <a:pt x="99947" y="11524"/>
                  <a:pt x="100016" y="11598"/>
                </a:cubicBezTo>
                <a:cubicBezTo>
                  <a:pt x="99947" y="11742"/>
                  <a:pt x="99947" y="11810"/>
                  <a:pt x="99947" y="11954"/>
                </a:cubicBezTo>
                <a:lnTo>
                  <a:pt x="99873" y="11954"/>
                </a:lnTo>
                <a:cubicBezTo>
                  <a:pt x="99804" y="11524"/>
                  <a:pt x="99730" y="11094"/>
                  <a:pt x="99375" y="10739"/>
                </a:cubicBezTo>
                <a:lnTo>
                  <a:pt x="99375" y="10739"/>
                </a:lnTo>
                <a:cubicBezTo>
                  <a:pt x="99443" y="11026"/>
                  <a:pt x="99443" y="11381"/>
                  <a:pt x="99443" y="11742"/>
                </a:cubicBezTo>
                <a:cubicBezTo>
                  <a:pt x="99443" y="11598"/>
                  <a:pt x="99375" y="11455"/>
                  <a:pt x="99375" y="11312"/>
                </a:cubicBezTo>
                <a:lnTo>
                  <a:pt x="99375" y="11169"/>
                </a:lnTo>
                <a:cubicBezTo>
                  <a:pt x="99375" y="11169"/>
                  <a:pt x="99300" y="11169"/>
                  <a:pt x="99300" y="11238"/>
                </a:cubicBezTo>
                <a:lnTo>
                  <a:pt x="99088" y="10378"/>
                </a:lnTo>
                <a:cubicBezTo>
                  <a:pt x="99231" y="10167"/>
                  <a:pt x="99300" y="9949"/>
                  <a:pt x="99300" y="9949"/>
                </a:cubicBezTo>
                <a:lnTo>
                  <a:pt x="99300" y="9949"/>
                </a:lnTo>
                <a:cubicBezTo>
                  <a:pt x="99300" y="9949"/>
                  <a:pt x="99231" y="10092"/>
                  <a:pt x="99014" y="10235"/>
                </a:cubicBezTo>
                <a:lnTo>
                  <a:pt x="99804" y="8660"/>
                </a:lnTo>
                <a:lnTo>
                  <a:pt x="99804" y="8660"/>
                </a:lnTo>
                <a:cubicBezTo>
                  <a:pt x="99804" y="8660"/>
                  <a:pt x="99300" y="9090"/>
                  <a:pt x="98802" y="9737"/>
                </a:cubicBezTo>
                <a:cubicBezTo>
                  <a:pt x="98727" y="9806"/>
                  <a:pt x="98659" y="9949"/>
                  <a:pt x="98584" y="10023"/>
                </a:cubicBezTo>
                <a:cubicBezTo>
                  <a:pt x="98658" y="9459"/>
                  <a:pt x="98725" y="8895"/>
                  <a:pt x="98727" y="8259"/>
                </a:cubicBezTo>
                <a:lnTo>
                  <a:pt x="98727" y="8259"/>
                </a:lnTo>
                <a:cubicBezTo>
                  <a:pt x="98777" y="8150"/>
                  <a:pt x="98802" y="8088"/>
                  <a:pt x="98802" y="8087"/>
                </a:cubicBezTo>
                <a:lnTo>
                  <a:pt x="98802" y="8087"/>
                </a:lnTo>
                <a:cubicBezTo>
                  <a:pt x="98802" y="8088"/>
                  <a:pt x="97370" y="9451"/>
                  <a:pt x="96940" y="10665"/>
                </a:cubicBezTo>
                <a:lnTo>
                  <a:pt x="96940" y="10378"/>
                </a:lnTo>
                <a:cubicBezTo>
                  <a:pt x="97152" y="10023"/>
                  <a:pt x="97295" y="9737"/>
                  <a:pt x="97296" y="9737"/>
                </a:cubicBezTo>
                <a:lnTo>
                  <a:pt x="97296" y="9737"/>
                </a:lnTo>
                <a:lnTo>
                  <a:pt x="97009" y="10023"/>
                </a:lnTo>
                <a:lnTo>
                  <a:pt x="97009" y="9880"/>
                </a:lnTo>
                <a:cubicBezTo>
                  <a:pt x="96940" y="9949"/>
                  <a:pt x="96866" y="10092"/>
                  <a:pt x="96866" y="10167"/>
                </a:cubicBezTo>
                <a:cubicBezTo>
                  <a:pt x="96797" y="10235"/>
                  <a:pt x="96797" y="10235"/>
                  <a:pt x="96723" y="10235"/>
                </a:cubicBezTo>
                <a:cubicBezTo>
                  <a:pt x="96866" y="10092"/>
                  <a:pt x="97009" y="9737"/>
                  <a:pt x="97009" y="9737"/>
                </a:cubicBezTo>
                <a:lnTo>
                  <a:pt x="97009" y="9737"/>
                </a:lnTo>
                <a:lnTo>
                  <a:pt x="96293" y="10453"/>
                </a:lnTo>
                <a:cubicBezTo>
                  <a:pt x="96150" y="9949"/>
                  <a:pt x="96007" y="9376"/>
                  <a:pt x="95795" y="8803"/>
                </a:cubicBezTo>
                <a:lnTo>
                  <a:pt x="95795" y="8803"/>
                </a:lnTo>
                <a:cubicBezTo>
                  <a:pt x="95864" y="9090"/>
                  <a:pt x="95938" y="9451"/>
                  <a:pt x="95938" y="9880"/>
                </a:cubicBezTo>
                <a:cubicBezTo>
                  <a:pt x="95795" y="9519"/>
                  <a:pt x="95577" y="9164"/>
                  <a:pt x="95365" y="8878"/>
                </a:cubicBezTo>
                <a:lnTo>
                  <a:pt x="95365" y="8878"/>
                </a:lnTo>
                <a:cubicBezTo>
                  <a:pt x="95652" y="9376"/>
                  <a:pt x="95864" y="10023"/>
                  <a:pt x="96007" y="10665"/>
                </a:cubicBezTo>
                <a:cubicBezTo>
                  <a:pt x="96081" y="10665"/>
                  <a:pt x="96081" y="10665"/>
                  <a:pt x="96081" y="10739"/>
                </a:cubicBezTo>
                <a:cubicBezTo>
                  <a:pt x="95938" y="10808"/>
                  <a:pt x="95864" y="10951"/>
                  <a:pt x="95795" y="11026"/>
                </a:cubicBezTo>
                <a:cubicBezTo>
                  <a:pt x="95720" y="10739"/>
                  <a:pt x="95652" y="10453"/>
                  <a:pt x="95577" y="10092"/>
                </a:cubicBezTo>
                <a:cubicBezTo>
                  <a:pt x="95577" y="9949"/>
                  <a:pt x="95577" y="9737"/>
                  <a:pt x="95652" y="9519"/>
                </a:cubicBezTo>
                <a:lnTo>
                  <a:pt x="95652" y="9519"/>
                </a:lnTo>
                <a:cubicBezTo>
                  <a:pt x="95577" y="9594"/>
                  <a:pt x="95509" y="9663"/>
                  <a:pt x="95509" y="9806"/>
                </a:cubicBezTo>
                <a:cubicBezTo>
                  <a:pt x="95365" y="9307"/>
                  <a:pt x="95222" y="8735"/>
                  <a:pt x="94936" y="8162"/>
                </a:cubicBezTo>
                <a:lnTo>
                  <a:pt x="94936" y="8162"/>
                </a:lnTo>
                <a:cubicBezTo>
                  <a:pt x="95148" y="8735"/>
                  <a:pt x="95222" y="9451"/>
                  <a:pt x="95222" y="10167"/>
                </a:cubicBezTo>
                <a:lnTo>
                  <a:pt x="95222" y="10235"/>
                </a:lnTo>
                <a:lnTo>
                  <a:pt x="95222" y="10453"/>
                </a:lnTo>
                <a:cubicBezTo>
                  <a:pt x="95148" y="10665"/>
                  <a:pt x="95148" y="10808"/>
                  <a:pt x="95079" y="10951"/>
                </a:cubicBezTo>
                <a:cubicBezTo>
                  <a:pt x="95005" y="10883"/>
                  <a:pt x="95005" y="10739"/>
                  <a:pt x="94936" y="10596"/>
                </a:cubicBezTo>
                <a:lnTo>
                  <a:pt x="94936" y="10596"/>
                </a:lnTo>
                <a:cubicBezTo>
                  <a:pt x="95005" y="10740"/>
                  <a:pt x="95005" y="10951"/>
                  <a:pt x="95079" y="11169"/>
                </a:cubicBezTo>
                <a:cubicBezTo>
                  <a:pt x="95005" y="11238"/>
                  <a:pt x="95005" y="11381"/>
                  <a:pt x="95005" y="11455"/>
                </a:cubicBezTo>
                <a:cubicBezTo>
                  <a:pt x="94970" y="11490"/>
                  <a:pt x="94953" y="11490"/>
                  <a:pt x="94935" y="11490"/>
                </a:cubicBezTo>
                <a:cubicBezTo>
                  <a:pt x="94917" y="11490"/>
                  <a:pt x="94899" y="11490"/>
                  <a:pt x="94861" y="11524"/>
                </a:cubicBezTo>
                <a:lnTo>
                  <a:pt x="94793" y="11455"/>
                </a:lnTo>
                <a:lnTo>
                  <a:pt x="94936" y="11312"/>
                </a:lnTo>
                <a:lnTo>
                  <a:pt x="94793" y="11381"/>
                </a:lnTo>
                <a:cubicBezTo>
                  <a:pt x="94649" y="11238"/>
                  <a:pt x="94506" y="11026"/>
                  <a:pt x="94363" y="10883"/>
                </a:cubicBezTo>
                <a:lnTo>
                  <a:pt x="94363" y="10883"/>
                </a:lnTo>
                <a:cubicBezTo>
                  <a:pt x="94506" y="11094"/>
                  <a:pt x="94575" y="11238"/>
                  <a:pt x="94718" y="11455"/>
                </a:cubicBezTo>
                <a:lnTo>
                  <a:pt x="94649" y="11524"/>
                </a:lnTo>
                <a:cubicBezTo>
                  <a:pt x="94506" y="11381"/>
                  <a:pt x="94432" y="11169"/>
                  <a:pt x="94289" y="11026"/>
                </a:cubicBezTo>
                <a:cubicBezTo>
                  <a:pt x="94718" y="10167"/>
                  <a:pt x="95148" y="9376"/>
                  <a:pt x="95148" y="9376"/>
                </a:cubicBezTo>
                <a:lnTo>
                  <a:pt x="95148" y="9376"/>
                </a:lnTo>
                <a:cubicBezTo>
                  <a:pt x="95148" y="9376"/>
                  <a:pt x="94649" y="9806"/>
                  <a:pt x="94077" y="10453"/>
                </a:cubicBezTo>
                <a:lnTo>
                  <a:pt x="94077" y="10378"/>
                </a:lnTo>
                <a:cubicBezTo>
                  <a:pt x="94077" y="10378"/>
                  <a:pt x="94002" y="10453"/>
                  <a:pt x="94002" y="10522"/>
                </a:cubicBezTo>
                <a:cubicBezTo>
                  <a:pt x="93933" y="10522"/>
                  <a:pt x="93933" y="10453"/>
                  <a:pt x="93859" y="10453"/>
                </a:cubicBezTo>
                <a:lnTo>
                  <a:pt x="93859" y="10453"/>
                </a:lnTo>
                <a:cubicBezTo>
                  <a:pt x="93933" y="10453"/>
                  <a:pt x="93933" y="10522"/>
                  <a:pt x="94002" y="10596"/>
                </a:cubicBezTo>
                <a:lnTo>
                  <a:pt x="93790" y="10808"/>
                </a:lnTo>
                <a:cubicBezTo>
                  <a:pt x="93716" y="10522"/>
                  <a:pt x="93573" y="10167"/>
                  <a:pt x="93430" y="9880"/>
                </a:cubicBezTo>
                <a:lnTo>
                  <a:pt x="93430" y="9880"/>
                </a:lnTo>
                <a:cubicBezTo>
                  <a:pt x="93573" y="10167"/>
                  <a:pt x="93647" y="10596"/>
                  <a:pt x="93647" y="11026"/>
                </a:cubicBezTo>
                <a:cubicBezTo>
                  <a:pt x="93504" y="10665"/>
                  <a:pt x="93361" y="10235"/>
                  <a:pt x="93217" y="9806"/>
                </a:cubicBezTo>
                <a:lnTo>
                  <a:pt x="93217" y="9806"/>
                </a:lnTo>
                <a:cubicBezTo>
                  <a:pt x="93286" y="10092"/>
                  <a:pt x="93361" y="10378"/>
                  <a:pt x="93361" y="10665"/>
                </a:cubicBezTo>
                <a:cubicBezTo>
                  <a:pt x="93286" y="10522"/>
                  <a:pt x="93286" y="10378"/>
                  <a:pt x="93217" y="10167"/>
                </a:cubicBezTo>
                <a:lnTo>
                  <a:pt x="93217" y="10167"/>
                </a:lnTo>
                <a:cubicBezTo>
                  <a:pt x="93286" y="10522"/>
                  <a:pt x="93361" y="10951"/>
                  <a:pt x="93429" y="11381"/>
                </a:cubicBezTo>
                <a:cubicBezTo>
                  <a:pt x="93361" y="11381"/>
                  <a:pt x="93361" y="11455"/>
                  <a:pt x="93361" y="11455"/>
                </a:cubicBezTo>
                <a:cubicBezTo>
                  <a:pt x="93286" y="11381"/>
                  <a:pt x="93217" y="11381"/>
                  <a:pt x="93217" y="11312"/>
                </a:cubicBezTo>
                <a:lnTo>
                  <a:pt x="93217" y="11667"/>
                </a:lnTo>
                <a:lnTo>
                  <a:pt x="93217" y="11742"/>
                </a:lnTo>
                <a:cubicBezTo>
                  <a:pt x="93084" y="11342"/>
                  <a:pt x="92951" y="11001"/>
                  <a:pt x="92758" y="10554"/>
                </a:cubicBezTo>
                <a:lnTo>
                  <a:pt x="92758" y="10554"/>
                </a:lnTo>
                <a:cubicBezTo>
                  <a:pt x="92858" y="10820"/>
                  <a:pt x="92865" y="11127"/>
                  <a:pt x="92931" y="11381"/>
                </a:cubicBezTo>
                <a:cubicBezTo>
                  <a:pt x="92931" y="11381"/>
                  <a:pt x="92857" y="11312"/>
                  <a:pt x="92857" y="11238"/>
                </a:cubicBezTo>
                <a:cubicBezTo>
                  <a:pt x="92788" y="11026"/>
                  <a:pt x="92645" y="10808"/>
                  <a:pt x="92502" y="10665"/>
                </a:cubicBezTo>
                <a:lnTo>
                  <a:pt x="92502" y="10739"/>
                </a:lnTo>
                <a:cubicBezTo>
                  <a:pt x="92427" y="10596"/>
                  <a:pt x="92427" y="10522"/>
                  <a:pt x="92358" y="10453"/>
                </a:cubicBezTo>
                <a:cubicBezTo>
                  <a:pt x="92358" y="9880"/>
                  <a:pt x="92427" y="9233"/>
                  <a:pt x="92502" y="8517"/>
                </a:cubicBezTo>
                <a:lnTo>
                  <a:pt x="92502" y="8517"/>
                </a:lnTo>
                <a:cubicBezTo>
                  <a:pt x="92284" y="8947"/>
                  <a:pt x="92072" y="9737"/>
                  <a:pt x="91854" y="10521"/>
                </a:cubicBezTo>
                <a:lnTo>
                  <a:pt x="91854" y="10521"/>
                </a:lnTo>
                <a:cubicBezTo>
                  <a:pt x="91855" y="10330"/>
                  <a:pt x="91863" y="10142"/>
                  <a:pt x="91929" y="9949"/>
                </a:cubicBezTo>
                <a:lnTo>
                  <a:pt x="91929" y="9949"/>
                </a:lnTo>
                <a:cubicBezTo>
                  <a:pt x="91786" y="10092"/>
                  <a:pt x="91711" y="10235"/>
                  <a:pt x="91642" y="10453"/>
                </a:cubicBezTo>
                <a:cubicBezTo>
                  <a:pt x="91711" y="9737"/>
                  <a:pt x="91786" y="8803"/>
                  <a:pt x="91854" y="7876"/>
                </a:cubicBezTo>
                <a:lnTo>
                  <a:pt x="91854" y="7876"/>
                </a:lnTo>
                <a:cubicBezTo>
                  <a:pt x="91642" y="8305"/>
                  <a:pt x="91425" y="9090"/>
                  <a:pt x="91282" y="9880"/>
                </a:cubicBezTo>
                <a:cubicBezTo>
                  <a:pt x="91213" y="9738"/>
                  <a:pt x="91139" y="9595"/>
                  <a:pt x="91138" y="9452"/>
                </a:cubicBezTo>
                <a:lnTo>
                  <a:pt x="91138" y="9452"/>
                </a:lnTo>
                <a:cubicBezTo>
                  <a:pt x="91139" y="9595"/>
                  <a:pt x="91213" y="9807"/>
                  <a:pt x="91213" y="10023"/>
                </a:cubicBezTo>
                <a:cubicBezTo>
                  <a:pt x="91138" y="10596"/>
                  <a:pt x="91070" y="11169"/>
                  <a:pt x="90995" y="11667"/>
                </a:cubicBezTo>
                <a:cubicBezTo>
                  <a:pt x="90852" y="11455"/>
                  <a:pt x="90640" y="11169"/>
                  <a:pt x="90422" y="10951"/>
                </a:cubicBezTo>
                <a:lnTo>
                  <a:pt x="90422" y="10951"/>
                </a:lnTo>
                <a:cubicBezTo>
                  <a:pt x="90640" y="11238"/>
                  <a:pt x="90783" y="11598"/>
                  <a:pt x="90926" y="11954"/>
                </a:cubicBezTo>
                <a:lnTo>
                  <a:pt x="90926" y="12028"/>
                </a:lnTo>
                <a:cubicBezTo>
                  <a:pt x="90926" y="11954"/>
                  <a:pt x="90852" y="11954"/>
                  <a:pt x="90852" y="11886"/>
                </a:cubicBezTo>
                <a:lnTo>
                  <a:pt x="90852" y="11886"/>
                </a:lnTo>
                <a:cubicBezTo>
                  <a:pt x="90852" y="11954"/>
                  <a:pt x="90926" y="12028"/>
                  <a:pt x="90926" y="12097"/>
                </a:cubicBezTo>
                <a:lnTo>
                  <a:pt x="90926" y="12240"/>
                </a:lnTo>
                <a:lnTo>
                  <a:pt x="90783" y="12097"/>
                </a:lnTo>
                <a:lnTo>
                  <a:pt x="90783" y="12314"/>
                </a:lnTo>
                <a:lnTo>
                  <a:pt x="90497" y="12601"/>
                </a:lnTo>
                <a:cubicBezTo>
                  <a:pt x="90422" y="12314"/>
                  <a:pt x="90279" y="12028"/>
                  <a:pt x="90211" y="11742"/>
                </a:cubicBezTo>
                <a:cubicBezTo>
                  <a:pt x="90279" y="11242"/>
                  <a:pt x="90279" y="10674"/>
                  <a:pt x="90352" y="10039"/>
                </a:cubicBezTo>
                <a:lnTo>
                  <a:pt x="90352" y="10039"/>
                </a:lnTo>
                <a:cubicBezTo>
                  <a:pt x="90347" y="10064"/>
                  <a:pt x="90332" y="10114"/>
                  <a:pt x="90279" y="10167"/>
                </a:cubicBezTo>
                <a:cubicBezTo>
                  <a:pt x="90279" y="10023"/>
                  <a:pt x="90354" y="9806"/>
                  <a:pt x="90354" y="9663"/>
                </a:cubicBezTo>
                <a:lnTo>
                  <a:pt x="90354" y="9663"/>
                </a:lnTo>
                <a:cubicBezTo>
                  <a:pt x="90211" y="9806"/>
                  <a:pt x="90136" y="10023"/>
                  <a:pt x="90067" y="10235"/>
                </a:cubicBezTo>
                <a:cubicBezTo>
                  <a:pt x="90067" y="10023"/>
                  <a:pt x="90067" y="9806"/>
                  <a:pt x="90136" y="9594"/>
                </a:cubicBezTo>
                <a:lnTo>
                  <a:pt x="90136" y="9594"/>
                </a:lnTo>
                <a:cubicBezTo>
                  <a:pt x="89993" y="9806"/>
                  <a:pt x="89850" y="10167"/>
                  <a:pt x="89706" y="10596"/>
                </a:cubicBezTo>
                <a:cubicBezTo>
                  <a:pt x="89638" y="10378"/>
                  <a:pt x="89495" y="10167"/>
                  <a:pt x="89420" y="9949"/>
                </a:cubicBezTo>
                <a:cubicBezTo>
                  <a:pt x="89277" y="9663"/>
                  <a:pt x="89065" y="9451"/>
                  <a:pt x="88922" y="9164"/>
                </a:cubicBezTo>
                <a:lnTo>
                  <a:pt x="88922" y="9164"/>
                </a:lnTo>
                <a:cubicBezTo>
                  <a:pt x="89065" y="9451"/>
                  <a:pt x="89208" y="9737"/>
                  <a:pt x="89277" y="10023"/>
                </a:cubicBezTo>
                <a:lnTo>
                  <a:pt x="89277" y="10092"/>
                </a:lnTo>
                <a:cubicBezTo>
                  <a:pt x="89065" y="9594"/>
                  <a:pt x="88779" y="9021"/>
                  <a:pt x="88418" y="8517"/>
                </a:cubicBezTo>
                <a:lnTo>
                  <a:pt x="88418" y="8517"/>
                </a:lnTo>
                <a:cubicBezTo>
                  <a:pt x="88704" y="9021"/>
                  <a:pt x="88922" y="9663"/>
                  <a:pt x="89065" y="10310"/>
                </a:cubicBezTo>
                <a:lnTo>
                  <a:pt x="88492" y="10883"/>
                </a:lnTo>
                <a:cubicBezTo>
                  <a:pt x="88275" y="11094"/>
                  <a:pt x="88131" y="11238"/>
                  <a:pt x="87988" y="11455"/>
                </a:cubicBezTo>
                <a:lnTo>
                  <a:pt x="87988" y="11238"/>
                </a:lnTo>
                <a:cubicBezTo>
                  <a:pt x="87988" y="11312"/>
                  <a:pt x="87919" y="11381"/>
                  <a:pt x="87845" y="11455"/>
                </a:cubicBezTo>
                <a:cubicBezTo>
                  <a:pt x="87776" y="11381"/>
                  <a:pt x="87776" y="11312"/>
                  <a:pt x="87702" y="11169"/>
                </a:cubicBezTo>
                <a:cubicBezTo>
                  <a:pt x="87776" y="10596"/>
                  <a:pt x="87776" y="9880"/>
                  <a:pt x="87845" y="9164"/>
                </a:cubicBezTo>
                <a:lnTo>
                  <a:pt x="87845" y="9164"/>
                </a:lnTo>
                <a:cubicBezTo>
                  <a:pt x="87702" y="9519"/>
                  <a:pt x="87490" y="10023"/>
                  <a:pt x="87347" y="10665"/>
                </a:cubicBezTo>
                <a:lnTo>
                  <a:pt x="87347" y="10808"/>
                </a:lnTo>
                <a:lnTo>
                  <a:pt x="86917" y="10167"/>
                </a:lnTo>
                <a:lnTo>
                  <a:pt x="86917" y="10167"/>
                </a:lnTo>
                <a:cubicBezTo>
                  <a:pt x="87060" y="10453"/>
                  <a:pt x="87204" y="10665"/>
                  <a:pt x="87272" y="10951"/>
                </a:cubicBezTo>
                <a:lnTo>
                  <a:pt x="87272" y="11026"/>
                </a:lnTo>
                <a:cubicBezTo>
                  <a:pt x="87129" y="10739"/>
                  <a:pt x="86917" y="10453"/>
                  <a:pt x="86699" y="10167"/>
                </a:cubicBezTo>
                <a:lnTo>
                  <a:pt x="86699" y="10167"/>
                </a:lnTo>
                <a:cubicBezTo>
                  <a:pt x="86917" y="10522"/>
                  <a:pt x="87060" y="10883"/>
                  <a:pt x="87204" y="11312"/>
                </a:cubicBezTo>
                <a:cubicBezTo>
                  <a:pt x="87129" y="11598"/>
                  <a:pt x="87060" y="11954"/>
                  <a:pt x="87060" y="12314"/>
                </a:cubicBezTo>
                <a:cubicBezTo>
                  <a:pt x="86843" y="12028"/>
                  <a:pt x="86631" y="11667"/>
                  <a:pt x="86413" y="11381"/>
                </a:cubicBezTo>
                <a:lnTo>
                  <a:pt x="86413" y="11381"/>
                </a:lnTo>
                <a:cubicBezTo>
                  <a:pt x="86631" y="11667"/>
                  <a:pt x="86774" y="12097"/>
                  <a:pt x="86917" y="12526"/>
                </a:cubicBezTo>
                <a:cubicBezTo>
                  <a:pt x="86917" y="12526"/>
                  <a:pt x="86843" y="12526"/>
                  <a:pt x="86774" y="12601"/>
                </a:cubicBezTo>
                <a:cubicBezTo>
                  <a:pt x="86556" y="12097"/>
                  <a:pt x="86201" y="11524"/>
                  <a:pt x="85840" y="10951"/>
                </a:cubicBezTo>
                <a:cubicBezTo>
                  <a:pt x="85984" y="10596"/>
                  <a:pt x="86201" y="10235"/>
                  <a:pt x="86201" y="10235"/>
                </a:cubicBezTo>
                <a:lnTo>
                  <a:pt x="86201" y="10235"/>
                </a:lnTo>
                <a:lnTo>
                  <a:pt x="85697" y="10739"/>
                </a:lnTo>
                <a:cubicBezTo>
                  <a:pt x="85628" y="10453"/>
                  <a:pt x="85485" y="10235"/>
                  <a:pt x="85411" y="9949"/>
                </a:cubicBezTo>
                <a:lnTo>
                  <a:pt x="85411" y="9949"/>
                </a:lnTo>
                <a:cubicBezTo>
                  <a:pt x="85485" y="10235"/>
                  <a:pt x="85554" y="10522"/>
                  <a:pt x="85554" y="10808"/>
                </a:cubicBezTo>
                <a:cubicBezTo>
                  <a:pt x="85485" y="10951"/>
                  <a:pt x="85342" y="11094"/>
                  <a:pt x="85199" y="11238"/>
                </a:cubicBezTo>
                <a:cubicBezTo>
                  <a:pt x="84981" y="10739"/>
                  <a:pt x="84695" y="10235"/>
                  <a:pt x="84340" y="9737"/>
                </a:cubicBezTo>
                <a:lnTo>
                  <a:pt x="84340" y="9737"/>
                </a:lnTo>
                <a:cubicBezTo>
                  <a:pt x="84626" y="10235"/>
                  <a:pt x="84838" y="10883"/>
                  <a:pt x="84981" y="11524"/>
                </a:cubicBezTo>
                <a:cubicBezTo>
                  <a:pt x="84912" y="11598"/>
                  <a:pt x="84912" y="11667"/>
                  <a:pt x="84838" y="11742"/>
                </a:cubicBezTo>
                <a:cubicBezTo>
                  <a:pt x="84769" y="11742"/>
                  <a:pt x="84769" y="11810"/>
                  <a:pt x="84769" y="11810"/>
                </a:cubicBezTo>
                <a:cubicBezTo>
                  <a:pt x="84695" y="11810"/>
                  <a:pt x="84695" y="11742"/>
                  <a:pt x="84627" y="11668"/>
                </a:cubicBezTo>
                <a:lnTo>
                  <a:pt x="84627" y="11668"/>
                </a:lnTo>
                <a:cubicBezTo>
                  <a:pt x="84695" y="11742"/>
                  <a:pt x="84695" y="11811"/>
                  <a:pt x="84695" y="11885"/>
                </a:cubicBezTo>
                <a:cubicBezTo>
                  <a:pt x="84626" y="12028"/>
                  <a:pt x="84483" y="12240"/>
                  <a:pt x="84408" y="12458"/>
                </a:cubicBezTo>
                <a:cubicBezTo>
                  <a:pt x="84408" y="12526"/>
                  <a:pt x="84340" y="12601"/>
                  <a:pt x="84340" y="12670"/>
                </a:cubicBezTo>
                <a:cubicBezTo>
                  <a:pt x="84340" y="12670"/>
                  <a:pt x="84265" y="12670"/>
                  <a:pt x="84265" y="12601"/>
                </a:cubicBezTo>
                <a:cubicBezTo>
                  <a:pt x="84340" y="12383"/>
                  <a:pt x="84340" y="12097"/>
                  <a:pt x="84340" y="11810"/>
                </a:cubicBezTo>
                <a:lnTo>
                  <a:pt x="84340" y="11810"/>
                </a:lnTo>
                <a:cubicBezTo>
                  <a:pt x="84265" y="11954"/>
                  <a:pt x="84197" y="12171"/>
                  <a:pt x="84053" y="12383"/>
                </a:cubicBezTo>
                <a:lnTo>
                  <a:pt x="84053" y="12526"/>
                </a:lnTo>
                <a:cubicBezTo>
                  <a:pt x="83979" y="12670"/>
                  <a:pt x="83910" y="12744"/>
                  <a:pt x="83836" y="12887"/>
                </a:cubicBezTo>
                <a:cubicBezTo>
                  <a:pt x="83767" y="12601"/>
                  <a:pt x="83624" y="12383"/>
                  <a:pt x="83549" y="12097"/>
                </a:cubicBezTo>
                <a:lnTo>
                  <a:pt x="83549" y="12097"/>
                </a:lnTo>
                <a:cubicBezTo>
                  <a:pt x="83624" y="12383"/>
                  <a:pt x="83693" y="12744"/>
                  <a:pt x="83767" y="13099"/>
                </a:cubicBezTo>
                <a:lnTo>
                  <a:pt x="83337" y="12458"/>
                </a:lnTo>
                <a:lnTo>
                  <a:pt x="83120" y="11810"/>
                </a:lnTo>
                <a:cubicBezTo>
                  <a:pt x="83481" y="11238"/>
                  <a:pt x="83767" y="10739"/>
                  <a:pt x="83767" y="10739"/>
                </a:cubicBezTo>
                <a:lnTo>
                  <a:pt x="83767" y="10739"/>
                </a:lnTo>
                <a:cubicBezTo>
                  <a:pt x="83767" y="10739"/>
                  <a:pt x="83406" y="11026"/>
                  <a:pt x="83051" y="11381"/>
                </a:cubicBezTo>
                <a:cubicBezTo>
                  <a:pt x="82930" y="11080"/>
                  <a:pt x="82809" y="10776"/>
                  <a:pt x="82688" y="10429"/>
                </a:cubicBezTo>
                <a:lnTo>
                  <a:pt x="82688" y="10429"/>
                </a:lnTo>
                <a:cubicBezTo>
                  <a:pt x="82786" y="10765"/>
                  <a:pt x="82833" y="11180"/>
                  <a:pt x="82833" y="11598"/>
                </a:cubicBezTo>
                <a:cubicBezTo>
                  <a:pt x="82690" y="11742"/>
                  <a:pt x="82547" y="11954"/>
                  <a:pt x="82404" y="12097"/>
                </a:cubicBezTo>
                <a:lnTo>
                  <a:pt x="82335" y="12171"/>
                </a:lnTo>
                <a:lnTo>
                  <a:pt x="82049" y="11885"/>
                </a:lnTo>
                <a:lnTo>
                  <a:pt x="82049" y="11885"/>
                </a:lnTo>
                <a:cubicBezTo>
                  <a:pt x="82117" y="12028"/>
                  <a:pt x="82192" y="12097"/>
                  <a:pt x="82261" y="12240"/>
                </a:cubicBezTo>
                <a:cubicBezTo>
                  <a:pt x="82117" y="12314"/>
                  <a:pt x="82049" y="12383"/>
                  <a:pt x="81905" y="12526"/>
                </a:cubicBezTo>
                <a:cubicBezTo>
                  <a:pt x="81905" y="12383"/>
                  <a:pt x="81905" y="12240"/>
                  <a:pt x="81974" y="12097"/>
                </a:cubicBezTo>
                <a:cubicBezTo>
                  <a:pt x="81974" y="12028"/>
                  <a:pt x="82049" y="11954"/>
                  <a:pt x="82049" y="11885"/>
                </a:cubicBezTo>
                <a:cubicBezTo>
                  <a:pt x="82404" y="11312"/>
                  <a:pt x="82621" y="10883"/>
                  <a:pt x="82621" y="10883"/>
                </a:cubicBezTo>
                <a:lnTo>
                  <a:pt x="82621" y="10883"/>
                </a:lnTo>
                <a:cubicBezTo>
                  <a:pt x="82621" y="10883"/>
                  <a:pt x="82335" y="11095"/>
                  <a:pt x="81974" y="11455"/>
                </a:cubicBezTo>
                <a:cubicBezTo>
                  <a:pt x="82049" y="10883"/>
                  <a:pt x="82117" y="10310"/>
                  <a:pt x="82192" y="9594"/>
                </a:cubicBezTo>
                <a:lnTo>
                  <a:pt x="82192" y="9594"/>
                </a:lnTo>
                <a:cubicBezTo>
                  <a:pt x="81974" y="9880"/>
                  <a:pt x="81831" y="10378"/>
                  <a:pt x="81688" y="10951"/>
                </a:cubicBezTo>
                <a:cubicBezTo>
                  <a:pt x="81476" y="11312"/>
                  <a:pt x="81333" y="11742"/>
                  <a:pt x="81258" y="12240"/>
                </a:cubicBezTo>
                <a:lnTo>
                  <a:pt x="81115" y="12383"/>
                </a:lnTo>
                <a:cubicBezTo>
                  <a:pt x="81080" y="12383"/>
                  <a:pt x="81063" y="12365"/>
                  <a:pt x="81045" y="12338"/>
                </a:cubicBezTo>
                <a:lnTo>
                  <a:pt x="81045" y="12338"/>
                </a:lnTo>
                <a:cubicBezTo>
                  <a:pt x="81046" y="12350"/>
                  <a:pt x="81046" y="12364"/>
                  <a:pt x="81046" y="12383"/>
                </a:cubicBezTo>
                <a:cubicBezTo>
                  <a:pt x="81046" y="12383"/>
                  <a:pt x="81046" y="12458"/>
                  <a:pt x="81115" y="12458"/>
                </a:cubicBezTo>
                <a:cubicBezTo>
                  <a:pt x="80972" y="12601"/>
                  <a:pt x="80903" y="12744"/>
                  <a:pt x="80829" y="12813"/>
                </a:cubicBezTo>
                <a:cubicBezTo>
                  <a:pt x="80760" y="12526"/>
                  <a:pt x="80686" y="12240"/>
                  <a:pt x="80542" y="11885"/>
                </a:cubicBezTo>
                <a:cubicBezTo>
                  <a:pt x="80685" y="11599"/>
                  <a:pt x="80829" y="11455"/>
                  <a:pt x="80829" y="11455"/>
                </a:cubicBezTo>
                <a:lnTo>
                  <a:pt x="80829" y="11455"/>
                </a:lnTo>
                <a:cubicBezTo>
                  <a:pt x="80829" y="11455"/>
                  <a:pt x="80685" y="11524"/>
                  <a:pt x="80474" y="11742"/>
                </a:cubicBezTo>
                <a:cubicBezTo>
                  <a:pt x="80399" y="11381"/>
                  <a:pt x="80256" y="11094"/>
                  <a:pt x="80113" y="10665"/>
                </a:cubicBezTo>
                <a:lnTo>
                  <a:pt x="80113" y="10665"/>
                </a:lnTo>
                <a:cubicBezTo>
                  <a:pt x="80187" y="11026"/>
                  <a:pt x="80256" y="11455"/>
                  <a:pt x="80330" y="11810"/>
                </a:cubicBezTo>
                <a:cubicBezTo>
                  <a:pt x="80187" y="12028"/>
                  <a:pt x="79970" y="12171"/>
                  <a:pt x="79758" y="12383"/>
                </a:cubicBezTo>
                <a:cubicBezTo>
                  <a:pt x="79758" y="12171"/>
                  <a:pt x="79683" y="12028"/>
                  <a:pt x="79614" y="11885"/>
                </a:cubicBezTo>
                <a:cubicBezTo>
                  <a:pt x="79614" y="11598"/>
                  <a:pt x="79614" y="11312"/>
                  <a:pt x="79683" y="10951"/>
                </a:cubicBezTo>
                <a:cubicBezTo>
                  <a:pt x="79901" y="10378"/>
                  <a:pt x="80187" y="9737"/>
                  <a:pt x="80399" y="9307"/>
                </a:cubicBezTo>
                <a:cubicBezTo>
                  <a:pt x="80617" y="8804"/>
                  <a:pt x="80829" y="8448"/>
                  <a:pt x="80829" y="8448"/>
                </a:cubicBezTo>
                <a:lnTo>
                  <a:pt x="80829" y="8448"/>
                </a:lnTo>
                <a:cubicBezTo>
                  <a:pt x="80828" y="8449"/>
                  <a:pt x="79614" y="9663"/>
                  <a:pt x="79042" y="10808"/>
                </a:cubicBezTo>
                <a:cubicBezTo>
                  <a:pt x="78967" y="10739"/>
                  <a:pt x="78967" y="10665"/>
                  <a:pt x="78967" y="10665"/>
                </a:cubicBezTo>
                <a:cubicBezTo>
                  <a:pt x="79397" y="9594"/>
                  <a:pt x="79901" y="8517"/>
                  <a:pt x="79901" y="8517"/>
                </a:cubicBezTo>
                <a:lnTo>
                  <a:pt x="79901" y="8517"/>
                </a:lnTo>
                <a:cubicBezTo>
                  <a:pt x="79901" y="8517"/>
                  <a:pt x="78967" y="9451"/>
                  <a:pt x="78326" y="10453"/>
                </a:cubicBezTo>
                <a:cubicBezTo>
                  <a:pt x="78681" y="9663"/>
                  <a:pt x="79042" y="9021"/>
                  <a:pt x="79042" y="9021"/>
                </a:cubicBezTo>
                <a:lnTo>
                  <a:pt x="79042" y="9021"/>
                </a:lnTo>
                <a:cubicBezTo>
                  <a:pt x="79041" y="9021"/>
                  <a:pt x="78108" y="9880"/>
                  <a:pt x="77467" y="10808"/>
                </a:cubicBezTo>
                <a:cubicBezTo>
                  <a:pt x="77467" y="10596"/>
                  <a:pt x="77392" y="10378"/>
                  <a:pt x="77323" y="10167"/>
                </a:cubicBezTo>
                <a:cubicBezTo>
                  <a:pt x="77678" y="9376"/>
                  <a:pt x="77965" y="8735"/>
                  <a:pt x="77965" y="8735"/>
                </a:cubicBezTo>
                <a:lnTo>
                  <a:pt x="77965" y="8735"/>
                </a:lnTo>
                <a:cubicBezTo>
                  <a:pt x="77965" y="8735"/>
                  <a:pt x="77610" y="9090"/>
                  <a:pt x="77180" y="9594"/>
                </a:cubicBezTo>
                <a:cubicBezTo>
                  <a:pt x="77106" y="9233"/>
                  <a:pt x="76963" y="8803"/>
                  <a:pt x="76819" y="8305"/>
                </a:cubicBezTo>
                <a:lnTo>
                  <a:pt x="76819" y="8305"/>
                </a:lnTo>
                <a:cubicBezTo>
                  <a:pt x="76894" y="8735"/>
                  <a:pt x="76963" y="9233"/>
                  <a:pt x="77037" y="9806"/>
                </a:cubicBezTo>
                <a:cubicBezTo>
                  <a:pt x="76894" y="9949"/>
                  <a:pt x="76751" y="10167"/>
                  <a:pt x="76607" y="10310"/>
                </a:cubicBezTo>
                <a:cubicBezTo>
                  <a:pt x="76533" y="10378"/>
                  <a:pt x="76533" y="10453"/>
                  <a:pt x="76464" y="10522"/>
                </a:cubicBezTo>
                <a:cubicBezTo>
                  <a:pt x="76321" y="9949"/>
                  <a:pt x="76103" y="9233"/>
                  <a:pt x="75892" y="8305"/>
                </a:cubicBezTo>
                <a:lnTo>
                  <a:pt x="75892" y="8305"/>
                </a:lnTo>
                <a:cubicBezTo>
                  <a:pt x="76035" y="9164"/>
                  <a:pt x="76103" y="10167"/>
                  <a:pt x="76178" y="11094"/>
                </a:cubicBezTo>
                <a:cubicBezTo>
                  <a:pt x="76103" y="11238"/>
                  <a:pt x="76035" y="11381"/>
                  <a:pt x="75960" y="11455"/>
                </a:cubicBezTo>
                <a:cubicBezTo>
                  <a:pt x="75960" y="11598"/>
                  <a:pt x="75892" y="11742"/>
                  <a:pt x="75817" y="11954"/>
                </a:cubicBezTo>
                <a:lnTo>
                  <a:pt x="75817" y="11885"/>
                </a:lnTo>
                <a:cubicBezTo>
                  <a:pt x="75817" y="11810"/>
                  <a:pt x="75817" y="11667"/>
                  <a:pt x="75892" y="11598"/>
                </a:cubicBezTo>
                <a:cubicBezTo>
                  <a:pt x="75817" y="11598"/>
                  <a:pt x="75817" y="11667"/>
                  <a:pt x="75817" y="11742"/>
                </a:cubicBezTo>
                <a:cubicBezTo>
                  <a:pt x="75748" y="11381"/>
                  <a:pt x="75674" y="11094"/>
                  <a:pt x="75531" y="10665"/>
                </a:cubicBezTo>
                <a:cubicBezTo>
                  <a:pt x="75605" y="10596"/>
                  <a:pt x="75748" y="10379"/>
                  <a:pt x="75748" y="10378"/>
                </a:cubicBezTo>
                <a:lnTo>
                  <a:pt x="75748" y="10378"/>
                </a:lnTo>
                <a:cubicBezTo>
                  <a:pt x="75748" y="10379"/>
                  <a:pt x="75605" y="10453"/>
                  <a:pt x="75531" y="10596"/>
                </a:cubicBezTo>
                <a:cubicBezTo>
                  <a:pt x="75387" y="10023"/>
                  <a:pt x="75244" y="9519"/>
                  <a:pt x="75032" y="8803"/>
                </a:cubicBezTo>
                <a:lnTo>
                  <a:pt x="75032" y="8803"/>
                </a:lnTo>
                <a:cubicBezTo>
                  <a:pt x="75176" y="9376"/>
                  <a:pt x="75244" y="10023"/>
                  <a:pt x="75244" y="10665"/>
                </a:cubicBezTo>
                <a:cubicBezTo>
                  <a:pt x="75176" y="10739"/>
                  <a:pt x="75176" y="10883"/>
                  <a:pt x="75101" y="10951"/>
                </a:cubicBezTo>
                <a:cubicBezTo>
                  <a:pt x="74958" y="11094"/>
                  <a:pt x="74889" y="11238"/>
                  <a:pt x="74672" y="11381"/>
                </a:cubicBezTo>
                <a:lnTo>
                  <a:pt x="74672" y="11169"/>
                </a:lnTo>
                <a:cubicBezTo>
                  <a:pt x="74889" y="10808"/>
                  <a:pt x="74958" y="10596"/>
                  <a:pt x="74958" y="10596"/>
                </a:cubicBezTo>
                <a:lnTo>
                  <a:pt x="74958" y="10596"/>
                </a:lnTo>
                <a:lnTo>
                  <a:pt x="74603" y="10951"/>
                </a:lnTo>
                <a:cubicBezTo>
                  <a:pt x="74460" y="10310"/>
                  <a:pt x="74242" y="9519"/>
                  <a:pt x="73956" y="8517"/>
                </a:cubicBezTo>
                <a:lnTo>
                  <a:pt x="73956" y="8517"/>
                </a:lnTo>
                <a:cubicBezTo>
                  <a:pt x="74030" y="8803"/>
                  <a:pt x="74099" y="9164"/>
                  <a:pt x="74099" y="9519"/>
                </a:cubicBezTo>
                <a:cubicBezTo>
                  <a:pt x="74173" y="10023"/>
                  <a:pt x="74242" y="10596"/>
                  <a:pt x="74242" y="11094"/>
                </a:cubicBezTo>
                <a:cubicBezTo>
                  <a:pt x="74173" y="10951"/>
                  <a:pt x="74099" y="10883"/>
                  <a:pt x="73956" y="10739"/>
                </a:cubicBezTo>
                <a:lnTo>
                  <a:pt x="73956" y="10739"/>
                </a:lnTo>
                <a:cubicBezTo>
                  <a:pt x="74099" y="10883"/>
                  <a:pt x="74173" y="11026"/>
                  <a:pt x="74242" y="11238"/>
                </a:cubicBezTo>
                <a:lnTo>
                  <a:pt x="74242" y="11312"/>
                </a:lnTo>
                <a:cubicBezTo>
                  <a:pt x="74030" y="11455"/>
                  <a:pt x="73887" y="11667"/>
                  <a:pt x="73669" y="11885"/>
                </a:cubicBezTo>
                <a:cubicBezTo>
                  <a:pt x="73744" y="11598"/>
                  <a:pt x="73744" y="11312"/>
                  <a:pt x="73744" y="10951"/>
                </a:cubicBezTo>
                <a:lnTo>
                  <a:pt x="73744" y="10951"/>
                </a:lnTo>
                <a:cubicBezTo>
                  <a:pt x="73669" y="11094"/>
                  <a:pt x="73600" y="11238"/>
                  <a:pt x="73526" y="11455"/>
                </a:cubicBezTo>
                <a:cubicBezTo>
                  <a:pt x="73457" y="11312"/>
                  <a:pt x="73457" y="11238"/>
                  <a:pt x="73383" y="11094"/>
                </a:cubicBezTo>
                <a:cubicBezTo>
                  <a:pt x="73744" y="10310"/>
                  <a:pt x="74099" y="9594"/>
                  <a:pt x="74099" y="9519"/>
                </a:cubicBezTo>
                <a:lnTo>
                  <a:pt x="74099" y="9519"/>
                </a:lnTo>
                <a:lnTo>
                  <a:pt x="73383" y="10235"/>
                </a:lnTo>
                <a:cubicBezTo>
                  <a:pt x="73457" y="9519"/>
                  <a:pt x="73526" y="8660"/>
                  <a:pt x="73600" y="7801"/>
                </a:cubicBezTo>
                <a:lnTo>
                  <a:pt x="73600" y="7801"/>
                </a:lnTo>
                <a:cubicBezTo>
                  <a:pt x="73240" y="8448"/>
                  <a:pt x="72953" y="9806"/>
                  <a:pt x="72810" y="11026"/>
                </a:cubicBezTo>
                <a:cubicBezTo>
                  <a:pt x="72667" y="11169"/>
                  <a:pt x="72598" y="11238"/>
                  <a:pt x="72598" y="11381"/>
                </a:cubicBezTo>
                <a:cubicBezTo>
                  <a:pt x="72524" y="11381"/>
                  <a:pt x="72524" y="11381"/>
                  <a:pt x="72524" y="11455"/>
                </a:cubicBezTo>
                <a:cubicBezTo>
                  <a:pt x="72524" y="11381"/>
                  <a:pt x="72455" y="11381"/>
                  <a:pt x="72455" y="11312"/>
                </a:cubicBezTo>
                <a:lnTo>
                  <a:pt x="72455" y="11524"/>
                </a:lnTo>
                <a:cubicBezTo>
                  <a:pt x="72455" y="11598"/>
                  <a:pt x="72455" y="11667"/>
                  <a:pt x="72380" y="11742"/>
                </a:cubicBezTo>
                <a:cubicBezTo>
                  <a:pt x="72380" y="11667"/>
                  <a:pt x="72312" y="11598"/>
                  <a:pt x="72312" y="11524"/>
                </a:cubicBezTo>
                <a:cubicBezTo>
                  <a:pt x="72380" y="10522"/>
                  <a:pt x="72455" y="9307"/>
                  <a:pt x="72598" y="7801"/>
                </a:cubicBezTo>
                <a:lnTo>
                  <a:pt x="72598" y="7801"/>
                </a:lnTo>
                <a:cubicBezTo>
                  <a:pt x="72237" y="8374"/>
                  <a:pt x="72025" y="9451"/>
                  <a:pt x="71808" y="10522"/>
                </a:cubicBezTo>
                <a:cubicBezTo>
                  <a:pt x="71808" y="10453"/>
                  <a:pt x="71739" y="10310"/>
                  <a:pt x="71739" y="10235"/>
                </a:cubicBezTo>
                <a:lnTo>
                  <a:pt x="71739" y="10235"/>
                </a:lnTo>
                <a:cubicBezTo>
                  <a:pt x="71739" y="10379"/>
                  <a:pt x="71808" y="10522"/>
                  <a:pt x="71808" y="10665"/>
                </a:cubicBezTo>
                <a:cubicBezTo>
                  <a:pt x="71739" y="11026"/>
                  <a:pt x="71739" y="11312"/>
                  <a:pt x="71665" y="11598"/>
                </a:cubicBezTo>
                <a:cubicBezTo>
                  <a:pt x="71596" y="11524"/>
                  <a:pt x="71596" y="11455"/>
                  <a:pt x="71521" y="11312"/>
                </a:cubicBezTo>
                <a:cubicBezTo>
                  <a:pt x="71596" y="10522"/>
                  <a:pt x="71665" y="9451"/>
                  <a:pt x="71739" y="8305"/>
                </a:cubicBezTo>
                <a:lnTo>
                  <a:pt x="71739" y="8305"/>
                </a:lnTo>
                <a:cubicBezTo>
                  <a:pt x="71521" y="8735"/>
                  <a:pt x="71309" y="9594"/>
                  <a:pt x="71092" y="10522"/>
                </a:cubicBezTo>
                <a:lnTo>
                  <a:pt x="71092" y="10596"/>
                </a:lnTo>
                <a:cubicBezTo>
                  <a:pt x="70949" y="10167"/>
                  <a:pt x="70805" y="9737"/>
                  <a:pt x="70593" y="9307"/>
                </a:cubicBezTo>
                <a:cubicBezTo>
                  <a:pt x="70593" y="8878"/>
                  <a:pt x="70662" y="8448"/>
                  <a:pt x="70662" y="7944"/>
                </a:cubicBezTo>
                <a:lnTo>
                  <a:pt x="70662" y="7944"/>
                </a:lnTo>
                <a:cubicBezTo>
                  <a:pt x="70593" y="8231"/>
                  <a:pt x="70450" y="8517"/>
                  <a:pt x="70376" y="8878"/>
                </a:cubicBezTo>
                <a:cubicBezTo>
                  <a:pt x="70233" y="8660"/>
                  <a:pt x="70164" y="8448"/>
                  <a:pt x="70021" y="8231"/>
                </a:cubicBezTo>
                <a:lnTo>
                  <a:pt x="70021" y="8231"/>
                </a:lnTo>
                <a:cubicBezTo>
                  <a:pt x="70164" y="8448"/>
                  <a:pt x="70233" y="8735"/>
                  <a:pt x="70307" y="9021"/>
                </a:cubicBezTo>
                <a:cubicBezTo>
                  <a:pt x="70233" y="9233"/>
                  <a:pt x="70164" y="9519"/>
                  <a:pt x="70089" y="9806"/>
                </a:cubicBezTo>
                <a:cubicBezTo>
                  <a:pt x="70021" y="9880"/>
                  <a:pt x="69946" y="10023"/>
                  <a:pt x="69803" y="10092"/>
                </a:cubicBezTo>
                <a:cubicBezTo>
                  <a:pt x="69591" y="9519"/>
                  <a:pt x="69305" y="8878"/>
                  <a:pt x="68944" y="8231"/>
                </a:cubicBezTo>
                <a:lnTo>
                  <a:pt x="68944" y="8231"/>
                </a:lnTo>
                <a:cubicBezTo>
                  <a:pt x="69230" y="8878"/>
                  <a:pt x="69448" y="9594"/>
                  <a:pt x="69660" y="10310"/>
                </a:cubicBezTo>
                <a:cubicBezTo>
                  <a:pt x="69517" y="10453"/>
                  <a:pt x="69373" y="10596"/>
                  <a:pt x="69230" y="10808"/>
                </a:cubicBezTo>
                <a:cubicBezTo>
                  <a:pt x="68944" y="10167"/>
                  <a:pt x="68589" y="9451"/>
                  <a:pt x="68228" y="8735"/>
                </a:cubicBezTo>
                <a:lnTo>
                  <a:pt x="68228" y="8735"/>
                </a:lnTo>
                <a:cubicBezTo>
                  <a:pt x="68514" y="9451"/>
                  <a:pt x="68801" y="10235"/>
                  <a:pt x="68944" y="11026"/>
                </a:cubicBezTo>
                <a:cubicBezTo>
                  <a:pt x="68801" y="11238"/>
                  <a:pt x="68589" y="11381"/>
                  <a:pt x="68446" y="11598"/>
                </a:cubicBezTo>
                <a:cubicBezTo>
                  <a:pt x="68446" y="11455"/>
                  <a:pt x="68371" y="11381"/>
                  <a:pt x="68302" y="11238"/>
                </a:cubicBezTo>
                <a:cubicBezTo>
                  <a:pt x="68371" y="10739"/>
                  <a:pt x="68446" y="10235"/>
                  <a:pt x="68446" y="9737"/>
                </a:cubicBezTo>
                <a:lnTo>
                  <a:pt x="68446" y="9737"/>
                </a:lnTo>
                <a:cubicBezTo>
                  <a:pt x="68302" y="9949"/>
                  <a:pt x="68228" y="10235"/>
                  <a:pt x="68085" y="10596"/>
                </a:cubicBezTo>
                <a:cubicBezTo>
                  <a:pt x="68016" y="10453"/>
                  <a:pt x="68016" y="10310"/>
                  <a:pt x="67942" y="10167"/>
                </a:cubicBezTo>
                <a:lnTo>
                  <a:pt x="67942" y="9949"/>
                </a:lnTo>
                <a:cubicBezTo>
                  <a:pt x="67942" y="9949"/>
                  <a:pt x="67942" y="10023"/>
                  <a:pt x="67873" y="10023"/>
                </a:cubicBezTo>
                <a:cubicBezTo>
                  <a:pt x="67798" y="9806"/>
                  <a:pt x="67655" y="9594"/>
                  <a:pt x="67586" y="9307"/>
                </a:cubicBezTo>
                <a:lnTo>
                  <a:pt x="67586" y="8803"/>
                </a:lnTo>
                <a:cubicBezTo>
                  <a:pt x="67586" y="8878"/>
                  <a:pt x="67512" y="9021"/>
                  <a:pt x="67443" y="9090"/>
                </a:cubicBezTo>
                <a:cubicBezTo>
                  <a:pt x="67369" y="8878"/>
                  <a:pt x="67226" y="8660"/>
                  <a:pt x="67083" y="8448"/>
                </a:cubicBezTo>
                <a:lnTo>
                  <a:pt x="67083" y="8448"/>
                </a:lnTo>
                <a:cubicBezTo>
                  <a:pt x="67226" y="8660"/>
                  <a:pt x="67300" y="8947"/>
                  <a:pt x="67443" y="9233"/>
                </a:cubicBezTo>
                <a:cubicBezTo>
                  <a:pt x="67226" y="9737"/>
                  <a:pt x="67082" y="10453"/>
                  <a:pt x="66939" y="11169"/>
                </a:cubicBezTo>
                <a:cubicBezTo>
                  <a:pt x="66796" y="10665"/>
                  <a:pt x="66653" y="10023"/>
                  <a:pt x="66367" y="9307"/>
                </a:cubicBezTo>
                <a:lnTo>
                  <a:pt x="66367" y="9307"/>
                </a:lnTo>
                <a:cubicBezTo>
                  <a:pt x="66584" y="9949"/>
                  <a:pt x="66653" y="10808"/>
                  <a:pt x="66653" y="11598"/>
                </a:cubicBezTo>
                <a:cubicBezTo>
                  <a:pt x="66584" y="11598"/>
                  <a:pt x="66510" y="11667"/>
                  <a:pt x="66367" y="11810"/>
                </a:cubicBezTo>
                <a:cubicBezTo>
                  <a:pt x="66298" y="11742"/>
                  <a:pt x="66298" y="11667"/>
                  <a:pt x="66223" y="11598"/>
                </a:cubicBezTo>
                <a:cubicBezTo>
                  <a:pt x="66155" y="11524"/>
                  <a:pt x="66155" y="11455"/>
                  <a:pt x="66080" y="11381"/>
                </a:cubicBezTo>
                <a:cubicBezTo>
                  <a:pt x="65937" y="11026"/>
                  <a:pt x="65868" y="10596"/>
                  <a:pt x="65651" y="10167"/>
                </a:cubicBezTo>
                <a:lnTo>
                  <a:pt x="65651" y="10167"/>
                </a:lnTo>
                <a:cubicBezTo>
                  <a:pt x="65794" y="10665"/>
                  <a:pt x="65868" y="11238"/>
                  <a:pt x="65937" y="11810"/>
                </a:cubicBezTo>
                <a:lnTo>
                  <a:pt x="65868" y="11810"/>
                </a:lnTo>
                <a:cubicBezTo>
                  <a:pt x="65725" y="11524"/>
                  <a:pt x="65582" y="11169"/>
                  <a:pt x="65364" y="10808"/>
                </a:cubicBezTo>
                <a:cubicBezTo>
                  <a:pt x="65439" y="10596"/>
                  <a:pt x="65582" y="10378"/>
                  <a:pt x="65651" y="10167"/>
                </a:cubicBezTo>
                <a:cubicBezTo>
                  <a:pt x="66011" y="9519"/>
                  <a:pt x="66223" y="8947"/>
                  <a:pt x="66223" y="8947"/>
                </a:cubicBezTo>
                <a:lnTo>
                  <a:pt x="66223" y="8947"/>
                </a:lnTo>
                <a:cubicBezTo>
                  <a:pt x="66223" y="8947"/>
                  <a:pt x="65582" y="9519"/>
                  <a:pt x="65009" y="10310"/>
                </a:cubicBezTo>
                <a:cubicBezTo>
                  <a:pt x="64935" y="10092"/>
                  <a:pt x="64866" y="9880"/>
                  <a:pt x="64723" y="9737"/>
                </a:cubicBezTo>
                <a:cubicBezTo>
                  <a:pt x="64723" y="9663"/>
                  <a:pt x="64791" y="9663"/>
                  <a:pt x="64791" y="9663"/>
                </a:cubicBezTo>
                <a:lnTo>
                  <a:pt x="64723" y="9663"/>
                </a:lnTo>
                <a:cubicBezTo>
                  <a:pt x="64648" y="9519"/>
                  <a:pt x="64505" y="9308"/>
                  <a:pt x="64436" y="9164"/>
                </a:cubicBezTo>
                <a:lnTo>
                  <a:pt x="64436" y="9164"/>
                </a:lnTo>
                <a:cubicBezTo>
                  <a:pt x="64505" y="9308"/>
                  <a:pt x="64580" y="9519"/>
                  <a:pt x="64648" y="9737"/>
                </a:cubicBezTo>
                <a:cubicBezTo>
                  <a:pt x="64579" y="9806"/>
                  <a:pt x="64362" y="9949"/>
                  <a:pt x="64150" y="10235"/>
                </a:cubicBezTo>
                <a:cubicBezTo>
                  <a:pt x="64150" y="10023"/>
                  <a:pt x="64150" y="9806"/>
                  <a:pt x="64219" y="9594"/>
                </a:cubicBezTo>
                <a:lnTo>
                  <a:pt x="64219" y="9594"/>
                </a:lnTo>
                <a:cubicBezTo>
                  <a:pt x="64007" y="9806"/>
                  <a:pt x="63864" y="10235"/>
                  <a:pt x="63789" y="10596"/>
                </a:cubicBezTo>
                <a:cubicBezTo>
                  <a:pt x="63577" y="10883"/>
                  <a:pt x="63360" y="11094"/>
                  <a:pt x="63148" y="11381"/>
                </a:cubicBezTo>
                <a:lnTo>
                  <a:pt x="63148" y="11312"/>
                </a:lnTo>
                <a:cubicBezTo>
                  <a:pt x="63434" y="10739"/>
                  <a:pt x="63720" y="10310"/>
                  <a:pt x="63720" y="10310"/>
                </a:cubicBezTo>
                <a:lnTo>
                  <a:pt x="63720" y="10310"/>
                </a:lnTo>
                <a:cubicBezTo>
                  <a:pt x="63720" y="10310"/>
                  <a:pt x="63359" y="10522"/>
                  <a:pt x="63004" y="10883"/>
                </a:cubicBezTo>
                <a:lnTo>
                  <a:pt x="63004" y="10739"/>
                </a:lnTo>
                <a:cubicBezTo>
                  <a:pt x="63004" y="10092"/>
                  <a:pt x="63073" y="9451"/>
                  <a:pt x="63148" y="8735"/>
                </a:cubicBezTo>
                <a:lnTo>
                  <a:pt x="63148" y="8735"/>
                </a:lnTo>
                <a:cubicBezTo>
                  <a:pt x="63004" y="8947"/>
                  <a:pt x="62861" y="9376"/>
                  <a:pt x="62718" y="9806"/>
                </a:cubicBezTo>
                <a:cubicBezTo>
                  <a:pt x="62644" y="9451"/>
                  <a:pt x="62500" y="9090"/>
                  <a:pt x="62357" y="8660"/>
                </a:cubicBezTo>
                <a:lnTo>
                  <a:pt x="62357" y="8660"/>
                </a:lnTo>
                <a:cubicBezTo>
                  <a:pt x="62500" y="9164"/>
                  <a:pt x="62575" y="9737"/>
                  <a:pt x="62644" y="10310"/>
                </a:cubicBezTo>
                <a:cubicBezTo>
                  <a:pt x="62500" y="10739"/>
                  <a:pt x="62432" y="11238"/>
                  <a:pt x="62357" y="11667"/>
                </a:cubicBezTo>
                <a:cubicBezTo>
                  <a:pt x="62288" y="11742"/>
                  <a:pt x="62288" y="11810"/>
                  <a:pt x="62214" y="11885"/>
                </a:cubicBezTo>
                <a:lnTo>
                  <a:pt x="62214" y="11742"/>
                </a:lnTo>
                <a:cubicBezTo>
                  <a:pt x="62214" y="11094"/>
                  <a:pt x="62288" y="10310"/>
                  <a:pt x="62357" y="9519"/>
                </a:cubicBezTo>
                <a:lnTo>
                  <a:pt x="62357" y="9519"/>
                </a:lnTo>
                <a:cubicBezTo>
                  <a:pt x="62214" y="9806"/>
                  <a:pt x="62002" y="10310"/>
                  <a:pt x="61928" y="10808"/>
                </a:cubicBezTo>
                <a:cubicBezTo>
                  <a:pt x="61859" y="10739"/>
                  <a:pt x="61859" y="10665"/>
                  <a:pt x="61859" y="10596"/>
                </a:cubicBezTo>
                <a:lnTo>
                  <a:pt x="62002" y="10310"/>
                </a:lnTo>
                <a:lnTo>
                  <a:pt x="62002" y="10310"/>
                </a:lnTo>
                <a:cubicBezTo>
                  <a:pt x="62002" y="10310"/>
                  <a:pt x="61928" y="10379"/>
                  <a:pt x="61784" y="10453"/>
                </a:cubicBezTo>
                <a:cubicBezTo>
                  <a:pt x="61716" y="10310"/>
                  <a:pt x="61716" y="10167"/>
                  <a:pt x="61641" y="10023"/>
                </a:cubicBezTo>
                <a:lnTo>
                  <a:pt x="61641" y="10023"/>
                </a:lnTo>
                <a:cubicBezTo>
                  <a:pt x="61641" y="10167"/>
                  <a:pt x="61716" y="10310"/>
                  <a:pt x="61716" y="10522"/>
                </a:cubicBezTo>
                <a:cubicBezTo>
                  <a:pt x="61641" y="10596"/>
                  <a:pt x="61429" y="10739"/>
                  <a:pt x="61286" y="10951"/>
                </a:cubicBezTo>
                <a:lnTo>
                  <a:pt x="61286" y="10665"/>
                </a:lnTo>
                <a:cubicBezTo>
                  <a:pt x="61286" y="10739"/>
                  <a:pt x="61212" y="10808"/>
                  <a:pt x="61212" y="10883"/>
                </a:cubicBezTo>
                <a:cubicBezTo>
                  <a:pt x="61212" y="10808"/>
                  <a:pt x="61143" y="10808"/>
                  <a:pt x="61143" y="10739"/>
                </a:cubicBezTo>
                <a:cubicBezTo>
                  <a:pt x="61572" y="9949"/>
                  <a:pt x="61859" y="9233"/>
                  <a:pt x="61859" y="9233"/>
                </a:cubicBezTo>
                <a:lnTo>
                  <a:pt x="61859" y="9233"/>
                </a:lnTo>
                <a:cubicBezTo>
                  <a:pt x="61859" y="9233"/>
                  <a:pt x="61498" y="9663"/>
                  <a:pt x="61000" y="10167"/>
                </a:cubicBezTo>
                <a:cubicBezTo>
                  <a:pt x="60925" y="9880"/>
                  <a:pt x="60782" y="9594"/>
                  <a:pt x="60713" y="9308"/>
                </a:cubicBezTo>
                <a:lnTo>
                  <a:pt x="60713" y="9308"/>
                </a:lnTo>
                <a:cubicBezTo>
                  <a:pt x="60782" y="9594"/>
                  <a:pt x="60857" y="9949"/>
                  <a:pt x="60925" y="10310"/>
                </a:cubicBezTo>
                <a:cubicBezTo>
                  <a:pt x="60857" y="10310"/>
                  <a:pt x="60857" y="10310"/>
                  <a:pt x="60857" y="10378"/>
                </a:cubicBezTo>
                <a:cubicBezTo>
                  <a:pt x="60782" y="10167"/>
                  <a:pt x="60639" y="10023"/>
                  <a:pt x="60570" y="9880"/>
                </a:cubicBezTo>
                <a:lnTo>
                  <a:pt x="60570" y="9880"/>
                </a:lnTo>
                <a:cubicBezTo>
                  <a:pt x="60639" y="10023"/>
                  <a:pt x="60713" y="10235"/>
                  <a:pt x="60782" y="10378"/>
                </a:cubicBezTo>
                <a:cubicBezTo>
                  <a:pt x="60713" y="10522"/>
                  <a:pt x="60570" y="10665"/>
                  <a:pt x="60496" y="10808"/>
                </a:cubicBezTo>
                <a:cubicBezTo>
                  <a:pt x="60427" y="10665"/>
                  <a:pt x="60353" y="10522"/>
                  <a:pt x="60284" y="10310"/>
                </a:cubicBezTo>
                <a:cubicBezTo>
                  <a:pt x="60246" y="10272"/>
                  <a:pt x="60227" y="10217"/>
                  <a:pt x="60209" y="10162"/>
                </a:cubicBezTo>
                <a:lnTo>
                  <a:pt x="60209" y="10162"/>
                </a:lnTo>
                <a:cubicBezTo>
                  <a:pt x="60209" y="10164"/>
                  <a:pt x="60209" y="10165"/>
                  <a:pt x="60209" y="10167"/>
                </a:cubicBezTo>
                <a:lnTo>
                  <a:pt x="59997" y="9737"/>
                </a:lnTo>
                <a:cubicBezTo>
                  <a:pt x="60352" y="8947"/>
                  <a:pt x="60639" y="8305"/>
                  <a:pt x="60639" y="8305"/>
                </a:cubicBezTo>
                <a:lnTo>
                  <a:pt x="60639" y="8305"/>
                </a:lnTo>
                <a:lnTo>
                  <a:pt x="60209" y="8735"/>
                </a:lnTo>
                <a:cubicBezTo>
                  <a:pt x="60352" y="8517"/>
                  <a:pt x="60427" y="8305"/>
                  <a:pt x="60427" y="8305"/>
                </a:cubicBezTo>
                <a:lnTo>
                  <a:pt x="60427" y="8305"/>
                </a:lnTo>
                <a:cubicBezTo>
                  <a:pt x="60427" y="8305"/>
                  <a:pt x="60066" y="8660"/>
                  <a:pt x="59637" y="9164"/>
                </a:cubicBezTo>
                <a:cubicBezTo>
                  <a:pt x="59493" y="9376"/>
                  <a:pt x="59281" y="9594"/>
                  <a:pt x="59138" y="9806"/>
                </a:cubicBezTo>
                <a:cubicBezTo>
                  <a:pt x="59138" y="9663"/>
                  <a:pt x="59138" y="9519"/>
                  <a:pt x="59207" y="9376"/>
                </a:cubicBezTo>
                <a:cubicBezTo>
                  <a:pt x="59350" y="9021"/>
                  <a:pt x="59493" y="8735"/>
                  <a:pt x="59493" y="8735"/>
                </a:cubicBezTo>
                <a:lnTo>
                  <a:pt x="59493" y="8735"/>
                </a:lnTo>
                <a:cubicBezTo>
                  <a:pt x="59493" y="8735"/>
                  <a:pt x="59350" y="8803"/>
                  <a:pt x="59207" y="8947"/>
                </a:cubicBezTo>
                <a:cubicBezTo>
                  <a:pt x="59207" y="8660"/>
                  <a:pt x="59281" y="8374"/>
                  <a:pt x="59281" y="8019"/>
                </a:cubicBezTo>
                <a:lnTo>
                  <a:pt x="59281" y="8019"/>
                </a:lnTo>
                <a:cubicBezTo>
                  <a:pt x="59138" y="8374"/>
                  <a:pt x="58995" y="8803"/>
                  <a:pt x="58852" y="9376"/>
                </a:cubicBezTo>
                <a:cubicBezTo>
                  <a:pt x="58709" y="9519"/>
                  <a:pt x="58566" y="9663"/>
                  <a:pt x="58491" y="9806"/>
                </a:cubicBezTo>
                <a:lnTo>
                  <a:pt x="58491" y="9451"/>
                </a:lnTo>
                <a:cubicBezTo>
                  <a:pt x="58422" y="9594"/>
                  <a:pt x="58279" y="9880"/>
                  <a:pt x="58205" y="10092"/>
                </a:cubicBezTo>
                <a:lnTo>
                  <a:pt x="58205" y="10167"/>
                </a:lnTo>
                <a:cubicBezTo>
                  <a:pt x="58205" y="10092"/>
                  <a:pt x="58136" y="10023"/>
                  <a:pt x="58136" y="9949"/>
                </a:cubicBezTo>
                <a:lnTo>
                  <a:pt x="58136" y="9949"/>
                </a:lnTo>
                <a:cubicBezTo>
                  <a:pt x="58136" y="9963"/>
                  <a:pt x="58136" y="9976"/>
                  <a:pt x="58136" y="9989"/>
                </a:cubicBezTo>
                <a:lnTo>
                  <a:pt x="58136" y="9989"/>
                </a:lnTo>
                <a:cubicBezTo>
                  <a:pt x="58037" y="9724"/>
                  <a:pt x="57938" y="9425"/>
                  <a:pt x="57838" y="9094"/>
                </a:cubicBezTo>
                <a:lnTo>
                  <a:pt x="57838" y="9094"/>
                </a:lnTo>
                <a:cubicBezTo>
                  <a:pt x="57940" y="9488"/>
                  <a:pt x="57993" y="9960"/>
                  <a:pt x="57993" y="10378"/>
                </a:cubicBezTo>
                <a:cubicBezTo>
                  <a:pt x="57850" y="10665"/>
                  <a:pt x="57706" y="10883"/>
                  <a:pt x="57563" y="11169"/>
                </a:cubicBezTo>
                <a:cubicBezTo>
                  <a:pt x="57563" y="10808"/>
                  <a:pt x="57420" y="10310"/>
                  <a:pt x="57346" y="9806"/>
                </a:cubicBezTo>
                <a:cubicBezTo>
                  <a:pt x="57346" y="9451"/>
                  <a:pt x="57420" y="9090"/>
                  <a:pt x="57420" y="8660"/>
                </a:cubicBezTo>
                <a:lnTo>
                  <a:pt x="57420" y="8660"/>
                </a:lnTo>
                <a:cubicBezTo>
                  <a:pt x="57346" y="8803"/>
                  <a:pt x="57277" y="9021"/>
                  <a:pt x="57202" y="9233"/>
                </a:cubicBezTo>
                <a:cubicBezTo>
                  <a:pt x="57059" y="8803"/>
                  <a:pt x="56990" y="8448"/>
                  <a:pt x="56847" y="7944"/>
                </a:cubicBezTo>
                <a:lnTo>
                  <a:pt x="56847" y="7944"/>
                </a:lnTo>
                <a:cubicBezTo>
                  <a:pt x="56916" y="8374"/>
                  <a:pt x="56990" y="8878"/>
                  <a:pt x="57059" y="9376"/>
                </a:cubicBezTo>
                <a:cubicBezTo>
                  <a:pt x="56916" y="8947"/>
                  <a:pt x="56773" y="8448"/>
                  <a:pt x="56630" y="7876"/>
                </a:cubicBezTo>
                <a:lnTo>
                  <a:pt x="56630" y="7876"/>
                </a:lnTo>
                <a:cubicBezTo>
                  <a:pt x="56773" y="8591"/>
                  <a:pt x="56847" y="9519"/>
                  <a:pt x="56847" y="10310"/>
                </a:cubicBezTo>
                <a:lnTo>
                  <a:pt x="56847" y="10453"/>
                </a:lnTo>
                <a:cubicBezTo>
                  <a:pt x="56630" y="9737"/>
                  <a:pt x="56274" y="9021"/>
                  <a:pt x="55845" y="8374"/>
                </a:cubicBezTo>
                <a:lnTo>
                  <a:pt x="55845" y="8374"/>
                </a:lnTo>
                <a:cubicBezTo>
                  <a:pt x="56200" y="9021"/>
                  <a:pt x="56418" y="9880"/>
                  <a:pt x="56630" y="10665"/>
                </a:cubicBezTo>
                <a:cubicBezTo>
                  <a:pt x="56486" y="10739"/>
                  <a:pt x="56418" y="10808"/>
                  <a:pt x="56274" y="10951"/>
                </a:cubicBezTo>
                <a:lnTo>
                  <a:pt x="56274" y="10739"/>
                </a:lnTo>
                <a:cubicBezTo>
                  <a:pt x="56343" y="10665"/>
                  <a:pt x="56418" y="10522"/>
                  <a:pt x="56418" y="10522"/>
                </a:cubicBezTo>
                <a:lnTo>
                  <a:pt x="56418" y="10522"/>
                </a:lnTo>
                <a:cubicBezTo>
                  <a:pt x="56418" y="10522"/>
                  <a:pt x="56343" y="10596"/>
                  <a:pt x="56200" y="10665"/>
                </a:cubicBezTo>
                <a:cubicBezTo>
                  <a:pt x="56200" y="10522"/>
                  <a:pt x="56200" y="10378"/>
                  <a:pt x="56131" y="10235"/>
                </a:cubicBezTo>
                <a:cubicBezTo>
                  <a:pt x="56200" y="10167"/>
                  <a:pt x="56274" y="10023"/>
                  <a:pt x="56274" y="10023"/>
                </a:cubicBezTo>
                <a:lnTo>
                  <a:pt x="56274" y="10023"/>
                </a:lnTo>
                <a:lnTo>
                  <a:pt x="56131" y="10167"/>
                </a:lnTo>
                <a:cubicBezTo>
                  <a:pt x="55988" y="9594"/>
                  <a:pt x="55845" y="9021"/>
                  <a:pt x="55627" y="8305"/>
                </a:cubicBezTo>
                <a:lnTo>
                  <a:pt x="55627" y="8305"/>
                </a:lnTo>
                <a:cubicBezTo>
                  <a:pt x="55770" y="8947"/>
                  <a:pt x="55845" y="9663"/>
                  <a:pt x="55845" y="10378"/>
                </a:cubicBezTo>
                <a:lnTo>
                  <a:pt x="55559" y="10665"/>
                </a:lnTo>
                <a:cubicBezTo>
                  <a:pt x="55415" y="10310"/>
                  <a:pt x="55272" y="10023"/>
                  <a:pt x="55054" y="9737"/>
                </a:cubicBezTo>
                <a:lnTo>
                  <a:pt x="55054" y="9737"/>
                </a:lnTo>
                <a:cubicBezTo>
                  <a:pt x="55198" y="10023"/>
                  <a:pt x="55341" y="10378"/>
                  <a:pt x="55484" y="10739"/>
                </a:cubicBezTo>
                <a:cubicBezTo>
                  <a:pt x="55341" y="10883"/>
                  <a:pt x="55129" y="11094"/>
                  <a:pt x="54986" y="11312"/>
                </a:cubicBezTo>
                <a:cubicBezTo>
                  <a:pt x="54986" y="11169"/>
                  <a:pt x="54911" y="11094"/>
                  <a:pt x="54911" y="11026"/>
                </a:cubicBezTo>
                <a:cubicBezTo>
                  <a:pt x="54911" y="11026"/>
                  <a:pt x="54911" y="10951"/>
                  <a:pt x="54843" y="10951"/>
                </a:cubicBezTo>
                <a:cubicBezTo>
                  <a:pt x="54911" y="10739"/>
                  <a:pt x="54911" y="10453"/>
                  <a:pt x="54911" y="10167"/>
                </a:cubicBezTo>
                <a:cubicBezTo>
                  <a:pt x="54986" y="10092"/>
                  <a:pt x="55054" y="9949"/>
                  <a:pt x="55054" y="9949"/>
                </a:cubicBezTo>
                <a:lnTo>
                  <a:pt x="55054" y="9949"/>
                </a:lnTo>
                <a:lnTo>
                  <a:pt x="54986" y="10023"/>
                </a:lnTo>
                <a:cubicBezTo>
                  <a:pt x="54986" y="9806"/>
                  <a:pt x="54986" y="9594"/>
                  <a:pt x="55054" y="9376"/>
                </a:cubicBezTo>
                <a:lnTo>
                  <a:pt x="55054" y="9376"/>
                </a:lnTo>
                <a:cubicBezTo>
                  <a:pt x="54843" y="9594"/>
                  <a:pt x="54768" y="9949"/>
                  <a:pt x="54625" y="10310"/>
                </a:cubicBezTo>
                <a:cubicBezTo>
                  <a:pt x="54556" y="10310"/>
                  <a:pt x="54556" y="10235"/>
                  <a:pt x="54556" y="10235"/>
                </a:cubicBezTo>
                <a:lnTo>
                  <a:pt x="54339" y="9806"/>
                </a:lnTo>
                <a:cubicBezTo>
                  <a:pt x="54339" y="9307"/>
                  <a:pt x="54413" y="8803"/>
                  <a:pt x="54482" y="8231"/>
                </a:cubicBezTo>
                <a:lnTo>
                  <a:pt x="54482" y="8231"/>
                </a:lnTo>
                <a:cubicBezTo>
                  <a:pt x="54339" y="8448"/>
                  <a:pt x="54195" y="8878"/>
                  <a:pt x="54052" y="9307"/>
                </a:cubicBezTo>
                <a:lnTo>
                  <a:pt x="54052" y="9233"/>
                </a:lnTo>
                <a:lnTo>
                  <a:pt x="54127" y="9021"/>
                </a:lnTo>
                <a:lnTo>
                  <a:pt x="54127" y="9021"/>
                </a:lnTo>
                <a:cubicBezTo>
                  <a:pt x="54127" y="9021"/>
                  <a:pt x="54052" y="9164"/>
                  <a:pt x="53983" y="9164"/>
                </a:cubicBezTo>
                <a:lnTo>
                  <a:pt x="53766" y="9376"/>
                </a:lnTo>
                <a:cubicBezTo>
                  <a:pt x="53840" y="8735"/>
                  <a:pt x="53840" y="8087"/>
                  <a:pt x="53909" y="7303"/>
                </a:cubicBezTo>
                <a:lnTo>
                  <a:pt x="53909" y="7303"/>
                </a:lnTo>
                <a:cubicBezTo>
                  <a:pt x="53623" y="7801"/>
                  <a:pt x="53411" y="8878"/>
                  <a:pt x="53267" y="9880"/>
                </a:cubicBezTo>
                <a:lnTo>
                  <a:pt x="53193" y="9949"/>
                </a:lnTo>
                <a:cubicBezTo>
                  <a:pt x="53193" y="9949"/>
                  <a:pt x="53124" y="9949"/>
                  <a:pt x="53124" y="9880"/>
                </a:cubicBezTo>
                <a:cubicBezTo>
                  <a:pt x="53193" y="9090"/>
                  <a:pt x="53267" y="8162"/>
                  <a:pt x="53336" y="7160"/>
                </a:cubicBezTo>
                <a:lnTo>
                  <a:pt x="53336" y="7160"/>
                </a:lnTo>
                <a:cubicBezTo>
                  <a:pt x="53050" y="7658"/>
                  <a:pt x="52838" y="8660"/>
                  <a:pt x="52695" y="9663"/>
                </a:cubicBezTo>
                <a:lnTo>
                  <a:pt x="52477" y="9880"/>
                </a:lnTo>
                <a:lnTo>
                  <a:pt x="52265" y="10092"/>
                </a:lnTo>
                <a:cubicBezTo>
                  <a:pt x="52334" y="9376"/>
                  <a:pt x="52408" y="8517"/>
                  <a:pt x="52477" y="7658"/>
                </a:cubicBezTo>
                <a:lnTo>
                  <a:pt x="52477" y="7658"/>
                </a:lnTo>
                <a:cubicBezTo>
                  <a:pt x="52191" y="8087"/>
                  <a:pt x="51979" y="9021"/>
                  <a:pt x="51836" y="9949"/>
                </a:cubicBezTo>
                <a:cubicBezTo>
                  <a:pt x="51761" y="9880"/>
                  <a:pt x="51692" y="9806"/>
                  <a:pt x="51692" y="9737"/>
                </a:cubicBezTo>
                <a:cubicBezTo>
                  <a:pt x="51549" y="9451"/>
                  <a:pt x="51475" y="9164"/>
                  <a:pt x="51332" y="8878"/>
                </a:cubicBezTo>
                <a:cubicBezTo>
                  <a:pt x="51618" y="8162"/>
                  <a:pt x="51904" y="7372"/>
                  <a:pt x="52122" y="6799"/>
                </a:cubicBezTo>
                <a:cubicBezTo>
                  <a:pt x="52408" y="6157"/>
                  <a:pt x="52551" y="5728"/>
                  <a:pt x="52552" y="5728"/>
                </a:cubicBezTo>
                <a:lnTo>
                  <a:pt x="52552" y="5728"/>
                </a:lnTo>
                <a:cubicBezTo>
                  <a:pt x="52551" y="5728"/>
                  <a:pt x="52334" y="6014"/>
                  <a:pt x="51979" y="6444"/>
                </a:cubicBezTo>
                <a:cubicBezTo>
                  <a:pt x="51979" y="6369"/>
                  <a:pt x="52047" y="6226"/>
                  <a:pt x="52047" y="6226"/>
                </a:cubicBezTo>
                <a:lnTo>
                  <a:pt x="52047" y="6226"/>
                </a:lnTo>
                <a:cubicBezTo>
                  <a:pt x="52047" y="6226"/>
                  <a:pt x="51406" y="6873"/>
                  <a:pt x="50833" y="7801"/>
                </a:cubicBezTo>
                <a:cubicBezTo>
                  <a:pt x="50616" y="8087"/>
                  <a:pt x="50472" y="8374"/>
                  <a:pt x="50329" y="8660"/>
                </a:cubicBezTo>
                <a:cubicBezTo>
                  <a:pt x="50616" y="7944"/>
                  <a:pt x="50902" y="7085"/>
                  <a:pt x="51120" y="6512"/>
                </a:cubicBezTo>
                <a:cubicBezTo>
                  <a:pt x="51406" y="5940"/>
                  <a:pt x="51549" y="5510"/>
                  <a:pt x="51549" y="5510"/>
                </a:cubicBezTo>
                <a:lnTo>
                  <a:pt x="51549" y="5510"/>
                </a:lnTo>
                <a:cubicBezTo>
                  <a:pt x="51549" y="5510"/>
                  <a:pt x="50547" y="6587"/>
                  <a:pt x="49900" y="7801"/>
                </a:cubicBezTo>
                <a:lnTo>
                  <a:pt x="49900" y="7732"/>
                </a:lnTo>
                <a:cubicBezTo>
                  <a:pt x="50043" y="7446"/>
                  <a:pt x="50260" y="7085"/>
                  <a:pt x="50260" y="7085"/>
                </a:cubicBezTo>
                <a:lnTo>
                  <a:pt x="50260" y="7085"/>
                </a:lnTo>
                <a:cubicBezTo>
                  <a:pt x="50260" y="7085"/>
                  <a:pt x="50043" y="7228"/>
                  <a:pt x="49831" y="7515"/>
                </a:cubicBezTo>
                <a:cubicBezTo>
                  <a:pt x="49613" y="7732"/>
                  <a:pt x="49401" y="7944"/>
                  <a:pt x="49184" y="8231"/>
                </a:cubicBezTo>
                <a:cubicBezTo>
                  <a:pt x="49184" y="8231"/>
                  <a:pt x="49184" y="8162"/>
                  <a:pt x="49115" y="8087"/>
                </a:cubicBezTo>
                <a:cubicBezTo>
                  <a:pt x="49041" y="7515"/>
                  <a:pt x="48897" y="6873"/>
                  <a:pt x="48685" y="6014"/>
                </a:cubicBezTo>
                <a:cubicBezTo>
                  <a:pt x="48829" y="5728"/>
                  <a:pt x="49040" y="5224"/>
                  <a:pt x="49041" y="5224"/>
                </a:cubicBezTo>
                <a:lnTo>
                  <a:pt x="49041" y="5224"/>
                </a:lnTo>
                <a:cubicBezTo>
                  <a:pt x="49040" y="5224"/>
                  <a:pt x="48754" y="5510"/>
                  <a:pt x="48611" y="5728"/>
                </a:cubicBezTo>
                <a:cubicBezTo>
                  <a:pt x="48543" y="5585"/>
                  <a:pt x="48542" y="5369"/>
                  <a:pt x="48469" y="5226"/>
                </a:cubicBezTo>
                <a:lnTo>
                  <a:pt x="48469" y="5226"/>
                </a:lnTo>
                <a:cubicBezTo>
                  <a:pt x="48542" y="5369"/>
                  <a:pt x="48542" y="5585"/>
                  <a:pt x="48542" y="5728"/>
                </a:cubicBezTo>
                <a:lnTo>
                  <a:pt x="48399" y="6014"/>
                </a:lnTo>
                <a:cubicBezTo>
                  <a:pt x="48325" y="5940"/>
                  <a:pt x="48325" y="5796"/>
                  <a:pt x="48325" y="5728"/>
                </a:cubicBezTo>
                <a:lnTo>
                  <a:pt x="48325" y="6014"/>
                </a:lnTo>
                <a:cubicBezTo>
                  <a:pt x="48181" y="6226"/>
                  <a:pt x="48038" y="6369"/>
                  <a:pt x="47895" y="6587"/>
                </a:cubicBezTo>
                <a:cubicBezTo>
                  <a:pt x="47826" y="6157"/>
                  <a:pt x="47683" y="5585"/>
                  <a:pt x="47540" y="5012"/>
                </a:cubicBezTo>
                <a:lnTo>
                  <a:pt x="47540" y="5012"/>
                </a:lnTo>
                <a:cubicBezTo>
                  <a:pt x="47609" y="5585"/>
                  <a:pt x="47683" y="6226"/>
                  <a:pt x="47752" y="6873"/>
                </a:cubicBezTo>
                <a:cubicBezTo>
                  <a:pt x="47465" y="7372"/>
                  <a:pt x="47110" y="7876"/>
                  <a:pt x="46967" y="8448"/>
                </a:cubicBezTo>
                <a:cubicBezTo>
                  <a:pt x="46967" y="8591"/>
                  <a:pt x="46893" y="8735"/>
                  <a:pt x="46824" y="8878"/>
                </a:cubicBezTo>
                <a:cubicBezTo>
                  <a:pt x="46824" y="8878"/>
                  <a:pt x="46824" y="8947"/>
                  <a:pt x="46749" y="8947"/>
                </a:cubicBezTo>
                <a:cubicBezTo>
                  <a:pt x="46824" y="8591"/>
                  <a:pt x="46824" y="8231"/>
                  <a:pt x="46893" y="7876"/>
                </a:cubicBezTo>
                <a:lnTo>
                  <a:pt x="46893" y="7876"/>
                </a:lnTo>
                <a:cubicBezTo>
                  <a:pt x="46824" y="8019"/>
                  <a:pt x="46681" y="8231"/>
                  <a:pt x="46606" y="8374"/>
                </a:cubicBezTo>
                <a:cubicBezTo>
                  <a:pt x="46538" y="7876"/>
                  <a:pt x="46394" y="7303"/>
                  <a:pt x="46177" y="6587"/>
                </a:cubicBezTo>
                <a:lnTo>
                  <a:pt x="46177" y="6587"/>
                </a:lnTo>
                <a:cubicBezTo>
                  <a:pt x="46320" y="7303"/>
                  <a:pt x="46394" y="8231"/>
                  <a:pt x="46463" y="9090"/>
                </a:cubicBezTo>
                <a:cubicBezTo>
                  <a:pt x="46394" y="9164"/>
                  <a:pt x="46394" y="9233"/>
                  <a:pt x="46394" y="9376"/>
                </a:cubicBezTo>
                <a:lnTo>
                  <a:pt x="46320" y="9376"/>
                </a:lnTo>
                <a:cubicBezTo>
                  <a:pt x="46251" y="9307"/>
                  <a:pt x="46251" y="9233"/>
                  <a:pt x="46251" y="9164"/>
                </a:cubicBezTo>
                <a:cubicBezTo>
                  <a:pt x="46251" y="8878"/>
                  <a:pt x="46320" y="8591"/>
                  <a:pt x="46320" y="8305"/>
                </a:cubicBezTo>
                <a:lnTo>
                  <a:pt x="46320" y="8305"/>
                </a:lnTo>
                <a:lnTo>
                  <a:pt x="46108" y="8735"/>
                </a:lnTo>
                <a:cubicBezTo>
                  <a:pt x="46034" y="8517"/>
                  <a:pt x="45965" y="8305"/>
                  <a:pt x="45890" y="8162"/>
                </a:cubicBezTo>
                <a:lnTo>
                  <a:pt x="45890" y="8374"/>
                </a:lnTo>
                <a:lnTo>
                  <a:pt x="45890" y="8803"/>
                </a:lnTo>
                <a:lnTo>
                  <a:pt x="45890" y="9307"/>
                </a:lnTo>
                <a:cubicBezTo>
                  <a:pt x="45890" y="9307"/>
                  <a:pt x="45890" y="9234"/>
                  <a:pt x="45823" y="9165"/>
                </a:cubicBezTo>
                <a:lnTo>
                  <a:pt x="45823" y="9165"/>
                </a:lnTo>
                <a:cubicBezTo>
                  <a:pt x="45890" y="9234"/>
                  <a:pt x="45890" y="9308"/>
                  <a:pt x="45890" y="9376"/>
                </a:cubicBezTo>
                <a:lnTo>
                  <a:pt x="45890" y="9519"/>
                </a:lnTo>
                <a:cubicBezTo>
                  <a:pt x="45890" y="9451"/>
                  <a:pt x="45822" y="9307"/>
                  <a:pt x="45822" y="9164"/>
                </a:cubicBezTo>
                <a:cubicBezTo>
                  <a:pt x="45747" y="8305"/>
                  <a:pt x="45535" y="7228"/>
                  <a:pt x="45174" y="5728"/>
                </a:cubicBezTo>
                <a:cubicBezTo>
                  <a:pt x="45249" y="5510"/>
                  <a:pt x="45249" y="5224"/>
                  <a:pt x="45249" y="5012"/>
                </a:cubicBezTo>
                <a:lnTo>
                  <a:pt x="45249" y="5012"/>
                </a:lnTo>
                <a:cubicBezTo>
                  <a:pt x="45249" y="5081"/>
                  <a:pt x="45174" y="5224"/>
                  <a:pt x="45106" y="5367"/>
                </a:cubicBezTo>
                <a:cubicBezTo>
                  <a:pt x="45174" y="5012"/>
                  <a:pt x="45174" y="4725"/>
                  <a:pt x="45174" y="4439"/>
                </a:cubicBezTo>
                <a:lnTo>
                  <a:pt x="45174" y="4439"/>
                </a:lnTo>
                <a:cubicBezTo>
                  <a:pt x="45106" y="4508"/>
                  <a:pt x="45031" y="4725"/>
                  <a:pt x="45031" y="4869"/>
                </a:cubicBezTo>
                <a:cubicBezTo>
                  <a:pt x="44962" y="4794"/>
                  <a:pt x="44962" y="4794"/>
                  <a:pt x="44962" y="4725"/>
                </a:cubicBezTo>
                <a:lnTo>
                  <a:pt x="44962" y="4937"/>
                </a:lnTo>
                <a:cubicBezTo>
                  <a:pt x="44676" y="5796"/>
                  <a:pt x="44458" y="7228"/>
                  <a:pt x="44315" y="8448"/>
                </a:cubicBezTo>
                <a:lnTo>
                  <a:pt x="43960" y="8803"/>
                </a:lnTo>
                <a:cubicBezTo>
                  <a:pt x="44029" y="7589"/>
                  <a:pt x="44172" y="6014"/>
                  <a:pt x="44315" y="4221"/>
                </a:cubicBezTo>
                <a:lnTo>
                  <a:pt x="44315" y="4221"/>
                </a:lnTo>
                <a:cubicBezTo>
                  <a:pt x="43886" y="5012"/>
                  <a:pt x="43599" y="6730"/>
                  <a:pt x="43387" y="8305"/>
                </a:cubicBezTo>
                <a:cubicBezTo>
                  <a:pt x="43387" y="8231"/>
                  <a:pt x="43313" y="8162"/>
                  <a:pt x="43313" y="8088"/>
                </a:cubicBezTo>
                <a:lnTo>
                  <a:pt x="43313" y="8088"/>
                </a:lnTo>
                <a:cubicBezTo>
                  <a:pt x="43313" y="8163"/>
                  <a:pt x="43387" y="8305"/>
                  <a:pt x="43387" y="8374"/>
                </a:cubicBezTo>
                <a:cubicBezTo>
                  <a:pt x="43387" y="8591"/>
                  <a:pt x="43313" y="8878"/>
                  <a:pt x="43313" y="9090"/>
                </a:cubicBezTo>
                <a:cubicBezTo>
                  <a:pt x="43244" y="8947"/>
                  <a:pt x="43244" y="8878"/>
                  <a:pt x="43170" y="8735"/>
                </a:cubicBezTo>
                <a:lnTo>
                  <a:pt x="42740" y="7446"/>
                </a:lnTo>
                <a:cubicBezTo>
                  <a:pt x="42815" y="6942"/>
                  <a:pt x="42815" y="6369"/>
                  <a:pt x="42883" y="5796"/>
                </a:cubicBezTo>
                <a:lnTo>
                  <a:pt x="42883" y="5796"/>
                </a:lnTo>
                <a:cubicBezTo>
                  <a:pt x="42740" y="6014"/>
                  <a:pt x="42671" y="6369"/>
                  <a:pt x="42528" y="6799"/>
                </a:cubicBezTo>
                <a:cubicBezTo>
                  <a:pt x="42385" y="6300"/>
                  <a:pt x="42167" y="5796"/>
                  <a:pt x="41881" y="5298"/>
                </a:cubicBezTo>
                <a:lnTo>
                  <a:pt x="41881" y="5298"/>
                </a:lnTo>
                <a:cubicBezTo>
                  <a:pt x="42099" y="5728"/>
                  <a:pt x="42242" y="6157"/>
                  <a:pt x="42311" y="6656"/>
                </a:cubicBezTo>
                <a:cubicBezTo>
                  <a:pt x="42167" y="6083"/>
                  <a:pt x="41881" y="5510"/>
                  <a:pt x="41669" y="4937"/>
                </a:cubicBezTo>
                <a:cubicBezTo>
                  <a:pt x="41669" y="4582"/>
                  <a:pt x="41669" y="4296"/>
                  <a:pt x="41738" y="3935"/>
                </a:cubicBezTo>
                <a:lnTo>
                  <a:pt x="41738" y="3935"/>
                </a:lnTo>
                <a:cubicBezTo>
                  <a:pt x="41526" y="4296"/>
                  <a:pt x="41383" y="4937"/>
                  <a:pt x="41240" y="5653"/>
                </a:cubicBezTo>
                <a:cubicBezTo>
                  <a:pt x="41096" y="5298"/>
                  <a:pt x="40879" y="4869"/>
                  <a:pt x="40735" y="4508"/>
                </a:cubicBezTo>
                <a:lnTo>
                  <a:pt x="40735" y="4508"/>
                </a:lnTo>
                <a:cubicBezTo>
                  <a:pt x="40879" y="4937"/>
                  <a:pt x="41022" y="5441"/>
                  <a:pt x="41165" y="5940"/>
                </a:cubicBezTo>
                <a:cubicBezTo>
                  <a:pt x="40953" y="6942"/>
                  <a:pt x="40810" y="8087"/>
                  <a:pt x="40735" y="9090"/>
                </a:cubicBezTo>
                <a:cubicBezTo>
                  <a:pt x="40667" y="9021"/>
                  <a:pt x="40667" y="8947"/>
                  <a:pt x="40667" y="8878"/>
                </a:cubicBezTo>
                <a:cubicBezTo>
                  <a:pt x="40667" y="8517"/>
                  <a:pt x="40735" y="8087"/>
                  <a:pt x="40735" y="7732"/>
                </a:cubicBezTo>
                <a:lnTo>
                  <a:pt x="40735" y="7732"/>
                </a:lnTo>
                <a:cubicBezTo>
                  <a:pt x="40667" y="7876"/>
                  <a:pt x="40592" y="8087"/>
                  <a:pt x="40524" y="8305"/>
                </a:cubicBezTo>
                <a:cubicBezTo>
                  <a:pt x="40452" y="8167"/>
                  <a:pt x="40385" y="8029"/>
                  <a:pt x="40381" y="7891"/>
                </a:cubicBezTo>
                <a:lnTo>
                  <a:pt x="40381" y="7891"/>
                </a:lnTo>
                <a:cubicBezTo>
                  <a:pt x="40683" y="7191"/>
                  <a:pt x="40953" y="6656"/>
                  <a:pt x="40953" y="6656"/>
                </a:cubicBezTo>
                <a:lnTo>
                  <a:pt x="40953" y="6656"/>
                </a:lnTo>
                <a:cubicBezTo>
                  <a:pt x="40953" y="6656"/>
                  <a:pt x="40449" y="7085"/>
                  <a:pt x="40020" y="7658"/>
                </a:cubicBezTo>
                <a:cubicBezTo>
                  <a:pt x="39808" y="7160"/>
                  <a:pt x="39590" y="6587"/>
                  <a:pt x="39304" y="6083"/>
                </a:cubicBezTo>
                <a:lnTo>
                  <a:pt x="39304" y="6083"/>
                </a:lnTo>
                <a:cubicBezTo>
                  <a:pt x="39521" y="6587"/>
                  <a:pt x="39664" y="7228"/>
                  <a:pt x="39876" y="7876"/>
                </a:cubicBezTo>
                <a:cubicBezTo>
                  <a:pt x="39733" y="8019"/>
                  <a:pt x="39590" y="8162"/>
                  <a:pt x="39521" y="8374"/>
                </a:cubicBezTo>
                <a:cubicBezTo>
                  <a:pt x="39235" y="7085"/>
                  <a:pt x="38805" y="5585"/>
                  <a:pt x="38158" y="4221"/>
                </a:cubicBezTo>
                <a:lnTo>
                  <a:pt x="38158" y="4221"/>
                </a:lnTo>
                <a:cubicBezTo>
                  <a:pt x="38376" y="4937"/>
                  <a:pt x="38588" y="5796"/>
                  <a:pt x="38805" y="6656"/>
                </a:cubicBezTo>
                <a:cubicBezTo>
                  <a:pt x="38731" y="6730"/>
                  <a:pt x="38301" y="7160"/>
                  <a:pt x="37872" y="7732"/>
                </a:cubicBezTo>
                <a:cubicBezTo>
                  <a:pt x="37728" y="7228"/>
                  <a:pt x="37660" y="6730"/>
                  <a:pt x="37442" y="6157"/>
                </a:cubicBezTo>
                <a:lnTo>
                  <a:pt x="37442" y="6157"/>
                </a:lnTo>
                <a:cubicBezTo>
                  <a:pt x="37585" y="6730"/>
                  <a:pt x="37660" y="7303"/>
                  <a:pt x="37660" y="7944"/>
                </a:cubicBezTo>
                <a:cubicBezTo>
                  <a:pt x="37373" y="8374"/>
                  <a:pt x="37156" y="8803"/>
                  <a:pt x="37013" y="9307"/>
                </a:cubicBezTo>
                <a:cubicBezTo>
                  <a:pt x="36944" y="9376"/>
                  <a:pt x="36944" y="9451"/>
                  <a:pt x="36944" y="9519"/>
                </a:cubicBezTo>
                <a:lnTo>
                  <a:pt x="36944" y="9451"/>
                </a:lnTo>
                <a:cubicBezTo>
                  <a:pt x="36944" y="8735"/>
                  <a:pt x="37013" y="8019"/>
                  <a:pt x="37087" y="7160"/>
                </a:cubicBezTo>
                <a:lnTo>
                  <a:pt x="37087" y="7160"/>
                </a:lnTo>
                <a:cubicBezTo>
                  <a:pt x="36944" y="7446"/>
                  <a:pt x="36801" y="7944"/>
                  <a:pt x="36657" y="8448"/>
                </a:cubicBezTo>
                <a:cubicBezTo>
                  <a:pt x="36583" y="8231"/>
                  <a:pt x="36514" y="7944"/>
                  <a:pt x="36440" y="7658"/>
                </a:cubicBezTo>
                <a:lnTo>
                  <a:pt x="36440" y="7658"/>
                </a:lnTo>
                <a:cubicBezTo>
                  <a:pt x="36514" y="8019"/>
                  <a:pt x="36514" y="8374"/>
                  <a:pt x="36583" y="8735"/>
                </a:cubicBezTo>
                <a:cubicBezTo>
                  <a:pt x="36583" y="8803"/>
                  <a:pt x="36583" y="8803"/>
                  <a:pt x="36514" y="8878"/>
                </a:cubicBezTo>
                <a:cubicBezTo>
                  <a:pt x="36440" y="8517"/>
                  <a:pt x="36297" y="8162"/>
                  <a:pt x="36228" y="7732"/>
                </a:cubicBezTo>
                <a:lnTo>
                  <a:pt x="36228" y="7732"/>
                </a:lnTo>
                <a:cubicBezTo>
                  <a:pt x="36297" y="8231"/>
                  <a:pt x="36371" y="8735"/>
                  <a:pt x="36440" y="9307"/>
                </a:cubicBezTo>
                <a:cubicBezTo>
                  <a:pt x="36371" y="9376"/>
                  <a:pt x="36297" y="9519"/>
                  <a:pt x="36297" y="9594"/>
                </a:cubicBezTo>
                <a:cubicBezTo>
                  <a:pt x="36153" y="9233"/>
                  <a:pt x="36085" y="8878"/>
                  <a:pt x="35941" y="8517"/>
                </a:cubicBezTo>
                <a:cubicBezTo>
                  <a:pt x="35941" y="8374"/>
                  <a:pt x="35941" y="8231"/>
                  <a:pt x="36010" y="8087"/>
                </a:cubicBezTo>
                <a:cubicBezTo>
                  <a:pt x="36228" y="7589"/>
                  <a:pt x="36371" y="7303"/>
                  <a:pt x="36371" y="7303"/>
                </a:cubicBezTo>
                <a:lnTo>
                  <a:pt x="36371" y="7303"/>
                </a:lnTo>
                <a:cubicBezTo>
                  <a:pt x="36371" y="7303"/>
                  <a:pt x="36228" y="7446"/>
                  <a:pt x="36010" y="7589"/>
                </a:cubicBezTo>
                <a:cubicBezTo>
                  <a:pt x="36010" y="7446"/>
                  <a:pt x="36010" y="7228"/>
                  <a:pt x="36085" y="7016"/>
                </a:cubicBezTo>
                <a:cubicBezTo>
                  <a:pt x="36514" y="5797"/>
                  <a:pt x="37012" y="4651"/>
                  <a:pt x="37013" y="4651"/>
                </a:cubicBezTo>
                <a:lnTo>
                  <a:pt x="37013" y="4651"/>
                </a:lnTo>
                <a:cubicBezTo>
                  <a:pt x="37012" y="4651"/>
                  <a:pt x="36869" y="4794"/>
                  <a:pt x="36657" y="5080"/>
                </a:cubicBezTo>
                <a:cubicBezTo>
                  <a:pt x="36726" y="4937"/>
                  <a:pt x="36801" y="4725"/>
                  <a:pt x="36801" y="4725"/>
                </a:cubicBezTo>
                <a:lnTo>
                  <a:pt x="36801" y="4725"/>
                </a:lnTo>
                <a:cubicBezTo>
                  <a:pt x="36801" y="4725"/>
                  <a:pt x="36657" y="4869"/>
                  <a:pt x="36440" y="5155"/>
                </a:cubicBezTo>
                <a:cubicBezTo>
                  <a:pt x="36583" y="4794"/>
                  <a:pt x="36801" y="4296"/>
                  <a:pt x="36801" y="4296"/>
                </a:cubicBezTo>
                <a:lnTo>
                  <a:pt x="36801" y="4296"/>
                </a:lnTo>
                <a:cubicBezTo>
                  <a:pt x="36800" y="4296"/>
                  <a:pt x="35867" y="5224"/>
                  <a:pt x="35226" y="6444"/>
                </a:cubicBezTo>
                <a:cubicBezTo>
                  <a:pt x="35151" y="6301"/>
                  <a:pt x="35151" y="6226"/>
                  <a:pt x="35082" y="6083"/>
                </a:cubicBezTo>
                <a:lnTo>
                  <a:pt x="35082" y="6083"/>
                </a:lnTo>
                <a:cubicBezTo>
                  <a:pt x="35151" y="6226"/>
                  <a:pt x="35151" y="6369"/>
                  <a:pt x="35151" y="6444"/>
                </a:cubicBezTo>
                <a:cubicBezTo>
                  <a:pt x="35008" y="6799"/>
                  <a:pt x="34796" y="7160"/>
                  <a:pt x="34722" y="7515"/>
                </a:cubicBezTo>
                <a:cubicBezTo>
                  <a:pt x="34653" y="7801"/>
                  <a:pt x="34510" y="8231"/>
                  <a:pt x="34435" y="8660"/>
                </a:cubicBezTo>
                <a:cubicBezTo>
                  <a:pt x="34435" y="8231"/>
                  <a:pt x="34510" y="7801"/>
                  <a:pt x="34510" y="7372"/>
                </a:cubicBezTo>
                <a:lnTo>
                  <a:pt x="34578" y="7228"/>
                </a:lnTo>
                <a:lnTo>
                  <a:pt x="34510" y="7303"/>
                </a:lnTo>
                <a:cubicBezTo>
                  <a:pt x="34578" y="6873"/>
                  <a:pt x="34578" y="6369"/>
                  <a:pt x="34653" y="5871"/>
                </a:cubicBezTo>
                <a:cubicBezTo>
                  <a:pt x="34721" y="5797"/>
                  <a:pt x="34722" y="5655"/>
                  <a:pt x="34722" y="5653"/>
                </a:cubicBezTo>
                <a:lnTo>
                  <a:pt x="34722" y="5653"/>
                </a:lnTo>
                <a:cubicBezTo>
                  <a:pt x="34722" y="5654"/>
                  <a:pt x="34721" y="5728"/>
                  <a:pt x="34653" y="5728"/>
                </a:cubicBezTo>
                <a:lnTo>
                  <a:pt x="34653" y="5510"/>
                </a:lnTo>
                <a:cubicBezTo>
                  <a:pt x="34653" y="5585"/>
                  <a:pt x="34578" y="5728"/>
                  <a:pt x="34510" y="5871"/>
                </a:cubicBezTo>
                <a:cubicBezTo>
                  <a:pt x="34366" y="6014"/>
                  <a:pt x="34223" y="6226"/>
                  <a:pt x="34006" y="6512"/>
                </a:cubicBezTo>
                <a:cubicBezTo>
                  <a:pt x="33937" y="6444"/>
                  <a:pt x="33937" y="6369"/>
                  <a:pt x="33937" y="6369"/>
                </a:cubicBezTo>
                <a:lnTo>
                  <a:pt x="34080" y="6083"/>
                </a:lnTo>
                <a:lnTo>
                  <a:pt x="33937" y="6226"/>
                </a:lnTo>
                <a:cubicBezTo>
                  <a:pt x="33794" y="5653"/>
                  <a:pt x="33650" y="4937"/>
                  <a:pt x="33433" y="4221"/>
                </a:cubicBezTo>
                <a:lnTo>
                  <a:pt x="33433" y="4221"/>
                </a:lnTo>
                <a:cubicBezTo>
                  <a:pt x="33576" y="4869"/>
                  <a:pt x="33650" y="5728"/>
                  <a:pt x="33650" y="6512"/>
                </a:cubicBezTo>
                <a:cubicBezTo>
                  <a:pt x="33650" y="6587"/>
                  <a:pt x="33576" y="6587"/>
                  <a:pt x="33507" y="6656"/>
                </a:cubicBezTo>
                <a:cubicBezTo>
                  <a:pt x="33433" y="6157"/>
                  <a:pt x="33290" y="5585"/>
                  <a:pt x="33146" y="4937"/>
                </a:cubicBezTo>
                <a:cubicBezTo>
                  <a:pt x="33290" y="4508"/>
                  <a:pt x="33364" y="4365"/>
                  <a:pt x="33433" y="4221"/>
                </a:cubicBezTo>
                <a:lnTo>
                  <a:pt x="33507" y="4078"/>
                </a:lnTo>
                <a:lnTo>
                  <a:pt x="33433" y="4153"/>
                </a:lnTo>
                <a:cubicBezTo>
                  <a:pt x="33364" y="4221"/>
                  <a:pt x="33290" y="4365"/>
                  <a:pt x="33078" y="4582"/>
                </a:cubicBezTo>
                <a:cubicBezTo>
                  <a:pt x="33004" y="4508"/>
                  <a:pt x="33003" y="4366"/>
                  <a:pt x="32935" y="4223"/>
                </a:cubicBezTo>
                <a:lnTo>
                  <a:pt x="32935" y="4223"/>
                </a:lnTo>
                <a:cubicBezTo>
                  <a:pt x="33003" y="4366"/>
                  <a:pt x="33003" y="4508"/>
                  <a:pt x="33003" y="4651"/>
                </a:cubicBezTo>
                <a:lnTo>
                  <a:pt x="32934" y="4725"/>
                </a:lnTo>
                <a:cubicBezTo>
                  <a:pt x="32860" y="4439"/>
                  <a:pt x="32791" y="4153"/>
                  <a:pt x="32648" y="3792"/>
                </a:cubicBezTo>
                <a:lnTo>
                  <a:pt x="32648" y="3792"/>
                </a:lnTo>
                <a:cubicBezTo>
                  <a:pt x="32717" y="4078"/>
                  <a:pt x="32791" y="4508"/>
                  <a:pt x="32860" y="4869"/>
                </a:cubicBezTo>
                <a:cubicBezTo>
                  <a:pt x="32574" y="5155"/>
                  <a:pt x="32287" y="5585"/>
                  <a:pt x="32075" y="6014"/>
                </a:cubicBezTo>
                <a:lnTo>
                  <a:pt x="32075" y="5441"/>
                </a:lnTo>
                <a:cubicBezTo>
                  <a:pt x="32001" y="5585"/>
                  <a:pt x="31932" y="5871"/>
                  <a:pt x="31789" y="6157"/>
                </a:cubicBezTo>
                <a:cubicBezTo>
                  <a:pt x="31715" y="6014"/>
                  <a:pt x="31715" y="5871"/>
                  <a:pt x="31646" y="5728"/>
                </a:cubicBezTo>
                <a:lnTo>
                  <a:pt x="31646" y="5728"/>
                </a:lnTo>
                <a:cubicBezTo>
                  <a:pt x="31646" y="5871"/>
                  <a:pt x="31715" y="6083"/>
                  <a:pt x="31789" y="6226"/>
                </a:cubicBezTo>
                <a:cubicBezTo>
                  <a:pt x="31789" y="6369"/>
                  <a:pt x="31715" y="6512"/>
                  <a:pt x="31646" y="6730"/>
                </a:cubicBezTo>
                <a:cubicBezTo>
                  <a:pt x="31646" y="6799"/>
                  <a:pt x="31571" y="6942"/>
                  <a:pt x="31571" y="7016"/>
                </a:cubicBezTo>
                <a:cubicBezTo>
                  <a:pt x="31428" y="6444"/>
                  <a:pt x="31285" y="5871"/>
                  <a:pt x="31073" y="5155"/>
                </a:cubicBezTo>
                <a:lnTo>
                  <a:pt x="31073" y="5155"/>
                </a:lnTo>
                <a:cubicBezTo>
                  <a:pt x="31216" y="5728"/>
                  <a:pt x="31285" y="6444"/>
                  <a:pt x="31285" y="7085"/>
                </a:cubicBezTo>
                <a:cubicBezTo>
                  <a:pt x="31285" y="7016"/>
                  <a:pt x="31216" y="6873"/>
                  <a:pt x="31142" y="6730"/>
                </a:cubicBezTo>
                <a:lnTo>
                  <a:pt x="31142" y="6730"/>
                </a:lnTo>
                <a:cubicBezTo>
                  <a:pt x="31142" y="7016"/>
                  <a:pt x="31216" y="7372"/>
                  <a:pt x="31216" y="7732"/>
                </a:cubicBezTo>
                <a:cubicBezTo>
                  <a:pt x="31073" y="7085"/>
                  <a:pt x="30930" y="6444"/>
                  <a:pt x="30643" y="5653"/>
                </a:cubicBezTo>
                <a:lnTo>
                  <a:pt x="30643" y="5653"/>
                </a:lnTo>
                <a:cubicBezTo>
                  <a:pt x="30787" y="6157"/>
                  <a:pt x="30855" y="6730"/>
                  <a:pt x="30855" y="7372"/>
                </a:cubicBezTo>
                <a:cubicBezTo>
                  <a:pt x="30787" y="7228"/>
                  <a:pt x="30787" y="7016"/>
                  <a:pt x="30712" y="6799"/>
                </a:cubicBezTo>
                <a:lnTo>
                  <a:pt x="30712" y="6799"/>
                </a:lnTo>
                <a:cubicBezTo>
                  <a:pt x="30712" y="7016"/>
                  <a:pt x="30787" y="7303"/>
                  <a:pt x="30787" y="7515"/>
                </a:cubicBezTo>
                <a:cubicBezTo>
                  <a:pt x="30787" y="7449"/>
                  <a:pt x="30720" y="7379"/>
                  <a:pt x="30654" y="7250"/>
                </a:cubicBezTo>
                <a:lnTo>
                  <a:pt x="30654" y="7250"/>
                </a:lnTo>
                <a:lnTo>
                  <a:pt x="30855" y="7658"/>
                </a:lnTo>
                <a:lnTo>
                  <a:pt x="30855" y="8087"/>
                </a:lnTo>
                <a:cubicBezTo>
                  <a:pt x="30787" y="7658"/>
                  <a:pt x="30643" y="7303"/>
                  <a:pt x="30500" y="6942"/>
                </a:cubicBezTo>
                <a:lnTo>
                  <a:pt x="30500" y="6942"/>
                </a:lnTo>
                <a:cubicBezTo>
                  <a:pt x="30569" y="7372"/>
                  <a:pt x="30569" y="7801"/>
                  <a:pt x="30569" y="8374"/>
                </a:cubicBezTo>
                <a:cubicBezTo>
                  <a:pt x="30500" y="7944"/>
                  <a:pt x="30426" y="7589"/>
                  <a:pt x="30283" y="7228"/>
                </a:cubicBezTo>
                <a:cubicBezTo>
                  <a:pt x="30357" y="6083"/>
                  <a:pt x="30426" y="4869"/>
                  <a:pt x="30569" y="3437"/>
                </a:cubicBezTo>
                <a:lnTo>
                  <a:pt x="30569" y="3437"/>
                </a:lnTo>
                <a:cubicBezTo>
                  <a:pt x="30283" y="3935"/>
                  <a:pt x="30071" y="4794"/>
                  <a:pt x="29928" y="5796"/>
                </a:cubicBezTo>
                <a:cubicBezTo>
                  <a:pt x="29853" y="5510"/>
                  <a:pt x="29784" y="5155"/>
                  <a:pt x="29710" y="4869"/>
                </a:cubicBezTo>
                <a:cubicBezTo>
                  <a:pt x="29784" y="4439"/>
                  <a:pt x="29784" y="3935"/>
                  <a:pt x="29853" y="3505"/>
                </a:cubicBezTo>
                <a:lnTo>
                  <a:pt x="29853" y="3505"/>
                </a:lnTo>
                <a:cubicBezTo>
                  <a:pt x="29784" y="3649"/>
                  <a:pt x="29641" y="3935"/>
                  <a:pt x="29567" y="4221"/>
                </a:cubicBezTo>
                <a:cubicBezTo>
                  <a:pt x="29498" y="4010"/>
                  <a:pt x="29498" y="3792"/>
                  <a:pt x="29424" y="3580"/>
                </a:cubicBezTo>
                <a:lnTo>
                  <a:pt x="29424" y="3580"/>
                </a:lnTo>
                <a:cubicBezTo>
                  <a:pt x="29498" y="3792"/>
                  <a:pt x="29498" y="4078"/>
                  <a:pt x="29567" y="4365"/>
                </a:cubicBezTo>
                <a:cubicBezTo>
                  <a:pt x="29432" y="4839"/>
                  <a:pt x="29297" y="5434"/>
                  <a:pt x="29163" y="6099"/>
                </a:cubicBezTo>
                <a:lnTo>
                  <a:pt x="29163" y="6099"/>
                </a:lnTo>
                <a:cubicBezTo>
                  <a:pt x="29145" y="6114"/>
                  <a:pt x="29139" y="6137"/>
                  <a:pt x="29138" y="6149"/>
                </a:cubicBezTo>
                <a:lnTo>
                  <a:pt x="29138" y="6149"/>
                </a:lnTo>
                <a:cubicBezTo>
                  <a:pt x="29212" y="5217"/>
                  <a:pt x="29281" y="4149"/>
                  <a:pt x="29355" y="3007"/>
                </a:cubicBezTo>
                <a:lnTo>
                  <a:pt x="29355" y="3007"/>
                </a:lnTo>
                <a:cubicBezTo>
                  <a:pt x="28994" y="3723"/>
                  <a:pt x="28708" y="5367"/>
                  <a:pt x="28496" y="7016"/>
                </a:cubicBezTo>
                <a:lnTo>
                  <a:pt x="28066" y="5510"/>
                </a:lnTo>
                <a:cubicBezTo>
                  <a:pt x="28066" y="5155"/>
                  <a:pt x="28135" y="4794"/>
                  <a:pt x="28135" y="4508"/>
                </a:cubicBezTo>
                <a:lnTo>
                  <a:pt x="28135" y="4508"/>
                </a:lnTo>
                <a:cubicBezTo>
                  <a:pt x="28066" y="4651"/>
                  <a:pt x="27992" y="4869"/>
                  <a:pt x="27923" y="5080"/>
                </a:cubicBezTo>
                <a:lnTo>
                  <a:pt x="27923" y="5012"/>
                </a:lnTo>
                <a:cubicBezTo>
                  <a:pt x="27705" y="4582"/>
                  <a:pt x="27562" y="4153"/>
                  <a:pt x="27350" y="3723"/>
                </a:cubicBezTo>
                <a:lnTo>
                  <a:pt x="27350" y="3723"/>
                </a:lnTo>
                <a:cubicBezTo>
                  <a:pt x="27493" y="4153"/>
                  <a:pt x="27636" y="4725"/>
                  <a:pt x="27780" y="5224"/>
                </a:cubicBezTo>
                <a:cubicBezTo>
                  <a:pt x="27705" y="5441"/>
                  <a:pt x="27636" y="5796"/>
                  <a:pt x="27493" y="6157"/>
                </a:cubicBezTo>
                <a:cubicBezTo>
                  <a:pt x="27493" y="6226"/>
                  <a:pt x="27493" y="6300"/>
                  <a:pt x="27419" y="6369"/>
                </a:cubicBezTo>
                <a:cubicBezTo>
                  <a:pt x="27207" y="5510"/>
                  <a:pt x="26846" y="4651"/>
                  <a:pt x="26416" y="3792"/>
                </a:cubicBezTo>
                <a:lnTo>
                  <a:pt x="26416" y="3792"/>
                </a:lnTo>
                <a:cubicBezTo>
                  <a:pt x="26777" y="4651"/>
                  <a:pt x="27064" y="5796"/>
                  <a:pt x="27207" y="7016"/>
                </a:cubicBezTo>
                <a:cubicBezTo>
                  <a:pt x="27207" y="7085"/>
                  <a:pt x="27132" y="7228"/>
                  <a:pt x="27132" y="7372"/>
                </a:cubicBezTo>
                <a:cubicBezTo>
                  <a:pt x="27064" y="7228"/>
                  <a:pt x="27064" y="7160"/>
                  <a:pt x="27064" y="7085"/>
                </a:cubicBezTo>
                <a:cubicBezTo>
                  <a:pt x="26921" y="6512"/>
                  <a:pt x="26777" y="6014"/>
                  <a:pt x="26560" y="5441"/>
                </a:cubicBezTo>
                <a:lnTo>
                  <a:pt x="26634" y="5367"/>
                </a:lnTo>
                <a:lnTo>
                  <a:pt x="26560" y="5367"/>
                </a:lnTo>
                <a:cubicBezTo>
                  <a:pt x="26491" y="5224"/>
                  <a:pt x="26416" y="5012"/>
                  <a:pt x="26416" y="4869"/>
                </a:cubicBezTo>
                <a:lnTo>
                  <a:pt x="26416" y="4725"/>
                </a:lnTo>
                <a:cubicBezTo>
                  <a:pt x="26416" y="4725"/>
                  <a:pt x="26416" y="4794"/>
                  <a:pt x="26348" y="4794"/>
                </a:cubicBezTo>
                <a:cubicBezTo>
                  <a:pt x="26273" y="4508"/>
                  <a:pt x="26130" y="4221"/>
                  <a:pt x="25987" y="3935"/>
                </a:cubicBezTo>
                <a:cubicBezTo>
                  <a:pt x="26061" y="3580"/>
                  <a:pt x="26061" y="3150"/>
                  <a:pt x="26130" y="2789"/>
                </a:cubicBezTo>
                <a:lnTo>
                  <a:pt x="26130" y="2789"/>
                </a:lnTo>
                <a:cubicBezTo>
                  <a:pt x="25987" y="3007"/>
                  <a:pt x="25918" y="3219"/>
                  <a:pt x="25844" y="3580"/>
                </a:cubicBezTo>
                <a:cubicBezTo>
                  <a:pt x="25632" y="4221"/>
                  <a:pt x="25489" y="5012"/>
                  <a:pt x="25345" y="5796"/>
                </a:cubicBezTo>
                <a:cubicBezTo>
                  <a:pt x="25202" y="5441"/>
                  <a:pt x="25059" y="5080"/>
                  <a:pt x="24916" y="4794"/>
                </a:cubicBezTo>
                <a:lnTo>
                  <a:pt x="24916" y="4794"/>
                </a:lnTo>
                <a:cubicBezTo>
                  <a:pt x="25059" y="5155"/>
                  <a:pt x="25202" y="5653"/>
                  <a:pt x="25345" y="6083"/>
                </a:cubicBezTo>
                <a:lnTo>
                  <a:pt x="25271" y="6157"/>
                </a:lnTo>
                <a:cubicBezTo>
                  <a:pt x="25128" y="5871"/>
                  <a:pt x="24985" y="5510"/>
                  <a:pt x="24841" y="5224"/>
                </a:cubicBezTo>
                <a:lnTo>
                  <a:pt x="24841" y="5224"/>
                </a:lnTo>
                <a:cubicBezTo>
                  <a:pt x="24985" y="5585"/>
                  <a:pt x="25059" y="5940"/>
                  <a:pt x="25202" y="6300"/>
                </a:cubicBezTo>
                <a:cubicBezTo>
                  <a:pt x="24985" y="6656"/>
                  <a:pt x="24773" y="7016"/>
                  <a:pt x="24629" y="7446"/>
                </a:cubicBezTo>
                <a:cubicBezTo>
                  <a:pt x="24412" y="7085"/>
                  <a:pt x="24269" y="6730"/>
                  <a:pt x="24057" y="6369"/>
                </a:cubicBezTo>
                <a:lnTo>
                  <a:pt x="24057" y="6369"/>
                </a:lnTo>
                <a:cubicBezTo>
                  <a:pt x="24200" y="6656"/>
                  <a:pt x="24343" y="7016"/>
                  <a:pt x="24412" y="7372"/>
                </a:cubicBezTo>
                <a:cubicBezTo>
                  <a:pt x="24343" y="7589"/>
                  <a:pt x="24200" y="7944"/>
                  <a:pt x="24057" y="8374"/>
                </a:cubicBezTo>
                <a:cubicBezTo>
                  <a:pt x="23982" y="7732"/>
                  <a:pt x="23839" y="7085"/>
                  <a:pt x="23627" y="6369"/>
                </a:cubicBezTo>
                <a:cubicBezTo>
                  <a:pt x="23839" y="5940"/>
                  <a:pt x="23982" y="5585"/>
                  <a:pt x="23982" y="5585"/>
                </a:cubicBezTo>
                <a:lnTo>
                  <a:pt x="23982" y="5585"/>
                </a:lnTo>
                <a:lnTo>
                  <a:pt x="23553" y="6014"/>
                </a:lnTo>
                <a:cubicBezTo>
                  <a:pt x="23266" y="5080"/>
                  <a:pt x="22911" y="4078"/>
                  <a:pt x="22482" y="3150"/>
                </a:cubicBezTo>
                <a:lnTo>
                  <a:pt x="22482" y="3150"/>
                </a:lnTo>
                <a:cubicBezTo>
                  <a:pt x="22768" y="3866"/>
                  <a:pt x="22980" y="4725"/>
                  <a:pt x="23123" y="5585"/>
                </a:cubicBezTo>
                <a:cubicBezTo>
                  <a:pt x="23054" y="5367"/>
                  <a:pt x="23054" y="5155"/>
                  <a:pt x="22980" y="4937"/>
                </a:cubicBezTo>
                <a:lnTo>
                  <a:pt x="22980" y="4937"/>
                </a:lnTo>
                <a:cubicBezTo>
                  <a:pt x="23054" y="5367"/>
                  <a:pt x="23123" y="5940"/>
                  <a:pt x="23198" y="6512"/>
                </a:cubicBezTo>
                <a:lnTo>
                  <a:pt x="23123" y="6512"/>
                </a:lnTo>
                <a:cubicBezTo>
                  <a:pt x="22980" y="5871"/>
                  <a:pt x="22837" y="5155"/>
                  <a:pt x="22625" y="4365"/>
                </a:cubicBezTo>
                <a:lnTo>
                  <a:pt x="22625" y="4365"/>
                </a:lnTo>
                <a:cubicBezTo>
                  <a:pt x="22768" y="5080"/>
                  <a:pt x="22837" y="6014"/>
                  <a:pt x="22837" y="6942"/>
                </a:cubicBezTo>
                <a:cubicBezTo>
                  <a:pt x="22837" y="7016"/>
                  <a:pt x="22768" y="7016"/>
                  <a:pt x="22768" y="7085"/>
                </a:cubicBezTo>
                <a:cubicBezTo>
                  <a:pt x="22625" y="6587"/>
                  <a:pt x="22482" y="6014"/>
                  <a:pt x="22338" y="5441"/>
                </a:cubicBezTo>
                <a:lnTo>
                  <a:pt x="22338" y="5441"/>
                </a:lnTo>
                <a:cubicBezTo>
                  <a:pt x="22407" y="6014"/>
                  <a:pt x="22482" y="6730"/>
                  <a:pt x="22550" y="7446"/>
                </a:cubicBezTo>
                <a:cubicBezTo>
                  <a:pt x="22407" y="7732"/>
                  <a:pt x="22264" y="8019"/>
                  <a:pt x="22121" y="8374"/>
                </a:cubicBezTo>
                <a:cubicBezTo>
                  <a:pt x="22121" y="8448"/>
                  <a:pt x="22121" y="8591"/>
                  <a:pt x="22052" y="8735"/>
                </a:cubicBezTo>
                <a:cubicBezTo>
                  <a:pt x="22052" y="8660"/>
                  <a:pt x="22052" y="8660"/>
                  <a:pt x="21978" y="8591"/>
                </a:cubicBezTo>
                <a:cubicBezTo>
                  <a:pt x="22052" y="8517"/>
                  <a:pt x="22052" y="8448"/>
                  <a:pt x="22052" y="8374"/>
                </a:cubicBezTo>
                <a:lnTo>
                  <a:pt x="22052" y="8374"/>
                </a:lnTo>
                <a:cubicBezTo>
                  <a:pt x="22052" y="8448"/>
                  <a:pt x="21978" y="8448"/>
                  <a:pt x="21978" y="8448"/>
                </a:cubicBezTo>
                <a:cubicBezTo>
                  <a:pt x="21909" y="8231"/>
                  <a:pt x="21834" y="7944"/>
                  <a:pt x="21766" y="7732"/>
                </a:cubicBezTo>
                <a:lnTo>
                  <a:pt x="21766" y="7732"/>
                </a:lnTo>
                <a:cubicBezTo>
                  <a:pt x="21834" y="7944"/>
                  <a:pt x="21834" y="8231"/>
                  <a:pt x="21909" y="8517"/>
                </a:cubicBezTo>
                <a:cubicBezTo>
                  <a:pt x="21834" y="8448"/>
                  <a:pt x="21834" y="8374"/>
                  <a:pt x="21834" y="8231"/>
                </a:cubicBezTo>
                <a:lnTo>
                  <a:pt x="21834" y="8591"/>
                </a:lnTo>
                <a:lnTo>
                  <a:pt x="21691" y="8735"/>
                </a:lnTo>
                <a:cubicBezTo>
                  <a:pt x="21548" y="8374"/>
                  <a:pt x="21405" y="7944"/>
                  <a:pt x="21193" y="7589"/>
                </a:cubicBezTo>
                <a:lnTo>
                  <a:pt x="21193" y="7589"/>
                </a:lnTo>
                <a:lnTo>
                  <a:pt x="21622" y="8878"/>
                </a:lnTo>
                <a:cubicBezTo>
                  <a:pt x="21479" y="9090"/>
                  <a:pt x="21336" y="9451"/>
                  <a:pt x="21193" y="9737"/>
                </a:cubicBezTo>
                <a:cubicBezTo>
                  <a:pt x="21118" y="9233"/>
                  <a:pt x="21050" y="8735"/>
                  <a:pt x="20975" y="8087"/>
                </a:cubicBezTo>
                <a:cubicBezTo>
                  <a:pt x="21050" y="7876"/>
                  <a:pt x="21118" y="7732"/>
                  <a:pt x="21193" y="7589"/>
                </a:cubicBezTo>
                <a:cubicBezTo>
                  <a:pt x="21336" y="7228"/>
                  <a:pt x="21479" y="6942"/>
                  <a:pt x="21479" y="6942"/>
                </a:cubicBezTo>
                <a:lnTo>
                  <a:pt x="21479" y="6942"/>
                </a:lnTo>
                <a:cubicBezTo>
                  <a:pt x="21479" y="6942"/>
                  <a:pt x="21336" y="7085"/>
                  <a:pt x="21118" y="7372"/>
                </a:cubicBezTo>
                <a:cubicBezTo>
                  <a:pt x="21548" y="6157"/>
                  <a:pt x="22052" y="5081"/>
                  <a:pt x="22052" y="5080"/>
                </a:cubicBezTo>
                <a:lnTo>
                  <a:pt x="22052" y="5080"/>
                </a:lnTo>
                <a:cubicBezTo>
                  <a:pt x="22052" y="5081"/>
                  <a:pt x="21336" y="5797"/>
                  <a:pt x="20689" y="6730"/>
                </a:cubicBezTo>
                <a:cubicBezTo>
                  <a:pt x="20689" y="6512"/>
                  <a:pt x="20620" y="6369"/>
                  <a:pt x="20620" y="6157"/>
                </a:cubicBezTo>
                <a:cubicBezTo>
                  <a:pt x="21050" y="5012"/>
                  <a:pt x="21479" y="4078"/>
                  <a:pt x="21479" y="4078"/>
                </a:cubicBezTo>
                <a:lnTo>
                  <a:pt x="21479" y="4078"/>
                </a:lnTo>
                <a:cubicBezTo>
                  <a:pt x="21479" y="4078"/>
                  <a:pt x="20906" y="4582"/>
                  <a:pt x="20403" y="5367"/>
                </a:cubicBezTo>
                <a:cubicBezTo>
                  <a:pt x="20334" y="5298"/>
                  <a:pt x="20334" y="5298"/>
                  <a:pt x="20334" y="5224"/>
                </a:cubicBezTo>
                <a:lnTo>
                  <a:pt x="20334" y="5367"/>
                </a:lnTo>
                <a:lnTo>
                  <a:pt x="19904" y="6226"/>
                </a:lnTo>
                <a:lnTo>
                  <a:pt x="19904" y="5871"/>
                </a:lnTo>
                <a:lnTo>
                  <a:pt x="20116" y="5441"/>
                </a:lnTo>
                <a:lnTo>
                  <a:pt x="19904" y="5653"/>
                </a:lnTo>
                <a:cubicBezTo>
                  <a:pt x="19973" y="5224"/>
                  <a:pt x="19973" y="4794"/>
                  <a:pt x="20047" y="4296"/>
                </a:cubicBezTo>
                <a:lnTo>
                  <a:pt x="20047" y="4296"/>
                </a:lnTo>
                <a:cubicBezTo>
                  <a:pt x="19830" y="4725"/>
                  <a:pt x="19618" y="5367"/>
                  <a:pt x="19475" y="6083"/>
                </a:cubicBezTo>
                <a:cubicBezTo>
                  <a:pt x="19400" y="6157"/>
                  <a:pt x="19400" y="6300"/>
                  <a:pt x="19331" y="6369"/>
                </a:cubicBezTo>
                <a:cubicBezTo>
                  <a:pt x="19331" y="5796"/>
                  <a:pt x="19400" y="5224"/>
                  <a:pt x="19400" y="4651"/>
                </a:cubicBezTo>
                <a:cubicBezTo>
                  <a:pt x="19761" y="3866"/>
                  <a:pt x="19973" y="3294"/>
                  <a:pt x="19973" y="3293"/>
                </a:cubicBezTo>
                <a:lnTo>
                  <a:pt x="19973" y="3293"/>
                </a:lnTo>
                <a:cubicBezTo>
                  <a:pt x="19973" y="3294"/>
                  <a:pt x="19761" y="3505"/>
                  <a:pt x="19475" y="3866"/>
                </a:cubicBezTo>
                <a:cubicBezTo>
                  <a:pt x="19475" y="3836"/>
                  <a:pt x="19475" y="3808"/>
                  <a:pt x="19479" y="3779"/>
                </a:cubicBezTo>
                <a:lnTo>
                  <a:pt x="19479" y="3779"/>
                </a:lnTo>
                <a:lnTo>
                  <a:pt x="19331" y="4078"/>
                </a:lnTo>
                <a:cubicBezTo>
                  <a:pt x="19045" y="4508"/>
                  <a:pt x="18684" y="5012"/>
                  <a:pt x="18398" y="5585"/>
                </a:cubicBezTo>
                <a:cubicBezTo>
                  <a:pt x="18329" y="5298"/>
                  <a:pt x="18255" y="5012"/>
                  <a:pt x="18111" y="4725"/>
                </a:cubicBezTo>
                <a:lnTo>
                  <a:pt x="18111" y="4725"/>
                </a:lnTo>
                <a:cubicBezTo>
                  <a:pt x="18186" y="5012"/>
                  <a:pt x="18255" y="5441"/>
                  <a:pt x="18329" y="5796"/>
                </a:cubicBezTo>
                <a:cubicBezTo>
                  <a:pt x="18255" y="5940"/>
                  <a:pt x="18186" y="6083"/>
                  <a:pt x="18186" y="6226"/>
                </a:cubicBezTo>
                <a:lnTo>
                  <a:pt x="18186" y="6300"/>
                </a:lnTo>
                <a:cubicBezTo>
                  <a:pt x="18112" y="6084"/>
                  <a:pt x="18043" y="5941"/>
                  <a:pt x="18043" y="5730"/>
                </a:cubicBezTo>
                <a:lnTo>
                  <a:pt x="18043" y="5730"/>
                </a:lnTo>
                <a:cubicBezTo>
                  <a:pt x="18043" y="5941"/>
                  <a:pt x="18111" y="6158"/>
                  <a:pt x="18111" y="6444"/>
                </a:cubicBezTo>
                <a:lnTo>
                  <a:pt x="18111" y="6512"/>
                </a:lnTo>
                <a:cubicBezTo>
                  <a:pt x="17968" y="5653"/>
                  <a:pt x="17756" y="4794"/>
                  <a:pt x="17470" y="3723"/>
                </a:cubicBezTo>
                <a:lnTo>
                  <a:pt x="17470" y="3723"/>
                </a:lnTo>
                <a:cubicBezTo>
                  <a:pt x="17682" y="4651"/>
                  <a:pt x="17756" y="5796"/>
                  <a:pt x="17756" y="7016"/>
                </a:cubicBezTo>
                <a:cubicBezTo>
                  <a:pt x="17613" y="6587"/>
                  <a:pt x="17470" y="6157"/>
                  <a:pt x="17252" y="5796"/>
                </a:cubicBezTo>
                <a:cubicBezTo>
                  <a:pt x="17327" y="5367"/>
                  <a:pt x="17327" y="5012"/>
                  <a:pt x="17396" y="4651"/>
                </a:cubicBezTo>
                <a:lnTo>
                  <a:pt x="17396" y="4651"/>
                </a:lnTo>
                <a:cubicBezTo>
                  <a:pt x="17252" y="4794"/>
                  <a:pt x="17184" y="5080"/>
                  <a:pt x="17109" y="5367"/>
                </a:cubicBezTo>
                <a:cubicBezTo>
                  <a:pt x="17040" y="5155"/>
                  <a:pt x="16897" y="4937"/>
                  <a:pt x="16823" y="4794"/>
                </a:cubicBezTo>
                <a:cubicBezTo>
                  <a:pt x="16754" y="4296"/>
                  <a:pt x="16611" y="3723"/>
                  <a:pt x="16393" y="3076"/>
                </a:cubicBezTo>
                <a:lnTo>
                  <a:pt x="16393" y="3076"/>
                </a:lnTo>
                <a:cubicBezTo>
                  <a:pt x="16536" y="3723"/>
                  <a:pt x="16611" y="4439"/>
                  <a:pt x="16611" y="5155"/>
                </a:cubicBezTo>
                <a:cubicBezTo>
                  <a:pt x="16468" y="4794"/>
                  <a:pt x="16324" y="4439"/>
                  <a:pt x="16107" y="4078"/>
                </a:cubicBezTo>
                <a:lnTo>
                  <a:pt x="16107" y="4078"/>
                </a:lnTo>
                <a:cubicBezTo>
                  <a:pt x="16324" y="4508"/>
                  <a:pt x="16468" y="5080"/>
                  <a:pt x="16611" y="5653"/>
                </a:cubicBezTo>
                <a:cubicBezTo>
                  <a:pt x="16536" y="5728"/>
                  <a:pt x="16393" y="5796"/>
                  <a:pt x="16250" y="6014"/>
                </a:cubicBezTo>
                <a:cubicBezTo>
                  <a:pt x="16181" y="6157"/>
                  <a:pt x="16107" y="6226"/>
                  <a:pt x="16038" y="6300"/>
                </a:cubicBezTo>
                <a:lnTo>
                  <a:pt x="16038" y="6157"/>
                </a:lnTo>
                <a:lnTo>
                  <a:pt x="15964" y="6226"/>
                </a:lnTo>
                <a:lnTo>
                  <a:pt x="15534" y="5367"/>
                </a:lnTo>
                <a:lnTo>
                  <a:pt x="15534" y="5367"/>
                </a:lnTo>
                <a:cubicBezTo>
                  <a:pt x="15677" y="5728"/>
                  <a:pt x="15752" y="6014"/>
                  <a:pt x="15820" y="6369"/>
                </a:cubicBezTo>
                <a:cubicBezTo>
                  <a:pt x="15752" y="6512"/>
                  <a:pt x="15677" y="6656"/>
                  <a:pt x="15609" y="6873"/>
                </a:cubicBezTo>
                <a:lnTo>
                  <a:pt x="15534" y="6942"/>
                </a:lnTo>
                <a:cubicBezTo>
                  <a:pt x="15466" y="6731"/>
                  <a:pt x="15392" y="6446"/>
                  <a:pt x="15323" y="6161"/>
                </a:cubicBezTo>
                <a:lnTo>
                  <a:pt x="15323" y="6161"/>
                </a:lnTo>
                <a:cubicBezTo>
                  <a:pt x="15392" y="6446"/>
                  <a:pt x="15465" y="6732"/>
                  <a:pt x="15465" y="7085"/>
                </a:cubicBezTo>
                <a:cubicBezTo>
                  <a:pt x="15391" y="7160"/>
                  <a:pt x="15322" y="7303"/>
                  <a:pt x="15248" y="7446"/>
                </a:cubicBezTo>
                <a:cubicBezTo>
                  <a:pt x="15179" y="7372"/>
                  <a:pt x="15179" y="7228"/>
                  <a:pt x="15179" y="7160"/>
                </a:cubicBezTo>
                <a:cubicBezTo>
                  <a:pt x="15248" y="7016"/>
                  <a:pt x="15322" y="6730"/>
                  <a:pt x="15322" y="6730"/>
                </a:cubicBezTo>
                <a:lnTo>
                  <a:pt x="15322" y="6730"/>
                </a:lnTo>
                <a:cubicBezTo>
                  <a:pt x="15322" y="6730"/>
                  <a:pt x="15248" y="6873"/>
                  <a:pt x="15179" y="6942"/>
                </a:cubicBezTo>
                <a:cubicBezTo>
                  <a:pt x="15179" y="6873"/>
                  <a:pt x="15248" y="6799"/>
                  <a:pt x="15248" y="6799"/>
                </a:cubicBezTo>
                <a:lnTo>
                  <a:pt x="15248" y="6799"/>
                </a:lnTo>
                <a:cubicBezTo>
                  <a:pt x="15248" y="6799"/>
                  <a:pt x="15104" y="6873"/>
                  <a:pt x="15036" y="6942"/>
                </a:cubicBezTo>
                <a:cubicBezTo>
                  <a:pt x="15179" y="6444"/>
                  <a:pt x="15322" y="5940"/>
                  <a:pt x="15534" y="5367"/>
                </a:cubicBezTo>
                <a:cubicBezTo>
                  <a:pt x="15820" y="4439"/>
                  <a:pt x="16250" y="3505"/>
                  <a:pt x="16393" y="3076"/>
                </a:cubicBezTo>
                <a:lnTo>
                  <a:pt x="16536" y="2789"/>
                </a:lnTo>
                <a:lnTo>
                  <a:pt x="16536" y="2789"/>
                </a:lnTo>
                <a:cubicBezTo>
                  <a:pt x="16536" y="2790"/>
                  <a:pt x="16038" y="3362"/>
                  <a:pt x="15465" y="4153"/>
                </a:cubicBezTo>
                <a:cubicBezTo>
                  <a:pt x="15677" y="3580"/>
                  <a:pt x="15895" y="3219"/>
                  <a:pt x="15895" y="3219"/>
                </a:cubicBezTo>
                <a:lnTo>
                  <a:pt x="15895" y="3219"/>
                </a:lnTo>
                <a:cubicBezTo>
                  <a:pt x="15895" y="3219"/>
                  <a:pt x="15677" y="3362"/>
                  <a:pt x="15465" y="3649"/>
                </a:cubicBezTo>
                <a:cubicBezTo>
                  <a:pt x="15964" y="2148"/>
                  <a:pt x="16611" y="716"/>
                  <a:pt x="16611" y="716"/>
                </a:cubicBezTo>
                <a:lnTo>
                  <a:pt x="16611" y="716"/>
                </a:lnTo>
                <a:cubicBezTo>
                  <a:pt x="16611" y="716"/>
                  <a:pt x="16181" y="1146"/>
                  <a:pt x="15752" y="1787"/>
                </a:cubicBezTo>
                <a:cubicBezTo>
                  <a:pt x="15322" y="2360"/>
                  <a:pt x="14818" y="3219"/>
                  <a:pt x="14606" y="4078"/>
                </a:cubicBezTo>
                <a:cubicBezTo>
                  <a:pt x="14463" y="4439"/>
                  <a:pt x="14389" y="4869"/>
                  <a:pt x="14320" y="5367"/>
                </a:cubicBezTo>
                <a:cubicBezTo>
                  <a:pt x="14245" y="5224"/>
                  <a:pt x="14177" y="5155"/>
                  <a:pt x="14102" y="5012"/>
                </a:cubicBezTo>
                <a:lnTo>
                  <a:pt x="14102" y="5012"/>
                </a:lnTo>
                <a:cubicBezTo>
                  <a:pt x="14177" y="5155"/>
                  <a:pt x="14245" y="5298"/>
                  <a:pt x="14245" y="5441"/>
                </a:cubicBezTo>
                <a:cubicBezTo>
                  <a:pt x="14245" y="5585"/>
                  <a:pt x="14177" y="5653"/>
                  <a:pt x="14102" y="5796"/>
                </a:cubicBezTo>
                <a:lnTo>
                  <a:pt x="14102" y="5871"/>
                </a:lnTo>
                <a:cubicBezTo>
                  <a:pt x="14033" y="5871"/>
                  <a:pt x="14033" y="5940"/>
                  <a:pt x="14033" y="5940"/>
                </a:cubicBezTo>
                <a:cubicBezTo>
                  <a:pt x="14033" y="5653"/>
                  <a:pt x="14102" y="5298"/>
                  <a:pt x="14102" y="4869"/>
                </a:cubicBezTo>
                <a:cubicBezTo>
                  <a:pt x="14177" y="4794"/>
                  <a:pt x="14245" y="4582"/>
                  <a:pt x="14245" y="4582"/>
                </a:cubicBezTo>
                <a:lnTo>
                  <a:pt x="14245" y="4582"/>
                </a:lnTo>
                <a:cubicBezTo>
                  <a:pt x="14245" y="4582"/>
                  <a:pt x="14177" y="4725"/>
                  <a:pt x="14102" y="4725"/>
                </a:cubicBezTo>
                <a:cubicBezTo>
                  <a:pt x="14177" y="4221"/>
                  <a:pt x="14177" y="3649"/>
                  <a:pt x="14245" y="3150"/>
                </a:cubicBezTo>
                <a:lnTo>
                  <a:pt x="14245" y="3150"/>
                </a:lnTo>
                <a:cubicBezTo>
                  <a:pt x="14033" y="3580"/>
                  <a:pt x="13816" y="4365"/>
                  <a:pt x="13673" y="5298"/>
                </a:cubicBezTo>
                <a:lnTo>
                  <a:pt x="13461" y="5510"/>
                </a:lnTo>
                <a:cubicBezTo>
                  <a:pt x="13461" y="5080"/>
                  <a:pt x="13461" y="4651"/>
                  <a:pt x="13386" y="4078"/>
                </a:cubicBezTo>
                <a:cubicBezTo>
                  <a:pt x="13386" y="3580"/>
                  <a:pt x="13461" y="3007"/>
                  <a:pt x="13461" y="2503"/>
                </a:cubicBezTo>
                <a:lnTo>
                  <a:pt x="13461" y="2503"/>
                </a:lnTo>
                <a:cubicBezTo>
                  <a:pt x="13386" y="2646"/>
                  <a:pt x="13317" y="2933"/>
                  <a:pt x="13243" y="3219"/>
                </a:cubicBezTo>
                <a:cubicBezTo>
                  <a:pt x="13100" y="2360"/>
                  <a:pt x="12888" y="1501"/>
                  <a:pt x="12602" y="498"/>
                </a:cubicBezTo>
                <a:lnTo>
                  <a:pt x="12602" y="498"/>
                </a:lnTo>
                <a:cubicBezTo>
                  <a:pt x="12745" y="1214"/>
                  <a:pt x="12813" y="2148"/>
                  <a:pt x="12813" y="3076"/>
                </a:cubicBezTo>
                <a:cubicBezTo>
                  <a:pt x="12813" y="2933"/>
                  <a:pt x="12745" y="2721"/>
                  <a:pt x="12745" y="2578"/>
                </a:cubicBezTo>
                <a:lnTo>
                  <a:pt x="12745" y="2578"/>
                </a:lnTo>
                <a:cubicBezTo>
                  <a:pt x="12745" y="2864"/>
                  <a:pt x="12813" y="3150"/>
                  <a:pt x="12888" y="3505"/>
                </a:cubicBezTo>
                <a:lnTo>
                  <a:pt x="12888" y="4365"/>
                </a:lnTo>
                <a:cubicBezTo>
                  <a:pt x="12745" y="4508"/>
                  <a:pt x="12527" y="4725"/>
                  <a:pt x="12384" y="4937"/>
                </a:cubicBezTo>
                <a:cubicBezTo>
                  <a:pt x="12241" y="4296"/>
                  <a:pt x="12097" y="3649"/>
                  <a:pt x="11886" y="2933"/>
                </a:cubicBezTo>
                <a:lnTo>
                  <a:pt x="11886" y="2933"/>
                </a:lnTo>
                <a:cubicBezTo>
                  <a:pt x="12029" y="3580"/>
                  <a:pt x="12097" y="4439"/>
                  <a:pt x="12097" y="5298"/>
                </a:cubicBezTo>
                <a:cubicBezTo>
                  <a:pt x="12097" y="5367"/>
                  <a:pt x="12029" y="5441"/>
                  <a:pt x="11954" y="5510"/>
                </a:cubicBezTo>
                <a:lnTo>
                  <a:pt x="11954" y="5367"/>
                </a:lnTo>
                <a:cubicBezTo>
                  <a:pt x="11954" y="5224"/>
                  <a:pt x="11954" y="5080"/>
                  <a:pt x="12029" y="5012"/>
                </a:cubicBezTo>
                <a:cubicBezTo>
                  <a:pt x="11954" y="5012"/>
                  <a:pt x="11886" y="5080"/>
                  <a:pt x="11811" y="5155"/>
                </a:cubicBezTo>
                <a:cubicBezTo>
                  <a:pt x="11742" y="4937"/>
                  <a:pt x="11599" y="4725"/>
                  <a:pt x="11525" y="4582"/>
                </a:cubicBezTo>
                <a:lnTo>
                  <a:pt x="11525" y="4582"/>
                </a:lnTo>
                <a:lnTo>
                  <a:pt x="11598" y="4797"/>
                </a:lnTo>
                <a:lnTo>
                  <a:pt x="11598" y="4797"/>
                </a:lnTo>
                <a:cubicBezTo>
                  <a:pt x="11586" y="4818"/>
                  <a:pt x="11513" y="4949"/>
                  <a:pt x="11382" y="5080"/>
                </a:cubicBezTo>
                <a:cubicBezTo>
                  <a:pt x="11313" y="4869"/>
                  <a:pt x="11238" y="4725"/>
                  <a:pt x="11170" y="4508"/>
                </a:cubicBezTo>
                <a:cubicBezTo>
                  <a:pt x="11313" y="4078"/>
                  <a:pt x="11456" y="3723"/>
                  <a:pt x="11456" y="3723"/>
                </a:cubicBezTo>
                <a:lnTo>
                  <a:pt x="11456" y="3723"/>
                </a:lnTo>
                <a:cubicBezTo>
                  <a:pt x="11456" y="3723"/>
                  <a:pt x="11313" y="3935"/>
                  <a:pt x="11026" y="4221"/>
                </a:cubicBezTo>
                <a:cubicBezTo>
                  <a:pt x="10883" y="4009"/>
                  <a:pt x="10809" y="3792"/>
                  <a:pt x="10666" y="3649"/>
                </a:cubicBezTo>
                <a:lnTo>
                  <a:pt x="10666" y="3649"/>
                </a:lnTo>
                <a:cubicBezTo>
                  <a:pt x="10809" y="3866"/>
                  <a:pt x="10883" y="4078"/>
                  <a:pt x="10952" y="4296"/>
                </a:cubicBezTo>
                <a:cubicBezTo>
                  <a:pt x="10952" y="4296"/>
                  <a:pt x="10952" y="4365"/>
                  <a:pt x="10883" y="4365"/>
                </a:cubicBezTo>
                <a:cubicBezTo>
                  <a:pt x="10740" y="3866"/>
                  <a:pt x="10522" y="3362"/>
                  <a:pt x="10236" y="2933"/>
                </a:cubicBezTo>
                <a:lnTo>
                  <a:pt x="10236" y="2933"/>
                </a:lnTo>
                <a:cubicBezTo>
                  <a:pt x="10454" y="3437"/>
                  <a:pt x="10666" y="3935"/>
                  <a:pt x="10740" y="4582"/>
                </a:cubicBezTo>
                <a:cubicBezTo>
                  <a:pt x="10740" y="4582"/>
                  <a:pt x="10666" y="4651"/>
                  <a:pt x="10666" y="4725"/>
                </a:cubicBezTo>
                <a:cubicBezTo>
                  <a:pt x="10597" y="4582"/>
                  <a:pt x="10597" y="4508"/>
                  <a:pt x="10597" y="4439"/>
                </a:cubicBezTo>
                <a:lnTo>
                  <a:pt x="10597" y="4725"/>
                </a:lnTo>
                <a:cubicBezTo>
                  <a:pt x="10597" y="4794"/>
                  <a:pt x="10522" y="4869"/>
                  <a:pt x="10454" y="5012"/>
                </a:cubicBezTo>
                <a:cubicBezTo>
                  <a:pt x="10379" y="4439"/>
                  <a:pt x="10236" y="3935"/>
                  <a:pt x="10024" y="3580"/>
                </a:cubicBezTo>
                <a:lnTo>
                  <a:pt x="10024" y="3580"/>
                </a:lnTo>
                <a:cubicBezTo>
                  <a:pt x="10093" y="4153"/>
                  <a:pt x="10093" y="4869"/>
                  <a:pt x="10024" y="5653"/>
                </a:cubicBezTo>
                <a:cubicBezTo>
                  <a:pt x="10024" y="5728"/>
                  <a:pt x="9950" y="5871"/>
                  <a:pt x="9881" y="5940"/>
                </a:cubicBezTo>
                <a:cubicBezTo>
                  <a:pt x="9881" y="5796"/>
                  <a:pt x="9806" y="5585"/>
                  <a:pt x="9806" y="5441"/>
                </a:cubicBezTo>
                <a:lnTo>
                  <a:pt x="9806" y="5155"/>
                </a:lnTo>
                <a:cubicBezTo>
                  <a:pt x="9806" y="5224"/>
                  <a:pt x="9738" y="5224"/>
                  <a:pt x="9738" y="5298"/>
                </a:cubicBezTo>
                <a:cubicBezTo>
                  <a:pt x="9663" y="4937"/>
                  <a:pt x="9595" y="4508"/>
                  <a:pt x="9451" y="4153"/>
                </a:cubicBezTo>
                <a:cubicBezTo>
                  <a:pt x="9520" y="3437"/>
                  <a:pt x="9595" y="2789"/>
                  <a:pt x="9595" y="2073"/>
                </a:cubicBezTo>
                <a:lnTo>
                  <a:pt x="9595" y="2073"/>
                </a:lnTo>
                <a:cubicBezTo>
                  <a:pt x="9377" y="2434"/>
                  <a:pt x="9234" y="3150"/>
                  <a:pt x="9090" y="4009"/>
                </a:cubicBezTo>
                <a:cubicBezTo>
                  <a:pt x="9090" y="3580"/>
                  <a:pt x="9090" y="3150"/>
                  <a:pt x="9165" y="2721"/>
                </a:cubicBezTo>
                <a:lnTo>
                  <a:pt x="9234" y="2578"/>
                </a:lnTo>
                <a:lnTo>
                  <a:pt x="9234" y="2578"/>
                </a:lnTo>
                <a:lnTo>
                  <a:pt x="9165" y="2646"/>
                </a:lnTo>
                <a:cubicBezTo>
                  <a:pt x="9234" y="1787"/>
                  <a:pt x="9308" y="859"/>
                  <a:pt x="937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9"/>
          <p:cNvSpPr/>
          <p:nvPr/>
        </p:nvSpPr>
        <p:spPr>
          <a:xfrm>
            <a:off x="0" y="4874373"/>
            <a:ext cx="9143771" cy="269138"/>
          </a:xfrm>
          <a:custGeom>
            <a:avLst/>
            <a:gdLst/>
            <a:ahLst/>
            <a:cxnLst/>
            <a:rect l="l" t="t" r="r" b="b"/>
            <a:pathLst>
              <a:path w="284631" h="21731" extrusionOk="0">
                <a:moveTo>
                  <a:pt x="278869" y="1"/>
                </a:moveTo>
                <a:cubicBezTo>
                  <a:pt x="274898" y="1"/>
                  <a:pt x="270927" y="1182"/>
                  <a:pt x="266956" y="2278"/>
                </a:cubicBezTo>
                <a:cubicBezTo>
                  <a:pt x="247050" y="7721"/>
                  <a:pt x="226486" y="10727"/>
                  <a:pt x="205806" y="11279"/>
                </a:cubicBezTo>
                <a:cubicBezTo>
                  <a:pt x="203143" y="11364"/>
                  <a:pt x="200473" y="11400"/>
                  <a:pt x="197801" y="11400"/>
                </a:cubicBezTo>
                <a:cubicBezTo>
                  <a:pt x="189867" y="11400"/>
                  <a:pt x="181905" y="11087"/>
                  <a:pt x="174007" y="10834"/>
                </a:cubicBezTo>
                <a:cubicBezTo>
                  <a:pt x="150659" y="9945"/>
                  <a:pt x="127310" y="9171"/>
                  <a:pt x="103962" y="8281"/>
                </a:cubicBezTo>
                <a:cubicBezTo>
                  <a:pt x="94507" y="7943"/>
                  <a:pt x="85167" y="7614"/>
                  <a:pt x="75721" y="7276"/>
                </a:cubicBezTo>
                <a:cubicBezTo>
                  <a:pt x="50478" y="6387"/>
                  <a:pt x="25244" y="5497"/>
                  <a:pt x="1" y="4946"/>
                </a:cubicBezTo>
                <a:lnTo>
                  <a:pt x="1" y="21730"/>
                </a:lnTo>
                <a:lnTo>
                  <a:pt x="283963" y="21730"/>
                </a:lnTo>
                <a:cubicBezTo>
                  <a:pt x="284185" y="21623"/>
                  <a:pt x="284408" y="21508"/>
                  <a:pt x="284630" y="21285"/>
                </a:cubicBezTo>
                <a:lnTo>
                  <a:pt x="284630" y="1050"/>
                </a:lnTo>
                <a:cubicBezTo>
                  <a:pt x="283296" y="499"/>
                  <a:pt x="281739" y="161"/>
                  <a:pt x="280298" y="54"/>
                </a:cubicBezTo>
                <a:cubicBezTo>
                  <a:pt x="279822" y="18"/>
                  <a:pt x="279345" y="1"/>
                  <a:pt x="27886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9"/>
          <p:cNvSpPr/>
          <p:nvPr/>
        </p:nvSpPr>
        <p:spPr>
          <a:xfrm rot="-134367" flipH="1">
            <a:off x="6691649" y="4709780"/>
            <a:ext cx="2482250" cy="474433"/>
          </a:xfrm>
          <a:custGeom>
            <a:avLst/>
            <a:gdLst/>
            <a:ahLst/>
            <a:cxnLst/>
            <a:rect l="l" t="t" r="r" b="b"/>
            <a:pathLst>
              <a:path w="66209" h="14929" extrusionOk="0">
                <a:moveTo>
                  <a:pt x="3189" y="1"/>
                </a:moveTo>
                <a:cubicBezTo>
                  <a:pt x="2276" y="1"/>
                  <a:pt x="1290" y="348"/>
                  <a:pt x="348" y="348"/>
                </a:cubicBezTo>
                <a:cubicBezTo>
                  <a:pt x="231" y="348"/>
                  <a:pt x="115" y="343"/>
                  <a:pt x="0" y="331"/>
                </a:cubicBezTo>
                <a:lnTo>
                  <a:pt x="0" y="8893"/>
                </a:lnTo>
                <a:cubicBezTo>
                  <a:pt x="1403" y="8466"/>
                  <a:pt x="2806" y="8186"/>
                  <a:pt x="4343" y="7771"/>
                </a:cubicBezTo>
                <a:lnTo>
                  <a:pt x="4769" y="7771"/>
                </a:lnTo>
                <a:cubicBezTo>
                  <a:pt x="5185" y="7771"/>
                  <a:pt x="5465" y="7771"/>
                  <a:pt x="5746" y="7905"/>
                </a:cubicBezTo>
                <a:cubicBezTo>
                  <a:pt x="7575" y="8747"/>
                  <a:pt x="9539" y="9028"/>
                  <a:pt x="11637" y="9028"/>
                </a:cubicBezTo>
                <a:cubicBezTo>
                  <a:pt x="12063" y="9028"/>
                  <a:pt x="12479" y="9028"/>
                  <a:pt x="12905" y="8893"/>
                </a:cubicBezTo>
                <a:lnTo>
                  <a:pt x="13747" y="8466"/>
                </a:lnTo>
                <a:cubicBezTo>
                  <a:pt x="13838" y="8449"/>
                  <a:pt x="13929" y="8441"/>
                  <a:pt x="14020" y="8441"/>
                </a:cubicBezTo>
                <a:cubicBezTo>
                  <a:pt x="14627" y="8441"/>
                  <a:pt x="15240" y="8803"/>
                  <a:pt x="15845" y="9173"/>
                </a:cubicBezTo>
                <a:cubicBezTo>
                  <a:pt x="17809" y="10296"/>
                  <a:pt x="20053" y="11272"/>
                  <a:pt x="22444" y="11833"/>
                </a:cubicBezTo>
                <a:cubicBezTo>
                  <a:pt x="22724" y="11833"/>
                  <a:pt x="23139" y="11979"/>
                  <a:pt x="23420" y="12114"/>
                </a:cubicBezTo>
                <a:cubicBezTo>
                  <a:pt x="23700" y="12259"/>
                  <a:pt x="23981" y="12540"/>
                  <a:pt x="24261" y="12675"/>
                </a:cubicBezTo>
                <a:cubicBezTo>
                  <a:pt x="25103" y="13236"/>
                  <a:pt x="26225" y="13382"/>
                  <a:pt x="27347" y="13516"/>
                </a:cubicBezTo>
                <a:cubicBezTo>
                  <a:pt x="28896" y="13662"/>
                  <a:pt x="30299" y="13943"/>
                  <a:pt x="31836" y="14077"/>
                </a:cubicBezTo>
                <a:cubicBezTo>
                  <a:pt x="32543" y="14223"/>
                  <a:pt x="33385" y="14223"/>
                  <a:pt x="34080" y="14223"/>
                </a:cubicBezTo>
                <a:cubicBezTo>
                  <a:pt x="34662" y="14122"/>
                  <a:pt x="35243" y="13957"/>
                  <a:pt x="35780" y="13957"/>
                </a:cubicBezTo>
                <a:cubicBezTo>
                  <a:pt x="36020" y="13957"/>
                  <a:pt x="36252" y="13991"/>
                  <a:pt x="36471" y="14077"/>
                </a:cubicBezTo>
                <a:cubicBezTo>
                  <a:pt x="36751" y="14223"/>
                  <a:pt x="36886" y="14504"/>
                  <a:pt x="37166" y="14638"/>
                </a:cubicBezTo>
                <a:cubicBezTo>
                  <a:pt x="37593" y="14919"/>
                  <a:pt x="38008" y="14919"/>
                  <a:pt x="38435" y="14919"/>
                </a:cubicBezTo>
                <a:cubicBezTo>
                  <a:pt x="38612" y="14925"/>
                  <a:pt x="38788" y="14928"/>
                  <a:pt x="38962" y="14928"/>
                </a:cubicBezTo>
                <a:cubicBezTo>
                  <a:pt x="42767" y="14928"/>
                  <a:pt x="45718" y="13430"/>
                  <a:pt x="48669" y="11552"/>
                </a:cubicBezTo>
                <a:cubicBezTo>
                  <a:pt x="49656" y="10857"/>
                  <a:pt x="50633" y="10576"/>
                  <a:pt x="51901" y="10576"/>
                </a:cubicBezTo>
                <a:cubicBezTo>
                  <a:pt x="52877" y="10576"/>
                  <a:pt x="54145" y="10576"/>
                  <a:pt x="54841" y="9735"/>
                </a:cubicBezTo>
                <a:cubicBezTo>
                  <a:pt x="54987" y="9589"/>
                  <a:pt x="55121" y="9308"/>
                  <a:pt x="55267" y="9173"/>
                </a:cubicBezTo>
                <a:cubicBezTo>
                  <a:pt x="55548" y="9173"/>
                  <a:pt x="55682" y="9028"/>
                  <a:pt x="55828" y="9028"/>
                </a:cubicBezTo>
                <a:cubicBezTo>
                  <a:pt x="57231" y="8747"/>
                  <a:pt x="58768" y="8893"/>
                  <a:pt x="60036" y="8466"/>
                </a:cubicBezTo>
                <a:cubicBezTo>
                  <a:pt x="60433" y="8268"/>
                  <a:pt x="60897" y="8070"/>
                  <a:pt x="61333" y="8070"/>
                </a:cubicBezTo>
                <a:cubicBezTo>
                  <a:pt x="61514" y="8070"/>
                  <a:pt x="61690" y="8104"/>
                  <a:pt x="61854" y="8186"/>
                </a:cubicBezTo>
                <a:cubicBezTo>
                  <a:pt x="62000" y="8332"/>
                  <a:pt x="62135" y="8466"/>
                  <a:pt x="62281" y="8466"/>
                </a:cubicBezTo>
                <a:cubicBezTo>
                  <a:pt x="62606" y="8797"/>
                  <a:pt x="63055" y="8911"/>
                  <a:pt x="63542" y="8911"/>
                </a:cubicBezTo>
                <a:cubicBezTo>
                  <a:pt x="64097" y="8911"/>
                  <a:pt x="64700" y="8762"/>
                  <a:pt x="65221" y="8612"/>
                </a:cubicBezTo>
                <a:cubicBezTo>
                  <a:pt x="65647" y="8466"/>
                  <a:pt x="65928" y="8332"/>
                  <a:pt x="66208" y="8332"/>
                </a:cubicBezTo>
                <a:lnTo>
                  <a:pt x="63257" y="7490"/>
                </a:lnTo>
                <a:cubicBezTo>
                  <a:pt x="62763" y="7387"/>
                  <a:pt x="62337" y="7289"/>
                  <a:pt x="61879" y="7289"/>
                </a:cubicBezTo>
                <a:cubicBezTo>
                  <a:pt x="61692" y="7289"/>
                  <a:pt x="61498" y="7305"/>
                  <a:pt x="61293" y="7344"/>
                </a:cubicBezTo>
                <a:cubicBezTo>
                  <a:pt x="60878" y="7344"/>
                  <a:pt x="60597" y="7490"/>
                  <a:pt x="60171" y="7490"/>
                </a:cubicBezTo>
                <a:cubicBezTo>
                  <a:pt x="60074" y="7509"/>
                  <a:pt x="59977" y="7517"/>
                  <a:pt x="59879" y="7517"/>
                </a:cubicBezTo>
                <a:cubicBezTo>
                  <a:pt x="59278" y="7517"/>
                  <a:pt x="58671" y="7210"/>
                  <a:pt x="58073" y="7210"/>
                </a:cubicBezTo>
                <a:cubicBezTo>
                  <a:pt x="57231" y="7064"/>
                  <a:pt x="56524" y="7210"/>
                  <a:pt x="55828" y="6929"/>
                </a:cubicBezTo>
                <a:cubicBezTo>
                  <a:pt x="55402" y="6783"/>
                  <a:pt x="55121" y="6503"/>
                  <a:pt x="54841" y="6368"/>
                </a:cubicBezTo>
                <a:cubicBezTo>
                  <a:pt x="54280" y="6015"/>
                  <a:pt x="53578" y="5944"/>
                  <a:pt x="52842" y="5944"/>
                </a:cubicBezTo>
                <a:cubicBezTo>
                  <a:pt x="52357" y="5944"/>
                  <a:pt x="51858" y="5975"/>
                  <a:pt x="51373" y="5975"/>
                </a:cubicBezTo>
                <a:cubicBezTo>
                  <a:pt x="51121" y="5975"/>
                  <a:pt x="50872" y="5967"/>
                  <a:pt x="50633" y="5942"/>
                </a:cubicBezTo>
                <a:cubicBezTo>
                  <a:pt x="49095" y="5942"/>
                  <a:pt x="47412" y="5661"/>
                  <a:pt x="45863" y="5100"/>
                </a:cubicBezTo>
                <a:cubicBezTo>
                  <a:pt x="45448" y="4819"/>
                  <a:pt x="44887" y="4685"/>
                  <a:pt x="44461" y="4539"/>
                </a:cubicBezTo>
                <a:cubicBezTo>
                  <a:pt x="43825" y="4351"/>
                  <a:pt x="43190" y="4276"/>
                  <a:pt x="42568" y="4276"/>
                </a:cubicBezTo>
                <a:cubicBezTo>
                  <a:pt x="41817" y="4276"/>
                  <a:pt x="41086" y="4385"/>
                  <a:pt x="40398" y="4539"/>
                </a:cubicBezTo>
                <a:cubicBezTo>
                  <a:pt x="38850" y="4685"/>
                  <a:pt x="37312" y="4819"/>
                  <a:pt x="35910" y="5526"/>
                </a:cubicBezTo>
                <a:cubicBezTo>
                  <a:pt x="35349" y="5661"/>
                  <a:pt x="34787" y="5942"/>
                  <a:pt x="34361" y="6087"/>
                </a:cubicBezTo>
                <a:cubicBezTo>
                  <a:pt x="33665" y="6368"/>
                  <a:pt x="32958" y="6503"/>
                  <a:pt x="32263" y="6649"/>
                </a:cubicBezTo>
                <a:cubicBezTo>
                  <a:pt x="30995" y="6783"/>
                  <a:pt x="29738" y="7064"/>
                  <a:pt x="28470" y="7064"/>
                </a:cubicBezTo>
                <a:cubicBezTo>
                  <a:pt x="28136" y="7099"/>
                  <a:pt x="27794" y="7117"/>
                  <a:pt x="27451" y="7117"/>
                </a:cubicBezTo>
                <a:cubicBezTo>
                  <a:pt x="26350" y="7117"/>
                  <a:pt x="25228" y="6930"/>
                  <a:pt x="24261" y="6503"/>
                </a:cubicBezTo>
                <a:cubicBezTo>
                  <a:pt x="23700" y="6368"/>
                  <a:pt x="23139" y="6087"/>
                  <a:pt x="22578" y="5942"/>
                </a:cubicBezTo>
                <a:cubicBezTo>
                  <a:pt x="22303" y="5804"/>
                  <a:pt x="21996" y="5769"/>
                  <a:pt x="21671" y="5769"/>
                </a:cubicBezTo>
                <a:cubicBezTo>
                  <a:pt x="21332" y="5769"/>
                  <a:pt x="20975" y="5807"/>
                  <a:pt x="20614" y="5807"/>
                </a:cubicBezTo>
                <a:cubicBezTo>
                  <a:pt x="18370" y="5661"/>
                  <a:pt x="16406" y="4965"/>
                  <a:pt x="14442" y="4124"/>
                </a:cubicBezTo>
                <a:cubicBezTo>
                  <a:pt x="13320" y="3697"/>
                  <a:pt x="12063" y="3282"/>
                  <a:pt x="11357" y="2440"/>
                </a:cubicBezTo>
                <a:cubicBezTo>
                  <a:pt x="10795" y="1879"/>
                  <a:pt x="10380" y="1172"/>
                  <a:pt x="9539" y="1038"/>
                </a:cubicBezTo>
                <a:cubicBezTo>
                  <a:pt x="9393" y="1038"/>
                  <a:pt x="9112" y="1038"/>
                  <a:pt x="8832" y="892"/>
                </a:cubicBezTo>
                <a:cubicBezTo>
                  <a:pt x="8697" y="892"/>
                  <a:pt x="8551" y="757"/>
                  <a:pt x="8416" y="611"/>
                </a:cubicBezTo>
                <a:cubicBezTo>
                  <a:pt x="8227" y="485"/>
                  <a:pt x="8023" y="437"/>
                  <a:pt x="7810" y="437"/>
                </a:cubicBezTo>
                <a:cubicBezTo>
                  <a:pt x="7143" y="437"/>
                  <a:pt x="6383" y="907"/>
                  <a:pt x="5675" y="907"/>
                </a:cubicBezTo>
                <a:cubicBezTo>
                  <a:pt x="5604" y="907"/>
                  <a:pt x="5534" y="902"/>
                  <a:pt x="5465" y="892"/>
                </a:cubicBezTo>
                <a:cubicBezTo>
                  <a:pt x="5050" y="757"/>
                  <a:pt x="4623" y="331"/>
                  <a:pt x="4208" y="196"/>
                </a:cubicBezTo>
                <a:cubicBezTo>
                  <a:pt x="3884" y="53"/>
                  <a:pt x="3542" y="1"/>
                  <a:pt x="318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9"/>
          <p:cNvSpPr txBox="1">
            <a:spLocks noGrp="1"/>
          </p:cNvSpPr>
          <p:nvPr>
            <p:ph type="subTitle" idx="1"/>
          </p:nvPr>
        </p:nvSpPr>
        <p:spPr>
          <a:xfrm>
            <a:off x="1082513" y="1436600"/>
            <a:ext cx="3405300" cy="20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4" name="Google Shape;554;p9"/>
          <p:cNvSpPr txBox="1">
            <a:spLocks noGrp="1"/>
          </p:cNvSpPr>
          <p:nvPr>
            <p:ph type="subTitle" idx="2"/>
          </p:nvPr>
        </p:nvSpPr>
        <p:spPr>
          <a:xfrm>
            <a:off x="4656184" y="1436600"/>
            <a:ext cx="3405300" cy="20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55" name="Google Shape;555;p9"/>
          <p:cNvSpPr/>
          <p:nvPr/>
        </p:nvSpPr>
        <p:spPr>
          <a:xfrm rot="-5400000" flipH="1">
            <a:off x="2574809" y="201528"/>
            <a:ext cx="4808" cy="41054"/>
          </a:xfrm>
          <a:custGeom>
            <a:avLst/>
            <a:gdLst/>
            <a:ahLst/>
            <a:cxnLst/>
            <a:rect l="l" t="t" r="r" b="b"/>
            <a:pathLst>
              <a:path w="143" h="1221" extrusionOk="0">
                <a:moveTo>
                  <a:pt x="0" y="0"/>
                </a:moveTo>
                <a:lnTo>
                  <a:pt x="0" y="676"/>
                </a:lnTo>
                <a:lnTo>
                  <a:pt x="0" y="1221"/>
                </a:lnTo>
                <a:cubicBezTo>
                  <a:pt x="142" y="1221"/>
                  <a:pt x="142" y="948"/>
                  <a:pt x="142" y="676"/>
                </a:cubicBezTo>
                <a:cubicBezTo>
                  <a:pt x="142" y="273"/>
                  <a:pt x="142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9"/>
          <p:cNvSpPr/>
          <p:nvPr/>
        </p:nvSpPr>
        <p:spPr>
          <a:xfrm rot="-5400000" flipH="1">
            <a:off x="2554299" y="217634"/>
            <a:ext cx="45829" cy="4405"/>
          </a:xfrm>
          <a:custGeom>
            <a:avLst/>
            <a:gdLst/>
            <a:ahLst/>
            <a:cxnLst/>
            <a:rect l="l" t="t" r="r" b="b"/>
            <a:pathLst>
              <a:path w="1363" h="131" extrusionOk="0">
                <a:moveTo>
                  <a:pt x="676" y="0"/>
                </a:moveTo>
                <a:cubicBezTo>
                  <a:pt x="404" y="0"/>
                  <a:pt x="1" y="0"/>
                  <a:pt x="1" y="131"/>
                </a:cubicBezTo>
                <a:lnTo>
                  <a:pt x="1363" y="131"/>
                </a:lnTo>
                <a:cubicBezTo>
                  <a:pt x="1363" y="0"/>
                  <a:pt x="1091" y="0"/>
                  <a:pt x="6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9"/>
          <p:cNvSpPr/>
          <p:nvPr/>
        </p:nvSpPr>
        <p:spPr>
          <a:xfrm rot="-5400000" flipH="1">
            <a:off x="2557174" y="209985"/>
            <a:ext cx="36650" cy="28883"/>
          </a:xfrm>
          <a:custGeom>
            <a:avLst/>
            <a:gdLst/>
            <a:ahLst/>
            <a:cxnLst/>
            <a:rect l="l" t="t" r="r" b="b"/>
            <a:pathLst>
              <a:path w="1090" h="859" extrusionOk="0">
                <a:moveTo>
                  <a:pt x="1090" y="1"/>
                </a:moveTo>
                <a:cubicBezTo>
                  <a:pt x="948" y="1"/>
                  <a:pt x="818" y="143"/>
                  <a:pt x="545" y="415"/>
                </a:cubicBezTo>
                <a:cubicBezTo>
                  <a:pt x="273" y="546"/>
                  <a:pt x="0" y="818"/>
                  <a:pt x="0" y="818"/>
                </a:cubicBezTo>
                <a:cubicBezTo>
                  <a:pt x="0" y="846"/>
                  <a:pt x="11" y="858"/>
                  <a:pt x="30" y="858"/>
                </a:cubicBezTo>
                <a:cubicBezTo>
                  <a:pt x="107" y="858"/>
                  <a:pt x="326" y="660"/>
                  <a:pt x="545" y="546"/>
                </a:cubicBezTo>
                <a:lnTo>
                  <a:pt x="109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9"/>
          <p:cNvSpPr/>
          <p:nvPr/>
        </p:nvSpPr>
        <p:spPr>
          <a:xfrm rot="-5400000" flipH="1">
            <a:off x="2565092" y="200957"/>
            <a:ext cx="27504" cy="37793"/>
          </a:xfrm>
          <a:custGeom>
            <a:avLst/>
            <a:gdLst/>
            <a:ahLst/>
            <a:cxnLst/>
            <a:rect l="l" t="t" r="r" b="b"/>
            <a:pathLst>
              <a:path w="818" h="1124" extrusionOk="0">
                <a:moveTo>
                  <a:pt x="144" y="0"/>
                </a:moveTo>
                <a:cubicBezTo>
                  <a:pt x="135" y="0"/>
                  <a:pt x="131" y="11"/>
                  <a:pt x="131" y="34"/>
                </a:cubicBezTo>
                <a:cubicBezTo>
                  <a:pt x="0" y="34"/>
                  <a:pt x="273" y="306"/>
                  <a:pt x="403" y="579"/>
                </a:cubicBezTo>
                <a:cubicBezTo>
                  <a:pt x="676" y="851"/>
                  <a:pt x="818" y="1124"/>
                  <a:pt x="818" y="1124"/>
                </a:cubicBezTo>
                <a:cubicBezTo>
                  <a:pt x="818" y="993"/>
                  <a:pt x="676" y="721"/>
                  <a:pt x="545" y="448"/>
                </a:cubicBezTo>
                <a:cubicBezTo>
                  <a:pt x="321" y="224"/>
                  <a:pt x="185" y="0"/>
                  <a:pt x="1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9" name="Google Shape;559;p9"/>
          <p:cNvGrpSpPr/>
          <p:nvPr/>
        </p:nvGrpSpPr>
        <p:grpSpPr>
          <a:xfrm>
            <a:off x="119854" y="1159713"/>
            <a:ext cx="45829" cy="45829"/>
            <a:chOff x="1076954" y="604438"/>
            <a:chExt cx="45829" cy="45829"/>
          </a:xfrm>
        </p:grpSpPr>
        <p:sp>
          <p:nvSpPr>
            <p:cNvPr id="560" name="Google Shape;560;p9"/>
            <p:cNvSpPr/>
            <p:nvPr/>
          </p:nvSpPr>
          <p:spPr>
            <a:xfrm rot="-5400000" flipH="1">
              <a:off x="1095262" y="604421"/>
              <a:ext cx="9213" cy="45829"/>
            </a:xfrm>
            <a:custGeom>
              <a:avLst/>
              <a:gdLst/>
              <a:ahLst/>
              <a:cxnLst/>
              <a:rect l="l" t="t" r="r" b="b"/>
              <a:pathLst>
                <a:path w="274" h="1363" extrusionOk="0">
                  <a:moveTo>
                    <a:pt x="143" y="0"/>
                  </a:moveTo>
                  <a:cubicBezTo>
                    <a:pt x="143" y="0"/>
                    <a:pt x="1" y="273"/>
                    <a:pt x="1" y="687"/>
                  </a:cubicBezTo>
                  <a:cubicBezTo>
                    <a:pt x="1" y="1090"/>
                    <a:pt x="143" y="1362"/>
                    <a:pt x="143" y="1362"/>
                  </a:cubicBezTo>
                  <a:cubicBezTo>
                    <a:pt x="143" y="1362"/>
                    <a:pt x="273" y="1090"/>
                    <a:pt x="273" y="687"/>
                  </a:cubicBezTo>
                  <a:cubicBezTo>
                    <a:pt x="273" y="273"/>
                    <a:pt x="143" y="0"/>
                    <a:pt x="1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9"/>
            <p:cNvSpPr/>
            <p:nvPr/>
          </p:nvSpPr>
          <p:spPr>
            <a:xfrm rot="-5400000" flipH="1">
              <a:off x="1074752" y="624965"/>
              <a:ext cx="45829" cy="4775"/>
            </a:xfrm>
            <a:custGeom>
              <a:avLst/>
              <a:gdLst/>
              <a:ahLst/>
              <a:cxnLst/>
              <a:rect l="l" t="t" r="r" b="b"/>
              <a:pathLst>
                <a:path w="1363" h="142" extrusionOk="0">
                  <a:moveTo>
                    <a:pt x="687" y="0"/>
                  </a:moveTo>
                  <a:cubicBezTo>
                    <a:pt x="272" y="0"/>
                    <a:pt x="0" y="142"/>
                    <a:pt x="0" y="142"/>
                  </a:cubicBezTo>
                  <a:lnTo>
                    <a:pt x="1362" y="142"/>
                  </a:lnTo>
                  <a:cubicBezTo>
                    <a:pt x="1362" y="142"/>
                    <a:pt x="109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9"/>
            <p:cNvSpPr/>
            <p:nvPr/>
          </p:nvSpPr>
          <p:spPr>
            <a:xfrm rot="-5400000" flipH="1">
              <a:off x="1081510" y="613768"/>
              <a:ext cx="32278" cy="31909"/>
            </a:xfrm>
            <a:custGeom>
              <a:avLst/>
              <a:gdLst/>
              <a:ahLst/>
              <a:cxnLst/>
              <a:rect l="l" t="t" r="r" b="b"/>
              <a:pathLst>
                <a:path w="960" h="949" extrusionOk="0">
                  <a:moveTo>
                    <a:pt x="960" y="1"/>
                  </a:moveTo>
                  <a:cubicBezTo>
                    <a:pt x="960" y="1"/>
                    <a:pt x="687" y="132"/>
                    <a:pt x="415" y="404"/>
                  </a:cubicBezTo>
                  <a:cubicBezTo>
                    <a:pt x="142" y="676"/>
                    <a:pt x="0" y="818"/>
                    <a:pt x="0" y="949"/>
                  </a:cubicBezTo>
                  <a:cubicBezTo>
                    <a:pt x="0" y="949"/>
                    <a:pt x="273" y="818"/>
                    <a:pt x="545" y="546"/>
                  </a:cubicBezTo>
                  <a:cubicBezTo>
                    <a:pt x="818" y="273"/>
                    <a:pt x="960" y="132"/>
                    <a:pt x="9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9"/>
            <p:cNvSpPr/>
            <p:nvPr/>
          </p:nvSpPr>
          <p:spPr>
            <a:xfrm rot="-5400000" flipH="1">
              <a:off x="1086284" y="608994"/>
              <a:ext cx="27504" cy="36683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1"/>
                  </a:moveTo>
                  <a:cubicBezTo>
                    <a:pt x="0" y="1"/>
                    <a:pt x="142" y="273"/>
                    <a:pt x="415" y="546"/>
                  </a:cubicBezTo>
                  <a:cubicBezTo>
                    <a:pt x="545" y="818"/>
                    <a:pt x="818" y="1091"/>
                    <a:pt x="818" y="1091"/>
                  </a:cubicBezTo>
                  <a:lnTo>
                    <a:pt x="545" y="546"/>
                  </a:lnTo>
                  <a:cubicBezTo>
                    <a:pt x="273" y="132"/>
                    <a:pt x="142" y="1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4" name="Google Shape;564;p9"/>
          <p:cNvSpPr/>
          <p:nvPr/>
        </p:nvSpPr>
        <p:spPr>
          <a:xfrm rot="-5400000" flipH="1">
            <a:off x="1141057" y="73070"/>
            <a:ext cx="4808" cy="41424"/>
          </a:xfrm>
          <a:custGeom>
            <a:avLst/>
            <a:gdLst/>
            <a:ahLst/>
            <a:cxnLst/>
            <a:rect l="l" t="t" r="r" b="b"/>
            <a:pathLst>
              <a:path w="143" h="1232" extrusionOk="0">
                <a:moveTo>
                  <a:pt x="142" y="0"/>
                </a:moveTo>
                <a:cubicBezTo>
                  <a:pt x="1" y="0"/>
                  <a:pt x="1" y="273"/>
                  <a:pt x="1" y="687"/>
                </a:cubicBezTo>
                <a:cubicBezTo>
                  <a:pt x="1" y="960"/>
                  <a:pt x="1" y="1232"/>
                  <a:pt x="142" y="1232"/>
                </a:cubicBezTo>
                <a:lnTo>
                  <a:pt x="142" y="687"/>
                </a:lnTo>
                <a:lnTo>
                  <a:pt x="1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9"/>
          <p:cNvSpPr/>
          <p:nvPr/>
        </p:nvSpPr>
        <p:spPr>
          <a:xfrm rot="-5400000" flipH="1">
            <a:off x="1120547" y="93580"/>
            <a:ext cx="45862" cy="4808"/>
          </a:xfrm>
          <a:custGeom>
            <a:avLst/>
            <a:gdLst/>
            <a:ahLst/>
            <a:cxnLst/>
            <a:rect l="l" t="t" r="r" b="b"/>
            <a:pathLst>
              <a:path w="1364" h="143" extrusionOk="0">
                <a:moveTo>
                  <a:pt x="687" y="0"/>
                </a:moveTo>
                <a:cubicBezTo>
                  <a:pt x="273" y="0"/>
                  <a:pt x="1" y="0"/>
                  <a:pt x="1" y="142"/>
                </a:cubicBezTo>
                <a:lnTo>
                  <a:pt x="1363" y="142"/>
                </a:lnTo>
                <a:cubicBezTo>
                  <a:pt x="1363" y="0"/>
                  <a:pt x="960" y="0"/>
                  <a:pt x="68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9"/>
          <p:cNvSpPr/>
          <p:nvPr/>
        </p:nvSpPr>
        <p:spPr>
          <a:xfrm rot="-5400000" flipH="1">
            <a:off x="1123522" y="81829"/>
            <a:ext cx="36683" cy="28681"/>
          </a:xfrm>
          <a:custGeom>
            <a:avLst/>
            <a:gdLst/>
            <a:ahLst/>
            <a:cxnLst/>
            <a:rect l="l" t="t" r="r" b="b"/>
            <a:pathLst>
              <a:path w="1091" h="853" extrusionOk="0">
                <a:moveTo>
                  <a:pt x="1090" y="0"/>
                </a:moveTo>
                <a:cubicBezTo>
                  <a:pt x="1090" y="0"/>
                  <a:pt x="818" y="131"/>
                  <a:pt x="545" y="403"/>
                </a:cubicBezTo>
                <a:cubicBezTo>
                  <a:pt x="273" y="545"/>
                  <a:pt x="1" y="818"/>
                  <a:pt x="131" y="818"/>
                </a:cubicBezTo>
                <a:cubicBezTo>
                  <a:pt x="131" y="842"/>
                  <a:pt x="141" y="852"/>
                  <a:pt x="158" y="852"/>
                </a:cubicBezTo>
                <a:cubicBezTo>
                  <a:pt x="232" y="852"/>
                  <a:pt x="454" y="652"/>
                  <a:pt x="676" y="545"/>
                </a:cubicBezTo>
                <a:cubicBezTo>
                  <a:pt x="949" y="273"/>
                  <a:pt x="1090" y="0"/>
                  <a:pt x="109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9"/>
          <p:cNvSpPr/>
          <p:nvPr/>
        </p:nvSpPr>
        <p:spPr>
          <a:xfrm rot="-5400000" flipH="1">
            <a:off x="1131441" y="77004"/>
            <a:ext cx="27504" cy="37961"/>
          </a:xfrm>
          <a:custGeom>
            <a:avLst/>
            <a:gdLst/>
            <a:ahLst/>
            <a:cxnLst/>
            <a:rect l="l" t="t" r="r" b="b"/>
            <a:pathLst>
              <a:path w="818" h="1129" extrusionOk="0">
                <a:moveTo>
                  <a:pt x="27" y="0"/>
                </a:moveTo>
                <a:cubicBezTo>
                  <a:pt x="10" y="0"/>
                  <a:pt x="0" y="12"/>
                  <a:pt x="0" y="39"/>
                </a:cubicBezTo>
                <a:lnTo>
                  <a:pt x="273" y="584"/>
                </a:lnTo>
                <a:cubicBezTo>
                  <a:pt x="545" y="857"/>
                  <a:pt x="687" y="1129"/>
                  <a:pt x="818" y="1129"/>
                </a:cubicBezTo>
                <a:cubicBezTo>
                  <a:pt x="818" y="987"/>
                  <a:pt x="687" y="715"/>
                  <a:pt x="414" y="442"/>
                </a:cubicBezTo>
                <a:cubicBezTo>
                  <a:pt x="300" y="221"/>
                  <a:pt x="99" y="0"/>
                  <a:pt x="2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8" name="Google Shape;568;p9"/>
          <p:cNvGrpSpPr/>
          <p:nvPr/>
        </p:nvGrpSpPr>
        <p:grpSpPr>
          <a:xfrm>
            <a:off x="1448156" y="347891"/>
            <a:ext cx="45829" cy="45862"/>
            <a:chOff x="1448156" y="347891"/>
            <a:chExt cx="45829" cy="45862"/>
          </a:xfrm>
        </p:grpSpPr>
        <p:sp>
          <p:nvSpPr>
            <p:cNvPr id="569" name="Google Shape;569;p9"/>
            <p:cNvSpPr/>
            <p:nvPr/>
          </p:nvSpPr>
          <p:spPr>
            <a:xfrm rot="-5400000" flipH="1">
              <a:off x="1468667" y="345706"/>
              <a:ext cx="4808" cy="45829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9"/>
            <p:cNvSpPr/>
            <p:nvPr/>
          </p:nvSpPr>
          <p:spPr>
            <a:xfrm rot="-5400000" flipH="1">
              <a:off x="1445769" y="368603"/>
              <a:ext cx="45862" cy="4438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9"/>
            <p:cNvSpPr/>
            <p:nvPr/>
          </p:nvSpPr>
          <p:spPr>
            <a:xfrm rot="-5400000" flipH="1">
              <a:off x="1450359" y="354868"/>
              <a:ext cx="36683" cy="32278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9"/>
            <p:cNvSpPr/>
            <p:nvPr/>
          </p:nvSpPr>
          <p:spPr>
            <a:xfrm rot="-5400000" flipH="1">
              <a:off x="1457151" y="352481"/>
              <a:ext cx="27504" cy="36683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" name="Google Shape;573;p9"/>
          <p:cNvGrpSpPr/>
          <p:nvPr/>
        </p:nvGrpSpPr>
        <p:grpSpPr>
          <a:xfrm>
            <a:off x="3552850" y="350300"/>
            <a:ext cx="41088" cy="41424"/>
            <a:chOff x="2208550" y="604438"/>
            <a:chExt cx="41088" cy="41424"/>
          </a:xfrm>
        </p:grpSpPr>
        <p:sp>
          <p:nvSpPr>
            <p:cNvPr id="574" name="Google Shape;574;p9"/>
            <p:cNvSpPr/>
            <p:nvPr/>
          </p:nvSpPr>
          <p:spPr>
            <a:xfrm rot="-5400000" flipH="1">
              <a:off x="2226689" y="604589"/>
              <a:ext cx="4808" cy="41088"/>
            </a:xfrm>
            <a:custGeom>
              <a:avLst/>
              <a:gdLst/>
              <a:ahLst/>
              <a:cxnLst/>
              <a:rect l="l" t="t" r="r" b="b"/>
              <a:pathLst>
                <a:path w="143" h="1222" extrusionOk="0">
                  <a:moveTo>
                    <a:pt x="1" y="0"/>
                  </a:moveTo>
                  <a:lnTo>
                    <a:pt x="1" y="676"/>
                  </a:lnTo>
                  <a:lnTo>
                    <a:pt x="1" y="1221"/>
                  </a:lnTo>
                  <a:cubicBezTo>
                    <a:pt x="143" y="1221"/>
                    <a:pt x="143" y="949"/>
                    <a:pt x="143" y="676"/>
                  </a:cubicBezTo>
                  <a:cubicBezTo>
                    <a:pt x="143" y="273"/>
                    <a:pt x="143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9"/>
            <p:cNvSpPr/>
            <p:nvPr/>
          </p:nvSpPr>
          <p:spPr>
            <a:xfrm rot="-5400000" flipH="1">
              <a:off x="2208381" y="622931"/>
              <a:ext cx="41424" cy="4438"/>
            </a:xfrm>
            <a:custGeom>
              <a:avLst/>
              <a:gdLst/>
              <a:ahLst/>
              <a:cxnLst/>
              <a:rect l="l" t="t" r="r" b="b"/>
              <a:pathLst>
                <a:path w="1232" h="132" extrusionOk="0">
                  <a:moveTo>
                    <a:pt x="545" y="0"/>
                  </a:moveTo>
                  <a:cubicBezTo>
                    <a:pt x="272" y="0"/>
                    <a:pt x="0" y="0"/>
                    <a:pt x="0" y="131"/>
                  </a:cubicBezTo>
                  <a:lnTo>
                    <a:pt x="1232" y="131"/>
                  </a:lnTo>
                  <a:cubicBezTo>
                    <a:pt x="1232" y="0"/>
                    <a:pt x="959" y="0"/>
                    <a:pt x="54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9"/>
            <p:cNvSpPr/>
            <p:nvPr/>
          </p:nvSpPr>
          <p:spPr>
            <a:xfrm rot="-5400000" flipH="1">
              <a:off x="2208365" y="613768"/>
              <a:ext cx="36683" cy="27504"/>
            </a:xfrm>
            <a:custGeom>
              <a:avLst/>
              <a:gdLst/>
              <a:ahLst/>
              <a:cxnLst/>
              <a:rect l="l" t="t" r="r" b="b"/>
              <a:pathLst>
                <a:path w="1091" h="818" extrusionOk="0">
                  <a:moveTo>
                    <a:pt x="1091" y="0"/>
                  </a:moveTo>
                  <a:cubicBezTo>
                    <a:pt x="949" y="0"/>
                    <a:pt x="818" y="142"/>
                    <a:pt x="546" y="414"/>
                  </a:cubicBezTo>
                  <a:cubicBezTo>
                    <a:pt x="818" y="273"/>
                    <a:pt x="1091" y="0"/>
                    <a:pt x="1091" y="0"/>
                  </a:cubicBezTo>
                  <a:close/>
                  <a:moveTo>
                    <a:pt x="546" y="414"/>
                  </a:moveTo>
                  <a:lnTo>
                    <a:pt x="546" y="414"/>
                  </a:lnTo>
                  <a:cubicBezTo>
                    <a:pt x="273" y="545"/>
                    <a:pt x="1" y="818"/>
                    <a:pt x="1" y="818"/>
                  </a:cubicBezTo>
                  <a:cubicBezTo>
                    <a:pt x="131" y="818"/>
                    <a:pt x="273" y="687"/>
                    <a:pt x="546" y="4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9"/>
            <p:cNvSpPr/>
            <p:nvPr/>
          </p:nvSpPr>
          <p:spPr>
            <a:xfrm rot="-5400000" flipH="1">
              <a:off x="2215341" y="610053"/>
              <a:ext cx="27504" cy="34565"/>
            </a:xfrm>
            <a:custGeom>
              <a:avLst/>
              <a:gdLst/>
              <a:ahLst/>
              <a:cxnLst/>
              <a:rect l="l" t="t" r="r" b="b"/>
              <a:pathLst>
                <a:path w="818" h="1028" extrusionOk="0">
                  <a:moveTo>
                    <a:pt x="24" y="0"/>
                  </a:moveTo>
                  <a:cubicBezTo>
                    <a:pt x="9" y="0"/>
                    <a:pt x="0" y="11"/>
                    <a:pt x="0" y="34"/>
                  </a:cubicBezTo>
                  <a:lnTo>
                    <a:pt x="273" y="579"/>
                  </a:lnTo>
                  <a:cubicBezTo>
                    <a:pt x="497" y="803"/>
                    <a:pt x="633" y="1027"/>
                    <a:pt x="674" y="1027"/>
                  </a:cubicBezTo>
                  <a:cubicBezTo>
                    <a:pt x="683" y="1027"/>
                    <a:pt x="687" y="1017"/>
                    <a:pt x="687" y="993"/>
                  </a:cubicBezTo>
                  <a:cubicBezTo>
                    <a:pt x="818" y="993"/>
                    <a:pt x="687" y="721"/>
                    <a:pt x="415" y="448"/>
                  </a:cubicBezTo>
                  <a:cubicBezTo>
                    <a:pt x="298" y="224"/>
                    <a:pt x="93" y="0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8" name="Google Shape;578;p9"/>
          <p:cNvSpPr/>
          <p:nvPr/>
        </p:nvSpPr>
        <p:spPr>
          <a:xfrm rot="-5400000" flipH="1">
            <a:off x="415111" y="776287"/>
            <a:ext cx="4808" cy="45829"/>
          </a:xfrm>
          <a:custGeom>
            <a:avLst/>
            <a:gdLst/>
            <a:ahLst/>
            <a:cxnLst/>
            <a:rect l="l" t="t" r="r" b="b"/>
            <a:pathLst>
              <a:path w="143" h="1363" extrusionOk="0">
                <a:moveTo>
                  <a:pt x="1" y="1"/>
                </a:moveTo>
                <a:lnTo>
                  <a:pt x="1" y="676"/>
                </a:lnTo>
                <a:lnTo>
                  <a:pt x="1" y="1363"/>
                </a:lnTo>
                <a:cubicBezTo>
                  <a:pt x="1" y="1363"/>
                  <a:pt x="143" y="1090"/>
                  <a:pt x="143" y="676"/>
                </a:cubicBezTo>
                <a:cubicBezTo>
                  <a:pt x="143" y="273"/>
                  <a:pt x="1" y="1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9"/>
          <p:cNvSpPr/>
          <p:nvPr/>
        </p:nvSpPr>
        <p:spPr>
          <a:xfrm rot="-5400000" flipH="1">
            <a:off x="396820" y="794612"/>
            <a:ext cx="45829" cy="4808"/>
          </a:xfrm>
          <a:custGeom>
            <a:avLst/>
            <a:gdLst/>
            <a:ahLst/>
            <a:cxnLst/>
            <a:rect l="l" t="t" r="r" b="b"/>
            <a:pathLst>
              <a:path w="1363" h="143" extrusionOk="0">
                <a:moveTo>
                  <a:pt x="0" y="0"/>
                </a:moveTo>
                <a:cubicBezTo>
                  <a:pt x="0" y="0"/>
                  <a:pt x="273" y="142"/>
                  <a:pt x="676" y="142"/>
                </a:cubicBezTo>
                <a:cubicBezTo>
                  <a:pt x="1090" y="142"/>
                  <a:pt x="1362" y="0"/>
                  <a:pt x="13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9"/>
          <p:cNvSpPr/>
          <p:nvPr/>
        </p:nvSpPr>
        <p:spPr>
          <a:xfrm rot="-5400000" flipH="1">
            <a:off x="396803" y="785449"/>
            <a:ext cx="36683" cy="32278"/>
          </a:xfrm>
          <a:custGeom>
            <a:avLst/>
            <a:gdLst/>
            <a:ahLst/>
            <a:cxnLst/>
            <a:rect l="l" t="t" r="r" b="b"/>
            <a:pathLst>
              <a:path w="1091" h="960" extrusionOk="0">
                <a:moveTo>
                  <a:pt x="949" y="0"/>
                </a:moveTo>
                <a:cubicBezTo>
                  <a:pt x="949" y="0"/>
                  <a:pt x="676" y="142"/>
                  <a:pt x="404" y="415"/>
                </a:cubicBezTo>
                <a:cubicBezTo>
                  <a:pt x="131" y="687"/>
                  <a:pt x="1" y="959"/>
                  <a:pt x="1" y="959"/>
                </a:cubicBezTo>
                <a:cubicBezTo>
                  <a:pt x="1" y="959"/>
                  <a:pt x="273" y="818"/>
                  <a:pt x="546" y="545"/>
                </a:cubicBezTo>
                <a:cubicBezTo>
                  <a:pt x="818" y="273"/>
                  <a:pt x="1090" y="142"/>
                  <a:pt x="94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9"/>
          <p:cNvSpPr/>
          <p:nvPr/>
        </p:nvSpPr>
        <p:spPr>
          <a:xfrm rot="-5400000" flipH="1">
            <a:off x="403595" y="778657"/>
            <a:ext cx="27504" cy="36683"/>
          </a:xfrm>
          <a:custGeom>
            <a:avLst/>
            <a:gdLst/>
            <a:ahLst/>
            <a:cxnLst/>
            <a:rect l="l" t="t" r="r" b="b"/>
            <a:pathLst>
              <a:path w="818" h="1091" extrusionOk="0">
                <a:moveTo>
                  <a:pt x="131" y="0"/>
                </a:moveTo>
                <a:cubicBezTo>
                  <a:pt x="1" y="0"/>
                  <a:pt x="131" y="273"/>
                  <a:pt x="404" y="545"/>
                </a:cubicBezTo>
                <a:cubicBezTo>
                  <a:pt x="546" y="959"/>
                  <a:pt x="818" y="1090"/>
                  <a:pt x="818" y="1090"/>
                </a:cubicBezTo>
                <a:lnTo>
                  <a:pt x="546" y="545"/>
                </a:lnTo>
                <a:cubicBezTo>
                  <a:pt x="273" y="273"/>
                  <a:pt x="131" y="0"/>
                  <a:pt x="1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583" name="Google Shape;583;p9"/>
          <p:cNvGrpSpPr/>
          <p:nvPr/>
        </p:nvGrpSpPr>
        <p:grpSpPr>
          <a:xfrm>
            <a:off x="8887881" y="445016"/>
            <a:ext cx="45827" cy="45861"/>
            <a:chOff x="1448156" y="347891"/>
            <a:chExt cx="45827" cy="45861"/>
          </a:xfrm>
        </p:grpSpPr>
        <p:sp>
          <p:nvSpPr>
            <p:cNvPr id="584" name="Google Shape;584;p9"/>
            <p:cNvSpPr/>
            <p:nvPr/>
          </p:nvSpPr>
          <p:spPr>
            <a:xfrm rot="-5400000" flipH="1">
              <a:off x="1468666" y="345706"/>
              <a:ext cx="4808" cy="45827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9"/>
            <p:cNvSpPr/>
            <p:nvPr/>
          </p:nvSpPr>
          <p:spPr>
            <a:xfrm rot="-5400000" flipH="1">
              <a:off x="1445770" y="368603"/>
              <a:ext cx="45861" cy="4438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9"/>
            <p:cNvSpPr/>
            <p:nvPr/>
          </p:nvSpPr>
          <p:spPr>
            <a:xfrm rot="-5400000" flipH="1">
              <a:off x="1450359" y="354868"/>
              <a:ext cx="36682" cy="32278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9"/>
            <p:cNvSpPr/>
            <p:nvPr/>
          </p:nvSpPr>
          <p:spPr>
            <a:xfrm rot="-5400000" flipH="1">
              <a:off x="1457150" y="352481"/>
              <a:ext cx="27503" cy="36682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8" name="Google Shape;588;p9"/>
          <p:cNvGrpSpPr/>
          <p:nvPr/>
        </p:nvGrpSpPr>
        <p:grpSpPr>
          <a:xfrm>
            <a:off x="8204231" y="160241"/>
            <a:ext cx="45827" cy="45861"/>
            <a:chOff x="1448156" y="347891"/>
            <a:chExt cx="45827" cy="45861"/>
          </a:xfrm>
        </p:grpSpPr>
        <p:sp>
          <p:nvSpPr>
            <p:cNvPr id="589" name="Google Shape;589;p9"/>
            <p:cNvSpPr/>
            <p:nvPr/>
          </p:nvSpPr>
          <p:spPr>
            <a:xfrm rot="-5400000" flipH="1">
              <a:off x="1468666" y="345706"/>
              <a:ext cx="4808" cy="45827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9"/>
            <p:cNvSpPr/>
            <p:nvPr/>
          </p:nvSpPr>
          <p:spPr>
            <a:xfrm rot="-5400000" flipH="1">
              <a:off x="1445770" y="368603"/>
              <a:ext cx="45861" cy="4438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9"/>
            <p:cNvSpPr/>
            <p:nvPr/>
          </p:nvSpPr>
          <p:spPr>
            <a:xfrm rot="-5400000" flipH="1">
              <a:off x="1450359" y="354868"/>
              <a:ext cx="36682" cy="32278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9"/>
            <p:cNvSpPr/>
            <p:nvPr/>
          </p:nvSpPr>
          <p:spPr>
            <a:xfrm rot="-5400000" flipH="1">
              <a:off x="1457150" y="352481"/>
              <a:ext cx="27503" cy="36682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9"/>
          <p:cNvGrpSpPr/>
          <p:nvPr/>
        </p:nvGrpSpPr>
        <p:grpSpPr>
          <a:xfrm>
            <a:off x="6904318" y="141110"/>
            <a:ext cx="75974" cy="84124"/>
            <a:chOff x="7553342" y="94254"/>
            <a:chExt cx="43123" cy="47743"/>
          </a:xfrm>
        </p:grpSpPr>
        <p:sp>
          <p:nvSpPr>
            <p:cNvPr id="594" name="Google Shape;594;p9"/>
            <p:cNvSpPr/>
            <p:nvPr/>
          </p:nvSpPr>
          <p:spPr>
            <a:xfrm rot="-5400000" flipH="1">
              <a:off x="7572401" y="942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9"/>
            <p:cNvSpPr/>
            <p:nvPr/>
          </p:nvSpPr>
          <p:spPr>
            <a:xfrm rot="-5400000" flipH="1">
              <a:off x="7551049" y="115623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9"/>
            <p:cNvSpPr/>
            <p:nvPr/>
          </p:nvSpPr>
          <p:spPr>
            <a:xfrm rot="-5400000" flipH="1">
              <a:off x="7554147" y="103389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9"/>
            <p:cNvSpPr/>
            <p:nvPr/>
          </p:nvSpPr>
          <p:spPr>
            <a:xfrm rot="-5400000" flipH="1">
              <a:off x="7562390" y="9836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9"/>
          <p:cNvGrpSpPr/>
          <p:nvPr/>
        </p:nvGrpSpPr>
        <p:grpSpPr>
          <a:xfrm>
            <a:off x="8642168" y="933597"/>
            <a:ext cx="75974" cy="84124"/>
            <a:chOff x="7553342" y="94254"/>
            <a:chExt cx="43123" cy="47743"/>
          </a:xfrm>
        </p:grpSpPr>
        <p:sp>
          <p:nvSpPr>
            <p:cNvPr id="599" name="Google Shape;599;p9"/>
            <p:cNvSpPr/>
            <p:nvPr/>
          </p:nvSpPr>
          <p:spPr>
            <a:xfrm rot="-5400000" flipH="1">
              <a:off x="7572401" y="942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9"/>
            <p:cNvSpPr/>
            <p:nvPr/>
          </p:nvSpPr>
          <p:spPr>
            <a:xfrm rot="-5400000" flipH="1">
              <a:off x="7551049" y="115623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9"/>
            <p:cNvSpPr/>
            <p:nvPr/>
          </p:nvSpPr>
          <p:spPr>
            <a:xfrm rot="-5400000" flipH="1">
              <a:off x="7554147" y="103389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9"/>
            <p:cNvSpPr/>
            <p:nvPr/>
          </p:nvSpPr>
          <p:spPr>
            <a:xfrm rot="-5400000" flipH="1">
              <a:off x="7562390" y="9836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9"/>
          <p:cNvSpPr/>
          <p:nvPr/>
        </p:nvSpPr>
        <p:spPr>
          <a:xfrm rot="-1005639">
            <a:off x="88414" y="182966"/>
            <a:ext cx="1016567" cy="368630"/>
          </a:xfrm>
          <a:custGeom>
            <a:avLst/>
            <a:gdLst/>
            <a:ahLst/>
            <a:cxnLst/>
            <a:rect l="l" t="t" r="r" b="b"/>
            <a:pathLst>
              <a:path w="24333" h="9165" extrusionOk="0">
                <a:moveTo>
                  <a:pt x="305" y="1"/>
                </a:moveTo>
                <a:cubicBezTo>
                  <a:pt x="1" y="1"/>
                  <a:pt x="83" y="173"/>
                  <a:pt x="83" y="173"/>
                </a:cubicBezTo>
                <a:cubicBezTo>
                  <a:pt x="83" y="173"/>
                  <a:pt x="901" y="314"/>
                  <a:pt x="1315" y="1535"/>
                </a:cubicBezTo>
                <a:cubicBezTo>
                  <a:pt x="1860" y="2766"/>
                  <a:pt x="1718" y="3715"/>
                  <a:pt x="1718" y="3715"/>
                </a:cubicBezTo>
                <a:cubicBezTo>
                  <a:pt x="1718" y="3715"/>
                  <a:pt x="2808" y="4129"/>
                  <a:pt x="3353" y="4946"/>
                </a:cubicBezTo>
                <a:cubicBezTo>
                  <a:pt x="3898" y="5764"/>
                  <a:pt x="4170" y="6853"/>
                  <a:pt x="4170" y="6853"/>
                </a:cubicBezTo>
                <a:cubicBezTo>
                  <a:pt x="4170" y="6853"/>
                  <a:pt x="5533" y="6853"/>
                  <a:pt x="6492" y="7398"/>
                </a:cubicBezTo>
                <a:cubicBezTo>
                  <a:pt x="7309" y="8074"/>
                  <a:pt x="7712" y="8619"/>
                  <a:pt x="7712" y="8619"/>
                </a:cubicBezTo>
                <a:lnTo>
                  <a:pt x="9216" y="8347"/>
                </a:lnTo>
                <a:cubicBezTo>
                  <a:pt x="9489" y="8892"/>
                  <a:pt x="10034" y="9164"/>
                  <a:pt x="10709" y="9164"/>
                </a:cubicBezTo>
                <a:cubicBezTo>
                  <a:pt x="11527" y="9164"/>
                  <a:pt x="12072" y="8761"/>
                  <a:pt x="12344" y="8216"/>
                </a:cubicBezTo>
                <a:cubicBezTo>
                  <a:pt x="13303" y="8216"/>
                  <a:pt x="14666" y="8216"/>
                  <a:pt x="15756" y="7943"/>
                </a:cubicBezTo>
                <a:cubicBezTo>
                  <a:pt x="17794" y="7398"/>
                  <a:pt x="19701" y="6984"/>
                  <a:pt x="19701" y="6984"/>
                </a:cubicBezTo>
                <a:cubicBezTo>
                  <a:pt x="19701" y="6984"/>
                  <a:pt x="19973" y="6581"/>
                  <a:pt x="20518" y="5894"/>
                </a:cubicBezTo>
                <a:cubicBezTo>
                  <a:pt x="21063" y="5219"/>
                  <a:pt x="22153" y="4946"/>
                  <a:pt x="22153" y="4946"/>
                </a:cubicBezTo>
                <a:cubicBezTo>
                  <a:pt x="22153" y="4946"/>
                  <a:pt x="22153" y="4532"/>
                  <a:pt x="22295" y="3856"/>
                </a:cubicBezTo>
                <a:cubicBezTo>
                  <a:pt x="22426" y="3170"/>
                  <a:pt x="24333" y="1949"/>
                  <a:pt x="24333" y="1949"/>
                </a:cubicBezTo>
                <a:lnTo>
                  <a:pt x="24333" y="1949"/>
                </a:lnTo>
                <a:lnTo>
                  <a:pt x="21477" y="2766"/>
                </a:lnTo>
                <a:cubicBezTo>
                  <a:pt x="19570" y="3170"/>
                  <a:pt x="15483" y="5764"/>
                  <a:pt x="15483" y="5764"/>
                </a:cubicBezTo>
                <a:cubicBezTo>
                  <a:pt x="15483" y="5764"/>
                  <a:pt x="14666" y="6581"/>
                  <a:pt x="13303" y="6984"/>
                </a:cubicBezTo>
                <a:cubicBezTo>
                  <a:pt x="12758" y="7126"/>
                  <a:pt x="12344" y="7126"/>
                  <a:pt x="12072" y="7126"/>
                </a:cubicBezTo>
                <a:cubicBezTo>
                  <a:pt x="12072" y="6984"/>
                  <a:pt x="11941" y="6984"/>
                  <a:pt x="11941" y="6853"/>
                </a:cubicBezTo>
                <a:lnTo>
                  <a:pt x="11941" y="5894"/>
                </a:lnTo>
                <a:cubicBezTo>
                  <a:pt x="11669" y="6036"/>
                  <a:pt x="11396" y="6309"/>
                  <a:pt x="11124" y="6581"/>
                </a:cubicBezTo>
                <a:lnTo>
                  <a:pt x="10306" y="6581"/>
                </a:lnTo>
                <a:cubicBezTo>
                  <a:pt x="10034" y="6309"/>
                  <a:pt x="9620" y="6036"/>
                  <a:pt x="9347" y="5894"/>
                </a:cubicBezTo>
                <a:lnTo>
                  <a:pt x="9347" y="5894"/>
                </a:lnTo>
                <a:cubicBezTo>
                  <a:pt x="9489" y="6167"/>
                  <a:pt x="9489" y="6581"/>
                  <a:pt x="9489" y="6984"/>
                </a:cubicBezTo>
                <a:cubicBezTo>
                  <a:pt x="9347" y="7126"/>
                  <a:pt x="9347" y="7257"/>
                  <a:pt x="9216" y="7398"/>
                </a:cubicBezTo>
                <a:cubicBezTo>
                  <a:pt x="8671" y="7257"/>
                  <a:pt x="6895" y="6581"/>
                  <a:pt x="6078" y="5349"/>
                </a:cubicBezTo>
                <a:lnTo>
                  <a:pt x="5129" y="3856"/>
                </a:lnTo>
                <a:cubicBezTo>
                  <a:pt x="5129" y="3856"/>
                  <a:pt x="4312" y="3170"/>
                  <a:pt x="3898" y="2352"/>
                </a:cubicBezTo>
                <a:cubicBezTo>
                  <a:pt x="3353" y="1677"/>
                  <a:pt x="1446" y="42"/>
                  <a:pt x="628" y="42"/>
                </a:cubicBezTo>
                <a:cubicBezTo>
                  <a:pt x="489" y="13"/>
                  <a:pt x="384" y="1"/>
                  <a:pt x="30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9"/>
          <p:cNvSpPr/>
          <p:nvPr/>
        </p:nvSpPr>
        <p:spPr>
          <a:xfrm rot="687745">
            <a:off x="273807" y="143638"/>
            <a:ext cx="386399" cy="194425"/>
          </a:xfrm>
          <a:custGeom>
            <a:avLst/>
            <a:gdLst/>
            <a:ahLst/>
            <a:cxnLst/>
            <a:rect l="l" t="t" r="r" b="b"/>
            <a:pathLst>
              <a:path w="24109" h="12131" extrusionOk="0">
                <a:moveTo>
                  <a:pt x="273" y="0"/>
                </a:moveTo>
                <a:cubicBezTo>
                  <a:pt x="273" y="1"/>
                  <a:pt x="2453" y="3412"/>
                  <a:pt x="1" y="4502"/>
                </a:cubicBezTo>
                <a:cubicBezTo>
                  <a:pt x="949" y="4502"/>
                  <a:pt x="2856" y="6136"/>
                  <a:pt x="2039" y="8044"/>
                </a:cubicBezTo>
                <a:cubicBezTo>
                  <a:pt x="2117" y="7925"/>
                  <a:pt x="2339" y="7863"/>
                  <a:pt x="2659" y="7863"/>
                </a:cubicBezTo>
                <a:cubicBezTo>
                  <a:pt x="3458" y="7863"/>
                  <a:pt x="4864" y="8254"/>
                  <a:pt x="6126" y="9134"/>
                </a:cubicBezTo>
                <a:cubicBezTo>
                  <a:pt x="7902" y="10223"/>
                  <a:pt x="7902" y="11989"/>
                  <a:pt x="7902" y="11989"/>
                </a:cubicBezTo>
                <a:cubicBezTo>
                  <a:pt x="7902" y="11989"/>
                  <a:pt x="8589" y="10735"/>
                  <a:pt x="9333" y="10735"/>
                </a:cubicBezTo>
                <a:cubicBezTo>
                  <a:pt x="9401" y="10735"/>
                  <a:pt x="9469" y="10746"/>
                  <a:pt x="9537" y="10768"/>
                </a:cubicBezTo>
                <a:cubicBezTo>
                  <a:pt x="10355" y="11041"/>
                  <a:pt x="10758" y="11989"/>
                  <a:pt x="10758" y="11989"/>
                </a:cubicBezTo>
                <a:cubicBezTo>
                  <a:pt x="10758" y="11989"/>
                  <a:pt x="11008" y="10619"/>
                  <a:pt x="11393" y="10619"/>
                </a:cubicBezTo>
                <a:cubicBezTo>
                  <a:pt x="11410" y="10619"/>
                  <a:pt x="11427" y="10621"/>
                  <a:pt x="11445" y="10627"/>
                </a:cubicBezTo>
                <a:cubicBezTo>
                  <a:pt x="11717" y="10768"/>
                  <a:pt x="12120" y="12131"/>
                  <a:pt x="12120" y="12131"/>
                </a:cubicBezTo>
                <a:cubicBezTo>
                  <a:pt x="12120" y="12131"/>
                  <a:pt x="12393" y="10627"/>
                  <a:pt x="13210" y="10627"/>
                </a:cubicBezTo>
                <a:cubicBezTo>
                  <a:pt x="14028" y="10627"/>
                  <a:pt x="14845" y="11989"/>
                  <a:pt x="14845" y="11989"/>
                </a:cubicBezTo>
                <a:cubicBezTo>
                  <a:pt x="14845" y="11989"/>
                  <a:pt x="14987" y="9951"/>
                  <a:pt x="16621" y="9134"/>
                </a:cubicBezTo>
                <a:cubicBezTo>
                  <a:pt x="17387" y="8685"/>
                  <a:pt x="18419" y="8565"/>
                  <a:pt x="19301" y="8565"/>
                </a:cubicBezTo>
                <a:cubicBezTo>
                  <a:pt x="20304" y="8565"/>
                  <a:pt x="21112" y="8719"/>
                  <a:pt x="21112" y="8719"/>
                </a:cubicBezTo>
                <a:cubicBezTo>
                  <a:pt x="21112" y="8719"/>
                  <a:pt x="20294" y="7226"/>
                  <a:pt x="20981" y="6136"/>
                </a:cubicBezTo>
                <a:cubicBezTo>
                  <a:pt x="21657" y="5177"/>
                  <a:pt x="23019" y="4774"/>
                  <a:pt x="23019" y="4774"/>
                </a:cubicBezTo>
                <a:cubicBezTo>
                  <a:pt x="23019" y="4774"/>
                  <a:pt x="21384" y="1635"/>
                  <a:pt x="24109" y="142"/>
                </a:cubicBezTo>
                <a:cubicBezTo>
                  <a:pt x="23996" y="78"/>
                  <a:pt x="23851" y="49"/>
                  <a:pt x="23681" y="49"/>
                </a:cubicBezTo>
                <a:cubicBezTo>
                  <a:pt x="22013" y="49"/>
                  <a:pt x="17895" y="2890"/>
                  <a:pt x="17025" y="4502"/>
                </a:cubicBezTo>
                <a:cubicBezTo>
                  <a:pt x="16238" y="6201"/>
                  <a:pt x="14069" y="7779"/>
                  <a:pt x="12809" y="7779"/>
                </a:cubicBezTo>
                <a:cubicBezTo>
                  <a:pt x="12760" y="7779"/>
                  <a:pt x="12712" y="7776"/>
                  <a:pt x="12665" y="7771"/>
                </a:cubicBezTo>
                <a:cubicBezTo>
                  <a:pt x="12807" y="7771"/>
                  <a:pt x="13079" y="6540"/>
                  <a:pt x="12665" y="5319"/>
                </a:cubicBezTo>
                <a:lnTo>
                  <a:pt x="11990" y="6409"/>
                </a:lnTo>
                <a:lnTo>
                  <a:pt x="11303" y="6540"/>
                </a:lnTo>
                <a:lnTo>
                  <a:pt x="10485" y="5177"/>
                </a:lnTo>
                <a:cubicBezTo>
                  <a:pt x="10485" y="5177"/>
                  <a:pt x="10485" y="7226"/>
                  <a:pt x="10213" y="7499"/>
                </a:cubicBezTo>
                <a:cubicBezTo>
                  <a:pt x="10181" y="7514"/>
                  <a:pt x="10133" y="7522"/>
                  <a:pt x="10070" y="7522"/>
                </a:cubicBezTo>
                <a:cubicBezTo>
                  <a:pt x="9598" y="7522"/>
                  <a:pt x="8335" y="7067"/>
                  <a:pt x="7488" y="5864"/>
                </a:cubicBezTo>
                <a:cubicBezTo>
                  <a:pt x="6813" y="4905"/>
                  <a:pt x="3543" y="818"/>
                  <a:pt x="27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9"/>
          <p:cNvSpPr/>
          <p:nvPr/>
        </p:nvSpPr>
        <p:spPr>
          <a:xfrm rot="-492177">
            <a:off x="8521806" y="607194"/>
            <a:ext cx="613447" cy="166705"/>
          </a:xfrm>
          <a:custGeom>
            <a:avLst/>
            <a:gdLst/>
            <a:ahLst/>
            <a:cxnLst/>
            <a:rect l="l" t="t" r="r" b="b"/>
            <a:pathLst>
              <a:path w="36168" h="7761" extrusionOk="0">
                <a:moveTo>
                  <a:pt x="1190" y="7066"/>
                </a:moveTo>
                <a:cubicBezTo>
                  <a:pt x="1187" y="7072"/>
                  <a:pt x="1184" y="7079"/>
                  <a:pt x="1181" y="7085"/>
                </a:cubicBezTo>
                <a:cubicBezTo>
                  <a:pt x="1186" y="7080"/>
                  <a:pt x="1189" y="7073"/>
                  <a:pt x="1190" y="7066"/>
                </a:cubicBezTo>
                <a:close/>
                <a:moveTo>
                  <a:pt x="34958" y="7069"/>
                </a:moveTo>
                <a:cubicBezTo>
                  <a:pt x="34960" y="7075"/>
                  <a:pt x="34962" y="7081"/>
                  <a:pt x="34967" y="7085"/>
                </a:cubicBezTo>
                <a:cubicBezTo>
                  <a:pt x="34964" y="7080"/>
                  <a:pt x="34961" y="7074"/>
                  <a:pt x="34958" y="7069"/>
                </a:cubicBezTo>
                <a:close/>
                <a:moveTo>
                  <a:pt x="12352" y="1"/>
                </a:moveTo>
                <a:cubicBezTo>
                  <a:pt x="5409" y="1"/>
                  <a:pt x="1867" y="2453"/>
                  <a:pt x="1050" y="4219"/>
                </a:cubicBezTo>
                <a:cubicBezTo>
                  <a:pt x="1" y="5928"/>
                  <a:pt x="1223" y="6871"/>
                  <a:pt x="1190" y="7066"/>
                </a:cubicBezTo>
                <a:lnTo>
                  <a:pt x="1190" y="7066"/>
                </a:lnTo>
                <a:cubicBezTo>
                  <a:pt x="1877" y="5716"/>
                  <a:pt x="2904" y="5260"/>
                  <a:pt x="3878" y="5260"/>
                </a:cubicBezTo>
                <a:cubicBezTo>
                  <a:pt x="4267" y="5260"/>
                  <a:pt x="4648" y="5333"/>
                  <a:pt x="4995" y="5450"/>
                </a:cubicBezTo>
                <a:cubicBezTo>
                  <a:pt x="6357" y="5723"/>
                  <a:pt x="7175" y="6540"/>
                  <a:pt x="7175" y="6540"/>
                </a:cubicBezTo>
                <a:cubicBezTo>
                  <a:pt x="7092" y="5242"/>
                  <a:pt x="7770" y="4767"/>
                  <a:pt x="8591" y="4767"/>
                </a:cubicBezTo>
                <a:cubicBezTo>
                  <a:pt x="9066" y="4767"/>
                  <a:pt x="9590" y="4926"/>
                  <a:pt x="10041" y="5178"/>
                </a:cubicBezTo>
                <a:cubicBezTo>
                  <a:pt x="11404" y="5723"/>
                  <a:pt x="12352" y="6943"/>
                  <a:pt x="12493" y="6943"/>
                </a:cubicBezTo>
                <a:cubicBezTo>
                  <a:pt x="12493" y="6163"/>
                  <a:pt x="12762" y="5876"/>
                  <a:pt x="13118" y="5876"/>
                </a:cubicBezTo>
                <a:cubicBezTo>
                  <a:pt x="13384" y="5876"/>
                  <a:pt x="13698" y="6035"/>
                  <a:pt x="13987" y="6268"/>
                </a:cubicBezTo>
                <a:cubicBezTo>
                  <a:pt x="14804" y="6813"/>
                  <a:pt x="15218" y="7761"/>
                  <a:pt x="15218" y="7761"/>
                </a:cubicBezTo>
                <a:cubicBezTo>
                  <a:pt x="15218" y="7079"/>
                  <a:pt x="15400" y="6864"/>
                  <a:pt x="15632" y="6864"/>
                </a:cubicBezTo>
                <a:cubicBezTo>
                  <a:pt x="16000" y="6864"/>
                  <a:pt x="16493" y="7408"/>
                  <a:pt x="16580" y="7488"/>
                </a:cubicBezTo>
                <a:cubicBezTo>
                  <a:pt x="16439" y="6671"/>
                  <a:pt x="16580" y="6126"/>
                  <a:pt x="16711" y="5581"/>
                </a:cubicBezTo>
                <a:cubicBezTo>
                  <a:pt x="16984" y="6268"/>
                  <a:pt x="17529" y="6813"/>
                  <a:pt x="18074" y="6813"/>
                </a:cubicBezTo>
                <a:cubicBezTo>
                  <a:pt x="18618" y="6813"/>
                  <a:pt x="19163" y="6268"/>
                  <a:pt x="19436" y="5581"/>
                </a:cubicBezTo>
                <a:cubicBezTo>
                  <a:pt x="19578" y="6126"/>
                  <a:pt x="19708" y="6671"/>
                  <a:pt x="19578" y="7488"/>
                </a:cubicBezTo>
                <a:cubicBezTo>
                  <a:pt x="19658" y="7408"/>
                  <a:pt x="20153" y="6864"/>
                  <a:pt x="20523" y="6864"/>
                </a:cubicBezTo>
                <a:cubicBezTo>
                  <a:pt x="20756" y="6864"/>
                  <a:pt x="20940" y="7079"/>
                  <a:pt x="20940" y="7761"/>
                </a:cubicBezTo>
                <a:cubicBezTo>
                  <a:pt x="20940" y="7761"/>
                  <a:pt x="21343" y="6813"/>
                  <a:pt x="22161" y="6268"/>
                </a:cubicBezTo>
                <a:cubicBezTo>
                  <a:pt x="22454" y="6035"/>
                  <a:pt x="22794" y="5876"/>
                  <a:pt x="23079" y="5876"/>
                </a:cubicBezTo>
                <a:cubicBezTo>
                  <a:pt x="23460" y="5876"/>
                  <a:pt x="23740" y="6163"/>
                  <a:pt x="23665" y="6943"/>
                </a:cubicBezTo>
                <a:cubicBezTo>
                  <a:pt x="23795" y="6943"/>
                  <a:pt x="24754" y="5723"/>
                  <a:pt x="26117" y="5178"/>
                </a:cubicBezTo>
                <a:cubicBezTo>
                  <a:pt x="26564" y="4926"/>
                  <a:pt x="27087" y="4767"/>
                  <a:pt x="27562" y="4767"/>
                </a:cubicBezTo>
                <a:cubicBezTo>
                  <a:pt x="28382" y="4767"/>
                  <a:pt x="29062" y="5242"/>
                  <a:pt x="28972" y="6540"/>
                </a:cubicBezTo>
                <a:cubicBezTo>
                  <a:pt x="28972" y="6540"/>
                  <a:pt x="29790" y="5723"/>
                  <a:pt x="31152" y="5450"/>
                </a:cubicBezTo>
                <a:cubicBezTo>
                  <a:pt x="31502" y="5333"/>
                  <a:pt x="31885" y="5260"/>
                  <a:pt x="32276" y="5260"/>
                </a:cubicBezTo>
                <a:cubicBezTo>
                  <a:pt x="33254" y="5260"/>
                  <a:pt x="34280" y="5717"/>
                  <a:pt x="34958" y="7069"/>
                </a:cubicBezTo>
                <a:lnTo>
                  <a:pt x="34958" y="7069"/>
                </a:lnTo>
                <a:cubicBezTo>
                  <a:pt x="34921" y="6881"/>
                  <a:pt x="36167" y="5938"/>
                  <a:pt x="35239" y="4219"/>
                </a:cubicBezTo>
                <a:cubicBezTo>
                  <a:pt x="34291" y="2453"/>
                  <a:pt x="30749" y="1"/>
                  <a:pt x="23795" y="1"/>
                </a:cubicBezTo>
                <a:cubicBezTo>
                  <a:pt x="23795" y="1"/>
                  <a:pt x="22302" y="1767"/>
                  <a:pt x="20122" y="2584"/>
                </a:cubicBezTo>
                <a:lnTo>
                  <a:pt x="20122" y="2312"/>
                </a:lnTo>
                <a:cubicBezTo>
                  <a:pt x="20122" y="1908"/>
                  <a:pt x="20395" y="1767"/>
                  <a:pt x="20395" y="1767"/>
                </a:cubicBezTo>
                <a:cubicBezTo>
                  <a:pt x="20323" y="1753"/>
                  <a:pt x="20255" y="1747"/>
                  <a:pt x="20189" y="1747"/>
                </a:cubicBezTo>
                <a:cubicBezTo>
                  <a:pt x="19627" y="1747"/>
                  <a:pt x="19290" y="2209"/>
                  <a:pt x="19163" y="2453"/>
                </a:cubicBezTo>
                <a:cubicBezTo>
                  <a:pt x="18618" y="2181"/>
                  <a:pt x="18074" y="2181"/>
                  <a:pt x="18074" y="2181"/>
                </a:cubicBezTo>
                <a:cubicBezTo>
                  <a:pt x="18074" y="2181"/>
                  <a:pt x="17529" y="2181"/>
                  <a:pt x="16984" y="2453"/>
                </a:cubicBezTo>
                <a:cubicBezTo>
                  <a:pt x="16867" y="2209"/>
                  <a:pt x="16522" y="1747"/>
                  <a:pt x="15966" y="1747"/>
                </a:cubicBezTo>
                <a:cubicBezTo>
                  <a:pt x="15901" y="1747"/>
                  <a:pt x="15834" y="1753"/>
                  <a:pt x="15763" y="1767"/>
                </a:cubicBezTo>
                <a:cubicBezTo>
                  <a:pt x="15763" y="1767"/>
                  <a:pt x="16035" y="1908"/>
                  <a:pt x="16035" y="2312"/>
                </a:cubicBezTo>
                <a:lnTo>
                  <a:pt x="16035" y="2584"/>
                </a:lnTo>
                <a:cubicBezTo>
                  <a:pt x="13987" y="1767"/>
                  <a:pt x="12352" y="1"/>
                  <a:pt x="123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6" name="Google Shape;606;p9"/>
          <p:cNvGrpSpPr/>
          <p:nvPr/>
        </p:nvGrpSpPr>
        <p:grpSpPr>
          <a:xfrm>
            <a:off x="8066530" y="2"/>
            <a:ext cx="905304" cy="564268"/>
            <a:chOff x="8066530" y="2"/>
            <a:chExt cx="905304" cy="564268"/>
          </a:xfrm>
        </p:grpSpPr>
        <p:sp>
          <p:nvSpPr>
            <p:cNvPr id="607" name="Google Shape;607;p9"/>
            <p:cNvSpPr/>
            <p:nvPr/>
          </p:nvSpPr>
          <p:spPr>
            <a:xfrm rot="1399318">
              <a:off x="8076417" y="165786"/>
              <a:ext cx="885530" cy="232701"/>
            </a:xfrm>
            <a:custGeom>
              <a:avLst/>
              <a:gdLst/>
              <a:ahLst/>
              <a:cxnLst/>
              <a:rect l="l" t="t" r="r" b="b"/>
              <a:pathLst>
                <a:path w="35421" h="9308" extrusionOk="0">
                  <a:moveTo>
                    <a:pt x="28528" y="0"/>
                  </a:moveTo>
                  <a:cubicBezTo>
                    <a:pt x="26812" y="0"/>
                    <a:pt x="24725" y="270"/>
                    <a:pt x="22212" y="992"/>
                  </a:cubicBezTo>
                  <a:cubicBezTo>
                    <a:pt x="22212" y="992"/>
                    <a:pt x="21798" y="2899"/>
                    <a:pt x="19759" y="3989"/>
                  </a:cubicBezTo>
                  <a:lnTo>
                    <a:pt x="19759" y="3586"/>
                  </a:lnTo>
                  <a:cubicBezTo>
                    <a:pt x="19618" y="3313"/>
                    <a:pt x="19890" y="3172"/>
                    <a:pt x="19890" y="3172"/>
                  </a:cubicBezTo>
                  <a:cubicBezTo>
                    <a:pt x="19215" y="3172"/>
                    <a:pt x="18942" y="3717"/>
                    <a:pt x="18800" y="3989"/>
                  </a:cubicBezTo>
                  <a:cubicBezTo>
                    <a:pt x="18255" y="3858"/>
                    <a:pt x="17711" y="3858"/>
                    <a:pt x="17711" y="3858"/>
                  </a:cubicBezTo>
                  <a:cubicBezTo>
                    <a:pt x="17711" y="3858"/>
                    <a:pt x="17166" y="3858"/>
                    <a:pt x="16621" y="4131"/>
                  </a:cubicBezTo>
                  <a:cubicBezTo>
                    <a:pt x="16508" y="3896"/>
                    <a:pt x="16186" y="3557"/>
                    <a:pt x="15668" y="3557"/>
                  </a:cubicBezTo>
                  <a:cubicBezTo>
                    <a:pt x="15584" y="3557"/>
                    <a:pt x="15494" y="3566"/>
                    <a:pt x="15400" y="3586"/>
                  </a:cubicBezTo>
                  <a:cubicBezTo>
                    <a:pt x="15400" y="3586"/>
                    <a:pt x="15672" y="3717"/>
                    <a:pt x="15672" y="3989"/>
                  </a:cubicBezTo>
                  <a:lnTo>
                    <a:pt x="15672" y="4403"/>
                  </a:lnTo>
                  <a:cubicBezTo>
                    <a:pt x="13493" y="3717"/>
                    <a:pt x="12806" y="1809"/>
                    <a:pt x="12806" y="1809"/>
                  </a:cubicBezTo>
                  <a:cubicBezTo>
                    <a:pt x="11979" y="1745"/>
                    <a:pt x="11203" y="1715"/>
                    <a:pt x="10475" y="1715"/>
                  </a:cubicBezTo>
                  <a:cubicBezTo>
                    <a:pt x="1970" y="1715"/>
                    <a:pt x="0" y="5766"/>
                    <a:pt x="0" y="5766"/>
                  </a:cubicBezTo>
                  <a:cubicBezTo>
                    <a:pt x="1059" y="5253"/>
                    <a:pt x="1869" y="5057"/>
                    <a:pt x="2488" y="5057"/>
                  </a:cubicBezTo>
                  <a:cubicBezTo>
                    <a:pt x="4501" y="5057"/>
                    <a:pt x="4501" y="7128"/>
                    <a:pt x="4501" y="7128"/>
                  </a:cubicBezTo>
                  <a:cubicBezTo>
                    <a:pt x="5476" y="6188"/>
                    <a:pt x="6288" y="5843"/>
                    <a:pt x="6954" y="5843"/>
                  </a:cubicBezTo>
                  <a:cubicBezTo>
                    <a:pt x="8801" y="5843"/>
                    <a:pt x="9536" y="8490"/>
                    <a:pt x="9536" y="8490"/>
                  </a:cubicBezTo>
                  <a:cubicBezTo>
                    <a:pt x="10181" y="7733"/>
                    <a:pt x="10752" y="7460"/>
                    <a:pt x="11240" y="7460"/>
                  </a:cubicBezTo>
                  <a:cubicBezTo>
                    <a:pt x="12510" y="7460"/>
                    <a:pt x="13220" y="9308"/>
                    <a:pt x="13220" y="9308"/>
                  </a:cubicBezTo>
                  <a:cubicBezTo>
                    <a:pt x="13524" y="8648"/>
                    <a:pt x="13920" y="8441"/>
                    <a:pt x="14299" y="8441"/>
                  </a:cubicBezTo>
                  <a:cubicBezTo>
                    <a:pt x="14941" y="8441"/>
                    <a:pt x="15531" y="9035"/>
                    <a:pt x="15531" y="9035"/>
                  </a:cubicBezTo>
                  <a:cubicBezTo>
                    <a:pt x="15400" y="8218"/>
                    <a:pt x="15803" y="7673"/>
                    <a:pt x="16076" y="7128"/>
                  </a:cubicBezTo>
                  <a:cubicBezTo>
                    <a:pt x="16348" y="7673"/>
                    <a:pt x="17307" y="8218"/>
                    <a:pt x="18125" y="8218"/>
                  </a:cubicBezTo>
                  <a:cubicBezTo>
                    <a:pt x="18942" y="8076"/>
                    <a:pt x="19759" y="7400"/>
                    <a:pt x="19890" y="6855"/>
                  </a:cubicBezTo>
                  <a:cubicBezTo>
                    <a:pt x="20304" y="7259"/>
                    <a:pt x="20708" y="7804"/>
                    <a:pt x="20708" y="8621"/>
                  </a:cubicBezTo>
                  <a:cubicBezTo>
                    <a:pt x="20708" y="8621"/>
                    <a:pt x="21311" y="7686"/>
                    <a:pt x="22092" y="7686"/>
                  </a:cubicBezTo>
                  <a:cubicBezTo>
                    <a:pt x="22427" y="7686"/>
                    <a:pt x="22794" y="7858"/>
                    <a:pt x="23160" y="8349"/>
                  </a:cubicBezTo>
                  <a:cubicBezTo>
                    <a:pt x="23160" y="8349"/>
                    <a:pt x="23480" y="6106"/>
                    <a:pt x="24922" y="6106"/>
                  </a:cubicBezTo>
                  <a:cubicBezTo>
                    <a:pt x="25360" y="6106"/>
                    <a:pt x="25902" y="6314"/>
                    <a:pt x="26571" y="6855"/>
                  </a:cubicBezTo>
                  <a:cubicBezTo>
                    <a:pt x="26571" y="6855"/>
                    <a:pt x="26821" y="3727"/>
                    <a:pt x="28992" y="3727"/>
                  </a:cubicBezTo>
                  <a:cubicBezTo>
                    <a:pt x="29578" y="3727"/>
                    <a:pt x="30304" y="3955"/>
                    <a:pt x="31203" y="4534"/>
                  </a:cubicBezTo>
                  <a:cubicBezTo>
                    <a:pt x="31203" y="4534"/>
                    <a:pt x="30710" y="2090"/>
                    <a:pt x="33548" y="2090"/>
                  </a:cubicBezTo>
                  <a:cubicBezTo>
                    <a:pt x="34058" y="2090"/>
                    <a:pt x="34675" y="2169"/>
                    <a:pt x="35421" y="2354"/>
                  </a:cubicBezTo>
                  <a:cubicBezTo>
                    <a:pt x="35421" y="2354"/>
                    <a:pt x="33596" y="0"/>
                    <a:pt x="285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8" name="Google Shape;608;p9"/>
            <p:cNvGrpSpPr/>
            <p:nvPr/>
          </p:nvGrpSpPr>
          <p:grpSpPr>
            <a:xfrm rot="1730709">
              <a:off x="8488820" y="276694"/>
              <a:ext cx="60482" cy="33029"/>
              <a:chOff x="3467344" y="1694749"/>
              <a:chExt cx="114969" cy="62784"/>
            </a:xfrm>
          </p:grpSpPr>
          <p:sp>
            <p:nvSpPr>
              <p:cNvPr id="609" name="Google Shape;609;p9"/>
              <p:cNvSpPr/>
              <p:nvPr/>
            </p:nvSpPr>
            <p:spPr>
              <a:xfrm>
                <a:off x="3545727" y="1694749"/>
                <a:ext cx="36586" cy="56634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630" extrusionOk="0">
                    <a:moveTo>
                      <a:pt x="828" y="1"/>
                    </a:moveTo>
                    <a:cubicBezTo>
                      <a:pt x="627" y="552"/>
                      <a:pt x="76" y="853"/>
                      <a:pt x="76" y="853"/>
                    </a:cubicBezTo>
                    <a:cubicBezTo>
                      <a:pt x="51" y="1103"/>
                      <a:pt x="25" y="1379"/>
                      <a:pt x="0" y="1630"/>
                    </a:cubicBezTo>
                    <a:cubicBezTo>
                      <a:pt x="1053" y="1304"/>
                      <a:pt x="828" y="1"/>
                      <a:pt x="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9"/>
              <p:cNvSpPr/>
              <p:nvPr/>
            </p:nvSpPr>
            <p:spPr>
              <a:xfrm>
                <a:off x="3467344" y="1713928"/>
                <a:ext cx="46211" cy="43605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25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18" y="1255"/>
                      <a:pt x="1268" y="1255"/>
                    </a:cubicBezTo>
                    <a:cubicBezTo>
                      <a:pt x="1288" y="1255"/>
                      <a:pt x="1308" y="1254"/>
                      <a:pt x="1329" y="1253"/>
                    </a:cubicBezTo>
                    <a:cubicBezTo>
                      <a:pt x="1204" y="1003"/>
                      <a:pt x="1104" y="777"/>
                      <a:pt x="978" y="526"/>
                    </a:cubicBezTo>
                    <a:cubicBezTo>
                      <a:pt x="978" y="526"/>
                      <a:pt x="377" y="45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1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21"/>
          <p:cNvSpPr/>
          <p:nvPr/>
        </p:nvSpPr>
        <p:spPr>
          <a:xfrm>
            <a:off x="134000" y="-12"/>
            <a:ext cx="805906" cy="5067291"/>
          </a:xfrm>
          <a:custGeom>
            <a:avLst/>
            <a:gdLst/>
            <a:ahLst/>
            <a:cxnLst/>
            <a:rect l="l" t="t" r="r" b="b"/>
            <a:pathLst>
              <a:path w="5442" h="34939" extrusionOk="0">
                <a:moveTo>
                  <a:pt x="1576" y="0"/>
                </a:moveTo>
                <a:cubicBezTo>
                  <a:pt x="1576" y="0"/>
                  <a:pt x="1576" y="2005"/>
                  <a:pt x="1507" y="4296"/>
                </a:cubicBezTo>
                <a:lnTo>
                  <a:pt x="144" y="3511"/>
                </a:lnTo>
                <a:lnTo>
                  <a:pt x="1" y="3654"/>
                </a:lnTo>
                <a:lnTo>
                  <a:pt x="1507" y="4582"/>
                </a:lnTo>
                <a:cubicBezTo>
                  <a:pt x="1507" y="6730"/>
                  <a:pt x="1507" y="9164"/>
                  <a:pt x="1576" y="10453"/>
                </a:cubicBezTo>
                <a:cubicBezTo>
                  <a:pt x="1719" y="12028"/>
                  <a:pt x="2005" y="14393"/>
                  <a:pt x="2223" y="16541"/>
                </a:cubicBezTo>
                <a:lnTo>
                  <a:pt x="573" y="15539"/>
                </a:lnTo>
                <a:lnTo>
                  <a:pt x="430" y="15682"/>
                </a:lnTo>
                <a:lnTo>
                  <a:pt x="2292" y="16828"/>
                </a:lnTo>
                <a:cubicBezTo>
                  <a:pt x="2435" y="18328"/>
                  <a:pt x="2578" y="19691"/>
                  <a:pt x="2653" y="20476"/>
                </a:cubicBezTo>
                <a:cubicBezTo>
                  <a:pt x="2865" y="22481"/>
                  <a:pt x="3151" y="24560"/>
                  <a:pt x="3369" y="25705"/>
                </a:cubicBezTo>
                <a:cubicBezTo>
                  <a:pt x="3655" y="26851"/>
                  <a:pt x="2578" y="34440"/>
                  <a:pt x="2435" y="34938"/>
                </a:cubicBezTo>
                <a:lnTo>
                  <a:pt x="5442" y="34938"/>
                </a:lnTo>
                <a:cubicBezTo>
                  <a:pt x="5442" y="34938"/>
                  <a:pt x="4800" y="32722"/>
                  <a:pt x="4726" y="31003"/>
                </a:cubicBezTo>
                <a:cubicBezTo>
                  <a:pt x="4657" y="29285"/>
                  <a:pt x="5230" y="25345"/>
                  <a:pt x="5012" y="24485"/>
                </a:cubicBezTo>
                <a:cubicBezTo>
                  <a:pt x="4800" y="23701"/>
                  <a:pt x="3724" y="20619"/>
                  <a:pt x="3512" y="18185"/>
                </a:cubicBezTo>
                <a:lnTo>
                  <a:pt x="4371" y="16255"/>
                </a:lnTo>
                <a:lnTo>
                  <a:pt x="4228" y="16180"/>
                </a:lnTo>
                <a:lnTo>
                  <a:pt x="3437" y="17830"/>
                </a:lnTo>
                <a:cubicBezTo>
                  <a:pt x="3225" y="15321"/>
                  <a:pt x="2653" y="11243"/>
                  <a:pt x="2578" y="9021"/>
                </a:cubicBezTo>
                <a:cubicBezTo>
                  <a:pt x="2578" y="6804"/>
                  <a:pt x="2653" y="0"/>
                  <a:pt x="2653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1" name="Google Shape;1241;p21"/>
          <p:cNvSpPr/>
          <p:nvPr/>
        </p:nvSpPr>
        <p:spPr>
          <a:xfrm>
            <a:off x="1288375" y="10950"/>
            <a:ext cx="576080" cy="5067306"/>
          </a:xfrm>
          <a:custGeom>
            <a:avLst/>
            <a:gdLst/>
            <a:ahLst/>
            <a:cxnLst/>
            <a:rect l="l" t="t" r="r" b="b"/>
            <a:pathLst>
              <a:path w="3890" h="35876" extrusionOk="0">
                <a:moveTo>
                  <a:pt x="1507" y="0"/>
                </a:moveTo>
                <a:cubicBezTo>
                  <a:pt x="1507" y="0"/>
                  <a:pt x="1794" y="5585"/>
                  <a:pt x="1719" y="7876"/>
                </a:cubicBezTo>
                <a:cubicBezTo>
                  <a:pt x="1719" y="8735"/>
                  <a:pt x="1650" y="9663"/>
                  <a:pt x="1650" y="10665"/>
                </a:cubicBezTo>
                <a:lnTo>
                  <a:pt x="648" y="9949"/>
                </a:lnTo>
                <a:lnTo>
                  <a:pt x="505" y="10092"/>
                </a:lnTo>
                <a:lnTo>
                  <a:pt x="1650" y="10883"/>
                </a:lnTo>
                <a:cubicBezTo>
                  <a:pt x="1650" y="12383"/>
                  <a:pt x="1576" y="13959"/>
                  <a:pt x="1650" y="15465"/>
                </a:cubicBezTo>
                <a:cubicBezTo>
                  <a:pt x="1650" y="17968"/>
                  <a:pt x="1576" y="19617"/>
                  <a:pt x="1433" y="21336"/>
                </a:cubicBezTo>
                <a:lnTo>
                  <a:pt x="648" y="20763"/>
                </a:lnTo>
                <a:lnTo>
                  <a:pt x="505" y="20906"/>
                </a:lnTo>
                <a:lnTo>
                  <a:pt x="1433" y="21548"/>
                </a:lnTo>
                <a:lnTo>
                  <a:pt x="1433" y="21691"/>
                </a:lnTo>
                <a:cubicBezTo>
                  <a:pt x="1290" y="23627"/>
                  <a:pt x="1433" y="27350"/>
                  <a:pt x="1364" y="28495"/>
                </a:cubicBezTo>
                <a:cubicBezTo>
                  <a:pt x="1364" y="29566"/>
                  <a:pt x="1507" y="31285"/>
                  <a:pt x="1433" y="32144"/>
                </a:cubicBezTo>
                <a:cubicBezTo>
                  <a:pt x="1364" y="33003"/>
                  <a:pt x="1078" y="34366"/>
                  <a:pt x="934" y="34652"/>
                </a:cubicBezTo>
                <a:cubicBezTo>
                  <a:pt x="860" y="34864"/>
                  <a:pt x="1" y="35225"/>
                  <a:pt x="75" y="35225"/>
                </a:cubicBezTo>
                <a:cubicBezTo>
                  <a:pt x="75" y="35294"/>
                  <a:pt x="934" y="35368"/>
                  <a:pt x="1078" y="35368"/>
                </a:cubicBezTo>
                <a:cubicBezTo>
                  <a:pt x="1279" y="35298"/>
                  <a:pt x="1548" y="34647"/>
                  <a:pt x="1761" y="34647"/>
                </a:cubicBezTo>
                <a:cubicBezTo>
                  <a:pt x="1772" y="34647"/>
                  <a:pt x="1783" y="34649"/>
                  <a:pt x="1794" y="34652"/>
                </a:cubicBezTo>
                <a:cubicBezTo>
                  <a:pt x="2006" y="34721"/>
                  <a:pt x="1794" y="35082"/>
                  <a:pt x="1794" y="35294"/>
                </a:cubicBezTo>
                <a:cubicBezTo>
                  <a:pt x="1794" y="35494"/>
                  <a:pt x="1852" y="35875"/>
                  <a:pt x="1919" y="35875"/>
                </a:cubicBezTo>
                <a:cubicBezTo>
                  <a:pt x="1925" y="35875"/>
                  <a:pt x="1931" y="35872"/>
                  <a:pt x="1937" y="35867"/>
                </a:cubicBezTo>
                <a:cubicBezTo>
                  <a:pt x="2006" y="35798"/>
                  <a:pt x="2223" y="35151"/>
                  <a:pt x="2292" y="35082"/>
                </a:cubicBezTo>
                <a:cubicBezTo>
                  <a:pt x="2308" y="35073"/>
                  <a:pt x="2329" y="35070"/>
                  <a:pt x="2354" y="35070"/>
                </a:cubicBezTo>
                <a:cubicBezTo>
                  <a:pt x="2546" y="35070"/>
                  <a:pt x="2963" y="35302"/>
                  <a:pt x="3151" y="35368"/>
                </a:cubicBezTo>
                <a:cubicBezTo>
                  <a:pt x="3303" y="35468"/>
                  <a:pt x="3626" y="35601"/>
                  <a:pt x="3784" y="35601"/>
                </a:cubicBezTo>
                <a:cubicBezTo>
                  <a:pt x="3853" y="35601"/>
                  <a:pt x="3890" y="35576"/>
                  <a:pt x="3867" y="35511"/>
                </a:cubicBezTo>
                <a:cubicBezTo>
                  <a:pt x="3724" y="35368"/>
                  <a:pt x="3226" y="34796"/>
                  <a:pt x="3008" y="34366"/>
                </a:cubicBezTo>
                <a:cubicBezTo>
                  <a:pt x="2796" y="34005"/>
                  <a:pt x="2722" y="31645"/>
                  <a:pt x="2722" y="30425"/>
                </a:cubicBezTo>
                <a:cubicBezTo>
                  <a:pt x="2653" y="29211"/>
                  <a:pt x="2435" y="25345"/>
                  <a:pt x="2366" y="23913"/>
                </a:cubicBezTo>
                <a:lnTo>
                  <a:pt x="3581" y="23054"/>
                </a:lnTo>
                <a:lnTo>
                  <a:pt x="3437" y="22911"/>
                </a:lnTo>
                <a:lnTo>
                  <a:pt x="2366" y="23695"/>
                </a:lnTo>
                <a:cubicBezTo>
                  <a:pt x="2292" y="22120"/>
                  <a:pt x="2366" y="17183"/>
                  <a:pt x="2366" y="14892"/>
                </a:cubicBezTo>
                <a:lnTo>
                  <a:pt x="3369" y="14176"/>
                </a:lnTo>
                <a:lnTo>
                  <a:pt x="3226" y="14033"/>
                </a:lnTo>
                <a:lnTo>
                  <a:pt x="2366" y="14675"/>
                </a:lnTo>
                <a:lnTo>
                  <a:pt x="2366" y="14245"/>
                </a:lnTo>
                <a:cubicBezTo>
                  <a:pt x="2366" y="12383"/>
                  <a:pt x="2578" y="9949"/>
                  <a:pt x="2653" y="7801"/>
                </a:cubicBezTo>
                <a:cubicBezTo>
                  <a:pt x="2722" y="6587"/>
                  <a:pt x="2722" y="4153"/>
                  <a:pt x="2722" y="2291"/>
                </a:cubicBezTo>
                <a:lnTo>
                  <a:pt x="3581" y="1644"/>
                </a:lnTo>
                <a:lnTo>
                  <a:pt x="3437" y="1576"/>
                </a:lnTo>
                <a:lnTo>
                  <a:pt x="2722" y="2074"/>
                </a:lnTo>
                <a:cubicBezTo>
                  <a:pt x="2653" y="928"/>
                  <a:pt x="2653" y="0"/>
                  <a:pt x="2653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2" name="Google Shape;1242;p21"/>
          <p:cNvSpPr/>
          <p:nvPr/>
        </p:nvSpPr>
        <p:spPr>
          <a:xfrm>
            <a:off x="6337375" y="10950"/>
            <a:ext cx="1195827" cy="5143483"/>
          </a:xfrm>
          <a:custGeom>
            <a:avLst/>
            <a:gdLst/>
            <a:ahLst/>
            <a:cxnLst/>
            <a:rect l="l" t="t" r="r" b="b"/>
            <a:pathLst>
              <a:path w="8075" h="42248" extrusionOk="0">
                <a:moveTo>
                  <a:pt x="3076" y="0"/>
                </a:moveTo>
                <a:cubicBezTo>
                  <a:pt x="3076" y="0"/>
                  <a:pt x="3792" y="6513"/>
                  <a:pt x="3580" y="9233"/>
                </a:cubicBezTo>
                <a:cubicBezTo>
                  <a:pt x="3580" y="10310"/>
                  <a:pt x="3506" y="11381"/>
                  <a:pt x="3437" y="12527"/>
                </a:cubicBezTo>
                <a:lnTo>
                  <a:pt x="1358" y="11742"/>
                </a:lnTo>
                <a:lnTo>
                  <a:pt x="1146" y="11811"/>
                </a:lnTo>
                <a:lnTo>
                  <a:pt x="3437" y="12813"/>
                </a:lnTo>
                <a:cubicBezTo>
                  <a:pt x="3362" y="14531"/>
                  <a:pt x="3362" y="16393"/>
                  <a:pt x="3362" y="18186"/>
                </a:cubicBezTo>
                <a:cubicBezTo>
                  <a:pt x="3506" y="21118"/>
                  <a:pt x="3294" y="23054"/>
                  <a:pt x="3007" y="25127"/>
                </a:cubicBezTo>
                <a:lnTo>
                  <a:pt x="1358" y="24486"/>
                </a:lnTo>
                <a:lnTo>
                  <a:pt x="1146" y="24555"/>
                </a:lnTo>
                <a:lnTo>
                  <a:pt x="3007" y="25345"/>
                </a:lnTo>
                <a:lnTo>
                  <a:pt x="3007" y="25557"/>
                </a:lnTo>
                <a:cubicBezTo>
                  <a:pt x="2721" y="27779"/>
                  <a:pt x="2933" y="32144"/>
                  <a:pt x="2933" y="33507"/>
                </a:cubicBezTo>
                <a:cubicBezTo>
                  <a:pt x="2864" y="34796"/>
                  <a:pt x="3150" y="36800"/>
                  <a:pt x="3007" y="37803"/>
                </a:cubicBezTo>
                <a:cubicBezTo>
                  <a:pt x="2933" y="38805"/>
                  <a:pt x="2217" y="40523"/>
                  <a:pt x="2005" y="40810"/>
                </a:cubicBezTo>
                <a:cubicBezTo>
                  <a:pt x="1787" y="41096"/>
                  <a:pt x="0" y="41451"/>
                  <a:pt x="143" y="41525"/>
                </a:cubicBezTo>
                <a:cubicBezTo>
                  <a:pt x="192" y="41574"/>
                  <a:pt x="1060" y="41625"/>
                  <a:pt x="1694" y="41625"/>
                </a:cubicBezTo>
                <a:cubicBezTo>
                  <a:pt x="1960" y="41625"/>
                  <a:pt x="2185" y="41616"/>
                  <a:pt x="2291" y="41594"/>
                </a:cubicBezTo>
                <a:cubicBezTo>
                  <a:pt x="2630" y="41529"/>
                  <a:pt x="3236" y="40805"/>
                  <a:pt x="3664" y="40805"/>
                </a:cubicBezTo>
                <a:cubicBezTo>
                  <a:pt x="3684" y="40805"/>
                  <a:pt x="3704" y="40806"/>
                  <a:pt x="3723" y="40810"/>
                </a:cubicBezTo>
                <a:cubicBezTo>
                  <a:pt x="4153" y="40878"/>
                  <a:pt x="3723" y="41308"/>
                  <a:pt x="3723" y="41525"/>
                </a:cubicBezTo>
                <a:cubicBezTo>
                  <a:pt x="3723" y="41726"/>
                  <a:pt x="3851" y="42247"/>
                  <a:pt x="4043" y="42247"/>
                </a:cubicBezTo>
                <a:cubicBezTo>
                  <a:pt x="4055" y="42247"/>
                  <a:pt x="4066" y="42245"/>
                  <a:pt x="4078" y="42241"/>
                </a:cubicBezTo>
                <a:cubicBezTo>
                  <a:pt x="4221" y="42167"/>
                  <a:pt x="4582" y="41382"/>
                  <a:pt x="4869" y="41308"/>
                </a:cubicBezTo>
                <a:cubicBezTo>
                  <a:pt x="4887" y="41302"/>
                  <a:pt x="4912" y="41299"/>
                  <a:pt x="4943" y="41299"/>
                </a:cubicBezTo>
                <a:cubicBezTo>
                  <a:pt x="5264" y="41299"/>
                  <a:pt x="6195" y="41601"/>
                  <a:pt x="6587" y="41669"/>
                </a:cubicBezTo>
                <a:cubicBezTo>
                  <a:pt x="6904" y="41719"/>
                  <a:pt x="7649" y="41889"/>
                  <a:pt x="7932" y="41889"/>
                </a:cubicBezTo>
                <a:cubicBezTo>
                  <a:pt x="8032" y="41889"/>
                  <a:pt x="8074" y="41867"/>
                  <a:pt x="8019" y="41812"/>
                </a:cubicBezTo>
                <a:cubicBezTo>
                  <a:pt x="7801" y="41594"/>
                  <a:pt x="6656" y="40953"/>
                  <a:pt x="6226" y="40523"/>
                </a:cubicBezTo>
                <a:cubicBezTo>
                  <a:pt x="5797" y="40019"/>
                  <a:pt x="5728" y="37230"/>
                  <a:pt x="5653" y="35798"/>
                </a:cubicBezTo>
                <a:cubicBezTo>
                  <a:pt x="5510" y="34435"/>
                  <a:pt x="5012" y="29853"/>
                  <a:pt x="4869" y="28134"/>
                </a:cubicBezTo>
                <a:lnTo>
                  <a:pt x="7446" y="27132"/>
                </a:lnTo>
                <a:lnTo>
                  <a:pt x="7228" y="26989"/>
                </a:lnTo>
                <a:lnTo>
                  <a:pt x="4869" y="27922"/>
                </a:lnTo>
                <a:cubicBezTo>
                  <a:pt x="4794" y="26061"/>
                  <a:pt x="5012" y="20190"/>
                  <a:pt x="5012" y="17538"/>
                </a:cubicBezTo>
                <a:lnTo>
                  <a:pt x="7017" y="16679"/>
                </a:lnTo>
                <a:lnTo>
                  <a:pt x="6799" y="16536"/>
                </a:lnTo>
                <a:lnTo>
                  <a:pt x="5012" y="17252"/>
                </a:lnTo>
                <a:lnTo>
                  <a:pt x="5012" y="16754"/>
                </a:lnTo>
                <a:cubicBezTo>
                  <a:pt x="4869" y="14606"/>
                  <a:pt x="5441" y="11742"/>
                  <a:pt x="5585" y="9233"/>
                </a:cubicBezTo>
                <a:cubicBezTo>
                  <a:pt x="5653" y="7733"/>
                  <a:pt x="5653" y="4869"/>
                  <a:pt x="5585" y="2721"/>
                </a:cubicBezTo>
                <a:lnTo>
                  <a:pt x="7446" y="1931"/>
                </a:lnTo>
                <a:lnTo>
                  <a:pt x="7228" y="1787"/>
                </a:lnTo>
                <a:lnTo>
                  <a:pt x="5585" y="2435"/>
                </a:lnTo>
                <a:lnTo>
                  <a:pt x="5585" y="0"/>
                </a:ln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21"/>
          <p:cNvSpPr/>
          <p:nvPr/>
        </p:nvSpPr>
        <p:spPr>
          <a:xfrm>
            <a:off x="8847075" y="0"/>
            <a:ext cx="296925" cy="5067317"/>
          </a:xfrm>
          <a:custGeom>
            <a:avLst/>
            <a:gdLst/>
            <a:ahLst/>
            <a:cxnLst/>
            <a:rect l="l" t="t" r="r" b="b"/>
            <a:pathLst>
              <a:path w="2005" h="36731" extrusionOk="0">
                <a:moveTo>
                  <a:pt x="0" y="0"/>
                </a:moveTo>
                <a:cubicBezTo>
                  <a:pt x="0" y="0"/>
                  <a:pt x="287" y="6661"/>
                  <a:pt x="504" y="8093"/>
                </a:cubicBezTo>
                <a:cubicBezTo>
                  <a:pt x="791" y="9594"/>
                  <a:pt x="1862" y="12887"/>
                  <a:pt x="1936" y="14680"/>
                </a:cubicBezTo>
                <a:cubicBezTo>
                  <a:pt x="1936" y="16398"/>
                  <a:pt x="1220" y="23271"/>
                  <a:pt x="859" y="25419"/>
                </a:cubicBezTo>
                <a:cubicBezTo>
                  <a:pt x="573" y="27636"/>
                  <a:pt x="143" y="36301"/>
                  <a:pt x="143" y="36301"/>
                </a:cubicBezTo>
                <a:lnTo>
                  <a:pt x="2005" y="36731"/>
                </a:lnTo>
                <a:lnTo>
                  <a:pt x="2005" y="9382"/>
                </a:lnTo>
                <a:cubicBezTo>
                  <a:pt x="1793" y="8379"/>
                  <a:pt x="1575" y="7589"/>
                  <a:pt x="1575" y="7091"/>
                </a:cubicBezTo>
                <a:cubicBezTo>
                  <a:pt x="1363" y="5802"/>
                  <a:pt x="1363" y="0"/>
                  <a:pt x="1363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21"/>
          <p:cNvSpPr/>
          <p:nvPr/>
        </p:nvSpPr>
        <p:spPr>
          <a:xfrm>
            <a:off x="5536250" y="0"/>
            <a:ext cx="794799" cy="5067346"/>
          </a:xfrm>
          <a:custGeom>
            <a:avLst/>
            <a:gdLst/>
            <a:ahLst/>
            <a:cxnLst/>
            <a:rect l="l" t="t" r="r" b="b"/>
            <a:pathLst>
              <a:path w="5367" h="38307" extrusionOk="0">
                <a:moveTo>
                  <a:pt x="1575" y="0"/>
                </a:moveTo>
                <a:cubicBezTo>
                  <a:pt x="1575" y="0"/>
                  <a:pt x="1501" y="2222"/>
                  <a:pt x="1501" y="4725"/>
                </a:cubicBezTo>
                <a:lnTo>
                  <a:pt x="143" y="3866"/>
                </a:lnTo>
                <a:lnTo>
                  <a:pt x="0" y="4009"/>
                </a:lnTo>
                <a:lnTo>
                  <a:pt x="1501" y="5012"/>
                </a:lnTo>
                <a:cubicBezTo>
                  <a:pt x="1501" y="7446"/>
                  <a:pt x="1501" y="10098"/>
                  <a:pt x="1575" y="11530"/>
                </a:cubicBezTo>
                <a:cubicBezTo>
                  <a:pt x="1718" y="13173"/>
                  <a:pt x="1930" y="15825"/>
                  <a:pt x="2217" y="18185"/>
                </a:cubicBezTo>
                <a:lnTo>
                  <a:pt x="573" y="17114"/>
                </a:lnTo>
                <a:lnTo>
                  <a:pt x="430" y="17257"/>
                </a:lnTo>
                <a:lnTo>
                  <a:pt x="2217" y="18471"/>
                </a:lnTo>
                <a:cubicBezTo>
                  <a:pt x="2434" y="20121"/>
                  <a:pt x="2578" y="21622"/>
                  <a:pt x="2646" y="22481"/>
                </a:cubicBezTo>
                <a:cubicBezTo>
                  <a:pt x="2864" y="24629"/>
                  <a:pt x="3076" y="26994"/>
                  <a:pt x="3362" y="28208"/>
                </a:cubicBezTo>
                <a:cubicBezTo>
                  <a:pt x="3580" y="29497"/>
                  <a:pt x="2578" y="37802"/>
                  <a:pt x="2434" y="38306"/>
                </a:cubicBezTo>
                <a:lnTo>
                  <a:pt x="5367" y="38306"/>
                </a:lnTo>
                <a:cubicBezTo>
                  <a:pt x="5367" y="38306"/>
                  <a:pt x="4725" y="35941"/>
                  <a:pt x="4725" y="34079"/>
                </a:cubicBezTo>
                <a:cubicBezTo>
                  <a:pt x="4651" y="32149"/>
                  <a:pt x="5224" y="27779"/>
                  <a:pt x="5012" y="26920"/>
                </a:cubicBezTo>
                <a:cubicBezTo>
                  <a:pt x="4794" y="26061"/>
                  <a:pt x="3723" y="22624"/>
                  <a:pt x="3437" y="19978"/>
                </a:cubicBezTo>
                <a:lnTo>
                  <a:pt x="4365" y="17830"/>
                </a:lnTo>
                <a:lnTo>
                  <a:pt x="4153" y="17830"/>
                </a:lnTo>
                <a:lnTo>
                  <a:pt x="3437" y="19548"/>
                </a:lnTo>
                <a:cubicBezTo>
                  <a:pt x="3219" y="16828"/>
                  <a:pt x="2646" y="12389"/>
                  <a:pt x="2578" y="9880"/>
                </a:cubicBezTo>
                <a:cubicBezTo>
                  <a:pt x="2503" y="7446"/>
                  <a:pt x="2646" y="0"/>
                  <a:pt x="2646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1"/>
          <p:cNvSpPr/>
          <p:nvPr/>
        </p:nvSpPr>
        <p:spPr>
          <a:xfrm>
            <a:off x="7269475" y="25"/>
            <a:ext cx="604080" cy="5143456"/>
          </a:xfrm>
          <a:custGeom>
            <a:avLst/>
            <a:gdLst/>
            <a:ahLst/>
            <a:cxnLst/>
            <a:rect l="l" t="t" r="r" b="b"/>
            <a:pathLst>
              <a:path w="4079" h="39452" extrusionOk="0">
                <a:moveTo>
                  <a:pt x="1003" y="0"/>
                </a:moveTo>
                <a:cubicBezTo>
                  <a:pt x="1003" y="0"/>
                  <a:pt x="860" y="1650"/>
                  <a:pt x="928" y="2938"/>
                </a:cubicBezTo>
                <a:cubicBezTo>
                  <a:pt x="1072" y="4227"/>
                  <a:pt x="1787" y="11959"/>
                  <a:pt x="2005" y="14176"/>
                </a:cubicBezTo>
                <a:cubicBezTo>
                  <a:pt x="2217" y="16398"/>
                  <a:pt x="2360" y="19331"/>
                  <a:pt x="2005" y="21553"/>
                </a:cubicBezTo>
                <a:cubicBezTo>
                  <a:pt x="1644" y="23701"/>
                  <a:pt x="1146" y="30431"/>
                  <a:pt x="860" y="32934"/>
                </a:cubicBezTo>
                <a:cubicBezTo>
                  <a:pt x="573" y="35511"/>
                  <a:pt x="0" y="39452"/>
                  <a:pt x="0" y="39452"/>
                </a:cubicBezTo>
                <a:lnTo>
                  <a:pt x="3649" y="39234"/>
                </a:lnTo>
                <a:cubicBezTo>
                  <a:pt x="3649" y="39234"/>
                  <a:pt x="3076" y="37372"/>
                  <a:pt x="3007" y="36015"/>
                </a:cubicBezTo>
                <a:cubicBezTo>
                  <a:pt x="2933" y="34652"/>
                  <a:pt x="3151" y="29497"/>
                  <a:pt x="3219" y="27492"/>
                </a:cubicBezTo>
                <a:cubicBezTo>
                  <a:pt x="3219" y="25488"/>
                  <a:pt x="3935" y="20906"/>
                  <a:pt x="4010" y="19548"/>
                </a:cubicBezTo>
                <a:cubicBezTo>
                  <a:pt x="4079" y="18185"/>
                  <a:pt x="3506" y="13391"/>
                  <a:pt x="3219" y="10596"/>
                </a:cubicBezTo>
                <a:cubicBezTo>
                  <a:pt x="2933" y="7807"/>
                  <a:pt x="2360" y="0"/>
                  <a:pt x="2360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21"/>
          <p:cNvSpPr/>
          <p:nvPr/>
        </p:nvSpPr>
        <p:spPr>
          <a:xfrm>
            <a:off x="5043800" y="0"/>
            <a:ext cx="435229" cy="5067346"/>
          </a:xfrm>
          <a:custGeom>
            <a:avLst/>
            <a:gdLst/>
            <a:ahLst/>
            <a:cxnLst/>
            <a:rect l="l" t="t" r="r" b="b"/>
            <a:pathLst>
              <a:path w="4079" h="38307" extrusionOk="0">
                <a:moveTo>
                  <a:pt x="1719" y="0"/>
                </a:moveTo>
                <a:cubicBezTo>
                  <a:pt x="1719" y="0"/>
                  <a:pt x="1146" y="7589"/>
                  <a:pt x="860" y="10310"/>
                </a:cubicBezTo>
                <a:cubicBezTo>
                  <a:pt x="573" y="13030"/>
                  <a:pt x="1" y="17687"/>
                  <a:pt x="69" y="18975"/>
                </a:cubicBezTo>
                <a:cubicBezTo>
                  <a:pt x="144" y="20333"/>
                  <a:pt x="860" y="24772"/>
                  <a:pt x="860" y="26708"/>
                </a:cubicBezTo>
                <a:cubicBezTo>
                  <a:pt x="929" y="28638"/>
                  <a:pt x="1146" y="33650"/>
                  <a:pt x="1072" y="35013"/>
                </a:cubicBezTo>
                <a:cubicBezTo>
                  <a:pt x="1003" y="36301"/>
                  <a:pt x="430" y="38088"/>
                  <a:pt x="430" y="38088"/>
                </a:cubicBezTo>
                <a:lnTo>
                  <a:pt x="4079" y="38306"/>
                </a:lnTo>
                <a:cubicBezTo>
                  <a:pt x="4079" y="38306"/>
                  <a:pt x="3506" y="34440"/>
                  <a:pt x="3220" y="32006"/>
                </a:cubicBezTo>
                <a:cubicBezTo>
                  <a:pt x="2933" y="29572"/>
                  <a:pt x="2435" y="23054"/>
                  <a:pt x="2074" y="20906"/>
                </a:cubicBezTo>
                <a:cubicBezTo>
                  <a:pt x="1719" y="18758"/>
                  <a:pt x="1862" y="15969"/>
                  <a:pt x="2074" y="13821"/>
                </a:cubicBezTo>
                <a:cubicBezTo>
                  <a:pt x="2292" y="11673"/>
                  <a:pt x="3008" y="4153"/>
                  <a:pt x="3151" y="2864"/>
                </a:cubicBezTo>
                <a:cubicBezTo>
                  <a:pt x="3220" y="1575"/>
                  <a:pt x="3076" y="0"/>
                  <a:pt x="3076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1"/>
          <p:cNvSpPr/>
          <p:nvPr/>
        </p:nvSpPr>
        <p:spPr>
          <a:xfrm>
            <a:off x="4052713" y="0"/>
            <a:ext cx="604049" cy="5067270"/>
          </a:xfrm>
          <a:custGeom>
            <a:avLst/>
            <a:gdLst/>
            <a:ahLst/>
            <a:cxnLst/>
            <a:rect l="l" t="t" r="r" b="b"/>
            <a:pathLst>
              <a:path w="4079" h="36875" extrusionOk="0">
                <a:moveTo>
                  <a:pt x="1003" y="0"/>
                </a:moveTo>
                <a:cubicBezTo>
                  <a:pt x="1003" y="0"/>
                  <a:pt x="860" y="1506"/>
                  <a:pt x="929" y="2721"/>
                </a:cubicBezTo>
                <a:cubicBezTo>
                  <a:pt x="1072" y="4009"/>
                  <a:pt x="1788" y="11169"/>
                  <a:pt x="2006" y="13248"/>
                </a:cubicBezTo>
                <a:cubicBezTo>
                  <a:pt x="2217" y="15321"/>
                  <a:pt x="2361" y="18042"/>
                  <a:pt x="2006" y="20121"/>
                </a:cubicBezTo>
                <a:cubicBezTo>
                  <a:pt x="1645" y="22194"/>
                  <a:pt x="1146" y="28426"/>
                  <a:pt x="860" y="30786"/>
                </a:cubicBezTo>
                <a:cubicBezTo>
                  <a:pt x="574" y="33151"/>
                  <a:pt x="1" y="36874"/>
                  <a:pt x="1" y="36874"/>
                </a:cubicBezTo>
                <a:lnTo>
                  <a:pt x="3649" y="36657"/>
                </a:lnTo>
                <a:cubicBezTo>
                  <a:pt x="3649" y="36657"/>
                  <a:pt x="3077" y="34938"/>
                  <a:pt x="3008" y="33650"/>
                </a:cubicBezTo>
                <a:cubicBezTo>
                  <a:pt x="2933" y="32361"/>
                  <a:pt x="3151" y="27567"/>
                  <a:pt x="3220" y="25705"/>
                </a:cubicBezTo>
                <a:cubicBezTo>
                  <a:pt x="3220" y="23844"/>
                  <a:pt x="3936" y="19548"/>
                  <a:pt x="4010" y="18260"/>
                </a:cubicBezTo>
                <a:cubicBezTo>
                  <a:pt x="4079" y="16971"/>
                  <a:pt x="3506" y="12532"/>
                  <a:pt x="3220" y="9955"/>
                </a:cubicBezTo>
                <a:cubicBezTo>
                  <a:pt x="2933" y="7303"/>
                  <a:pt x="2361" y="0"/>
                  <a:pt x="2361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21"/>
          <p:cNvSpPr/>
          <p:nvPr/>
        </p:nvSpPr>
        <p:spPr>
          <a:xfrm>
            <a:off x="3356325" y="0"/>
            <a:ext cx="477574" cy="5000585"/>
          </a:xfrm>
          <a:custGeom>
            <a:avLst/>
            <a:gdLst/>
            <a:ahLst/>
            <a:cxnLst/>
            <a:rect l="l" t="t" r="r" b="b"/>
            <a:pathLst>
              <a:path w="3225" h="33507" extrusionOk="0">
                <a:moveTo>
                  <a:pt x="0" y="0"/>
                </a:moveTo>
                <a:cubicBezTo>
                  <a:pt x="0" y="0"/>
                  <a:pt x="286" y="6014"/>
                  <a:pt x="504" y="7377"/>
                </a:cubicBezTo>
                <a:cubicBezTo>
                  <a:pt x="790" y="8735"/>
                  <a:pt x="1862" y="11742"/>
                  <a:pt x="1936" y="13391"/>
                </a:cubicBezTo>
                <a:cubicBezTo>
                  <a:pt x="1936" y="14966"/>
                  <a:pt x="1146" y="21192"/>
                  <a:pt x="859" y="23197"/>
                </a:cubicBezTo>
                <a:cubicBezTo>
                  <a:pt x="573" y="25201"/>
                  <a:pt x="143" y="33077"/>
                  <a:pt x="143" y="33077"/>
                </a:cubicBezTo>
                <a:lnTo>
                  <a:pt x="2222" y="33506"/>
                </a:lnTo>
                <a:cubicBezTo>
                  <a:pt x="2222" y="33506"/>
                  <a:pt x="2148" y="27922"/>
                  <a:pt x="2222" y="25201"/>
                </a:cubicBezTo>
                <a:cubicBezTo>
                  <a:pt x="2366" y="22481"/>
                  <a:pt x="3225" y="13889"/>
                  <a:pt x="3082" y="12818"/>
                </a:cubicBezTo>
                <a:cubicBezTo>
                  <a:pt x="2864" y="11742"/>
                  <a:pt x="1718" y="7664"/>
                  <a:pt x="1506" y="6444"/>
                </a:cubicBezTo>
                <a:cubicBezTo>
                  <a:pt x="1363" y="5298"/>
                  <a:pt x="1363" y="0"/>
                  <a:pt x="1363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21"/>
          <p:cNvSpPr/>
          <p:nvPr/>
        </p:nvSpPr>
        <p:spPr>
          <a:xfrm>
            <a:off x="2276150" y="0"/>
            <a:ext cx="668478" cy="5000587"/>
          </a:xfrm>
          <a:custGeom>
            <a:avLst/>
            <a:gdLst/>
            <a:ahLst/>
            <a:cxnLst/>
            <a:rect l="l" t="t" r="r" b="b"/>
            <a:pathLst>
              <a:path w="4514" h="34584" extrusionOk="0">
                <a:moveTo>
                  <a:pt x="1364" y="0"/>
                </a:moveTo>
                <a:cubicBezTo>
                  <a:pt x="1364" y="0"/>
                  <a:pt x="1289" y="5372"/>
                  <a:pt x="1289" y="7875"/>
                </a:cubicBezTo>
                <a:cubicBezTo>
                  <a:pt x="1289" y="8952"/>
                  <a:pt x="1364" y="10739"/>
                  <a:pt x="1432" y="12601"/>
                </a:cubicBezTo>
                <a:lnTo>
                  <a:pt x="934" y="12102"/>
                </a:lnTo>
                <a:lnTo>
                  <a:pt x="361" y="10384"/>
                </a:lnTo>
                <a:lnTo>
                  <a:pt x="287" y="10384"/>
                </a:lnTo>
                <a:lnTo>
                  <a:pt x="791" y="11885"/>
                </a:lnTo>
                <a:lnTo>
                  <a:pt x="144" y="11386"/>
                </a:lnTo>
                <a:lnTo>
                  <a:pt x="0" y="11530"/>
                </a:lnTo>
                <a:lnTo>
                  <a:pt x="1507" y="12962"/>
                </a:lnTo>
                <a:cubicBezTo>
                  <a:pt x="1576" y="15321"/>
                  <a:pt x="1650" y="17687"/>
                  <a:pt x="1576" y="18615"/>
                </a:cubicBezTo>
                <a:cubicBezTo>
                  <a:pt x="1507" y="20407"/>
                  <a:pt x="1289" y="26776"/>
                  <a:pt x="1003" y="29428"/>
                </a:cubicBezTo>
                <a:cubicBezTo>
                  <a:pt x="791" y="32006"/>
                  <a:pt x="218" y="34583"/>
                  <a:pt x="218" y="34583"/>
                </a:cubicBezTo>
                <a:lnTo>
                  <a:pt x="3580" y="34010"/>
                </a:lnTo>
                <a:cubicBezTo>
                  <a:pt x="3007" y="33294"/>
                  <a:pt x="2652" y="31003"/>
                  <a:pt x="2578" y="29142"/>
                </a:cubicBezTo>
                <a:cubicBezTo>
                  <a:pt x="2509" y="27280"/>
                  <a:pt x="2939" y="20476"/>
                  <a:pt x="2939" y="19044"/>
                </a:cubicBezTo>
                <a:lnTo>
                  <a:pt x="2939" y="18758"/>
                </a:lnTo>
                <a:lnTo>
                  <a:pt x="4514" y="17257"/>
                </a:lnTo>
                <a:lnTo>
                  <a:pt x="4371" y="17040"/>
                </a:lnTo>
                <a:lnTo>
                  <a:pt x="2939" y="18403"/>
                </a:lnTo>
                <a:cubicBezTo>
                  <a:pt x="2939" y="16255"/>
                  <a:pt x="3007" y="11026"/>
                  <a:pt x="2939" y="7875"/>
                </a:cubicBezTo>
                <a:cubicBezTo>
                  <a:pt x="2864" y="6948"/>
                  <a:pt x="2864" y="5945"/>
                  <a:pt x="2864" y="5012"/>
                </a:cubicBezTo>
                <a:lnTo>
                  <a:pt x="4514" y="3368"/>
                </a:lnTo>
                <a:lnTo>
                  <a:pt x="4371" y="3225"/>
                </a:lnTo>
                <a:lnTo>
                  <a:pt x="2864" y="4657"/>
                </a:lnTo>
                <a:cubicBezTo>
                  <a:pt x="2864" y="2148"/>
                  <a:pt x="2939" y="0"/>
                  <a:pt x="2939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21"/>
          <p:cNvSpPr txBox="1">
            <a:spLocks noGrp="1"/>
          </p:cNvSpPr>
          <p:nvPr>
            <p:ph type="title"/>
          </p:nvPr>
        </p:nvSpPr>
        <p:spPr>
          <a:xfrm>
            <a:off x="939900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51" name="Google Shape;1251;p21"/>
          <p:cNvSpPr txBox="1">
            <a:spLocks noGrp="1"/>
          </p:cNvSpPr>
          <p:nvPr>
            <p:ph type="subTitle" idx="1"/>
          </p:nvPr>
        </p:nvSpPr>
        <p:spPr>
          <a:xfrm>
            <a:off x="939900" y="1612850"/>
            <a:ext cx="4448100" cy="12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52" name="Google Shape;1252;p21"/>
          <p:cNvSpPr txBox="1"/>
          <p:nvPr/>
        </p:nvSpPr>
        <p:spPr>
          <a:xfrm>
            <a:off x="939900" y="3459550"/>
            <a:ext cx="43563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CREDITS: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Darker Grotesque"/>
                <a:ea typeface="Darker Grotesque"/>
                <a:cs typeface="Darker Grotesque"/>
                <a:sym typeface="Darker Grotesque"/>
                <a:hlinkClick r:id="rId2"/>
              </a:rPr>
              <a:t>Slidesgo</a:t>
            </a:r>
            <a:r>
              <a:rPr lang="en" sz="12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,</a:t>
            </a:r>
            <a:r>
              <a:rPr lang="en"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 and includes icons by </a:t>
            </a:r>
            <a:r>
              <a:rPr lang="en" sz="1200" b="1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,</a:t>
            </a:r>
            <a:r>
              <a:rPr lang="en"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 and infographics &amp; images by </a:t>
            </a:r>
            <a:r>
              <a:rPr lang="en" sz="1200" b="1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</a:t>
            </a:r>
            <a:endParaRPr sz="1200" b="1" u="sng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1253" name="Google Shape;1253;p21"/>
          <p:cNvSpPr/>
          <p:nvPr/>
        </p:nvSpPr>
        <p:spPr>
          <a:xfrm>
            <a:off x="8018300" y="0"/>
            <a:ext cx="668478" cy="5000587"/>
          </a:xfrm>
          <a:custGeom>
            <a:avLst/>
            <a:gdLst/>
            <a:ahLst/>
            <a:cxnLst/>
            <a:rect l="l" t="t" r="r" b="b"/>
            <a:pathLst>
              <a:path w="4514" h="34584" extrusionOk="0">
                <a:moveTo>
                  <a:pt x="1364" y="0"/>
                </a:moveTo>
                <a:cubicBezTo>
                  <a:pt x="1364" y="0"/>
                  <a:pt x="1289" y="5372"/>
                  <a:pt x="1289" y="7875"/>
                </a:cubicBezTo>
                <a:cubicBezTo>
                  <a:pt x="1289" y="8952"/>
                  <a:pt x="1364" y="10739"/>
                  <a:pt x="1432" y="12601"/>
                </a:cubicBezTo>
                <a:lnTo>
                  <a:pt x="934" y="12102"/>
                </a:lnTo>
                <a:lnTo>
                  <a:pt x="361" y="10384"/>
                </a:lnTo>
                <a:lnTo>
                  <a:pt x="287" y="10384"/>
                </a:lnTo>
                <a:lnTo>
                  <a:pt x="791" y="11885"/>
                </a:lnTo>
                <a:lnTo>
                  <a:pt x="144" y="11386"/>
                </a:lnTo>
                <a:lnTo>
                  <a:pt x="0" y="11530"/>
                </a:lnTo>
                <a:lnTo>
                  <a:pt x="1507" y="12962"/>
                </a:lnTo>
                <a:cubicBezTo>
                  <a:pt x="1576" y="15321"/>
                  <a:pt x="1650" y="17687"/>
                  <a:pt x="1576" y="18615"/>
                </a:cubicBezTo>
                <a:cubicBezTo>
                  <a:pt x="1507" y="20407"/>
                  <a:pt x="1289" y="26776"/>
                  <a:pt x="1003" y="29428"/>
                </a:cubicBezTo>
                <a:cubicBezTo>
                  <a:pt x="791" y="32006"/>
                  <a:pt x="218" y="34583"/>
                  <a:pt x="218" y="34583"/>
                </a:cubicBezTo>
                <a:lnTo>
                  <a:pt x="3580" y="34010"/>
                </a:lnTo>
                <a:cubicBezTo>
                  <a:pt x="3007" y="33294"/>
                  <a:pt x="2652" y="31003"/>
                  <a:pt x="2578" y="29142"/>
                </a:cubicBezTo>
                <a:cubicBezTo>
                  <a:pt x="2509" y="27280"/>
                  <a:pt x="2939" y="20476"/>
                  <a:pt x="2939" y="19044"/>
                </a:cubicBezTo>
                <a:lnTo>
                  <a:pt x="2939" y="18758"/>
                </a:lnTo>
                <a:lnTo>
                  <a:pt x="4514" y="17257"/>
                </a:lnTo>
                <a:lnTo>
                  <a:pt x="4371" y="17040"/>
                </a:lnTo>
                <a:lnTo>
                  <a:pt x="2939" y="18403"/>
                </a:lnTo>
                <a:cubicBezTo>
                  <a:pt x="2939" y="16255"/>
                  <a:pt x="3007" y="11026"/>
                  <a:pt x="2939" y="7875"/>
                </a:cubicBezTo>
                <a:cubicBezTo>
                  <a:pt x="2864" y="6948"/>
                  <a:pt x="2864" y="5945"/>
                  <a:pt x="2864" y="5012"/>
                </a:cubicBezTo>
                <a:lnTo>
                  <a:pt x="4514" y="3368"/>
                </a:lnTo>
                <a:lnTo>
                  <a:pt x="4371" y="3225"/>
                </a:lnTo>
                <a:lnTo>
                  <a:pt x="2864" y="4657"/>
                </a:lnTo>
                <a:cubicBezTo>
                  <a:pt x="2864" y="2148"/>
                  <a:pt x="2939" y="0"/>
                  <a:pt x="2939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4" name="Google Shape;1254;p21"/>
          <p:cNvSpPr/>
          <p:nvPr/>
        </p:nvSpPr>
        <p:spPr>
          <a:xfrm>
            <a:off x="0" y="4858825"/>
            <a:ext cx="9144062" cy="284675"/>
          </a:xfrm>
          <a:custGeom>
            <a:avLst/>
            <a:gdLst/>
            <a:ahLst/>
            <a:cxnLst/>
            <a:rect l="l" t="t" r="r" b="b"/>
            <a:pathLst>
              <a:path w="71596" h="11387" extrusionOk="0">
                <a:moveTo>
                  <a:pt x="1" y="0"/>
                </a:moveTo>
                <a:lnTo>
                  <a:pt x="1" y="11386"/>
                </a:lnTo>
                <a:lnTo>
                  <a:pt x="71596" y="11386"/>
                </a:lnTo>
                <a:lnTo>
                  <a:pt x="71596" y="4153"/>
                </a:lnTo>
                <a:lnTo>
                  <a:pt x="69019" y="3866"/>
                </a:lnTo>
                <a:cubicBezTo>
                  <a:pt x="69019" y="3866"/>
                  <a:pt x="60792" y="495"/>
                  <a:pt x="59846" y="495"/>
                </a:cubicBezTo>
                <a:cubicBezTo>
                  <a:pt x="59817" y="495"/>
                  <a:pt x="59795" y="498"/>
                  <a:pt x="59780" y="504"/>
                </a:cubicBezTo>
                <a:cubicBezTo>
                  <a:pt x="59282" y="790"/>
                  <a:pt x="56487" y="2795"/>
                  <a:pt x="55702" y="2795"/>
                </a:cubicBezTo>
                <a:cubicBezTo>
                  <a:pt x="54843" y="2795"/>
                  <a:pt x="53554" y="3081"/>
                  <a:pt x="52695" y="3293"/>
                </a:cubicBezTo>
                <a:cubicBezTo>
                  <a:pt x="51862" y="3432"/>
                  <a:pt x="44041" y="6528"/>
                  <a:pt x="43164" y="6528"/>
                </a:cubicBezTo>
                <a:cubicBezTo>
                  <a:pt x="43136" y="6528"/>
                  <a:pt x="43115" y="6525"/>
                  <a:pt x="43101" y="6518"/>
                </a:cubicBezTo>
                <a:cubicBezTo>
                  <a:pt x="42677" y="6303"/>
                  <a:pt x="30113" y="931"/>
                  <a:pt x="28964" y="931"/>
                </a:cubicBezTo>
                <a:cubicBezTo>
                  <a:pt x="28949" y="931"/>
                  <a:pt x="28936" y="932"/>
                  <a:pt x="28925" y="934"/>
                </a:cubicBezTo>
                <a:cubicBezTo>
                  <a:pt x="28018" y="1073"/>
                  <a:pt x="19209" y="3374"/>
                  <a:pt x="17987" y="3374"/>
                </a:cubicBezTo>
                <a:cubicBezTo>
                  <a:pt x="17951" y="3374"/>
                  <a:pt x="17922" y="3372"/>
                  <a:pt x="17900" y="3368"/>
                </a:cubicBezTo>
                <a:cubicBezTo>
                  <a:pt x="17171" y="3167"/>
                  <a:pt x="13707" y="2787"/>
                  <a:pt x="12780" y="2787"/>
                </a:cubicBezTo>
                <a:cubicBezTo>
                  <a:pt x="12701" y="2787"/>
                  <a:pt x="12641" y="2789"/>
                  <a:pt x="12602" y="2795"/>
                </a:cubicBezTo>
                <a:cubicBezTo>
                  <a:pt x="12239" y="2916"/>
                  <a:pt x="9583" y="3342"/>
                  <a:pt x="8376" y="3342"/>
                </a:cubicBezTo>
                <a:cubicBezTo>
                  <a:pt x="8151" y="3342"/>
                  <a:pt x="7977" y="3327"/>
                  <a:pt x="7876" y="3293"/>
                </a:cubicBezTo>
                <a:cubicBezTo>
                  <a:pt x="7516" y="3081"/>
                  <a:pt x="3008" y="1220"/>
                  <a:pt x="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21"/>
          <p:cNvSpPr/>
          <p:nvPr/>
        </p:nvSpPr>
        <p:spPr>
          <a:xfrm rot="-700338">
            <a:off x="150297" y="189390"/>
            <a:ext cx="547764" cy="217100"/>
          </a:xfrm>
          <a:custGeom>
            <a:avLst/>
            <a:gdLst/>
            <a:ahLst/>
            <a:cxnLst/>
            <a:rect l="l" t="t" r="r" b="b"/>
            <a:pathLst>
              <a:path w="37188" h="14739" extrusionOk="0">
                <a:moveTo>
                  <a:pt x="6922" y="1"/>
                </a:moveTo>
                <a:cubicBezTo>
                  <a:pt x="4515" y="1"/>
                  <a:pt x="1" y="4385"/>
                  <a:pt x="1" y="4385"/>
                </a:cubicBezTo>
                <a:cubicBezTo>
                  <a:pt x="1" y="4385"/>
                  <a:pt x="29" y="4382"/>
                  <a:pt x="81" y="4382"/>
                </a:cubicBezTo>
                <a:cubicBezTo>
                  <a:pt x="402" y="4382"/>
                  <a:pt x="1626" y="4479"/>
                  <a:pt x="2453" y="5889"/>
                </a:cubicBezTo>
                <a:cubicBezTo>
                  <a:pt x="3401" y="7382"/>
                  <a:pt x="2856" y="8613"/>
                  <a:pt x="2856" y="8613"/>
                </a:cubicBezTo>
                <a:cubicBezTo>
                  <a:pt x="2856" y="8613"/>
                  <a:pt x="4330" y="7631"/>
                  <a:pt x="5881" y="7631"/>
                </a:cubicBezTo>
                <a:cubicBezTo>
                  <a:pt x="6331" y="7631"/>
                  <a:pt x="6787" y="7713"/>
                  <a:pt x="7216" y="7927"/>
                </a:cubicBezTo>
                <a:cubicBezTo>
                  <a:pt x="9265" y="8886"/>
                  <a:pt x="9265" y="11065"/>
                  <a:pt x="9265" y="11065"/>
                </a:cubicBezTo>
                <a:cubicBezTo>
                  <a:pt x="9265" y="11065"/>
                  <a:pt x="10148" y="10067"/>
                  <a:pt x="11613" y="10067"/>
                </a:cubicBezTo>
                <a:cubicBezTo>
                  <a:pt x="11775" y="10067"/>
                  <a:pt x="11944" y="10079"/>
                  <a:pt x="12120" y="10106"/>
                </a:cubicBezTo>
                <a:cubicBezTo>
                  <a:pt x="13897" y="10379"/>
                  <a:pt x="14572" y="12831"/>
                  <a:pt x="14572" y="12831"/>
                </a:cubicBezTo>
                <a:cubicBezTo>
                  <a:pt x="14572" y="12831"/>
                  <a:pt x="15115" y="11970"/>
                  <a:pt x="15618" y="11970"/>
                </a:cubicBezTo>
                <a:cubicBezTo>
                  <a:pt x="15681" y="11970"/>
                  <a:pt x="15743" y="11983"/>
                  <a:pt x="15804" y="12014"/>
                </a:cubicBezTo>
                <a:cubicBezTo>
                  <a:pt x="16207" y="12155"/>
                  <a:pt x="17166" y="14193"/>
                  <a:pt x="18659" y="14738"/>
                </a:cubicBezTo>
                <a:cubicBezTo>
                  <a:pt x="20022" y="14193"/>
                  <a:pt x="20981" y="12155"/>
                  <a:pt x="21384" y="12014"/>
                </a:cubicBezTo>
                <a:cubicBezTo>
                  <a:pt x="21445" y="11983"/>
                  <a:pt x="21507" y="11970"/>
                  <a:pt x="21570" y="11970"/>
                </a:cubicBezTo>
                <a:cubicBezTo>
                  <a:pt x="22073" y="11970"/>
                  <a:pt x="22616" y="12831"/>
                  <a:pt x="22616" y="12831"/>
                </a:cubicBezTo>
                <a:cubicBezTo>
                  <a:pt x="22616" y="12831"/>
                  <a:pt x="23291" y="10379"/>
                  <a:pt x="25068" y="10106"/>
                </a:cubicBezTo>
                <a:cubicBezTo>
                  <a:pt x="25244" y="10079"/>
                  <a:pt x="25413" y="10067"/>
                  <a:pt x="25575" y="10067"/>
                </a:cubicBezTo>
                <a:cubicBezTo>
                  <a:pt x="27040" y="10067"/>
                  <a:pt x="27923" y="11065"/>
                  <a:pt x="27923" y="11065"/>
                </a:cubicBezTo>
                <a:cubicBezTo>
                  <a:pt x="27923" y="11065"/>
                  <a:pt x="27923" y="8886"/>
                  <a:pt x="29972" y="7927"/>
                </a:cubicBezTo>
                <a:cubicBezTo>
                  <a:pt x="30401" y="7713"/>
                  <a:pt x="30857" y="7631"/>
                  <a:pt x="31307" y="7631"/>
                </a:cubicBezTo>
                <a:cubicBezTo>
                  <a:pt x="32858" y="7631"/>
                  <a:pt x="34332" y="8613"/>
                  <a:pt x="34332" y="8613"/>
                </a:cubicBezTo>
                <a:cubicBezTo>
                  <a:pt x="34332" y="8613"/>
                  <a:pt x="33787" y="7382"/>
                  <a:pt x="34735" y="5889"/>
                </a:cubicBezTo>
                <a:cubicBezTo>
                  <a:pt x="35562" y="4479"/>
                  <a:pt x="36785" y="4382"/>
                  <a:pt x="37107" y="4382"/>
                </a:cubicBezTo>
                <a:cubicBezTo>
                  <a:pt x="37159" y="4382"/>
                  <a:pt x="37187" y="4385"/>
                  <a:pt x="37187" y="4385"/>
                </a:cubicBezTo>
                <a:cubicBezTo>
                  <a:pt x="37187" y="4385"/>
                  <a:pt x="32673" y="1"/>
                  <a:pt x="30266" y="1"/>
                </a:cubicBezTo>
                <a:cubicBezTo>
                  <a:pt x="30164" y="1"/>
                  <a:pt x="30066" y="9"/>
                  <a:pt x="29972" y="25"/>
                </a:cubicBezTo>
                <a:cubicBezTo>
                  <a:pt x="27520" y="439"/>
                  <a:pt x="25068" y="3709"/>
                  <a:pt x="23291" y="5202"/>
                </a:cubicBezTo>
                <a:cubicBezTo>
                  <a:pt x="21995" y="6306"/>
                  <a:pt x="21063" y="6453"/>
                  <a:pt x="20659" y="6453"/>
                </a:cubicBezTo>
                <a:cubicBezTo>
                  <a:pt x="20513" y="6453"/>
                  <a:pt x="20436" y="6433"/>
                  <a:pt x="20436" y="6433"/>
                </a:cubicBezTo>
                <a:cubicBezTo>
                  <a:pt x="20436" y="6433"/>
                  <a:pt x="21929" y="3840"/>
                  <a:pt x="21253" y="3022"/>
                </a:cubicBezTo>
                <a:lnTo>
                  <a:pt x="21253" y="3022"/>
                </a:lnTo>
                <a:cubicBezTo>
                  <a:pt x="20436" y="3436"/>
                  <a:pt x="19749" y="4657"/>
                  <a:pt x="19749" y="4657"/>
                </a:cubicBezTo>
                <a:cubicBezTo>
                  <a:pt x="19379" y="4508"/>
                  <a:pt x="18967" y="4401"/>
                  <a:pt x="18536" y="4401"/>
                </a:cubicBezTo>
                <a:cubicBezTo>
                  <a:pt x="18179" y="4401"/>
                  <a:pt x="17809" y="4474"/>
                  <a:pt x="17439" y="4657"/>
                </a:cubicBezTo>
                <a:cubicBezTo>
                  <a:pt x="17439" y="4657"/>
                  <a:pt x="16752" y="3436"/>
                  <a:pt x="15935" y="3022"/>
                </a:cubicBezTo>
                <a:lnTo>
                  <a:pt x="15935" y="3022"/>
                </a:lnTo>
                <a:cubicBezTo>
                  <a:pt x="15259" y="3840"/>
                  <a:pt x="16752" y="6433"/>
                  <a:pt x="16752" y="6433"/>
                </a:cubicBezTo>
                <a:cubicBezTo>
                  <a:pt x="16752" y="6433"/>
                  <a:pt x="16675" y="6453"/>
                  <a:pt x="16529" y="6453"/>
                </a:cubicBezTo>
                <a:cubicBezTo>
                  <a:pt x="16125" y="6453"/>
                  <a:pt x="15193" y="6306"/>
                  <a:pt x="13897" y="5202"/>
                </a:cubicBezTo>
                <a:cubicBezTo>
                  <a:pt x="12120" y="3709"/>
                  <a:pt x="9668" y="439"/>
                  <a:pt x="7216" y="25"/>
                </a:cubicBezTo>
                <a:cubicBezTo>
                  <a:pt x="7122" y="9"/>
                  <a:pt x="7024" y="1"/>
                  <a:pt x="69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56" name="Google Shape;1256;p21"/>
          <p:cNvGrpSpPr/>
          <p:nvPr/>
        </p:nvGrpSpPr>
        <p:grpSpPr>
          <a:xfrm rot="-1560137" flipH="1">
            <a:off x="8483627" y="240799"/>
            <a:ext cx="562778" cy="371050"/>
            <a:chOff x="201499" y="3290704"/>
            <a:chExt cx="2376935" cy="1567156"/>
          </a:xfrm>
        </p:grpSpPr>
        <p:sp>
          <p:nvSpPr>
            <p:cNvPr id="1257" name="Google Shape;1257;p21"/>
            <p:cNvSpPr/>
            <p:nvPr/>
          </p:nvSpPr>
          <p:spPr>
            <a:xfrm rot="917509">
              <a:off x="298377" y="3560402"/>
              <a:ext cx="2183180" cy="1027760"/>
            </a:xfrm>
            <a:custGeom>
              <a:avLst/>
              <a:gdLst/>
              <a:ahLst/>
              <a:cxnLst/>
              <a:rect l="l" t="t" r="r" b="b"/>
              <a:pathLst>
                <a:path w="20839" h="9810" extrusionOk="0">
                  <a:moveTo>
                    <a:pt x="12937" y="4905"/>
                  </a:moveTo>
                  <a:lnTo>
                    <a:pt x="12937" y="4905"/>
                  </a:lnTo>
                  <a:cubicBezTo>
                    <a:pt x="12937" y="4924"/>
                    <a:pt x="12944" y="4944"/>
                    <a:pt x="12957" y="4967"/>
                  </a:cubicBezTo>
                  <a:lnTo>
                    <a:pt x="12957" y="4967"/>
                  </a:lnTo>
                  <a:cubicBezTo>
                    <a:pt x="12951" y="4946"/>
                    <a:pt x="12944" y="4925"/>
                    <a:pt x="12937" y="4905"/>
                  </a:cubicBezTo>
                  <a:close/>
                  <a:moveTo>
                    <a:pt x="20839" y="1"/>
                  </a:moveTo>
                  <a:lnTo>
                    <a:pt x="19346" y="3815"/>
                  </a:lnTo>
                  <a:cubicBezTo>
                    <a:pt x="19346" y="3815"/>
                    <a:pt x="18256" y="4633"/>
                    <a:pt x="17842" y="5047"/>
                  </a:cubicBezTo>
                  <a:cubicBezTo>
                    <a:pt x="17569" y="5319"/>
                    <a:pt x="16348" y="5723"/>
                    <a:pt x="15662" y="5995"/>
                  </a:cubicBezTo>
                  <a:cubicBezTo>
                    <a:pt x="15531" y="5995"/>
                    <a:pt x="15531" y="5864"/>
                    <a:pt x="15531" y="5864"/>
                  </a:cubicBezTo>
                  <a:lnTo>
                    <a:pt x="15531" y="5592"/>
                  </a:lnTo>
                  <a:cubicBezTo>
                    <a:pt x="15531" y="5178"/>
                    <a:pt x="15531" y="4502"/>
                    <a:pt x="15117" y="4088"/>
                  </a:cubicBezTo>
                  <a:lnTo>
                    <a:pt x="15117" y="4088"/>
                  </a:lnTo>
                  <a:cubicBezTo>
                    <a:pt x="15259" y="4230"/>
                    <a:pt x="14986" y="4905"/>
                    <a:pt x="14986" y="5047"/>
                  </a:cubicBezTo>
                  <a:cubicBezTo>
                    <a:pt x="14986" y="5178"/>
                    <a:pt x="14844" y="5178"/>
                    <a:pt x="14844" y="5319"/>
                  </a:cubicBezTo>
                  <a:cubicBezTo>
                    <a:pt x="14765" y="5291"/>
                    <a:pt x="14691" y="5280"/>
                    <a:pt x="14620" y="5280"/>
                  </a:cubicBezTo>
                  <a:cubicBezTo>
                    <a:pt x="14329" y="5280"/>
                    <a:pt x="14087" y="5478"/>
                    <a:pt x="13755" y="5592"/>
                  </a:cubicBezTo>
                  <a:lnTo>
                    <a:pt x="13755" y="5723"/>
                  </a:lnTo>
                  <a:cubicBezTo>
                    <a:pt x="13624" y="5592"/>
                    <a:pt x="13482" y="5450"/>
                    <a:pt x="13482" y="5319"/>
                  </a:cubicBezTo>
                  <a:cubicBezTo>
                    <a:pt x="13368" y="5319"/>
                    <a:pt x="13041" y="5114"/>
                    <a:pt x="12957" y="4967"/>
                  </a:cubicBezTo>
                  <a:lnTo>
                    <a:pt x="12957" y="4967"/>
                  </a:lnTo>
                  <a:cubicBezTo>
                    <a:pt x="13079" y="5372"/>
                    <a:pt x="13079" y="5884"/>
                    <a:pt x="13079" y="6268"/>
                  </a:cubicBezTo>
                  <a:lnTo>
                    <a:pt x="13210" y="6268"/>
                  </a:lnTo>
                  <a:cubicBezTo>
                    <a:pt x="12937" y="6540"/>
                    <a:pt x="12806" y="6682"/>
                    <a:pt x="12665" y="6954"/>
                  </a:cubicBezTo>
                  <a:cubicBezTo>
                    <a:pt x="12537" y="6985"/>
                    <a:pt x="12388" y="7001"/>
                    <a:pt x="12221" y="7001"/>
                  </a:cubicBezTo>
                  <a:cubicBezTo>
                    <a:pt x="11675" y="7001"/>
                    <a:pt x="10947" y="6827"/>
                    <a:pt x="10212" y="6409"/>
                  </a:cubicBezTo>
                  <a:cubicBezTo>
                    <a:pt x="8578" y="5319"/>
                    <a:pt x="8305" y="4774"/>
                    <a:pt x="8305" y="4774"/>
                  </a:cubicBezTo>
                  <a:cubicBezTo>
                    <a:pt x="8305" y="4774"/>
                    <a:pt x="7760" y="4774"/>
                    <a:pt x="6943" y="4360"/>
                  </a:cubicBezTo>
                  <a:cubicBezTo>
                    <a:pt x="6125" y="3815"/>
                    <a:pt x="3673" y="2453"/>
                    <a:pt x="3673" y="2453"/>
                  </a:cubicBezTo>
                  <a:cubicBezTo>
                    <a:pt x="3673" y="2453"/>
                    <a:pt x="2672" y="2167"/>
                    <a:pt x="1809" y="2167"/>
                  </a:cubicBezTo>
                  <a:cubicBezTo>
                    <a:pt x="1481" y="2167"/>
                    <a:pt x="1174" y="2208"/>
                    <a:pt x="949" y="2322"/>
                  </a:cubicBezTo>
                  <a:cubicBezTo>
                    <a:pt x="0" y="2725"/>
                    <a:pt x="0" y="2998"/>
                    <a:pt x="0" y="2998"/>
                  </a:cubicBezTo>
                  <a:cubicBezTo>
                    <a:pt x="0" y="2998"/>
                    <a:pt x="273" y="2862"/>
                    <a:pt x="630" y="2862"/>
                  </a:cubicBezTo>
                  <a:cubicBezTo>
                    <a:pt x="987" y="2862"/>
                    <a:pt x="1428" y="2998"/>
                    <a:pt x="1766" y="3543"/>
                  </a:cubicBezTo>
                  <a:cubicBezTo>
                    <a:pt x="2453" y="4774"/>
                    <a:pt x="2725" y="6137"/>
                    <a:pt x="2725" y="6137"/>
                  </a:cubicBezTo>
                  <a:cubicBezTo>
                    <a:pt x="2725" y="6137"/>
                    <a:pt x="3542" y="6137"/>
                    <a:pt x="4632" y="7085"/>
                  </a:cubicBezTo>
                  <a:cubicBezTo>
                    <a:pt x="5581" y="8175"/>
                    <a:pt x="5722" y="8720"/>
                    <a:pt x="5722" y="8720"/>
                  </a:cubicBezTo>
                  <a:cubicBezTo>
                    <a:pt x="5722" y="8720"/>
                    <a:pt x="5891" y="8699"/>
                    <a:pt x="6179" y="8699"/>
                  </a:cubicBezTo>
                  <a:cubicBezTo>
                    <a:pt x="6622" y="8699"/>
                    <a:pt x="7348" y="8748"/>
                    <a:pt x="8174" y="8992"/>
                  </a:cubicBezTo>
                  <a:cubicBezTo>
                    <a:pt x="9537" y="9406"/>
                    <a:pt x="9668" y="9810"/>
                    <a:pt x="9668" y="9810"/>
                  </a:cubicBezTo>
                  <a:cubicBezTo>
                    <a:pt x="9668" y="9810"/>
                    <a:pt x="10485" y="9406"/>
                    <a:pt x="11575" y="8992"/>
                  </a:cubicBezTo>
                  <a:cubicBezTo>
                    <a:pt x="11847" y="8861"/>
                    <a:pt x="12261" y="8720"/>
                    <a:pt x="12534" y="8589"/>
                  </a:cubicBezTo>
                  <a:cubicBezTo>
                    <a:pt x="12665" y="8720"/>
                    <a:pt x="12806" y="8720"/>
                    <a:pt x="12806" y="8720"/>
                  </a:cubicBezTo>
                  <a:cubicBezTo>
                    <a:pt x="13008" y="8791"/>
                    <a:pt x="13177" y="8826"/>
                    <a:pt x="13347" y="8826"/>
                  </a:cubicBezTo>
                  <a:cubicBezTo>
                    <a:pt x="13518" y="8826"/>
                    <a:pt x="13689" y="8791"/>
                    <a:pt x="13896" y="8720"/>
                  </a:cubicBezTo>
                  <a:cubicBezTo>
                    <a:pt x="14441" y="8589"/>
                    <a:pt x="14986" y="8175"/>
                    <a:pt x="15259" y="7499"/>
                  </a:cubicBezTo>
                  <a:cubicBezTo>
                    <a:pt x="16348" y="6954"/>
                    <a:pt x="17711" y="5864"/>
                    <a:pt x="17711" y="5864"/>
                  </a:cubicBezTo>
                  <a:cubicBezTo>
                    <a:pt x="17711" y="5864"/>
                    <a:pt x="19204" y="4774"/>
                    <a:pt x="19749" y="3957"/>
                  </a:cubicBezTo>
                  <a:cubicBezTo>
                    <a:pt x="20435" y="2998"/>
                    <a:pt x="20839" y="1"/>
                    <a:pt x="208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8" name="Google Shape;1258;p21"/>
            <p:cNvGrpSpPr/>
            <p:nvPr/>
          </p:nvGrpSpPr>
          <p:grpSpPr>
            <a:xfrm rot="769064">
              <a:off x="1679606" y="4257440"/>
              <a:ext cx="171378" cy="93552"/>
              <a:chOff x="3467344" y="1694749"/>
              <a:chExt cx="114969" cy="62784"/>
            </a:xfrm>
          </p:grpSpPr>
          <p:sp>
            <p:nvSpPr>
              <p:cNvPr id="1259" name="Google Shape;1259;p21"/>
              <p:cNvSpPr/>
              <p:nvPr/>
            </p:nvSpPr>
            <p:spPr>
              <a:xfrm>
                <a:off x="3545727" y="1694749"/>
                <a:ext cx="36586" cy="56634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630" extrusionOk="0">
                    <a:moveTo>
                      <a:pt x="828" y="1"/>
                    </a:moveTo>
                    <a:cubicBezTo>
                      <a:pt x="627" y="552"/>
                      <a:pt x="76" y="853"/>
                      <a:pt x="76" y="853"/>
                    </a:cubicBezTo>
                    <a:cubicBezTo>
                      <a:pt x="51" y="1103"/>
                      <a:pt x="25" y="1379"/>
                      <a:pt x="0" y="1630"/>
                    </a:cubicBezTo>
                    <a:cubicBezTo>
                      <a:pt x="1053" y="1304"/>
                      <a:pt x="828" y="1"/>
                      <a:pt x="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1"/>
              <p:cNvSpPr/>
              <p:nvPr/>
            </p:nvSpPr>
            <p:spPr>
              <a:xfrm>
                <a:off x="3467344" y="1713928"/>
                <a:ext cx="46211" cy="43605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25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18" y="1255"/>
                      <a:pt x="1268" y="1255"/>
                    </a:cubicBezTo>
                    <a:cubicBezTo>
                      <a:pt x="1288" y="1255"/>
                      <a:pt x="1308" y="1254"/>
                      <a:pt x="1329" y="1253"/>
                    </a:cubicBezTo>
                    <a:cubicBezTo>
                      <a:pt x="1204" y="1003"/>
                      <a:pt x="1104" y="777"/>
                      <a:pt x="978" y="526"/>
                    </a:cubicBezTo>
                    <a:cubicBezTo>
                      <a:pt x="978" y="526"/>
                      <a:pt x="377" y="45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61" name="Google Shape;1261;p21"/>
          <p:cNvGrpSpPr/>
          <p:nvPr/>
        </p:nvGrpSpPr>
        <p:grpSpPr>
          <a:xfrm rot="1100226">
            <a:off x="79973" y="629546"/>
            <a:ext cx="47742" cy="47707"/>
            <a:chOff x="8670282" y="1248364"/>
            <a:chExt cx="47743" cy="47708"/>
          </a:xfrm>
        </p:grpSpPr>
        <p:sp>
          <p:nvSpPr>
            <p:cNvPr id="1262" name="Google Shape;1262;p21"/>
            <p:cNvSpPr/>
            <p:nvPr/>
          </p:nvSpPr>
          <p:spPr>
            <a:xfrm rot="10800000" flipH="1">
              <a:off x="8689358" y="1248364"/>
              <a:ext cx="5005" cy="47708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21"/>
            <p:cNvSpPr/>
            <p:nvPr/>
          </p:nvSpPr>
          <p:spPr>
            <a:xfrm rot="10800000" flipH="1">
              <a:off x="8670282" y="1272376"/>
              <a:ext cx="47743" cy="4620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21"/>
            <p:cNvSpPr/>
            <p:nvPr/>
          </p:nvSpPr>
          <p:spPr>
            <a:xfrm rot="10800000" flipH="1">
              <a:off x="8675252" y="1257885"/>
              <a:ext cx="38188" cy="33602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1"/>
            <p:cNvSpPr/>
            <p:nvPr/>
          </p:nvSpPr>
          <p:spPr>
            <a:xfrm rot="10800000" flipH="1">
              <a:off x="8679838" y="1253299"/>
              <a:ext cx="28632" cy="38188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6" name="Google Shape;1266;p21"/>
          <p:cNvGrpSpPr/>
          <p:nvPr/>
        </p:nvGrpSpPr>
        <p:grpSpPr>
          <a:xfrm rot="1100226">
            <a:off x="764671" y="284880"/>
            <a:ext cx="75972" cy="84122"/>
            <a:chOff x="7553342" y="94254"/>
            <a:chExt cx="43123" cy="47743"/>
          </a:xfrm>
        </p:grpSpPr>
        <p:sp>
          <p:nvSpPr>
            <p:cNvPr id="1267" name="Google Shape;1267;p21"/>
            <p:cNvSpPr/>
            <p:nvPr/>
          </p:nvSpPr>
          <p:spPr>
            <a:xfrm rot="-5400000" flipH="1">
              <a:off x="7572401" y="942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1"/>
            <p:cNvSpPr/>
            <p:nvPr/>
          </p:nvSpPr>
          <p:spPr>
            <a:xfrm rot="-5400000" flipH="1">
              <a:off x="7551049" y="115623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1"/>
            <p:cNvSpPr/>
            <p:nvPr/>
          </p:nvSpPr>
          <p:spPr>
            <a:xfrm rot="-5400000" flipH="1">
              <a:off x="7554147" y="103389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21"/>
            <p:cNvSpPr/>
            <p:nvPr/>
          </p:nvSpPr>
          <p:spPr>
            <a:xfrm rot="-5400000" flipH="1">
              <a:off x="7562390" y="9836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1" name="Google Shape;1271;p21"/>
          <p:cNvGrpSpPr/>
          <p:nvPr/>
        </p:nvGrpSpPr>
        <p:grpSpPr>
          <a:xfrm rot="1100226">
            <a:off x="570252" y="803535"/>
            <a:ext cx="47742" cy="47707"/>
            <a:chOff x="8670282" y="1248364"/>
            <a:chExt cx="47743" cy="47708"/>
          </a:xfrm>
        </p:grpSpPr>
        <p:sp>
          <p:nvSpPr>
            <p:cNvPr id="1272" name="Google Shape;1272;p21"/>
            <p:cNvSpPr/>
            <p:nvPr/>
          </p:nvSpPr>
          <p:spPr>
            <a:xfrm rot="10800000" flipH="1">
              <a:off x="8689358" y="1248364"/>
              <a:ext cx="5005" cy="47708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1"/>
            <p:cNvSpPr/>
            <p:nvPr/>
          </p:nvSpPr>
          <p:spPr>
            <a:xfrm rot="10800000" flipH="1">
              <a:off x="8670282" y="1272376"/>
              <a:ext cx="47743" cy="4620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1"/>
            <p:cNvSpPr/>
            <p:nvPr/>
          </p:nvSpPr>
          <p:spPr>
            <a:xfrm rot="10800000" flipH="1">
              <a:off x="8675252" y="1257885"/>
              <a:ext cx="38188" cy="33602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21"/>
            <p:cNvSpPr/>
            <p:nvPr/>
          </p:nvSpPr>
          <p:spPr>
            <a:xfrm rot="10800000" flipH="1">
              <a:off x="8679838" y="1253299"/>
              <a:ext cx="28632" cy="38188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6" name="Google Shape;1276;p21"/>
          <p:cNvGrpSpPr/>
          <p:nvPr/>
        </p:nvGrpSpPr>
        <p:grpSpPr>
          <a:xfrm rot="1100226">
            <a:off x="227577" y="976587"/>
            <a:ext cx="47742" cy="47707"/>
            <a:chOff x="8670282" y="1248364"/>
            <a:chExt cx="47743" cy="47708"/>
          </a:xfrm>
        </p:grpSpPr>
        <p:sp>
          <p:nvSpPr>
            <p:cNvPr id="1277" name="Google Shape;1277;p21"/>
            <p:cNvSpPr/>
            <p:nvPr/>
          </p:nvSpPr>
          <p:spPr>
            <a:xfrm rot="10800000" flipH="1">
              <a:off x="8689358" y="1248364"/>
              <a:ext cx="5005" cy="47708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1"/>
            <p:cNvSpPr/>
            <p:nvPr/>
          </p:nvSpPr>
          <p:spPr>
            <a:xfrm rot="10800000" flipH="1">
              <a:off x="8670282" y="1272376"/>
              <a:ext cx="47743" cy="4620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1"/>
            <p:cNvSpPr/>
            <p:nvPr/>
          </p:nvSpPr>
          <p:spPr>
            <a:xfrm rot="10800000" flipH="1">
              <a:off x="8675252" y="1257885"/>
              <a:ext cx="38188" cy="33602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21"/>
            <p:cNvSpPr/>
            <p:nvPr/>
          </p:nvSpPr>
          <p:spPr>
            <a:xfrm rot="10800000" flipH="1">
              <a:off x="8679838" y="1253299"/>
              <a:ext cx="28632" cy="38188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21"/>
          <p:cNvGrpSpPr/>
          <p:nvPr/>
        </p:nvGrpSpPr>
        <p:grpSpPr>
          <a:xfrm rot="1100297">
            <a:off x="8599494" y="181142"/>
            <a:ext cx="75973" cy="84122"/>
            <a:chOff x="7553342" y="94254"/>
            <a:chExt cx="43123" cy="47743"/>
          </a:xfrm>
        </p:grpSpPr>
        <p:sp>
          <p:nvSpPr>
            <p:cNvPr id="1282" name="Google Shape;1282;p21"/>
            <p:cNvSpPr/>
            <p:nvPr/>
          </p:nvSpPr>
          <p:spPr>
            <a:xfrm rot="-5400000" flipH="1">
              <a:off x="7572401" y="942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1"/>
            <p:cNvSpPr/>
            <p:nvPr/>
          </p:nvSpPr>
          <p:spPr>
            <a:xfrm rot="-5400000" flipH="1">
              <a:off x="7551049" y="115623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21"/>
            <p:cNvSpPr/>
            <p:nvPr/>
          </p:nvSpPr>
          <p:spPr>
            <a:xfrm rot="-5400000" flipH="1">
              <a:off x="7554147" y="103389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21"/>
            <p:cNvSpPr/>
            <p:nvPr/>
          </p:nvSpPr>
          <p:spPr>
            <a:xfrm rot="-5400000" flipH="1">
              <a:off x="7562390" y="9836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6" name="Google Shape;1286;p21"/>
          <p:cNvGrpSpPr/>
          <p:nvPr/>
        </p:nvGrpSpPr>
        <p:grpSpPr>
          <a:xfrm rot="1100279">
            <a:off x="8703376" y="759146"/>
            <a:ext cx="123275" cy="136496"/>
            <a:chOff x="7553342" y="94254"/>
            <a:chExt cx="43123" cy="47743"/>
          </a:xfrm>
        </p:grpSpPr>
        <p:sp>
          <p:nvSpPr>
            <p:cNvPr id="1287" name="Google Shape;1287;p21"/>
            <p:cNvSpPr/>
            <p:nvPr/>
          </p:nvSpPr>
          <p:spPr>
            <a:xfrm rot="-5400000" flipH="1">
              <a:off x="7572401" y="942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21"/>
            <p:cNvSpPr/>
            <p:nvPr/>
          </p:nvSpPr>
          <p:spPr>
            <a:xfrm rot="-5400000" flipH="1">
              <a:off x="7551049" y="115623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21"/>
            <p:cNvSpPr/>
            <p:nvPr/>
          </p:nvSpPr>
          <p:spPr>
            <a:xfrm rot="-5400000" flipH="1">
              <a:off x="7554147" y="103389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21"/>
            <p:cNvSpPr/>
            <p:nvPr/>
          </p:nvSpPr>
          <p:spPr>
            <a:xfrm rot="-5400000" flipH="1">
              <a:off x="7562390" y="9836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1" name="Google Shape;1291;p21"/>
          <p:cNvGrpSpPr/>
          <p:nvPr/>
        </p:nvGrpSpPr>
        <p:grpSpPr>
          <a:xfrm rot="1100226">
            <a:off x="8036840" y="142535"/>
            <a:ext cx="47742" cy="47707"/>
            <a:chOff x="8670282" y="1248364"/>
            <a:chExt cx="47743" cy="47708"/>
          </a:xfrm>
        </p:grpSpPr>
        <p:sp>
          <p:nvSpPr>
            <p:cNvPr id="1292" name="Google Shape;1292;p21"/>
            <p:cNvSpPr/>
            <p:nvPr/>
          </p:nvSpPr>
          <p:spPr>
            <a:xfrm rot="10800000" flipH="1">
              <a:off x="8689358" y="1248364"/>
              <a:ext cx="5005" cy="47708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21"/>
            <p:cNvSpPr/>
            <p:nvPr/>
          </p:nvSpPr>
          <p:spPr>
            <a:xfrm rot="10800000" flipH="1">
              <a:off x="8670282" y="1272376"/>
              <a:ext cx="47743" cy="4620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21"/>
            <p:cNvSpPr/>
            <p:nvPr/>
          </p:nvSpPr>
          <p:spPr>
            <a:xfrm rot="10800000" flipH="1">
              <a:off x="8675252" y="1257885"/>
              <a:ext cx="38188" cy="33602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1"/>
            <p:cNvSpPr/>
            <p:nvPr/>
          </p:nvSpPr>
          <p:spPr>
            <a:xfrm rot="10800000" flipH="1">
              <a:off x="8679838" y="1253299"/>
              <a:ext cx="28632" cy="38188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6" name="Google Shape;1296;p21"/>
          <p:cNvGrpSpPr/>
          <p:nvPr/>
        </p:nvGrpSpPr>
        <p:grpSpPr>
          <a:xfrm rot="1100226">
            <a:off x="8039690" y="402473"/>
            <a:ext cx="47742" cy="47707"/>
            <a:chOff x="8670282" y="1248364"/>
            <a:chExt cx="47743" cy="47708"/>
          </a:xfrm>
        </p:grpSpPr>
        <p:sp>
          <p:nvSpPr>
            <p:cNvPr id="1297" name="Google Shape;1297;p21"/>
            <p:cNvSpPr/>
            <p:nvPr/>
          </p:nvSpPr>
          <p:spPr>
            <a:xfrm rot="10800000" flipH="1">
              <a:off x="8689358" y="1248364"/>
              <a:ext cx="5005" cy="47708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21"/>
            <p:cNvSpPr/>
            <p:nvPr/>
          </p:nvSpPr>
          <p:spPr>
            <a:xfrm rot="10800000" flipH="1">
              <a:off x="8670282" y="1272376"/>
              <a:ext cx="47743" cy="4620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21"/>
            <p:cNvSpPr/>
            <p:nvPr/>
          </p:nvSpPr>
          <p:spPr>
            <a:xfrm rot="10800000" flipH="1">
              <a:off x="8675252" y="1257885"/>
              <a:ext cx="38188" cy="33602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1"/>
            <p:cNvSpPr/>
            <p:nvPr/>
          </p:nvSpPr>
          <p:spPr>
            <a:xfrm rot="10800000" flipH="1">
              <a:off x="8679838" y="1253299"/>
              <a:ext cx="28632" cy="38188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1" name="Google Shape;1301;p21"/>
          <p:cNvGrpSpPr/>
          <p:nvPr/>
        </p:nvGrpSpPr>
        <p:grpSpPr>
          <a:xfrm rot="1100226">
            <a:off x="167240" y="117310"/>
            <a:ext cx="47742" cy="47707"/>
            <a:chOff x="8670282" y="1248364"/>
            <a:chExt cx="47743" cy="47708"/>
          </a:xfrm>
        </p:grpSpPr>
        <p:sp>
          <p:nvSpPr>
            <p:cNvPr id="1302" name="Google Shape;1302;p21"/>
            <p:cNvSpPr/>
            <p:nvPr/>
          </p:nvSpPr>
          <p:spPr>
            <a:xfrm rot="10800000" flipH="1">
              <a:off x="8689358" y="1248364"/>
              <a:ext cx="5005" cy="47708"/>
            </a:xfrm>
            <a:custGeom>
              <a:avLst/>
              <a:gdLst/>
              <a:ahLst/>
              <a:cxnLst/>
              <a:rect l="l" t="t" r="r" b="b"/>
              <a:pathLst>
                <a:path w="143" h="1363" extrusionOk="0">
                  <a:moveTo>
                    <a:pt x="143" y="0"/>
                  </a:moveTo>
                  <a:cubicBezTo>
                    <a:pt x="1" y="0"/>
                    <a:pt x="1" y="273"/>
                    <a:pt x="1" y="676"/>
                  </a:cubicBezTo>
                  <a:cubicBezTo>
                    <a:pt x="1" y="1090"/>
                    <a:pt x="1" y="1363"/>
                    <a:pt x="143" y="1363"/>
                  </a:cubicBezTo>
                  <a:lnTo>
                    <a:pt x="143" y="676"/>
                  </a:lnTo>
                  <a:lnTo>
                    <a:pt x="1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1"/>
            <p:cNvSpPr/>
            <p:nvPr/>
          </p:nvSpPr>
          <p:spPr>
            <a:xfrm rot="10800000" flipH="1">
              <a:off x="8670282" y="1272376"/>
              <a:ext cx="47743" cy="4620"/>
            </a:xfrm>
            <a:custGeom>
              <a:avLst/>
              <a:gdLst/>
              <a:ahLst/>
              <a:cxnLst/>
              <a:rect l="l" t="t" r="r" b="b"/>
              <a:pathLst>
                <a:path w="1364" h="132" extrusionOk="0">
                  <a:moveTo>
                    <a:pt x="688" y="0"/>
                  </a:moveTo>
                  <a:cubicBezTo>
                    <a:pt x="273" y="0"/>
                    <a:pt x="1" y="131"/>
                    <a:pt x="1" y="131"/>
                  </a:cubicBezTo>
                  <a:lnTo>
                    <a:pt x="1363" y="131"/>
                  </a:lnTo>
                  <a:cubicBezTo>
                    <a:pt x="1363" y="131"/>
                    <a:pt x="960" y="0"/>
                    <a:pt x="6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1"/>
            <p:cNvSpPr/>
            <p:nvPr/>
          </p:nvSpPr>
          <p:spPr>
            <a:xfrm rot="10800000" flipH="1">
              <a:off x="8675252" y="1257885"/>
              <a:ext cx="38188" cy="33602"/>
            </a:xfrm>
            <a:custGeom>
              <a:avLst/>
              <a:gdLst/>
              <a:ahLst/>
              <a:cxnLst/>
              <a:rect l="l" t="t" r="r" b="b"/>
              <a:pathLst>
                <a:path w="1091" h="960" extrusionOk="0">
                  <a:moveTo>
                    <a:pt x="1090" y="0"/>
                  </a:moveTo>
                  <a:cubicBezTo>
                    <a:pt x="1090" y="0"/>
                    <a:pt x="818" y="142"/>
                    <a:pt x="546" y="414"/>
                  </a:cubicBezTo>
                  <a:cubicBezTo>
                    <a:pt x="273" y="687"/>
                    <a:pt x="1" y="818"/>
                    <a:pt x="131" y="959"/>
                  </a:cubicBezTo>
                  <a:cubicBezTo>
                    <a:pt x="131" y="959"/>
                    <a:pt x="404" y="818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21"/>
            <p:cNvSpPr/>
            <p:nvPr/>
          </p:nvSpPr>
          <p:spPr>
            <a:xfrm rot="10800000" flipH="1">
              <a:off x="8679838" y="1253299"/>
              <a:ext cx="28632" cy="38188"/>
            </a:xfrm>
            <a:custGeom>
              <a:avLst/>
              <a:gdLst/>
              <a:ahLst/>
              <a:cxnLst/>
              <a:rect l="l" t="t" r="r" b="b"/>
              <a:pathLst>
                <a:path w="818" h="1091" extrusionOk="0">
                  <a:moveTo>
                    <a:pt x="0" y="0"/>
                  </a:moveTo>
                  <a:lnTo>
                    <a:pt x="273" y="545"/>
                  </a:lnTo>
                  <a:cubicBezTo>
                    <a:pt x="545" y="818"/>
                    <a:pt x="687" y="1090"/>
                    <a:pt x="818" y="1090"/>
                  </a:cubicBezTo>
                  <a:cubicBezTo>
                    <a:pt x="818" y="1090"/>
                    <a:pt x="687" y="818"/>
                    <a:pt x="415" y="545"/>
                  </a:cubicBezTo>
                  <a:cubicBezTo>
                    <a:pt x="273" y="142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6" name="Google Shape;1306;p21"/>
          <p:cNvGrpSpPr/>
          <p:nvPr/>
        </p:nvGrpSpPr>
        <p:grpSpPr>
          <a:xfrm rot="1100297">
            <a:off x="1210719" y="124330"/>
            <a:ext cx="75973" cy="84122"/>
            <a:chOff x="7553342" y="94254"/>
            <a:chExt cx="43123" cy="47743"/>
          </a:xfrm>
        </p:grpSpPr>
        <p:sp>
          <p:nvSpPr>
            <p:cNvPr id="1307" name="Google Shape;1307;p21"/>
            <p:cNvSpPr/>
            <p:nvPr/>
          </p:nvSpPr>
          <p:spPr>
            <a:xfrm rot="-5400000" flipH="1">
              <a:off x="7572401" y="942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1"/>
            <p:cNvSpPr/>
            <p:nvPr/>
          </p:nvSpPr>
          <p:spPr>
            <a:xfrm rot="-5400000" flipH="1">
              <a:off x="7551049" y="115623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21"/>
            <p:cNvSpPr/>
            <p:nvPr/>
          </p:nvSpPr>
          <p:spPr>
            <a:xfrm rot="-5400000" flipH="1">
              <a:off x="7554147" y="103389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21"/>
            <p:cNvSpPr/>
            <p:nvPr/>
          </p:nvSpPr>
          <p:spPr>
            <a:xfrm rot="-5400000" flipH="1">
              <a:off x="7562390" y="9836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1" name="Google Shape;1311;p21"/>
          <p:cNvGrpSpPr/>
          <p:nvPr/>
        </p:nvGrpSpPr>
        <p:grpSpPr>
          <a:xfrm rot="1100297">
            <a:off x="7737757" y="181130"/>
            <a:ext cx="75973" cy="84122"/>
            <a:chOff x="7553342" y="94254"/>
            <a:chExt cx="43123" cy="47743"/>
          </a:xfrm>
        </p:grpSpPr>
        <p:sp>
          <p:nvSpPr>
            <p:cNvPr id="1312" name="Google Shape;1312;p21"/>
            <p:cNvSpPr/>
            <p:nvPr/>
          </p:nvSpPr>
          <p:spPr>
            <a:xfrm rot="-5400000" flipH="1">
              <a:off x="7572401" y="94271"/>
              <a:ext cx="5005" cy="43123"/>
            </a:xfrm>
            <a:custGeom>
              <a:avLst/>
              <a:gdLst/>
              <a:ahLst/>
              <a:cxnLst/>
              <a:rect l="l" t="t" r="r" b="b"/>
              <a:pathLst>
                <a:path w="143" h="1232" extrusionOk="0">
                  <a:moveTo>
                    <a:pt x="142" y="0"/>
                  </a:moveTo>
                  <a:cubicBezTo>
                    <a:pt x="1" y="0"/>
                    <a:pt x="1" y="273"/>
                    <a:pt x="1" y="687"/>
                  </a:cubicBezTo>
                  <a:cubicBezTo>
                    <a:pt x="1" y="960"/>
                    <a:pt x="1" y="1232"/>
                    <a:pt x="142" y="1232"/>
                  </a:cubicBezTo>
                  <a:lnTo>
                    <a:pt x="142" y="687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1"/>
            <p:cNvSpPr/>
            <p:nvPr/>
          </p:nvSpPr>
          <p:spPr>
            <a:xfrm rot="-5400000" flipH="1">
              <a:off x="7551049" y="115623"/>
              <a:ext cx="47743" cy="5005"/>
            </a:xfrm>
            <a:custGeom>
              <a:avLst/>
              <a:gdLst/>
              <a:ahLst/>
              <a:cxnLst/>
              <a:rect l="l" t="t" r="r" b="b"/>
              <a:pathLst>
                <a:path w="1364" h="143" extrusionOk="0">
                  <a:moveTo>
                    <a:pt x="687" y="0"/>
                  </a:moveTo>
                  <a:cubicBezTo>
                    <a:pt x="273" y="0"/>
                    <a:pt x="1" y="0"/>
                    <a:pt x="1" y="142"/>
                  </a:cubicBezTo>
                  <a:lnTo>
                    <a:pt x="1363" y="142"/>
                  </a:lnTo>
                  <a:cubicBezTo>
                    <a:pt x="1363" y="0"/>
                    <a:pt x="960" y="0"/>
                    <a:pt x="6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1"/>
            <p:cNvSpPr/>
            <p:nvPr/>
          </p:nvSpPr>
          <p:spPr>
            <a:xfrm rot="-5400000" flipH="1">
              <a:off x="7554147" y="103389"/>
              <a:ext cx="38188" cy="29857"/>
            </a:xfrm>
            <a:custGeom>
              <a:avLst/>
              <a:gdLst/>
              <a:ahLst/>
              <a:cxnLst/>
              <a:rect l="l" t="t" r="r" b="b"/>
              <a:pathLst>
                <a:path w="1091" h="853" extrusionOk="0">
                  <a:moveTo>
                    <a:pt x="1090" y="0"/>
                  </a:moveTo>
                  <a:cubicBezTo>
                    <a:pt x="1090" y="0"/>
                    <a:pt x="818" y="131"/>
                    <a:pt x="545" y="403"/>
                  </a:cubicBezTo>
                  <a:cubicBezTo>
                    <a:pt x="273" y="545"/>
                    <a:pt x="1" y="818"/>
                    <a:pt x="131" y="818"/>
                  </a:cubicBezTo>
                  <a:cubicBezTo>
                    <a:pt x="131" y="842"/>
                    <a:pt x="141" y="852"/>
                    <a:pt x="158" y="852"/>
                  </a:cubicBezTo>
                  <a:cubicBezTo>
                    <a:pt x="232" y="852"/>
                    <a:pt x="454" y="652"/>
                    <a:pt x="676" y="545"/>
                  </a:cubicBezTo>
                  <a:cubicBezTo>
                    <a:pt x="949" y="273"/>
                    <a:pt x="1090" y="0"/>
                    <a:pt x="10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1"/>
            <p:cNvSpPr/>
            <p:nvPr/>
          </p:nvSpPr>
          <p:spPr>
            <a:xfrm rot="-5400000" flipH="1">
              <a:off x="7562390" y="98367"/>
              <a:ext cx="28632" cy="39518"/>
            </a:xfrm>
            <a:custGeom>
              <a:avLst/>
              <a:gdLst/>
              <a:ahLst/>
              <a:cxnLst/>
              <a:rect l="l" t="t" r="r" b="b"/>
              <a:pathLst>
                <a:path w="818" h="1129" extrusionOk="0">
                  <a:moveTo>
                    <a:pt x="27" y="0"/>
                  </a:moveTo>
                  <a:cubicBezTo>
                    <a:pt x="10" y="0"/>
                    <a:pt x="0" y="12"/>
                    <a:pt x="0" y="39"/>
                  </a:cubicBezTo>
                  <a:lnTo>
                    <a:pt x="273" y="584"/>
                  </a:lnTo>
                  <a:cubicBezTo>
                    <a:pt x="545" y="857"/>
                    <a:pt x="687" y="1129"/>
                    <a:pt x="818" y="1129"/>
                  </a:cubicBezTo>
                  <a:cubicBezTo>
                    <a:pt x="818" y="987"/>
                    <a:pt x="687" y="715"/>
                    <a:pt x="414" y="442"/>
                  </a:cubicBezTo>
                  <a:cubicBezTo>
                    <a:pt x="300" y="221"/>
                    <a:pt x="99" y="0"/>
                    <a:pt x="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7" name="Google Shape;1317;p22"/>
          <p:cNvGrpSpPr/>
          <p:nvPr/>
        </p:nvGrpSpPr>
        <p:grpSpPr>
          <a:xfrm flipH="1">
            <a:off x="601401" y="0"/>
            <a:ext cx="8312222" cy="5154433"/>
            <a:chOff x="230500" y="0"/>
            <a:chExt cx="8312222" cy="5154433"/>
          </a:xfrm>
        </p:grpSpPr>
        <p:sp>
          <p:nvSpPr>
            <p:cNvPr id="1318" name="Google Shape;1318;p22"/>
            <p:cNvSpPr/>
            <p:nvPr/>
          </p:nvSpPr>
          <p:spPr>
            <a:xfrm>
              <a:off x="230500" y="0"/>
              <a:ext cx="805906" cy="5067291"/>
            </a:xfrm>
            <a:custGeom>
              <a:avLst/>
              <a:gdLst/>
              <a:ahLst/>
              <a:cxnLst/>
              <a:rect l="l" t="t" r="r" b="b"/>
              <a:pathLst>
                <a:path w="5442" h="34939" extrusionOk="0">
                  <a:moveTo>
                    <a:pt x="1576" y="0"/>
                  </a:moveTo>
                  <a:cubicBezTo>
                    <a:pt x="1576" y="0"/>
                    <a:pt x="1576" y="2005"/>
                    <a:pt x="1507" y="4296"/>
                  </a:cubicBezTo>
                  <a:lnTo>
                    <a:pt x="144" y="3511"/>
                  </a:lnTo>
                  <a:lnTo>
                    <a:pt x="1" y="3654"/>
                  </a:lnTo>
                  <a:lnTo>
                    <a:pt x="1507" y="4582"/>
                  </a:lnTo>
                  <a:cubicBezTo>
                    <a:pt x="1507" y="6730"/>
                    <a:pt x="1507" y="9164"/>
                    <a:pt x="1576" y="10453"/>
                  </a:cubicBezTo>
                  <a:cubicBezTo>
                    <a:pt x="1719" y="12028"/>
                    <a:pt x="2005" y="14393"/>
                    <a:pt x="2223" y="16541"/>
                  </a:cubicBezTo>
                  <a:lnTo>
                    <a:pt x="573" y="15539"/>
                  </a:lnTo>
                  <a:lnTo>
                    <a:pt x="430" y="15682"/>
                  </a:lnTo>
                  <a:lnTo>
                    <a:pt x="2292" y="16828"/>
                  </a:lnTo>
                  <a:cubicBezTo>
                    <a:pt x="2435" y="18328"/>
                    <a:pt x="2578" y="19691"/>
                    <a:pt x="2653" y="20476"/>
                  </a:cubicBezTo>
                  <a:cubicBezTo>
                    <a:pt x="2865" y="22481"/>
                    <a:pt x="3151" y="24560"/>
                    <a:pt x="3369" y="25705"/>
                  </a:cubicBezTo>
                  <a:cubicBezTo>
                    <a:pt x="3655" y="26851"/>
                    <a:pt x="2578" y="34440"/>
                    <a:pt x="2435" y="34938"/>
                  </a:cubicBezTo>
                  <a:lnTo>
                    <a:pt x="5442" y="34938"/>
                  </a:lnTo>
                  <a:cubicBezTo>
                    <a:pt x="5442" y="34938"/>
                    <a:pt x="4800" y="32722"/>
                    <a:pt x="4726" y="31003"/>
                  </a:cubicBezTo>
                  <a:cubicBezTo>
                    <a:pt x="4657" y="29285"/>
                    <a:pt x="5230" y="25345"/>
                    <a:pt x="5012" y="24485"/>
                  </a:cubicBezTo>
                  <a:cubicBezTo>
                    <a:pt x="4800" y="23701"/>
                    <a:pt x="3724" y="20619"/>
                    <a:pt x="3512" y="18185"/>
                  </a:cubicBezTo>
                  <a:lnTo>
                    <a:pt x="4371" y="16255"/>
                  </a:lnTo>
                  <a:lnTo>
                    <a:pt x="4228" y="16180"/>
                  </a:lnTo>
                  <a:lnTo>
                    <a:pt x="3437" y="17830"/>
                  </a:lnTo>
                  <a:cubicBezTo>
                    <a:pt x="3225" y="15321"/>
                    <a:pt x="2653" y="11243"/>
                    <a:pt x="2578" y="9021"/>
                  </a:cubicBezTo>
                  <a:cubicBezTo>
                    <a:pt x="2578" y="6804"/>
                    <a:pt x="2653" y="0"/>
                    <a:pt x="2653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2"/>
            <p:cNvSpPr/>
            <p:nvPr/>
          </p:nvSpPr>
          <p:spPr>
            <a:xfrm>
              <a:off x="8107500" y="0"/>
              <a:ext cx="435222" cy="5067358"/>
            </a:xfrm>
            <a:custGeom>
              <a:avLst/>
              <a:gdLst/>
              <a:ahLst/>
              <a:cxnLst/>
              <a:rect l="l" t="t" r="r" b="b"/>
              <a:pathLst>
                <a:path w="2939" h="39378" extrusionOk="0">
                  <a:moveTo>
                    <a:pt x="1507" y="0"/>
                  </a:moveTo>
                  <a:cubicBezTo>
                    <a:pt x="1507" y="0"/>
                    <a:pt x="934" y="3511"/>
                    <a:pt x="791" y="4725"/>
                  </a:cubicBezTo>
                  <a:cubicBezTo>
                    <a:pt x="574" y="6014"/>
                    <a:pt x="75" y="10527"/>
                    <a:pt x="75" y="12102"/>
                  </a:cubicBezTo>
                  <a:cubicBezTo>
                    <a:pt x="1" y="13746"/>
                    <a:pt x="1003" y="21049"/>
                    <a:pt x="1221" y="22051"/>
                  </a:cubicBezTo>
                  <a:cubicBezTo>
                    <a:pt x="1364" y="23128"/>
                    <a:pt x="1078" y="28638"/>
                    <a:pt x="1146" y="30070"/>
                  </a:cubicBezTo>
                  <a:cubicBezTo>
                    <a:pt x="1221" y="31576"/>
                    <a:pt x="1221" y="35729"/>
                    <a:pt x="1078" y="36943"/>
                  </a:cubicBezTo>
                  <a:cubicBezTo>
                    <a:pt x="1003" y="38088"/>
                    <a:pt x="430" y="39377"/>
                    <a:pt x="430" y="39377"/>
                  </a:cubicBezTo>
                  <a:lnTo>
                    <a:pt x="2939" y="39377"/>
                  </a:lnTo>
                  <a:cubicBezTo>
                    <a:pt x="2939" y="39377"/>
                    <a:pt x="2578" y="38449"/>
                    <a:pt x="2509" y="37733"/>
                  </a:cubicBezTo>
                  <a:cubicBezTo>
                    <a:pt x="2435" y="37017"/>
                    <a:pt x="2366" y="32218"/>
                    <a:pt x="2292" y="30287"/>
                  </a:cubicBezTo>
                  <a:cubicBezTo>
                    <a:pt x="2223" y="28352"/>
                    <a:pt x="2435" y="23701"/>
                    <a:pt x="2292" y="22051"/>
                  </a:cubicBezTo>
                  <a:cubicBezTo>
                    <a:pt x="2149" y="20476"/>
                    <a:pt x="1078" y="13603"/>
                    <a:pt x="1078" y="12389"/>
                  </a:cubicBezTo>
                  <a:cubicBezTo>
                    <a:pt x="1078" y="11243"/>
                    <a:pt x="1078" y="7664"/>
                    <a:pt x="1650" y="5372"/>
                  </a:cubicBezTo>
                  <a:cubicBezTo>
                    <a:pt x="2149" y="3007"/>
                    <a:pt x="2292" y="0"/>
                    <a:pt x="2292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2"/>
            <p:cNvSpPr/>
            <p:nvPr/>
          </p:nvSpPr>
          <p:spPr>
            <a:xfrm>
              <a:off x="1185375" y="25"/>
              <a:ext cx="576080" cy="5067306"/>
            </a:xfrm>
            <a:custGeom>
              <a:avLst/>
              <a:gdLst/>
              <a:ahLst/>
              <a:cxnLst/>
              <a:rect l="l" t="t" r="r" b="b"/>
              <a:pathLst>
                <a:path w="3890" h="35876" extrusionOk="0">
                  <a:moveTo>
                    <a:pt x="1507" y="0"/>
                  </a:moveTo>
                  <a:cubicBezTo>
                    <a:pt x="1507" y="0"/>
                    <a:pt x="1794" y="5585"/>
                    <a:pt x="1719" y="7876"/>
                  </a:cubicBezTo>
                  <a:cubicBezTo>
                    <a:pt x="1719" y="8735"/>
                    <a:pt x="1650" y="9663"/>
                    <a:pt x="1650" y="10665"/>
                  </a:cubicBezTo>
                  <a:lnTo>
                    <a:pt x="648" y="9949"/>
                  </a:lnTo>
                  <a:lnTo>
                    <a:pt x="505" y="10092"/>
                  </a:lnTo>
                  <a:lnTo>
                    <a:pt x="1650" y="10883"/>
                  </a:lnTo>
                  <a:cubicBezTo>
                    <a:pt x="1650" y="12383"/>
                    <a:pt x="1576" y="13959"/>
                    <a:pt x="1650" y="15465"/>
                  </a:cubicBezTo>
                  <a:cubicBezTo>
                    <a:pt x="1650" y="17968"/>
                    <a:pt x="1576" y="19617"/>
                    <a:pt x="1433" y="21336"/>
                  </a:cubicBezTo>
                  <a:lnTo>
                    <a:pt x="648" y="20763"/>
                  </a:lnTo>
                  <a:lnTo>
                    <a:pt x="505" y="20906"/>
                  </a:lnTo>
                  <a:lnTo>
                    <a:pt x="1433" y="21548"/>
                  </a:lnTo>
                  <a:lnTo>
                    <a:pt x="1433" y="21691"/>
                  </a:lnTo>
                  <a:cubicBezTo>
                    <a:pt x="1290" y="23627"/>
                    <a:pt x="1433" y="27350"/>
                    <a:pt x="1364" y="28495"/>
                  </a:cubicBezTo>
                  <a:cubicBezTo>
                    <a:pt x="1364" y="29566"/>
                    <a:pt x="1507" y="31285"/>
                    <a:pt x="1433" y="32144"/>
                  </a:cubicBezTo>
                  <a:cubicBezTo>
                    <a:pt x="1364" y="33003"/>
                    <a:pt x="1078" y="34366"/>
                    <a:pt x="934" y="34652"/>
                  </a:cubicBezTo>
                  <a:cubicBezTo>
                    <a:pt x="860" y="34864"/>
                    <a:pt x="1" y="35225"/>
                    <a:pt x="75" y="35225"/>
                  </a:cubicBezTo>
                  <a:cubicBezTo>
                    <a:pt x="75" y="35294"/>
                    <a:pt x="934" y="35368"/>
                    <a:pt x="1078" y="35368"/>
                  </a:cubicBezTo>
                  <a:cubicBezTo>
                    <a:pt x="1279" y="35298"/>
                    <a:pt x="1548" y="34647"/>
                    <a:pt x="1761" y="34647"/>
                  </a:cubicBezTo>
                  <a:cubicBezTo>
                    <a:pt x="1772" y="34647"/>
                    <a:pt x="1783" y="34649"/>
                    <a:pt x="1794" y="34652"/>
                  </a:cubicBezTo>
                  <a:cubicBezTo>
                    <a:pt x="2006" y="34721"/>
                    <a:pt x="1794" y="35082"/>
                    <a:pt x="1794" y="35294"/>
                  </a:cubicBezTo>
                  <a:cubicBezTo>
                    <a:pt x="1794" y="35494"/>
                    <a:pt x="1852" y="35875"/>
                    <a:pt x="1919" y="35875"/>
                  </a:cubicBezTo>
                  <a:cubicBezTo>
                    <a:pt x="1925" y="35875"/>
                    <a:pt x="1931" y="35872"/>
                    <a:pt x="1937" y="35867"/>
                  </a:cubicBezTo>
                  <a:cubicBezTo>
                    <a:pt x="2006" y="35798"/>
                    <a:pt x="2223" y="35151"/>
                    <a:pt x="2292" y="35082"/>
                  </a:cubicBezTo>
                  <a:cubicBezTo>
                    <a:pt x="2308" y="35073"/>
                    <a:pt x="2329" y="35070"/>
                    <a:pt x="2354" y="35070"/>
                  </a:cubicBezTo>
                  <a:cubicBezTo>
                    <a:pt x="2546" y="35070"/>
                    <a:pt x="2963" y="35302"/>
                    <a:pt x="3151" y="35368"/>
                  </a:cubicBezTo>
                  <a:cubicBezTo>
                    <a:pt x="3303" y="35468"/>
                    <a:pt x="3626" y="35601"/>
                    <a:pt x="3784" y="35601"/>
                  </a:cubicBezTo>
                  <a:cubicBezTo>
                    <a:pt x="3853" y="35601"/>
                    <a:pt x="3890" y="35576"/>
                    <a:pt x="3867" y="35511"/>
                  </a:cubicBezTo>
                  <a:cubicBezTo>
                    <a:pt x="3724" y="35368"/>
                    <a:pt x="3226" y="34796"/>
                    <a:pt x="3008" y="34366"/>
                  </a:cubicBezTo>
                  <a:cubicBezTo>
                    <a:pt x="2796" y="34005"/>
                    <a:pt x="2722" y="31645"/>
                    <a:pt x="2722" y="30425"/>
                  </a:cubicBezTo>
                  <a:cubicBezTo>
                    <a:pt x="2653" y="29211"/>
                    <a:pt x="2435" y="25345"/>
                    <a:pt x="2366" y="23913"/>
                  </a:cubicBezTo>
                  <a:lnTo>
                    <a:pt x="3581" y="23054"/>
                  </a:lnTo>
                  <a:lnTo>
                    <a:pt x="3437" y="22911"/>
                  </a:lnTo>
                  <a:lnTo>
                    <a:pt x="2366" y="23695"/>
                  </a:lnTo>
                  <a:cubicBezTo>
                    <a:pt x="2292" y="22120"/>
                    <a:pt x="2366" y="17183"/>
                    <a:pt x="2366" y="14892"/>
                  </a:cubicBezTo>
                  <a:lnTo>
                    <a:pt x="3369" y="14176"/>
                  </a:lnTo>
                  <a:lnTo>
                    <a:pt x="3226" y="14033"/>
                  </a:lnTo>
                  <a:lnTo>
                    <a:pt x="2366" y="14675"/>
                  </a:lnTo>
                  <a:lnTo>
                    <a:pt x="2366" y="14245"/>
                  </a:lnTo>
                  <a:cubicBezTo>
                    <a:pt x="2366" y="12383"/>
                    <a:pt x="2578" y="9949"/>
                    <a:pt x="2653" y="7801"/>
                  </a:cubicBezTo>
                  <a:cubicBezTo>
                    <a:pt x="2722" y="6587"/>
                    <a:pt x="2722" y="4153"/>
                    <a:pt x="2722" y="2291"/>
                  </a:cubicBezTo>
                  <a:lnTo>
                    <a:pt x="3581" y="1644"/>
                  </a:lnTo>
                  <a:lnTo>
                    <a:pt x="3437" y="1576"/>
                  </a:lnTo>
                  <a:lnTo>
                    <a:pt x="2722" y="2074"/>
                  </a:lnTo>
                  <a:cubicBezTo>
                    <a:pt x="2653" y="928"/>
                    <a:pt x="2653" y="0"/>
                    <a:pt x="2653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2"/>
            <p:cNvSpPr/>
            <p:nvPr/>
          </p:nvSpPr>
          <p:spPr>
            <a:xfrm>
              <a:off x="6951100" y="10950"/>
              <a:ext cx="1195827" cy="5143483"/>
            </a:xfrm>
            <a:custGeom>
              <a:avLst/>
              <a:gdLst/>
              <a:ahLst/>
              <a:cxnLst/>
              <a:rect l="l" t="t" r="r" b="b"/>
              <a:pathLst>
                <a:path w="8075" h="42248" extrusionOk="0">
                  <a:moveTo>
                    <a:pt x="3076" y="0"/>
                  </a:moveTo>
                  <a:cubicBezTo>
                    <a:pt x="3076" y="0"/>
                    <a:pt x="3792" y="6513"/>
                    <a:pt x="3580" y="9233"/>
                  </a:cubicBezTo>
                  <a:cubicBezTo>
                    <a:pt x="3580" y="10310"/>
                    <a:pt x="3506" y="11381"/>
                    <a:pt x="3437" y="12527"/>
                  </a:cubicBezTo>
                  <a:lnTo>
                    <a:pt x="1358" y="11742"/>
                  </a:lnTo>
                  <a:lnTo>
                    <a:pt x="1146" y="11811"/>
                  </a:lnTo>
                  <a:lnTo>
                    <a:pt x="3437" y="12813"/>
                  </a:lnTo>
                  <a:cubicBezTo>
                    <a:pt x="3362" y="14531"/>
                    <a:pt x="3362" y="16393"/>
                    <a:pt x="3362" y="18186"/>
                  </a:cubicBezTo>
                  <a:cubicBezTo>
                    <a:pt x="3506" y="21118"/>
                    <a:pt x="3294" y="23054"/>
                    <a:pt x="3007" y="25127"/>
                  </a:cubicBezTo>
                  <a:lnTo>
                    <a:pt x="1358" y="24486"/>
                  </a:lnTo>
                  <a:lnTo>
                    <a:pt x="1146" y="24555"/>
                  </a:lnTo>
                  <a:lnTo>
                    <a:pt x="3007" y="25345"/>
                  </a:lnTo>
                  <a:lnTo>
                    <a:pt x="3007" y="25557"/>
                  </a:lnTo>
                  <a:cubicBezTo>
                    <a:pt x="2721" y="27779"/>
                    <a:pt x="2933" y="32144"/>
                    <a:pt x="2933" y="33507"/>
                  </a:cubicBezTo>
                  <a:cubicBezTo>
                    <a:pt x="2864" y="34796"/>
                    <a:pt x="3150" y="36800"/>
                    <a:pt x="3007" y="37803"/>
                  </a:cubicBezTo>
                  <a:cubicBezTo>
                    <a:pt x="2933" y="38805"/>
                    <a:pt x="2217" y="40523"/>
                    <a:pt x="2005" y="40810"/>
                  </a:cubicBezTo>
                  <a:cubicBezTo>
                    <a:pt x="1787" y="41096"/>
                    <a:pt x="0" y="41451"/>
                    <a:pt x="143" y="41525"/>
                  </a:cubicBezTo>
                  <a:cubicBezTo>
                    <a:pt x="192" y="41574"/>
                    <a:pt x="1060" y="41625"/>
                    <a:pt x="1694" y="41625"/>
                  </a:cubicBezTo>
                  <a:cubicBezTo>
                    <a:pt x="1960" y="41625"/>
                    <a:pt x="2185" y="41616"/>
                    <a:pt x="2291" y="41594"/>
                  </a:cubicBezTo>
                  <a:cubicBezTo>
                    <a:pt x="2630" y="41529"/>
                    <a:pt x="3236" y="40805"/>
                    <a:pt x="3664" y="40805"/>
                  </a:cubicBezTo>
                  <a:cubicBezTo>
                    <a:pt x="3684" y="40805"/>
                    <a:pt x="3704" y="40806"/>
                    <a:pt x="3723" y="40810"/>
                  </a:cubicBezTo>
                  <a:cubicBezTo>
                    <a:pt x="4153" y="40878"/>
                    <a:pt x="3723" y="41308"/>
                    <a:pt x="3723" y="41525"/>
                  </a:cubicBezTo>
                  <a:cubicBezTo>
                    <a:pt x="3723" y="41726"/>
                    <a:pt x="3851" y="42247"/>
                    <a:pt x="4043" y="42247"/>
                  </a:cubicBezTo>
                  <a:cubicBezTo>
                    <a:pt x="4055" y="42247"/>
                    <a:pt x="4066" y="42245"/>
                    <a:pt x="4078" y="42241"/>
                  </a:cubicBezTo>
                  <a:cubicBezTo>
                    <a:pt x="4221" y="42167"/>
                    <a:pt x="4582" y="41382"/>
                    <a:pt x="4869" y="41308"/>
                  </a:cubicBezTo>
                  <a:cubicBezTo>
                    <a:pt x="4887" y="41302"/>
                    <a:pt x="4912" y="41299"/>
                    <a:pt x="4943" y="41299"/>
                  </a:cubicBezTo>
                  <a:cubicBezTo>
                    <a:pt x="5264" y="41299"/>
                    <a:pt x="6195" y="41601"/>
                    <a:pt x="6587" y="41669"/>
                  </a:cubicBezTo>
                  <a:cubicBezTo>
                    <a:pt x="6904" y="41719"/>
                    <a:pt x="7649" y="41889"/>
                    <a:pt x="7932" y="41889"/>
                  </a:cubicBezTo>
                  <a:cubicBezTo>
                    <a:pt x="8032" y="41889"/>
                    <a:pt x="8074" y="41867"/>
                    <a:pt x="8019" y="41812"/>
                  </a:cubicBezTo>
                  <a:cubicBezTo>
                    <a:pt x="7801" y="41594"/>
                    <a:pt x="6656" y="40953"/>
                    <a:pt x="6226" y="40523"/>
                  </a:cubicBezTo>
                  <a:cubicBezTo>
                    <a:pt x="5797" y="40019"/>
                    <a:pt x="5728" y="37230"/>
                    <a:pt x="5653" y="35798"/>
                  </a:cubicBezTo>
                  <a:cubicBezTo>
                    <a:pt x="5510" y="34435"/>
                    <a:pt x="5012" y="29853"/>
                    <a:pt x="4869" y="28134"/>
                  </a:cubicBezTo>
                  <a:lnTo>
                    <a:pt x="7446" y="27132"/>
                  </a:lnTo>
                  <a:lnTo>
                    <a:pt x="7228" y="26989"/>
                  </a:lnTo>
                  <a:lnTo>
                    <a:pt x="4869" y="27922"/>
                  </a:lnTo>
                  <a:cubicBezTo>
                    <a:pt x="4794" y="26061"/>
                    <a:pt x="5012" y="20190"/>
                    <a:pt x="5012" y="17538"/>
                  </a:cubicBezTo>
                  <a:lnTo>
                    <a:pt x="7017" y="16679"/>
                  </a:lnTo>
                  <a:lnTo>
                    <a:pt x="6799" y="16536"/>
                  </a:lnTo>
                  <a:lnTo>
                    <a:pt x="5012" y="17252"/>
                  </a:lnTo>
                  <a:lnTo>
                    <a:pt x="5012" y="16754"/>
                  </a:lnTo>
                  <a:cubicBezTo>
                    <a:pt x="4869" y="14606"/>
                    <a:pt x="5441" y="11742"/>
                    <a:pt x="5585" y="9233"/>
                  </a:cubicBezTo>
                  <a:cubicBezTo>
                    <a:pt x="5653" y="7733"/>
                    <a:pt x="5653" y="4869"/>
                    <a:pt x="5585" y="2721"/>
                  </a:cubicBezTo>
                  <a:lnTo>
                    <a:pt x="7446" y="1931"/>
                  </a:lnTo>
                  <a:lnTo>
                    <a:pt x="7228" y="1787"/>
                  </a:lnTo>
                  <a:lnTo>
                    <a:pt x="5585" y="2435"/>
                  </a:lnTo>
                  <a:lnTo>
                    <a:pt x="5585" y="0"/>
                  </a:ln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22"/>
            <p:cNvSpPr/>
            <p:nvPr/>
          </p:nvSpPr>
          <p:spPr>
            <a:xfrm>
              <a:off x="6393175" y="0"/>
              <a:ext cx="794799" cy="5067346"/>
            </a:xfrm>
            <a:custGeom>
              <a:avLst/>
              <a:gdLst/>
              <a:ahLst/>
              <a:cxnLst/>
              <a:rect l="l" t="t" r="r" b="b"/>
              <a:pathLst>
                <a:path w="5367" h="38307" extrusionOk="0">
                  <a:moveTo>
                    <a:pt x="1575" y="0"/>
                  </a:moveTo>
                  <a:cubicBezTo>
                    <a:pt x="1575" y="0"/>
                    <a:pt x="1501" y="2222"/>
                    <a:pt x="1501" y="4725"/>
                  </a:cubicBezTo>
                  <a:lnTo>
                    <a:pt x="143" y="3866"/>
                  </a:lnTo>
                  <a:lnTo>
                    <a:pt x="0" y="4009"/>
                  </a:lnTo>
                  <a:lnTo>
                    <a:pt x="1501" y="5012"/>
                  </a:lnTo>
                  <a:cubicBezTo>
                    <a:pt x="1501" y="7446"/>
                    <a:pt x="1501" y="10098"/>
                    <a:pt x="1575" y="11530"/>
                  </a:cubicBezTo>
                  <a:cubicBezTo>
                    <a:pt x="1718" y="13173"/>
                    <a:pt x="1930" y="15825"/>
                    <a:pt x="2217" y="18185"/>
                  </a:cubicBezTo>
                  <a:lnTo>
                    <a:pt x="573" y="17114"/>
                  </a:lnTo>
                  <a:lnTo>
                    <a:pt x="430" y="17257"/>
                  </a:lnTo>
                  <a:lnTo>
                    <a:pt x="2217" y="18471"/>
                  </a:lnTo>
                  <a:cubicBezTo>
                    <a:pt x="2434" y="20121"/>
                    <a:pt x="2578" y="21622"/>
                    <a:pt x="2646" y="22481"/>
                  </a:cubicBezTo>
                  <a:cubicBezTo>
                    <a:pt x="2864" y="24629"/>
                    <a:pt x="3076" y="26994"/>
                    <a:pt x="3362" y="28208"/>
                  </a:cubicBezTo>
                  <a:cubicBezTo>
                    <a:pt x="3580" y="29497"/>
                    <a:pt x="2578" y="37802"/>
                    <a:pt x="2434" y="38306"/>
                  </a:cubicBezTo>
                  <a:lnTo>
                    <a:pt x="5367" y="38306"/>
                  </a:lnTo>
                  <a:cubicBezTo>
                    <a:pt x="5367" y="38306"/>
                    <a:pt x="4725" y="35941"/>
                    <a:pt x="4725" y="34079"/>
                  </a:cubicBezTo>
                  <a:cubicBezTo>
                    <a:pt x="4651" y="32149"/>
                    <a:pt x="5224" y="27779"/>
                    <a:pt x="5012" y="26920"/>
                  </a:cubicBezTo>
                  <a:cubicBezTo>
                    <a:pt x="4794" y="26061"/>
                    <a:pt x="3723" y="22624"/>
                    <a:pt x="3437" y="19978"/>
                  </a:cubicBezTo>
                  <a:lnTo>
                    <a:pt x="4365" y="17830"/>
                  </a:lnTo>
                  <a:lnTo>
                    <a:pt x="4153" y="17830"/>
                  </a:lnTo>
                  <a:lnTo>
                    <a:pt x="3437" y="19548"/>
                  </a:lnTo>
                  <a:cubicBezTo>
                    <a:pt x="3219" y="16828"/>
                    <a:pt x="2646" y="12389"/>
                    <a:pt x="2578" y="9880"/>
                  </a:cubicBezTo>
                  <a:cubicBezTo>
                    <a:pt x="2503" y="7446"/>
                    <a:pt x="2646" y="0"/>
                    <a:pt x="2646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22"/>
            <p:cNvSpPr/>
            <p:nvPr/>
          </p:nvSpPr>
          <p:spPr>
            <a:xfrm>
              <a:off x="5832850" y="0"/>
              <a:ext cx="604080" cy="5067346"/>
            </a:xfrm>
            <a:custGeom>
              <a:avLst/>
              <a:gdLst/>
              <a:ahLst/>
              <a:cxnLst/>
              <a:rect l="l" t="t" r="r" b="b"/>
              <a:pathLst>
                <a:path w="4079" h="38307" extrusionOk="0">
                  <a:moveTo>
                    <a:pt x="1719" y="0"/>
                  </a:moveTo>
                  <a:cubicBezTo>
                    <a:pt x="1719" y="0"/>
                    <a:pt x="1146" y="7589"/>
                    <a:pt x="860" y="10310"/>
                  </a:cubicBezTo>
                  <a:cubicBezTo>
                    <a:pt x="573" y="13030"/>
                    <a:pt x="1" y="17687"/>
                    <a:pt x="69" y="18975"/>
                  </a:cubicBezTo>
                  <a:cubicBezTo>
                    <a:pt x="144" y="20333"/>
                    <a:pt x="860" y="24772"/>
                    <a:pt x="860" y="26708"/>
                  </a:cubicBezTo>
                  <a:cubicBezTo>
                    <a:pt x="929" y="28638"/>
                    <a:pt x="1146" y="33650"/>
                    <a:pt x="1072" y="35013"/>
                  </a:cubicBezTo>
                  <a:cubicBezTo>
                    <a:pt x="1003" y="36301"/>
                    <a:pt x="430" y="38088"/>
                    <a:pt x="430" y="38088"/>
                  </a:cubicBezTo>
                  <a:lnTo>
                    <a:pt x="4079" y="38306"/>
                  </a:lnTo>
                  <a:cubicBezTo>
                    <a:pt x="4079" y="38306"/>
                    <a:pt x="3506" y="34440"/>
                    <a:pt x="3220" y="32006"/>
                  </a:cubicBezTo>
                  <a:cubicBezTo>
                    <a:pt x="2933" y="29572"/>
                    <a:pt x="2435" y="23054"/>
                    <a:pt x="2074" y="20906"/>
                  </a:cubicBezTo>
                  <a:cubicBezTo>
                    <a:pt x="1719" y="18758"/>
                    <a:pt x="1862" y="15969"/>
                    <a:pt x="2074" y="13821"/>
                  </a:cubicBezTo>
                  <a:cubicBezTo>
                    <a:pt x="2292" y="11673"/>
                    <a:pt x="3008" y="4153"/>
                    <a:pt x="3151" y="2864"/>
                  </a:cubicBezTo>
                  <a:cubicBezTo>
                    <a:pt x="3220" y="1575"/>
                    <a:pt x="3076" y="0"/>
                    <a:pt x="3076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2"/>
            <p:cNvSpPr/>
            <p:nvPr/>
          </p:nvSpPr>
          <p:spPr>
            <a:xfrm>
              <a:off x="4148175" y="0"/>
              <a:ext cx="604049" cy="5067270"/>
            </a:xfrm>
            <a:custGeom>
              <a:avLst/>
              <a:gdLst/>
              <a:ahLst/>
              <a:cxnLst/>
              <a:rect l="l" t="t" r="r" b="b"/>
              <a:pathLst>
                <a:path w="4079" h="36875" extrusionOk="0">
                  <a:moveTo>
                    <a:pt x="1003" y="0"/>
                  </a:moveTo>
                  <a:cubicBezTo>
                    <a:pt x="1003" y="0"/>
                    <a:pt x="860" y="1506"/>
                    <a:pt x="929" y="2721"/>
                  </a:cubicBezTo>
                  <a:cubicBezTo>
                    <a:pt x="1072" y="4009"/>
                    <a:pt x="1788" y="11169"/>
                    <a:pt x="2006" y="13248"/>
                  </a:cubicBezTo>
                  <a:cubicBezTo>
                    <a:pt x="2217" y="15321"/>
                    <a:pt x="2361" y="18042"/>
                    <a:pt x="2006" y="20121"/>
                  </a:cubicBezTo>
                  <a:cubicBezTo>
                    <a:pt x="1645" y="22194"/>
                    <a:pt x="1146" y="28426"/>
                    <a:pt x="860" y="30786"/>
                  </a:cubicBezTo>
                  <a:cubicBezTo>
                    <a:pt x="574" y="33151"/>
                    <a:pt x="1" y="36874"/>
                    <a:pt x="1" y="36874"/>
                  </a:cubicBezTo>
                  <a:lnTo>
                    <a:pt x="3649" y="36657"/>
                  </a:lnTo>
                  <a:cubicBezTo>
                    <a:pt x="3649" y="36657"/>
                    <a:pt x="3077" y="34938"/>
                    <a:pt x="3008" y="33650"/>
                  </a:cubicBezTo>
                  <a:cubicBezTo>
                    <a:pt x="2933" y="32361"/>
                    <a:pt x="3151" y="27567"/>
                    <a:pt x="3220" y="25705"/>
                  </a:cubicBezTo>
                  <a:cubicBezTo>
                    <a:pt x="3220" y="23844"/>
                    <a:pt x="3936" y="19548"/>
                    <a:pt x="4010" y="18260"/>
                  </a:cubicBezTo>
                  <a:cubicBezTo>
                    <a:pt x="4079" y="16971"/>
                    <a:pt x="3506" y="12532"/>
                    <a:pt x="3220" y="9955"/>
                  </a:cubicBezTo>
                  <a:cubicBezTo>
                    <a:pt x="2933" y="7303"/>
                    <a:pt x="2361" y="0"/>
                    <a:pt x="2361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2"/>
            <p:cNvSpPr/>
            <p:nvPr/>
          </p:nvSpPr>
          <p:spPr>
            <a:xfrm>
              <a:off x="2716025" y="0"/>
              <a:ext cx="477574" cy="5000585"/>
            </a:xfrm>
            <a:custGeom>
              <a:avLst/>
              <a:gdLst/>
              <a:ahLst/>
              <a:cxnLst/>
              <a:rect l="l" t="t" r="r" b="b"/>
              <a:pathLst>
                <a:path w="3225" h="33507" extrusionOk="0">
                  <a:moveTo>
                    <a:pt x="0" y="0"/>
                  </a:moveTo>
                  <a:cubicBezTo>
                    <a:pt x="0" y="0"/>
                    <a:pt x="286" y="6014"/>
                    <a:pt x="504" y="7377"/>
                  </a:cubicBezTo>
                  <a:cubicBezTo>
                    <a:pt x="790" y="8735"/>
                    <a:pt x="1862" y="11742"/>
                    <a:pt x="1936" y="13391"/>
                  </a:cubicBezTo>
                  <a:cubicBezTo>
                    <a:pt x="1936" y="14966"/>
                    <a:pt x="1146" y="21192"/>
                    <a:pt x="859" y="23197"/>
                  </a:cubicBezTo>
                  <a:cubicBezTo>
                    <a:pt x="573" y="25201"/>
                    <a:pt x="143" y="33077"/>
                    <a:pt x="143" y="33077"/>
                  </a:cubicBezTo>
                  <a:lnTo>
                    <a:pt x="2222" y="33506"/>
                  </a:lnTo>
                  <a:cubicBezTo>
                    <a:pt x="2222" y="33506"/>
                    <a:pt x="2148" y="27922"/>
                    <a:pt x="2222" y="25201"/>
                  </a:cubicBezTo>
                  <a:cubicBezTo>
                    <a:pt x="2366" y="22481"/>
                    <a:pt x="3225" y="13889"/>
                    <a:pt x="3082" y="12818"/>
                  </a:cubicBezTo>
                  <a:cubicBezTo>
                    <a:pt x="2864" y="11742"/>
                    <a:pt x="1718" y="7664"/>
                    <a:pt x="1506" y="6444"/>
                  </a:cubicBezTo>
                  <a:cubicBezTo>
                    <a:pt x="1363" y="5298"/>
                    <a:pt x="1363" y="0"/>
                    <a:pt x="1363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22"/>
            <p:cNvSpPr/>
            <p:nvPr/>
          </p:nvSpPr>
          <p:spPr>
            <a:xfrm>
              <a:off x="1818950" y="0"/>
              <a:ext cx="668478" cy="5000587"/>
            </a:xfrm>
            <a:custGeom>
              <a:avLst/>
              <a:gdLst/>
              <a:ahLst/>
              <a:cxnLst/>
              <a:rect l="l" t="t" r="r" b="b"/>
              <a:pathLst>
                <a:path w="4514" h="34584" extrusionOk="0">
                  <a:moveTo>
                    <a:pt x="1364" y="0"/>
                  </a:moveTo>
                  <a:cubicBezTo>
                    <a:pt x="1364" y="0"/>
                    <a:pt x="1289" y="5372"/>
                    <a:pt x="1289" y="7875"/>
                  </a:cubicBezTo>
                  <a:cubicBezTo>
                    <a:pt x="1289" y="8952"/>
                    <a:pt x="1364" y="10739"/>
                    <a:pt x="1432" y="12601"/>
                  </a:cubicBezTo>
                  <a:lnTo>
                    <a:pt x="934" y="12102"/>
                  </a:lnTo>
                  <a:lnTo>
                    <a:pt x="361" y="10384"/>
                  </a:lnTo>
                  <a:lnTo>
                    <a:pt x="287" y="10384"/>
                  </a:lnTo>
                  <a:lnTo>
                    <a:pt x="791" y="11885"/>
                  </a:lnTo>
                  <a:lnTo>
                    <a:pt x="144" y="11386"/>
                  </a:lnTo>
                  <a:lnTo>
                    <a:pt x="0" y="11530"/>
                  </a:lnTo>
                  <a:lnTo>
                    <a:pt x="1507" y="12962"/>
                  </a:lnTo>
                  <a:cubicBezTo>
                    <a:pt x="1576" y="15321"/>
                    <a:pt x="1650" y="17687"/>
                    <a:pt x="1576" y="18615"/>
                  </a:cubicBezTo>
                  <a:cubicBezTo>
                    <a:pt x="1507" y="20407"/>
                    <a:pt x="1289" y="26776"/>
                    <a:pt x="1003" y="29428"/>
                  </a:cubicBezTo>
                  <a:cubicBezTo>
                    <a:pt x="791" y="32006"/>
                    <a:pt x="218" y="34583"/>
                    <a:pt x="218" y="34583"/>
                  </a:cubicBezTo>
                  <a:lnTo>
                    <a:pt x="3580" y="34010"/>
                  </a:lnTo>
                  <a:cubicBezTo>
                    <a:pt x="3007" y="33294"/>
                    <a:pt x="2652" y="31003"/>
                    <a:pt x="2578" y="29142"/>
                  </a:cubicBezTo>
                  <a:cubicBezTo>
                    <a:pt x="2509" y="27280"/>
                    <a:pt x="2939" y="20476"/>
                    <a:pt x="2939" y="19044"/>
                  </a:cubicBezTo>
                  <a:lnTo>
                    <a:pt x="2939" y="18758"/>
                  </a:lnTo>
                  <a:lnTo>
                    <a:pt x="4514" y="17257"/>
                  </a:lnTo>
                  <a:lnTo>
                    <a:pt x="4371" y="17040"/>
                  </a:lnTo>
                  <a:lnTo>
                    <a:pt x="2939" y="18403"/>
                  </a:lnTo>
                  <a:cubicBezTo>
                    <a:pt x="2939" y="16255"/>
                    <a:pt x="3007" y="11026"/>
                    <a:pt x="2939" y="7875"/>
                  </a:cubicBezTo>
                  <a:cubicBezTo>
                    <a:pt x="2864" y="6948"/>
                    <a:pt x="2864" y="5945"/>
                    <a:pt x="2864" y="5012"/>
                  </a:cubicBezTo>
                  <a:lnTo>
                    <a:pt x="4514" y="3368"/>
                  </a:lnTo>
                  <a:lnTo>
                    <a:pt x="4371" y="3225"/>
                  </a:lnTo>
                  <a:lnTo>
                    <a:pt x="2864" y="4657"/>
                  </a:lnTo>
                  <a:cubicBezTo>
                    <a:pt x="2864" y="2148"/>
                    <a:pt x="2939" y="0"/>
                    <a:pt x="2939" y="0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7" name="Google Shape;1327;p22"/>
          <p:cNvSpPr/>
          <p:nvPr/>
        </p:nvSpPr>
        <p:spPr>
          <a:xfrm flipH="1">
            <a:off x="-39426" y="0"/>
            <a:ext cx="794799" cy="5067346"/>
          </a:xfrm>
          <a:custGeom>
            <a:avLst/>
            <a:gdLst/>
            <a:ahLst/>
            <a:cxnLst/>
            <a:rect l="l" t="t" r="r" b="b"/>
            <a:pathLst>
              <a:path w="5367" h="38307" extrusionOk="0">
                <a:moveTo>
                  <a:pt x="1575" y="0"/>
                </a:moveTo>
                <a:cubicBezTo>
                  <a:pt x="1575" y="0"/>
                  <a:pt x="1501" y="2222"/>
                  <a:pt x="1501" y="4725"/>
                </a:cubicBezTo>
                <a:lnTo>
                  <a:pt x="143" y="3866"/>
                </a:lnTo>
                <a:lnTo>
                  <a:pt x="0" y="4009"/>
                </a:lnTo>
                <a:lnTo>
                  <a:pt x="1501" y="5012"/>
                </a:lnTo>
                <a:cubicBezTo>
                  <a:pt x="1501" y="7446"/>
                  <a:pt x="1501" y="10098"/>
                  <a:pt x="1575" y="11530"/>
                </a:cubicBezTo>
                <a:cubicBezTo>
                  <a:pt x="1718" y="13173"/>
                  <a:pt x="1930" y="15825"/>
                  <a:pt x="2217" y="18185"/>
                </a:cubicBezTo>
                <a:lnTo>
                  <a:pt x="573" y="17114"/>
                </a:lnTo>
                <a:lnTo>
                  <a:pt x="430" y="17257"/>
                </a:lnTo>
                <a:lnTo>
                  <a:pt x="2217" y="18471"/>
                </a:lnTo>
                <a:cubicBezTo>
                  <a:pt x="2434" y="20121"/>
                  <a:pt x="2578" y="21622"/>
                  <a:pt x="2646" y="22481"/>
                </a:cubicBezTo>
                <a:cubicBezTo>
                  <a:pt x="2864" y="24629"/>
                  <a:pt x="3076" y="26994"/>
                  <a:pt x="3362" y="28208"/>
                </a:cubicBezTo>
                <a:cubicBezTo>
                  <a:pt x="3580" y="29497"/>
                  <a:pt x="2578" y="37802"/>
                  <a:pt x="2434" y="38306"/>
                </a:cubicBezTo>
                <a:lnTo>
                  <a:pt x="5367" y="38306"/>
                </a:lnTo>
                <a:cubicBezTo>
                  <a:pt x="5367" y="38306"/>
                  <a:pt x="4725" y="35941"/>
                  <a:pt x="4725" y="34079"/>
                </a:cubicBezTo>
                <a:cubicBezTo>
                  <a:pt x="4651" y="32149"/>
                  <a:pt x="5224" y="27779"/>
                  <a:pt x="5012" y="26920"/>
                </a:cubicBezTo>
                <a:cubicBezTo>
                  <a:pt x="4794" y="26061"/>
                  <a:pt x="3723" y="22624"/>
                  <a:pt x="3437" y="19978"/>
                </a:cubicBezTo>
                <a:lnTo>
                  <a:pt x="4365" y="17830"/>
                </a:lnTo>
                <a:lnTo>
                  <a:pt x="4153" y="17830"/>
                </a:lnTo>
                <a:lnTo>
                  <a:pt x="3437" y="19548"/>
                </a:lnTo>
                <a:cubicBezTo>
                  <a:pt x="3219" y="16828"/>
                  <a:pt x="2646" y="12389"/>
                  <a:pt x="2578" y="9880"/>
                </a:cubicBezTo>
                <a:cubicBezTo>
                  <a:pt x="2503" y="7446"/>
                  <a:pt x="2646" y="0"/>
                  <a:pt x="2646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22"/>
          <p:cNvSpPr/>
          <p:nvPr/>
        </p:nvSpPr>
        <p:spPr>
          <a:xfrm flipH="1">
            <a:off x="3633976" y="0"/>
            <a:ext cx="435222" cy="5067358"/>
          </a:xfrm>
          <a:custGeom>
            <a:avLst/>
            <a:gdLst/>
            <a:ahLst/>
            <a:cxnLst/>
            <a:rect l="l" t="t" r="r" b="b"/>
            <a:pathLst>
              <a:path w="2939" h="39378" extrusionOk="0">
                <a:moveTo>
                  <a:pt x="1507" y="0"/>
                </a:moveTo>
                <a:cubicBezTo>
                  <a:pt x="1507" y="0"/>
                  <a:pt x="934" y="3511"/>
                  <a:pt x="791" y="4725"/>
                </a:cubicBezTo>
                <a:cubicBezTo>
                  <a:pt x="574" y="6014"/>
                  <a:pt x="75" y="10527"/>
                  <a:pt x="75" y="12102"/>
                </a:cubicBezTo>
                <a:cubicBezTo>
                  <a:pt x="1" y="13746"/>
                  <a:pt x="1003" y="21049"/>
                  <a:pt x="1221" y="22051"/>
                </a:cubicBezTo>
                <a:cubicBezTo>
                  <a:pt x="1364" y="23128"/>
                  <a:pt x="1078" y="28638"/>
                  <a:pt x="1146" y="30070"/>
                </a:cubicBezTo>
                <a:cubicBezTo>
                  <a:pt x="1221" y="31576"/>
                  <a:pt x="1221" y="35729"/>
                  <a:pt x="1078" y="36943"/>
                </a:cubicBezTo>
                <a:cubicBezTo>
                  <a:pt x="1003" y="38088"/>
                  <a:pt x="430" y="39377"/>
                  <a:pt x="430" y="39377"/>
                </a:cubicBezTo>
                <a:lnTo>
                  <a:pt x="2939" y="39377"/>
                </a:lnTo>
                <a:cubicBezTo>
                  <a:pt x="2939" y="39377"/>
                  <a:pt x="2578" y="38449"/>
                  <a:pt x="2509" y="37733"/>
                </a:cubicBezTo>
                <a:cubicBezTo>
                  <a:pt x="2435" y="37017"/>
                  <a:pt x="2366" y="32218"/>
                  <a:pt x="2292" y="30287"/>
                </a:cubicBezTo>
                <a:cubicBezTo>
                  <a:pt x="2223" y="28352"/>
                  <a:pt x="2435" y="23701"/>
                  <a:pt x="2292" y="22051"/>
                </a:cubicBezTo>
                <a:cubicBezTo>
                  <a:pt x="2149" y="20476"/>
                  <a:pt x="1078" y="13603"/>
                  <a:pt x="1078" y="12389"/>
                </a:cubicBezTo>
                <a:cubicBezTo>
                  <a:pt x="1078" y="11243"/>
                  <a:pt x="1078" y="7664"/>
                  <a:pt x="1650" y="5372"/>
                </a:cubicBezTo>
                <a:cubicBezTo>
                  <a:pt x="2149" y="3007"/>
                  <a:pt x="2292" y="0"/>
                  <a:pt x="2292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22"/>
          <p:cNvSpPr/>
          <p:nvPr/>
        </p:nvSpPr>
        <p:spPr>
          <a:xfrm flipH="1">
            <a:off x="5175193" y="25"/>
            <a:ext cx="576080" cy="5067306"/>
          </a:xfrm>
          <a:custGeom>
            <a:avLst/>
            <a:gdLst/>
            <a:ahLst/>
            <a:cxnLst/>
            <a:rect l="l" t="t" r="r" b="b"/>
            <a:pathLst>
              <a:path w="3890" h="35876" extrusionOk="0">
                <a:moveTo>
                  <a:pt x="1507" y="0"/>
                </a:moveTo>
                <a:cubicBezTo>
                  <a:pt x="1507" y="0"/>
                  <a:pt x="1794" y="5585"/>
                  <a:pt x="1719" y="7876"/>
                </a:cubicBezTo>
                <a:cubicBezTo>
                  <a:pt x="1719" y="8735"/>
                  <a:pt x="1650" y="9663"/>
                  <a:pt x="1650" y="10665"/>
                </a:cubicBezTo>
                <a:lnTo>
                  <a:pt x="648" y="9949"/>
                </a:lnTo>
                <a:lnTo>
                  <a:pt x="505" y="10092"/>
                </a:lnTo>
                <a:lnTo>
                  <a:pt x="1650" y="10883"/>
                </a:lnTo>
                <a:cubicBezTo>
                  <a:pt x="1650" y="12383"/>
                  <a:pt x="1576" y="13959"/>
                  <a:pt x="1650" y="15465"/>
                </a:cubicBezTo>
                <a:cubicBezTo>
                  <a:pt x="1650" y="17968"/>
                  <a:pt x="1576" y="19617"/>
                  <a:pt x="1433" y="21336"/>
                </a:cubicBezTo>
                <a:lnTo>
                  <a:pt x="648" y="20763"/>
                </a:lnTo>
                <a:lnTo>
                  <a:pt x="505" y="20906"/>
                </a:lnTo>
                <a:lnTo>
                  <a:pt x="1433" y="21548"/>
                </a:lnTo>
                <a:lnTo>
                  <a:pt x="1433" y="21691"/>
                </a:lnTo>
                <a:cubicBezTo>
                  <a:pt x="1290" y="23627"/>
                  <a:pt x="1433" y="27350"/>
                  <a:pt x="1364" y="28495"/>
                </a:cubicBezTo>
                <a:cubicBezTo>
                  <a:pt x="1364" y="29566"/>
                  <a:pt x="1507" y="31285"/>
                  <a:pt x="1433" y="32144"/>
                </a:cubicBezTo>
                <a:cubicBezTo>
                  <a:pt x="1364" y="33003"/>
                  <a:pt x="1078" y="34366"/>
                  <a:pt x="934" y="34652"/>
                </a:cubicBezTo>
                <a:cubicBezTo>
                  <a:pt x="860" y="34864"/>
                  <a:pt x="1" y="35225"/>
                  <a:pt x="75" y="35225"/>
                </a:cubicBezTo>
                <a:cubicBezTo>
                  <a:pt x="75" y="35294"/>
                  <a:pt x="934" y="35368"/>
                  <a:pt x="1078" y="35368"/>
                </a:cubicBezTo>
                <a:cubicBezTo>
                  <a:pt x="1279" y="35298"/>
                  <a:pt x="1548" y="34647"/>
                  <a:pt x="1761" y="34647"/>
                </a:cubicBezTo>
                <a:cubicBezTo>
                  <a:pt x="1772" y="34647"/>
                  <a:pt x="1783" y="34649"/>
                  <a:pt x="1794" y="34652"/>
                </a:cubicBezTo>
                <a:cubicBezTo>
                  <a:pt x="2006" y="34721"/>
                  <a:pt x="1794" y="35082"/>
                  <a:pt x="1794" y="35294"/>
                </a:cubicBezTo>
                <a:cubicBezTo>
                  <a:pt x="1794" y="35494"/>
                  <a:pt x="1852" y="35875"/>
                  <a:pt x="1919" y="35875"/>
                </a:cubicBezTo>
                <a:cubicBezTo>
                  <a:pt x="1925" y="35875"/>
                  <a:pt x="1931" y="35872"/>
                  <a:pt x="1937" y="35867"/>
                </a:cubicBezTo>
                <a:cubicBezTo>
                  <a:pt x="2006" y="35798"/>
                  <a:pt x="2223" y="35151"/>
                  <a:pt x="2292" y="35082"/>
                </a:cubicBezTo>
                <a:cubicBezTo>
                  <a:pt x="2308" y="35073"/>
                  <a:pt x="2329" y="35070"/>
                  <a:pt x="2354" y="35070"/>
                </a:cubicBezTo>
                <a:cubicBezTo>
                  <a:pt x="2546" y="35070"/>
                  <a:pt x="2963" y="35302"/>
                  <a:pt x="3151" y="35368"/>
                </a:cubicBezTo>
                <a:cubicBezTo>
                  <a:pt x="3303" y="35468"/>
                  <a:pt x="3626" y="35601"/>
                  <a:pt x="3784" y="35601"/>
                </a:cubicBezTo>
                <a:cubicBezTo>
                  <a:pt x="3853" y="35601"/>
                  <a:pt x="3890" y="35576"/>
                  <a:pt x="3867" y="35511"/>
                </a:cubicBezTo>
                <a:cubicBezTo>
                  <a:pt x="3724" y="35368"/>
                  <a:pt x="3226" y="34796"/>
                  <a:pt x="3008" y="34366"/>
                </a:cubicBezTo>
                <a:cubicBezTo>
                  <a:pt x="2796" y="34005"/>
                  <a:pt x="2722" y="31645"/>
                  <a:pt x="2722" y="30425"/>
                </a:cubicBezTo>
                <a:cubicBezTo>
                  <a:pt x="2653" y="29211"/>
                  <a:pt x="2435" y="25345"/>
                  <a:pt x="2366" y="23913"/>
                </a:cubicBezTo>
                <a:lnTo>
                  <a:pt x="3581" y="23054"/>
                </a:lnTo>
                <a:lnTo>
                  <a:pt x="3437" y="22911"/>
                </a:lnTo>
                <a:lnTo>
                  <a:pt x="2366" y="23695"/>
                </a:lnTo>
                <a:cubicBezTo>
                  <a:pt x="2292" y="22120"/>
                  <a:pt x="2366" y="17183"/>
                  <a:pt x="2366" y="14892"/>
                </a:cubicBezTo>
                <a:lnTo>
                  <a:pt x="3369" y="14176"/>
                </a:lnTo>
                <a:lnTo>
                  <a:pt x="3226" y="14033"/>
                </a:lnTo>
                <a:lnTo>
                  <a:pt x="2366" y="14675"/>
                </a:lnTo>
                <a:lnTo>
                  <a:pt x="2366" y="14245"/>
                </a:lnTo>
                <a:cubicBezTo>
                  <a:pt x="2366" y="12383"/>
                  <a:pt x="2578" y="9949"/>
                  <a:pt x="2653" y="7801"/>
                </a:cubicBezTo>
                <a:cubicBezTo>
                  <a:pt x="2722" y="6587"/>
                  <a:pt x="2722" y="4153"/>
                  <a:pt x="2722" y="2291"/>
                </a:cubicBezTo>
                <a:lnTo>
                  <a:pt x="3581" y="1644"/>
                </a:lnTo>
                <a:lnTo>
                  <a:pt x="3437" y="1576"/>
                </a:lnTo>
                <a:lnTo>
                  <a:pt x="2722" y="2074"/>
                </a:lnTo>
                <a:cubicBezTo>
                  <a:pt x="2653" y="928"/>
                  <a:pt x="2653" y="0"/>
                  <a:pt x="2653" y="0"/>
                </a:cubicBezTo>
                <a:close/>
              </a:path>
            </a:pathLst>
          </a:custGeom>
          <a:solidFill>
            <a:srgbClr val="A07FBE">
              <a:alpha val="12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22"/>
          <p:cNvSpPr/>
          <p:nvPr/>
        </p:nvSpPr>
        <p:spPr>
          <a:xfrm flipH="1">
            <a:off x="0" y="3851201"/>
            <a:ext cx="9144123" cy="1205765"/>
          </a:xfrm>
          <a:custGeom>
            <a:avLst/>
            <a:gdLst/>
            <a:ahLst/>
            <a:cxnLst/>
            <a:rect l="l" t="t" r="r" b="b"/>
            <a:pathLst>
              <a:path w="116197" h="15322" extrusionOk="0">
                <a:moveTo>
                  <a:pt x="5156" y="2503"/>
                </a:moveTo>
                <a:cubicBezTo>
                  <a:pt x="5169" y="2575"/>
                  <a:pt x="5186" y="2646"/>
                  <a:pt x="5204" y="2717"/>
                </a:cubicBezTo>
                <a:lnTo>
                  <a:pt x="5204" y="2717"/>
                </a:lnTo>
                <a:cubicBezTo>
                  <a:pt x="5188" y="2642"/>
                  <a:pt x="5172" y="2571"/>
                  <a:pt x="5156" y="2503"/>
                </a:cubicBezTo>
                <a:close/>
                <a:moveTo>
                  <a:pt x="6227" y="2646"/>
                </a:moveTo>
                <a:lnTo>
                  <a:pt x="6227" y="2646"/>
                </a:lnTo>
                <a:cubicBezTo>
                  <a:pt x="6239" y="2681"/>
                  <a:pt x="6252" y="2716"/>
                  <a:pt x="6267" y="2750"/>
                </a:cubicBezTo>
                <a:lnTo>
                  <a:pt x="6267" y="2750"/>
                </a:lnTo>
                <a:cubicBezTo>
                  <a:pt x="6254" y="2715"/>
                  <a:pt x="6240" y="2680"/>
                  <a:pt x="6227" y="2646"/>
                </a:cubicBezTo>
                <a:close/>
                <a:moveTo>
                  <a:pt x="25701" y="3293"/>
                </a:moveTo>
                <a:lnTo>
                  <a:pt x="25701" y="3293"/>
                </a:lnTo>
                <a:cubicBezTo>
                  <a:pt x="25775" y="3437"/>
                  <a:pt x="25775" y="3505"/>
                  <a:pt x="25844" y="3580"/>
                </a:cubicBezTo>
                <a:cubicBezTo>
                  <a:pt x="25775" y="3505"/>
                  <a:pt x="25775" y="3362"/>
                  <a:pt x="25701" y="3293"/>
                </a:cubicBezTo>
                <a:close/>
                <a:moveTo>
                  <a:pt x="19543" y="3649"/>
                </a:moveTo>
                <a:lnTo>
                  <a:pt x="19543" y="3649"/>
                </a:lnTo>
                <a:cubicBezTo>
                  <a:pt x="19502" y="3693"/>
                  <a:pt x="19486" y="3736"/>
                  <a:pt x="19479" y="3779"/>
                </a:cubicBezTo>
                <a:lnTo>
                  <a:pt x="19479" y="3779"/>
                </a:lnTo>
                <a:lnTo>
                  <a:pt x="19543" y="3649"/>
                </a:lnTo>
                <a:close/>
                <a:moveTo>
                  <a:pt x="10597" y="4439"/>
                </a:moveTo>
                <a:lnTo>
                  <a:pt x="10597" y="4439"/>
                </a:lnTo>
                <a:cubicBezTo>
                  <a:pt x="10597" y="4439"/>
                  <a:pt x="10597" y="4439"/>
                  <a:pt x="10597" y="4439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44962" y="4725"/>
                </a:moveTo>
                <a:lnTo>
                  <a:pt x="44962" y="4725"/>
                </a:lnTo>
                <a:cubicBezTo>
                  <a:pt x="44962" y="4725"/>
                  <a:pt x="44962" y="4725"/>
                  <a:pt x="44962" y="4725"/>
                </a:cubicBezTo>
                <a:close/>
                <a:moveTo>
                  <a:pt x="1003" y="4937"/>
                </a:moveTo>
                <a:cubicBezTo>
                  <a:pt x="1003" y="4937"/>
                  <a:pt x="1003" y="4937"/>
                  <a:pt x="1003" y="4937"/>
                </a:cubicBezTo>
                <a:lnTo>
                  <a:pt x="1003" y="4937"/>
                </a:lnTo>
                <a:close/>
                <a:moveTo>
                  <a:pt x="9451" y="4296"/>
                </a:moveTo>
                <a:cubicBezTo>
                  <a:pt x="9451" y="4439"/>
                  <a:pt x="9520" y="4651"/>
                  <a:pt x="9520" y="4869"/>
                </a:cubicBezTo>
                <a:cubicBezTo>
                  <a:pt x="9451" y="4937"/>
                  <a:pt x="9451" y="5012"/>
                  <a:pt x="9377" y="5155"/>
                </a:cubicBezTo>
                <a:cubicBezTo>
                  <a:pt x="9377" y="4869"/>
                  <a:pt x="9451" y="4582"/>
                  <a:pt x="9451" y="4296"/>
                </a:cubicBezTo>
                <a:close/>
                <a:moveTo>
                  <a:pt x="11095" y="4651"/>
                </a:moveTo>
                <a:cubicBezTo>
                  <a:pt x="11095" y="4869"/>
                  <a:pt x="11170" y="5080"/>
                  <a:pt x="11238" y="5224"/>
                </a:cubicBezTo>
                <a:lnTo>
                  <a:pt x="11170" y="5224"/>
                </a:lnTo>
                <a:cubicBezTo>
                  <a:pt x="11170" y="5080"/>
                  <a:pt x="11095" y="4937"/>
                  <a:pt x="11026" y="4725"/>
                </a:cubicBezTo>
                <a:lnTo>
                  <a:pt x="11095" y="4651"/>
                </a:lnTo>
                <a:close/>
                <a:moveTo>
                  <a:pt x="20334" y="5224"/>
                </a:moveTo>
                <a:lnTo>
                  <a:pt x="20334" y="5224"/>
                </a:lnTo>
                <a:cubicBezTo>
                  <a:pt x="20334" y="5224"/>
                  <a:pt x="20334" y="5224"/>
                  <a:pt x="20334" y="5224"/>
                </a:cubicBezTo>
                <a:close/>
                <a:moveTo>
                  <a:pt x="20334" y="5224"/>
                </a:moveTo>
                <a:lnTo>
                  <a:pt x="20334" y="5224"/>
                </a:lnTo>
                <a:cubicBezTo>
                  <a:pt x="20334" y="5224"/>
                  <a:pt x="20334" y="5224"/>
                  <a:pt x="20334" y="5224"/>
                </a:cubicBezTo>
                <a:close/>
                <a:moveTo>
                  <a:pt x="20334" y="5224"/>
                </a:moveTo>
                <a:lnTo>
                  <a:pt x="20334" y="5224"/>
                </a:lnTo>
                <a:cubicBezTo>
                  <a:pt x="20334" y="5224"/>
                  <a:pt x="20334" y="5224"/>
                  <a:pt x="20334" y="5224"/>
                </a:cubicBezTo>
                <a:close/>
                <a:moveTo>
                  <a:pt x="25987" y="4153"/>
                </a:moveTo>
                <a:lnTo>
                  <a:pt x="26205" y="5012"/>
                </a:lnTo>
                <a:lnTo>
                  <a:pt x="25918" y="5298"/>
                </a:lnTo>
                <a:cubicBezTo>
                  <a:pt x="25918" y="4937"/>
                  <a:pt x="25987" y="4582"/>
                  <a:pt x="25987" y="4153"/>
                </a:cubicBezTo>
                <a:close/>
                <a:moveTo>
                  <a:pt x="11598" y="4798"/>
                </a:moveTo>
                <a:lnTo>
                  <a:pt x="11742" y="5224"/>
                </a:lnTo>
                <a:cubicBezTo>
                  <a:pt x="11668" y="5298"/>
                  <a:pt x="11599" y="5367"/>
                  <a:pt x="11599" y="5510"/>
                </a:cubicBezTo>
                <a:cubicBezTo>
                  <a:pt x="11525" y="5367"/>
                  <a:pt x="11525" y="5224"/>
                  <a:pt x="11456" y="5080"/>
                </a:cubicBezTo>
                <a:lnTo>
                  <a:pt x="11456" y="5080"/>
                </a:lnTo>
                <a:cubicBezTo>
                  <a:pt x="11456" y="5224"/>
                  <a:pt x="11525" y="5367"/>
                  <a:pt x="11525" y="5510"/>
                </a:cubicBezTo>
                <a:cubicBezTo>
                  <a:pt x="11525" y="5441"/>
                  <a:pt x="11456" y="5367"/>
                  <a:pt x="11382" y="5224"/>
                </a:cubicBezTo>
                <a:cubicBezTo>
                  <a:pt x="11456" y="5155"/>
                  <a:pt x="11456" y="5155"/>
                  <a:pt x="11456" y="5080"/>
                </a:cubicBezTo>
                <a:cubicBezTo>
                  <a:pt x="11519" y="5017"/>
                  <a:pt x="11588" y="4827"/>
                  <a:pt x="11598" y="4798"/>
                </a:cubicBezTo>
                <a:close/>
                <a:moveTo>
                  <a:pt x="34653" y="5510"/>
                </a:moveTo>
                <a:cubicBezTo>
                  <a:pt x="34653" y="5510"/>
                  <a:pt x="34653" y="5510"/>
                  <a:pt x="34653" y="5510"/>
                </a:cubicBezTo>
                <a:lnTo>
                  <a:pt x="34653" y="5510"/>
                </a:lnTo>
                <a:close/>
                <a:moveTo>
                  <a:pt x="34653" y="5510"/>
                </a:moveTo>
                <a:cubicBezTo>
                  <a:pt x="34653" y="5510"/>
                  <a:pt x="34653" y="5510"/>
                  <a:pt x="34653" y="5510"/>
                </a:cubicBezTo>
                <a:lnTo>
                  <a:pt x="34653" y="5510"/>
                </a:lnTo>
                <a:close/>
                <a:moveTo>
                  <a:pt x="34653" y="5510"/>
                </a:moveTo>
                <a:cubicBezTo>
                  <a:pt x="34653" y="5510"/>
                  <a:pt x="34653" y="5510"/>
                  <a:pt x="34653" y="5510"/>
                </a:cubicBezTo>
                <a:lnTo>
                  <a:pt x="34653" y="5510"/>
                </a:lnTo>
                <a:close/>
                <a:moveTo>
                  <a:pt x="10883" y="5155"/>
                </a:moveTo>
                <a:cubicBezTo>
                  <a:pt x="10883" y="5224"/>
                  <a:pt x="10952" y="5441"/>
                  <a:pt x="10952" y="5585"/>
                </a:cubicBezTo>
                <a:cubicBezTo>
                  <a:pt x="10952" y="5585"/>
                  <a:pt x="10883" y="5585"/>
                  <a:pt x="10883" y="5653"/>
                </a:cubicBezTo>
                <a:cubicBezTo>
                  <a:pt x="10883" y="5510"/>
                  <a:pt x="10809" y="5441"/>
                  <a:pt x="10809" y="5298"/>
                </a:cubicBezTo>
                <a:cubicBezTo>
                  <a:pt x="10809" y="5224"/>
                  <a:pt x="10883" y="5155"/>
                  <a:pt x="10883" y="5155"/>
                </a:cubicBezTo>
                <a:close/>
                <a:moveTo>
                  <a:pt x="11886" y="5585"/>
                </a:moveTo>
                <a:lnTo>
                  <a:pt x="11886" y="5653"/>
                </a:lnTo>
                <a:cubicBezTo>
                  <a:pt x="11886" y="5653"/>
                  <a:pt x="11886" y="5728"/>
                  <a:pt x="11811" y="5728"/>
                </a:cubicBezTo>
                <a:cubicBezTo>
                  <a:pt x="11811" y="5728"/>
                  <a:pt x="11886" y="5653"/>
                  <a:pt x="11886" y="5585"/>
                </a:cubicBezTo>
                <a:close/>
                <a:moveTo>
                  <a:pt x="16823" y="4869"/>
                </a:moveTo>
                <a:lnTo>
                  <a:pt x="16823" y="4869"/>
                </a:lnTo>
                <a:cubicBezTo>
                  <a:pt x="16897" y="5080"/>
                  <a:pt x="16966" y="5224"/>
                  <a:pt x="17040" y="5510"/>
                </a:cubicBezTo>
                <a:lnTo>
                  <a:pt x="17040" y="5728"/>
                </a:lnTo>
                <a:lnTo>
                  <a:pt x="16823" y="4869"/>
                </a:lnTo>
                <a:close/>
                <a:moveTo>
                  <a:pt x="33078" y="5080"/>
                </a:moveTo>
                <a:cubicBezTo>
                  <a:pt x="33078" y="5298"/>
                  <a:pt x="33146" y="5510"/>
                  <a:pt x="33146" y="5728"/>
                </a:cubicBezTo>
                <a:cubicBezTo>
                  <a:pt x="33146" y="5585"/>
                  <a:pt x="33078" y="5367"/>
                  <a:pt x="33003" y="5224"/>
                </a:cubicBezTo>
                <a:cubicBezTo>
                  <a:pt x="33078" y="5155"/>
                  <a:pt x="33078" y="5155"/>
                  <a:pt x="33078" y="5080"/>
                </a:cubicBezTo>
                <a:close/>
                <a:moveTo>
                  <a:pt x="48325" y="5728"/>
                </a:moveTo>
                <a:lnTo>
                  <a:pt x="48325" y="5728"/>
                </a:lnTo>
                <a:cubicBezTo>
                  <a:pt x="48325" y="5728"/>
                  <a:pt x="48325" y="5728"/>
                  <a:pt x="48325" y="5728"/>
                </a:cubicBezTo>
                <a:close/>
                <a:moveTo>
                  <a:pt x="48325" y="5728"/>
                </a:moveTo>
                <a:lnTo>
                  <a:pt x="48325" y="5728"/>
                </a:lnTo>
                <a:cubicBezTo>
                  <a:pt x="48325" y="5728"/>
                  <a:pt x="48325" y="5728"/>
                  <a:pt x="48325" y="5728"/>
                </a:cubicBezTo>
                <a:close/>
                <a:moveTo>
                  <a:pt x="48325" y="5728"/>
                </a:moveTo>
                <a:lnTo>
                  <a:pt x="48325" y="5728"/>
                </a:lnTo>
                <a:cubicBezTo>
                  <a:pt x="48325" y="5728"/>
                  <a:pt x="48325" y="5728"/>
                  <a:pt x="48325" y="5728"/>
                </a:cubicBezTo>
                <a:close/>
                <a:moveTo>
                  <a:pt x="12813" y="4794"/>
                </a:moveTo>
                <a:lnTo>
                  <a:pt x="12813" y="5012"/>
                </a:lnTo>
                <a:cubicBezTo>
                  <a:pt x="12745" y="5224"/>
                  <a:pt x="12602" y="5510"/>
                  <a:pt x="12527" y="5796"/>
                </a:cubicBezTo>
                <a:lnTo>
                  <a:pt x="12527" y="5653"/>
                </a:lnTo>
                <a:lnTo>
                  <a:pt x="12527" y="5585"/>
                </a:lnTo>
                <a:cubicBezTo>
                  <a:pt x="12602" y="5298"/>
                  <a:pt x="12745" y="5012"/>
                  <a:pt x="12813" y="4794"/>
                </a:cubicBezTo>
                <a:close/>
                <a:moveTo>
                  <a:pt x="9520" y="5155"/>
                </a:moveTo>
                <a:cubicBezTo>
                  <a:pt x="9520" y="5367"/>
                  <a:pt x="9595" y="5510"/>
                  <a:pt x="9595" y="5728"/>
                </a:cubicBezTo>
                <a:cubicBezTo>
                  <a:pt x="9520" y="5796"/>
                  <a:pt x="9520" y="5871"/>
                  <a:pt x="9520" y="5940"/>
                </a:cubicBezTo>
                <a:lnTo>
                  <a:pt x="9451" y="5871"/>
                </a:lnTo>
                <a:cubicBezTo>
                  <a:pt x="9520" y="5653"/>
                  <a:pt x="9520" y="5441"/>
                  <a:pt x="9520" y="5155"/>
                </a:cubicBezTo>
                <a:close/>
                <a:moveTo>
                  <a:pt x="16107" y="5510"/>
                </a:moveTo>
                <a:cubicBezTo>
                  <a:pt x="16181" y="5653"/>
                  <a:pt x="16181" y="5871"/>
                  <a:pt x="16250" y="6014"/>
                </a:cubicBezTo>
                <a:cubicBezTo>
                  <a:pt x="16250" y="5871"/>
                  <a:pt x="16181" y="5653"/>
                  <a:pt x="16107" y="5510"/>
                </a:cubicBezTo>
                <a:close/>
                <a:moveTo>
                  <a:pt x="10740" y="5510"/>
                </a:moveTo>
                <a:lnTo>
                  <a:pt x="10740" y="5796"/>
                </a:lnTo>
                <a:cubicBezTo>
                  <a:pt x="10666" y="5940"/>
                  <a:pt x="10597" y="6014"/>
                  <a:pt x="10522" y="6083"/>
                </a:cubicBezTo>
                <a:lnTo>
                  <a:pt x="10522" y="6014"/>
                </a:lnTo>
                <a:cubicBezTo>
                  <a:pt x="10597" y="5796"/>
                  <a:pt x="10666" y="5653"/>
                  <a:pt x="10740" y="5510"/>
                </a:cubicBezTo>
                <a:close/>
                <a:moveTo>
                  <a:pt x="26273" y="5155"/>
                </a:moveTo>
                <a:cubicBezTo>
                  <a:pt x="26273" y="5298"/>
                  <a:pt x="26348" y="5441"/>
                  <a:pt x="26348" y="5585"/>
                </a:cubicBezTo>
                <a:cubicBezTo>
                  <a:pt x="26205" y="5728"/>
                  <a:pt x="26061" y="5940"/>
                  <a:pt x="25844" y="6226"/>
                </a:cubicBezTo>
                <a:lnTo>
                  <a:pt x="25844" y="6083"/>
                </a:lnTo>
                <a:cubicBezTo>
                  <a:pt x="26061" y="5653"/>
                  <a:pt x="26130" y="5367"/>
                  <a:pt x="26273" y="5155"/>
                </a:cubicBezTo>
                <a:close/>
                <a:moveTo>
                  <a:pt x="29143" y="6195"/>
                </a:moveTo>
                <a:lnTo>
                  <a:pt x="29143" y="6195"/>
                </a:lnTo>
                <a:cubicBezTo>
                  <a:pt x="29141" y="6205"/>
                  <a:pt x="29139" y="6216"/>
                  <a:pt x="29137" y="6226"/>
                </a:cubicBezTo>
                <a:cubicBezTo>
                  <a:pt x="29137" y="6214"/>
                  <a:pt x="29139" y="6204"/>
                  <a:pt x="29143" y="6195"/>
                </a:cubicBezTo>
                <a:close/>
                <a:moveTo>
                  <a:pt x="1576" y="5367"/>
                </a:moveTo>
                <a:cubicBezTo>
                  <a:pt x="1645" y="5585"/>
                  <a:pt x="1719" y="5796"/>
                  <a:pt x="1788" y="6083"/>
                </a:cubicBezTo>
                <a:cubicBezTo>
                  <a:pt x="1719" y="6157"/>
                  <a:pt x="1719" y="6226"/>
                  <a:pt x="1645" y="6300"/>
                </a:cubicBezTo>
                <a:cubicBezTo>
                  <a:pt x="1645" y="6157"/>
                  <a:pt x="1576" y="6083"/>
                  <a:pt x="1576" y="5940"/>
                </a:cubicBezTo>
                <a:lnTo>
                  <a:pt x="1576" y="5367"/>
                </a:lnTo>
                <a:close/>
                <a:moveTo>
                  <a:pt x="11026" y="6083"/>
                </a:moveTo>
                <a:cubicBezTo>
                  <a:pt x="11026" y="6226"/>
                  <a:pt x="11095" y="6369"/>
                  <a:pt x="11095" y="6444"/>
                </a:cubicBezTo>
                <a:lnTo>
                  <a:pt x="11095" y="6512"/>
                </a:lnTo>
                <a:cubicBezTo>
                  <a:pt x="11026" y="6369"/>
                  <a:pt x="11026" y="6300"/>
                  <a:pt x="11026" y="6157"/>
                </a:cubicBezTo>
                <a:lnTo>
                  <a:pt x="11026" y="6083"/>
                </a:lnTo>
                <a:close/>
                <a:moveTo>
                  <a:pt x="16611" y="5728"/>
                </a:moveTo>
                <a:lnTo>
                  <a:pt x="16611" y="5796"/>
                </a:lnTo>
                <a:lnTo>
                  <a:pt x="16611" y="6300"/>
                </a:lnTo>
                <a:lnTo>
                  <a:pt x="16393" y="6512"/>
                </a:lnTo>
                <a:lnTo>
                  <a:pt x="16393" y="6300"/>
                </a:lnTo>
                <a:cubicBezTo>
                  <a:pt x="16536" y="6014"/>
                  <a:pt x="16536" y="5871"/>
                  <a:pt x="16611" y="5728"/>
                </a:cubicBezTo>
                <a:close/>
                <a:moveTo>
                  <a:pt x="6799" y="6083"/>
                </a:moveTo>
                <a:cubicBezTo>
                  <a:pt x="6874" y="6157"/>
                  <a:pt x="6874" y="6300"/>
                  <a:pt x="6874" y="6444"/>
                </a:cubicBezTo>
                <a:cubicBezTo>
                  <a:pt x="6874" y="6300"/>
                  <a:pt x="6799" y="6226"/>
                  <a:pt x="6799" y="6157"/>
                </a:cubicBezTo>
                <a:lnTo>
                  <a:pt x="6799" y="6157"/>
                </a:lnTo>
                <a:cubicBezTo>
                  <a:pt x="6799" y="6300"/>
                  <a:pt x="6874" y="6444"/>
                  <a:pt x="6874" y="6587"/>
                </a:cubicBezTo>
                <a:cubicBezTo>
                  <a:pt x="6799" y="6444"/>
                  <a:pt x="6799" y="6369"/>
                  <a:pt x="6731" y="6226"/>
                </a:cubicBezTo>
                <a:cubicBezTo>
                  <a:pt x="6731" y="6226"/>
                  <a:pt x="6799" y="6226"/>
                  <a:pt x="6799" y="6157"/>
                </a:cubicBezTo>
                <a:lnTo>
                  <a:pt x="6799" y="6083"/>
                </a:lnTo>
                <a:close/>
                <a:moveTo>
                  <a:pt x="6731" y="6300"/>
                </a:moveTo>
                <a:cubicBezTo>
                  <a:pt x="6731" y="6444"/>
                  <a:pt x="6799" y="6512"/>
                  <a:pt x="6799" y="6656"/>
                </a:cubicBezTo>
                <a:lnTo>
                  <a:pt x="6731" y="6730"/>
                </a:lnTo>
                <a:cubicBezTo>
                  <a:pt x="6731" y="6587"/>
                  <a:pt x="6656" y="6512"/>
                  <a:pt x="6656" y="6444"/>
                </a:cubicBezTo>
                <a:cubicBezTo>
                  <a:pt x="6656" y="6369"/>
                  <a:pt x="6731" y="6369"/>
                  <a:pt x="6731" y="6300"/>
                </a:cubicBezTo>
                <a:close/>
                <a:moveTo>
                  <a:pt x="16324" y="6512"/>
                </a:moveTo>
                <a:lnTo>
                  <a:pt x="16324" y="6656"/>
                </a:lnTo>
                <a:lnTo>
                  <a:pt x="16181" y="6799"/>
                </a:lnTo>
                <a:cubicBezTo>
                  <a:pt x="16181" y="6656"/>
                  <a:pt x="16250" y="6587"/>
                  <a:pt x="16324" y="6512"/>
                </a:cubicBezTo>
                <a:close/>
                <a:moveTo>
                  <a:pt x="1788" y="6226"/>
                </a:moveTo>
                <a:cubicBezTo>
                  <a:pt x="1788" y="6444"/>
                  <a:pt x="1862" y="6656"/>
                  <a:pt x="1862" y="6873"/>
                </a:cubicBezTo>
                <a:lnTo>
                  <a:pt x="1788" y="6942"/>
                </a:lnTo>
                <a:lnTo>
                  <a:pt x="1788" y="6656"/>
                </a:lnTo>
                <a:lnTo>
                  <a:pt x="1788" y="6226"/>
                </a:lnTo>
                <a:close/>
                <a:moveTo>
                  <a:pt x="5368" y="4221"/>
                </a:moveTo>
                <a:cubicBezTo>
                  <a:pt x="5442" y="5012"/>
                  <a:pt x="5442" y="5871"/>
                  <a:pt x="5368" y="6730"/>
                </a:cubicBezTo>
                <a:lnTo>
                  <a:pt x="5368" y="6942"/>
                </a:lnTo>
                <a:cubicBezTo>
                  <a:pt x="5368" y="6873"/>
                  <a:pt x="5299" y="6799"/>
                  <a:pt x="5299" y="6656"/>
                </a:cubicBezTo>
                <a:cubicBezTo>
                  <a:pt x="5299" y="6369"/>
                  <a:pt x="5299" y="6014"/>
                  <a:pt x="5368" y="5653"/>
                </a:cubicBezTo>
                <a:lnTo>
                  <a:pt x="5368" y="5653"/>
                </a:lnTo>
                <a:cubicBezTo>
                  <a:pt x="5299" y="5796"/>
                  <a:pt x="5224" y="6014"/>
                  <a:pt x="5081" y="6300"/>
                </a:cubicBezTo>
                <a:lnTo>
                  <a:pt x="5081" y="6157"/>
                </a:lnTo>
                <a:cubicBezTo>
                  <a:pt x="5224" y="5796"/>
                  <a:pt x="5368" y="5510"/>
                  <a:pt x="5368" y="5510"/>
                </a:cubicBezTo>
                <a:lnTo>
                  <a:pt x="5368" y="5510"/>
                </a:lnTo>
                <a:cubicBezTo>
                  <a:pt x="5367" y="5510"/>
                  <a:pt x="5224" y="5653"/>
                  <a:pt x="5012" y="5940"/>
                </a:cubicBezTo>
                <a:cubicBezTo>
                  <a:pt x="4938" y="5796"/>
                  <a:pt x="4938" y="5728"/>
                  <a:pt x="4869" y="5585"/>
                </a:cubicBezTo>
                <a:cubicBezTo>
                  <a:pt x="5012" y="5080"/>
                  <a:pt x="5224" y="4651"/>
                  <a:pt x="5368" y="4221"/>
                </a:cubicBezTo>
                <a:close/>
                <a:moveTo>
                  <a:pt x="7733" y="6587"/>
                </a:moveTo>
                <a:lnTo>
                  <a:pt x="7733" y="7016"/>
                </a:lnTo>
                <a:cubicBezTo>
                  <a:pt x="7659" y="7016"/>
                  <a:pt x="7659" y="7016"/>
                  <a:pt x="7659" y="7085"/>
                </a:cubicBezTo>
                <a:lnTo>
                  <a:pt x="7659" y="7016"/>
                </a:lnTo>
                <a:cubicBezTo>
                  <a:pt x="7659" y="6873"/>
                  <a:pt x="7733" y="6730"/>
                  <a:pt x="7733" y="6587"/>
                </a:cubicBezTo>
                <a:close/>
                <a:moveTo>
                  <a:pt x="10809" y="6730"/>
                </a:moveTo>
                <a:lnTo>
                  <a:pt x="10809" y="7085"/>
                </a:lnTo>
                <a:cubicBezTo>
                  <a:pt x="10809" y="7016"/>
                  <a:pt x="10740" y="6942"/>
                  <a:pt x="10740" y="6873"/>
                </a:cubicBezTo>
                <a:cubicBezTo>
                  <a:pt x="10740" y="6799"/>
                  <a:pt x="10809" y="6730"/>
                  <a:pt x="10809" y="6730"/>
                </a:cubicBezTo>
                <a:close/>
                <a:moveTo>
                  <a:pt x="6513" y="6730"/>
                </a:moveTo>
                <a:cubicBezTo>
                  <a:pt x="6588" y="6799"/>
                  <a:pt x="6588" y="6873"/>
                  <a:pt x="6588" y="6942"/>
                </a:cubicBezTo>
                <a:cubicBezTo>
                  <a:pt x="6588" y="7016"/>
                  <a:pt x="6513" y="7085"/>
                  <a:pt x="6513" y="7160"/>
                </a:cubicBezTo>
                <a:cubicBezTo>
                  <a:pt x="6513" y="7085"/>
                  <a:pt x="6444" y="7016"/>
                  <a:pt x="6444" y="6942"/>
                </a:cubicBezTo>
                <a:cubicBezTo>
                  <a:pt x="6444" y="6873"/>
                  <a:pt x="6513" y="6799"/>
                  <a:pt x="6513" y="6730"/>
                </a:cubicBezTo>
                <a:close/>
                <a:moveTo>
                  <a:pt x="16611" y="6656"/>
                </a:moveTo>
                <a:lnTo>
                  <a:pt x="16611" y="7228"/>
                </a:lnTo>
                <a:cubicBezTo>
                  <a:pt x="16536" y="7160"/>
                  <a:pt x="16536" y="7016"/>
                  <a:pt x="16536" y="6873"/>
                </a:cubicBezTo>
                <a:cubicBezTo>
                  <a:pt x="16536" y="6799"/>
                  <a:pt x="16536" y="6799"/>
                  <a:pt x="16611" y="6656"/>
                </a:cubicBezTo>
                <a:close/>
                <a:moveTo>
                  <a:pt x="30643" y="7228"/>
                </a:moveTo>
                <a:cubicBezTo>
                  <a:pt x="30647" y="7236"/>
                  <a:pt x="30650" y="7243"/>
                  <a:pt x="30654" y="7250"/>
                </a:cubicBezTo>
                <a:lnTo>
                  <a:pt x="30654" y="7250"/>
                </a:lnTo>
                <a:lnTo>
                  <a:pt x="30643" y="7228"/>
                </a:lnTo>
                <a:close/>
                <a:moveTo>
                  <a:pt x="26560" y="6942"/>
                </a:moveTo>
                <a:cubicBezTo>
                  <a:pt x="26634" y="7085"/>
                  <a:pt x="26634" y="7160"/>
                  <a:pt x="26634" y="7303"/>
                </a:cubicBezTo>
                <a:cubicBezTo>
                  <a:pt x="26634" y="7228"/>
                  <a:pt x="26560" y="7228"/>
                  <a:pt x="26560" y="7160"/>
                </a:cubicBezTo>
                <a:lnTo>
                  <a:pt x="26560" y="6942"/>
                </a:lnTo>
                <a:close/>
                <a:moveTo>
                  <a:pt x="16393" y="7228"/>
                </a:moveTo>
                <a:lnTo>
                  <a:pt x="16393" y="7372"/>
                </a:lnTo>
                <a:cubicBezTo>
                  <a:pt x="16393" y="7303"/>
                  <a:pt x="16324" y="7303"/>
                  <a:pt x="16324" y="7303"/>
                </a:cubicBezTo>
                <a:cubicBezTo>
                  <a:pt x="16324" y="7303"/>
                  <a:pt x="16324" y="7228"/>
                  <a:pt x="16393" y="7228"/>
                </a:cubicBezTo>
                <a:close/>
                <a:moveTo>
                  <a:pt x="20477" y="6369"/>
                </a:moveTo>
                <a:cubicBezTo>
                  <a:pt x="20546" y="6587"/>
                  <a:pt x="20546" y="6799"/>
                  <a:pt x="20546" y="7016"/>
                </a:cubicBezTo>
                <a:lnTo>
                  <a:pt x="20334" y="7446"/>
                </a:lnTo>
                <a:cubicBezTo>
                  <a:pt x="20259" y="7372"/>
                  <a:pt x="20259" y="7303"/>
                  <a:pt x="20191" y="7228"/>
                </a:cubicBezTo>
                <a:cubicBezTo>
                  <a:pt x="20334" y="6942"/>
                  <a:pt x="20403" y="6656"/>
                  <a:pt x="20477" y="6369"/>
                </a:cubicBezTo>
                <a:close/>
                <a:moveTo>
                  <a:pt x="34292" y="6656"/>
                </a:moveTo>
                <a:cubicBezTo>
                  <a:pt x="34223" y="6873"/>
                  <a:pt x="34223" y="7160"/>
                  <a:pt x="34149" y="7446"/>
                </a:cubicBezTo>
                <a:cubicBezTo>
                  <a:pt x="34149" y="7372"/>
                  <a:pt x="34080" y="7228"/>
                  <a:pt x="34080" y="7160"/>
                </a:cubicBezTo>
                <a:cubicBezTo>
                  <a:pt x="34149" y="6942"/>
                  <a:pt x="34223" y="6799"/>
                  <a:pt x="34292" y="6656"/>
                </a:cubicBezTo>
                <a:close/>
                <a:moveTo>
                  <a:pt x="29567" y="7303"/>
                </a:moveTo>
                <a:cubicBezTo>
                  <a:pt x="29567" y="7370"/>
                  <a:pt x="29567" y="7443"/>
                  <a:pt x="29636" y="7510"/>
                </a:cubicBezTo>
                <a:lnTo>
                  <a:pt x="29636" y="7510"/>
                </a:lnTo>
                <a:cubicBezTo>
                  <a:pt x="29629" y="7446"/>
                  <a:pt x="29611" y="7388"/>
                  <a:pt x="29567" y="7303"/>
                </a:cubicBezTo>
                <a:close/>
                <a:moveTo>
                  <a:pt x="48611" y="6157"/>
                </a:moveTo>
                <a:cubicBezTo>
                  <a:pt x="48685" y="6587"/>
                  <a:pt x="48685" y="7016"/>
                  <a:pt x="48754" y="7515"/>
                </a:cubicBezTo>
                <a:cubicBezTo>
                  <a:pt x="48685" y="7160"/>
                  <a:pt x="48611" y="6873"/>
                  <a:pt x="48468" y="6512"/>
                </a:cubicBezTo>
                <a:cubicBezTo>
                  <a:pt x="48542" y="6300"/>
                  <a:pt x="48542" y="6300"/>
                  <a:pt x="48611" y="6157"/>
                </a:cubicBezTo>
                <a:close/>
                <a:moveTo>
                  <a:pt x="49756" y="7446"/>
                </a:moveTo>
                <a:cubicBezTo>
                  <a:pt x="49756" y="7515"/>
                  <a:pt x="49756" y="7515"/>
                  <a:pt x="49831" y="7515"/>
                </a:cubicBezTo>
                <a:cubicBezTo>
                  <a:pt x="49831" y="7515"/>
                  <a:pt x="49756" y="7515"/>
                  <a:pt x="49756" y="7446"/>
                </a:cubicBezTo>
                <a:close/>
                <a:moveTo>
                  <a:pt x="26416" y="5796"/>
                </a:moveTo>
                <a:cubicBezTo>
                  <a:pt x="26491" y="6083"/>
                  <a:pt x="26491" y="6444"/>
                  <a:pt x="26560" y="6730"/>
                </a:cubicBezTo>
                <a:cubicBezTo>
                  <a:pt x="26491" y="6799"/>
                  <a:pt x="26491" y="6873"/>
                  <a:pt x="26416" y="6942"/>
                </a:cubicBezTo>
                <a:cubicBezTo>
                  <a:pt x="26348" y="7160"/>
                  <a:pt x="26273" y="7372"/>
                  <a:pt x="26273" y="7589"/>
                </a:cubicBezTo>
                <a:cubicBezTo>
                  <a:pt x="26130" y="7372"/>
                  <a:pt x="26061" y="7160"/>
                  <a:pt x="25918" y="6942"/>
                </a:cubicBezTo>
                <a:cubicBezTo>
                  <a:pt x="26130" y="6512"/>
                  <a:pt x="26273" y="6083"/>
                  <a:pt x="26416" y="5796"/>
                </a:cubicBezTo>
                <a:close/>
                <a:moveTo>
                  <a:pt x="1931" y="7016"/>
                </a:moveTo>
                <a:cubicBezTo>
                  <a:pt x="1931" y="7215"/>
                  <a:pt x="1931" y="7418"/>
                  <a:pt x="1992" y="7617"/>
                </a:cubicBezTo>
                <a:lnTo>
                  <a:pt x="1992" y="7617"/>
                </a:lnTo>
                <a:cubicBezTo>
                  <a:pt x="1982" y="7602"/>
                  <a:pt x="1963" y="7589"/>
                  <a:pt x="1931" y="7589"/>
                </a:cubicBezTo>
                <a:cubicBezTo>
                  <a:pt x="1931" y="7446"/>
                  <a:pt x="1931" y="7303"/>
                  <a:pt x="1862" y="7160"/>
                </a:cubicBezTo>
                <a:cubicBezTo>
                  <a:pt x="1862" y="7085"/>
                  <a:pt x="1931" y="7085"/>
                  <a:pt x="1931" y="7016"/>
                </a:cubicBezTo>
                <a:close/>
                <a:moveTo>
                  <a:pt x="29567" y="7446"/>
                </a:moveTo>
                <a:cubicBezTo>
                  <a:pt x="29567" y="7515"/>
                  <a:pt x="29641" y="7589"/>
                  <a:pt x="29641" y="7658"/>
                </a:cubicBezTo>
                <a:cubicBezTo>
                  <a:pt x="29641" y="7602"/>
                  <a:pt x="29641" y="7557"/>
                  <a:pt x="29637" y="7515"/>
                </a:cubicBezTo>
                <a:lnTo>
                  <a:pt x="29637" y="7515"/>
                </a:lnTo>
                <a:cubicBezTo>
                  <a:pt x="29638" y="7515"/>
                  <a:pt x="29640" y="7515"/>
                  <a:pt x="29641" y="7515"/>
                </a:cubicBezTo>
                <a:cubicBezTo>
                  <a:pt x="29639" y="7513"/>
                  <a:pt x="29638" y="7512"/>
                  <a:pt x="29636" y="7510"/>
                </a:cubicBezTo>
                <a:lnTo>
                  <a:pt x="29636" y="7510"/>
                </a:lnTo>
                <a:cubicBezTo>
                  <a:pt x="29636" y="7511"/>
                  <a:pt x="29636" y="7513"/>
                  <a:pt x="29637" y="7515"/>
                </a:cubicBezTo>
                <a:lnTo>
                  <a:pt x="29637" y="7515"/>
                </a:lnTo>
                <a:cubicBezTo>
                  <a:pt x="29567" y="7512"/>
                  <a:pt x="29567" y="7447"/>
                  <a:pt x="29567" y="7446"/>
                </a:cubicBezTo>
                <a:close/>
                <a:moveTo>
                  <a:pt x="29641" y="5940"/>
                </a:moveTo>
                <a:cubicBezTo>
                  <a:pt x="29710" y="6512"/>
                  <a:pt x="29710" y="7085"/>
                  <a:pt x="29710" y="7658"/>
                </a:cubicBezTo>
                <a:lnTo>
                  <a:pt x="29641" y="7658"/>
                </a:lnTo>
                <a:lnTo>
                  <a:pt x="29641" y="7732"/>
                </a:lnTo>
                <a:cubicBezTo>
                  <a:pt x="29641" y="7658"/>
                  <a:pt x="29567" y="7589"/>
                  <a:pt x="29567" y="7515"/>
                </a:cubicBezTo>
                <a:lnTo>
                  <a:pt x="29567" y="7446"/>
                </a:lnTo>
                <a:lnTo>
                  <a:pt x="29567" y="7303"/>
                </a:lnTo>
                <a:cubicBezTo>
                  <a:pt x="29567" y="6873"/>
                  <a:pt x="29641" y="6369"/>
                  <a:pt x="29641" y="5940"/>
                </a:cubicBezTo>
                <a:close/>
                <a:moveTo>
                  <a:pt x="50759" y="7589"/>
                </a:moveTo>
                <a:cubicBezTo>
                  <a:pt x="50759" y="7658"/>
                  <a:pt x="50759" y="7732"/>
                  <a:pt x="50833" y="7801"/>
                </a:cubicBezTo>
                <a:cubicBezTo>
                  <a:pt x="50833" y="7732"/>
                  <a:pt x="50759" y="7658"/>
                  <a:pt x="50759" y="7589"/>
                </a:cubicBezTo>
                <a:close/>
                <a:moveTo>
                  <a:pt x="32860" y="5585"/>
                </a:moveTo>
                <a:cubicBezTo>
                  <a:pt x="32934" y="6083"/>
                  <a:pt x="32934" y="6587"/>
                  <a:pt x="32934" y="7085"/>
                </a:cubicBezTo>
                <a:cubicBezTo>
                  <a:pt x="32860" y="7303"/>
                  <a:pt x="32791" y="7515"/>
                  <a:pt x="32648" y="7801"/>
                </a:cubicBezTo>
                <a:cubicBezTo>
                  <a:pt x="32574" y="7515"/>
                  <a:pt x="32505" y="7228"/>
                  <a:pt x="32362" y="6873"/>
                </a:cubicBezTo>
                <a:lnTo>
                  <a:pt x="32362" y="6873"/>
                </a:lnTo>
                <a:cubicBezTo>
                  <a:pt x="32430" y="7160"/>
                  <a:pt x="32505" y="7515"/>
                  <a:pt x="32574" y="7876"/>
                </a:cubicBezTo>
                <a:lnTo>
                  <a:pt x="32362" y="7228"/>
                </a:lnTo>
                <a:lnTo>
                  <a:pt x="32362" y="7228"/>
                </a:lnTo>
                <a:cubicBezTo>
                  <a:pt x="32362" y="7372"/>
                  <a:pt x="32430" y="7515"/>
                  <a:pt x="32430" y="7732"/>
                </a:cubicBezTo>
                <a:cubicBezTo>
                  <a:pt x="32362" y="7515"/>
                  <a:pt x="32362" y="7372"/>
                  <a:pt x="32287" y="7228"/>
                </a:cubicBezTo>
                <a:cubicBezTo>
                  <a:pt x="32287" y="7085"/>
                  <a:pt x="32362" y="7016"/>
                  <a:pt x="32362" y="6873"/>
                </a:cubicBezTo>
                <a:cubicBezTo>
                  <a:pt x="32574" y="6369"/>
                  <a:pt x="32717" y="5940"/>
                  <a:pt x="32860" y="5585"/>
                </a:cubicBezTo>
                <a:close/>
                <a:moveTo>
                  <a:pt x="41669" y="5012"/>
                </a:moveTo>
                <a:cubicBezTo>
                  <a:pt x="41881" y="5728"/>
                  <a:pt x="42099" y="6656"/>
                  <a:pt x="42311" y="7515"/>
                </a:cubicBezTo>
                <a:lnTo>
                  <a:pt x="41955" y="7876"/>
                </a:lnTo>
                <a:cubicBezTo>
                  <a:pt x="41812" y="7446"/>
                  <a:pt x="41669" y="7016"/>
                  <a:pt x="41526" y="6512"/>
                </a:cubicBezTo>
                <a:cubicBezTo>
                  <a:pt x="41595" y="6014"/>
                  <a:pt x="41595" y="5585"/>
                  <a:pt x="41669" y="5012"/>
                </a:cubicBezTo>
                <a:close/>
                <a:moveTo>
                  <a:pt x="4726" y="7016"/>
                </a:moveTo>
                <a:lnTo>
                  <a:pt x="4726" y="7944"/>
                </a:lnTo>
                <a:cubicBezTo>
                  <a:pt x="4726" y="7801"/>
                  <a:pt x="4652" y="7658"/>
                  <a:pt x="4583" y="7446"/>
                </a:cubicBezTo>
                <a:lnTo>
                  <a:pt x="4583" y="7303"/>
                </a:lnTo>
                <a:cubicBezTo>
                  <a:pt x="4652" y="7228"/>
                  <a:pt x="4652" y="7085"/>
                  <a:pt x="4726" y="7016"/>
                </a:cubicBezTo>
                <a:close/>
                <a:moveTo>
                  <a:pt x="24486" y="7446"/>
                </a:moveTo>
                <a:cubicBezTo>
                  <a:pt x="24486" y="7515"/>
                  <a:pt x="24486" y="7589"/>
                  <a:pt x="24555" y="7658"/>
                </a:cubicBezTo>
                <a:cubicBezTo>
                  <a:pt x="24555" y="7658"/>
                  <a:pt x="24486" y="7658"/>
                  <a:pt x="24486" y="7732"/>
                </a:cubicBezTo>
                <a:cubicBezTo>
                  <a:pt x="24486" y="7801"/>
                  <a:pt x="24486" y="7944"/>
                  <a:pt x="24412" y="8019"/>
                </a:cubicBezTo>
                <a:cubicBezTo>
                  <a:pt x="24412" y="7876"/>
                  <a:pt x="24486" y="7658"/>
                  <a:pt x="24486" y="7446"/>
                </a:cubicBezTo>
                <a:close/>
                <a:moveTo>
                  <a:pt x="20191" y="7372"/>
                </a:moveTo>
                <a:lnTo>
                  <a:pt x="20191" y="7732"/>
                </a:lnTo>
                <a:cubicBezTo>
                  <a:pt x="20116" y="7801"/>
                  <a:pt x="20047" y="7944"/>
                  <a:pt x="19973" y="8087"/>
                </a:cubicBezTo>
                <a:cubicBezTo>
                  <a:pt x="20047" y="7876"/>
                  <a:pt x="20116" y="7589"/>
                  <a:pt x="20191" y="7372"/>
                </a:cubicBezTo>
                <a:close/>
                <a:moveTo>
                  <a:pt x="25918" y="7016"/>
                </a:moveTo>
                <a:cubicBezTo>
                  <a:pt x="25987" y="7303"/>
                  <a:pt x="26061" y="7589"/>
                  <a:pt x="26130" y="7944"/>
                </a:cubicBezTo>
                <a:lnTo>
                  <a:pt x="26130" y="8162"/>
                </a:lnTo>
                <a:cubicBezTo>
                  <a:pt x="26061" y="7801"/>
                  <a:pt x="25918" y="7515"/>
                  <a:pt x="25844" y="7160"/>
                </a:cubicBezTo>
                <a:cubicBezTo>
                  <a:pt x="25844" y="7085"/>
                  <a:pt x="25844" y="7085"/>
                  <a:pt x="25918" y="7016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21834" y="8231"/>
                </a:moveTo>
                <a:lnTo>
                  <a:pt x="21834" y="8231"/>
                </a:lnTo>
                <a:cubicBezTo>
                  <a:pt x="21834" y="8231"/>
                  <a:pt x="21834" y="8231"/>
                  <a:pt x="21834" y="8231"/>
                </a:cubicBezTo>
                <a:close/>
                <a:moveTo>
                  <a:pt x="3649" y="7085"/>
                </a:moveTo>
                <a:lnTo>
                  <a:pt x="3649" y="7303"/>
                </a:lnTo>
                <a:lnTo>
                  <a:pt x="3649" y="7732"/>
                </a:lnTo>
                <a:cubicBezTo>
                  <a:pt x="3581" y="7876"/>
                  <a:pt x="3581" y="8019"/>
                  <a:pt x="3581" y="8231"/>
                </a:cubicBezTo>
                <a:cubicBezTo>
                  <a:pt x="3534" y="8231"/>
                  <a:pt x="3517" y="8259"/>
                  <a:pt x="3510" y="8281"/>
                </a:cubicBezTo>
                <a:lnTo>
                  <a:pt x="3510" y="8281"/>
                </a:lnTo>
                <a:cubicBezTo>
                  <a:pt x="3581" y="7859"/>
                  <a:pt x="3582" y="7439"/>
                  <a:pt x="3649" y="7085"/>
                </a:cubicBezTo>
                <a:close/>
                <a:moveTo>
                  <a:pt x="1719" y="8019"/>
                </a:moveTo>
                <a:lnTo>
                  <a:pt x="1719" y="8305"/>
                </a:lnTo>
                <a:lnTo>
                  <a:pt x="1645" y="8231"/>
                </a:lnTo>
                <a:cubicBezTo>
                  <a:pt x="1645" y="8087"/>
                  <a:pt x="1645" y="8087"/>
                  <a:pt x="1719" y="8019"/>
                </a:cubicBezTo>
                <a:close/>
                <a:moveTo>
                  <a:pt x="45174" y="6300"/>
                </a:moveTo>
                <a:cubicBezTo>
                  <a:pt x="45249" y="7016"/>
                  <a:pt x="45249" y="7801"/>
                  <a:pt x="45249" y="8517"/>
                </a:cubicBezTo>
                <a:lnTo>
                  <a:pt x="45031" y="8087"/>
                </a:lnTo>
                <a:cubicBezTo>
                  <a:pt x="45106" y="7515"/>
                  <a:pt x="45106" y="6942"/>
                  <a:pt x="45174" y="6300"/>
                </a:cubicBezTo>
                <a:close/>
                <a:moveTo>
                  <a:pt x="16107" y="7944"/>
                </a:moveTo>
                <a:lnTo>
                  <a:pt x="16107" y="8591"/>
                </a:lnTo>
                <a:cubicBezTo>
                  <a:pt x="16038" y="8517"/>
                  <a:pt x="16038" y="8448"/>
                  <a:pt x="15964" y="8374"/>
                </a:cubicBezTo>
                <a:lnTo>
                  <a:pt x="15964" y="8305"/>
                </a:lnTo>
                <a:lnTo>
                  <a:pt x="15964" y="8231"/>
                </a:lnTo>
                <a:cubicBezTo>
                  <a:pt x="16038" y="8162"/>
                  <a:pt x="16038" y="8019"/>
                  <a:pt x="16107" y="7944"/>
                </a:cubicBezTo>
                <a:close/>
                <a:moveTo>
                  <a:pt x="41451" y="7446"/>
                </a:moveTo>
                <a:cubicBezTo>
                  <a:pt x="41526" y="7732"/>
                  <a:pt x="41595" y="8019"/>
                  <a:pt x="41595" y="8305"/>
                </a:cubicBezTo>
                <a:cubicBezTo>
                  <a:pt x="41526" y="8374"/>
                  <a:pt x="41451" y="8448"/>
                  <a:pt x="41383" y="8591"/>
                </a:cubicBezTo>
                <a:cubicBezTo>
                  <a:pt x="41383" y="8231"/>
                  <a:pt x="41451" y="7801"/>
                  <a:pt x="41451" y="7446"/>
                </a:cubicBezTo>
                <a:close/>
                <a:moveTo>
                  <a:pt x="1645" y="8374"/>
                </a:moveTo>
                <a:lnTo>
                  <a:pt x="1645" y="8591"/>
                </a:lnTo>
                <a:cubicBezTo>
                  <a:pt x="1645" y="8660"/>
                  <a:pt x="1645" y="8660"/>
                  <a:pt x="1576" y="8735"/>
                </a:cubicBezTo>
                <a:cubicBezTo>
                  <a:pt x="1576" y="8591"/>
                  <a:pt x="1576" y="8517"/>
                  <a:pt x="1645" y="8374"/>
                </a:cubicBezTo>
                <a:close/>
                <a:moveTo>
                  <a:pt x="17252" y="6157"/>
                </a:moveTo>
                <a:cubicBezTo>
                  <a:pt x="17396" y="6942"/>
                  <a:pt x="17539" y="7732"/>
                  <a:pt x="17682" y="8591"/>
                </a:cubicBezTo>
                <a:cubicBezTo>
                  <a:pt x="17613" y="8660"/>
                  <a:pt x="17613" y="8660"/>
                  <a:pt x="17613" y="8735"/>
                </a:cubicBezTo>
                <a:cubicBezTo>
                  <a:pt x="17613" y="8660"/>
                  <a:pt x="17539" y="8517"/>
                  <a:pt x="17539" y="8448"/>
                </a:cubicBezTo>
                <a:cubicBezTo>
                  <a:pt x="17470" y="7944"/>
                  <a:pt x="17327" y="7446"/>
                  <a:pt x="17184" y="6873"/>
                </a:cubicBezTo>
                <a:cubicBezTo>
                  <a:pt x="17184" y="6656"/>
                  <a:pt x="17252" y="6444"/>
                  <a:pt x="17252" y="6157"/>
                </a:cubicBezTo>
                <a:close/>
                <a:moveTo>
                  <a:pt x="40381" y="7892"/>
                </a:moveTo>
                <a:cubicBezTo>
                  <a:pt x="40384" y="8095"/>
                  <a:pt x="40449" y="8236"/>
                  <a:pt x="40449" y="8448"/>
                </a:cubicBezTo>
                <a:cubicBezTo>
                  <a:pt x="40449" y="8517"/>
                  <a:pt x="40380" y="8660"/>
                  <a:pt x="40380" y="8735"/>
                </a:cubicBezTo>
                <a:cubicBezTo>
                  <a:pt x="40306" y="8591"/>
                  <a:pt x="40237" y="8374"/>
                  <a:pt x="40237" y="8231"/>
                </a:cubicBezTo>
                <a:cubicBezTo>
                  <a:pt x="40285" y="8115"/>
                  <a:pt x="40333" y="8001"/>
                  <a:pt x="40381" y="7892"/>
                </a:cubicBezTo>
                <a:close/>
                <a:moveTo>
                  <a:pt x="40020" y="8735"/>
                </a:moveTo>
                <a:cubicBezTo>
                  <a:pt x="40019" y="8742"/>
                  <a:pt x="40018" y="8749"/>
                  <a:pt x="40017" y="8756"/>
                </a:cubicBezTo>
                <a:lnTo>
                  <a:pt x="40017" y="8756"/>
                </a:lnTo>
                <a:cubicBezTo>
                  <a:pt x="40019" y="8750"/>
                  <a:pt x="40020" y="8743"/>
                  <a:pt x="40020" y="8735"/>
                </a:cubicBezTo>
                <a:close/>
                <a:moveTo>
                  <a:pt x="32144" y="7589"/>
                </a:moveTo>
                <a:cubicBezTo>
                  <a:pt x="32219" y="7801"/>
                  <a:pt x="32287" y="8087"/>
                  <a:pt x="32287" y="8374"/>
                </a:cubicBezTo>
                <a:cubicBezTo>
                  <a:pt x="32219" y="8231"/>
                  <a:pt x="32144" y="8087"/>
                  <a:pt x="32075" y="8019"/>
                </a:cubicBezTo>
                <a:lnTo>
                  <a:pt x="32075" y="8019"/>
                </a:lnTo>
                <a:lnTo>
                  <a:pt x="32287" y="8448"/>
                </a:lnTo>
                <a:cubicBezTo>
                  <a:pt x="32144" y="8517"/>
                  <a:pt x="32075" y="8660"/>
                  <a:pt x="31932" y="8803"/>
                </a:cubicBezTo>
                <a:cubicBezTo>
                  <a:pt x="32001" y="8591"/>
                  <a:pt x="32075" y="8374"/>
                  <a:pt x="32075" y="8231"/>
                </a:cubicBezTo>
                <a:lnTo>
                  <a:pt x="32075" y="8231"/>
                </a:lnTo>
                <a:cubicBezTo>
                  <a:pt x="32075" y="8231"/>
                  <a:pt x="32001" y="8305"/>
                  <a:pt x="31932" y="8305"/>
                </a:cubicBezTo>
                <a:cubicBezTo>
                  <a:pt x="32001" y="8087"/>
                  <a:pt x="32075" y="7801"/>
                  <a:pt x="32144" y="7589"/>
                </a:cubicBezTo>
                <a:close/>
                <a:moveTo>
                  <a:pt x="42311" y="7658"/>
                </a:moveTo>
                <a:lnTo>
                  <a:pt x="42311" y="7732"/>
                </a:lnTo>
                <a:cubicBezTo>
                  <a:pt x="42242" y="8087"/>
                  <a:pt x="42167" y="8448"/>
                  <a:pt x="42167" y="8803"/>
                </a:cubicBezTo>
                <a:cubicBezTo>
                  <a:pt x="42099" y="8591"/>
                  <a:pt x="42099" y="8448"/>
                  <a:pt x="42024" y="8231"/>
                </a:cubicBezTo>
                <a:cubicBezTo>
                  <a:pt x="42167" y="8019"/>
                  <a:pt x="42242" y="7801"/>
                  <a:pt x="42311" y="7658"/>
                </a:cubicBezTo>
                <a:close/>
                <a:moveTo>
                  <a:pt x="49688" y="8231"/>
                </a:moveTo>
                <a:lnTo>
                  <a:pt x="49688" y="8231"/>
                </a:lnTo>
                <a:cubicBezTo>
                  <a:pt x="49613" y="8374"/>
                  <a:pt x="49613" y="8517"/>
                  <a:pt x="49545" y="8660"/>
                </a:cubicBezTo>
                <a:cubicBezTo>
                  <a:pt x="49545" y="8735"/>
                  <a:pt x="49545" y="8803"/>
                  <a:pt x="49470" y="8803"/>
                </a:cubicBezTo>
                <a:cubicBezTo>
                  <a:pt x="49545" y="8592"/>
                  <a:pt x="49613" y="8374"/>
                  <a:pt x="49688" y="8231"/>
                </a:cubicBezTo>
                <a:close/>
                <a:moveTo>
                  <a:pt x="16038" y="8591"/>
                </a:moveTo>
                <a:cubicBezTo>
                  <a:pt x="16038" y="8660"/>
                  <a:pt x="16107" y="8735"/>
                  <a:pt x="16107" y="8803"/>
                </a:cubicBezTo>
                <a:cubicBezTo>
                  <a:pt x="16107" y="8803"/>
                  <a:pt x="16107" y="8878"/>
                  <a:pt x="16038" y="8878"/>
                </a:cubicBezTo>
                <a:lnTo>
                  <a:pt x="16038" y="8591"/>
                </a:lnTo>
                <a:close/>
                <a:moveTo>
                  <a:pt x="26560" y="7228"/>
                </a:moveTo>
                <a:cubicBezTo>
                  <a:pt x="26560" y="7303"/>
                  <a:pt x="26634" y="7446"/>
                  <a:pt x="26634" y="7515"/>
                </a:cubicBezTo>
                <a:cubicBezTo>
                  <a:pt x="26703" y="7944"/>
                  <a:pt x="26777" y="8374"/>
                  <a:pt x="26777" y="8803"/>
                </a:cubicBezTo>
                <a:lnTo>
                  <a:pt x="26777" y="8878"/>
                </a:lnTo>
                <a:cubicBezTo>
                  <a:pt x="26703" y="8593"/>
                  <a:pt x="26635" y="8376"/>
                  <a:pt x="26561" y="8092"/>
                </a:cubicBezTo>
                <a:lnTo>
                  <a:pt x="26561" y="8092"/>
                </a:lnTo>
                <a:cubicBezTo>
                  <a:pt x="26635" y="8376"/>
                  <a:pt x="26703" y="8593"/>
                  <a:pt x="26703" y="8878"/>
                </a:cubicBezTo>
                <a:lnTo>
                  <a:pt x="26491" y="8231"/>
                </a:lnTo>
                <a:cubicBezTo>
                  <a:pt x="26491" y="7876"/>
                  <a:pt x="26560" y="7589"/>
                  <a:pt x="26560" y="7228"/>
                </a:cubicBezTo>
                <a:close/>
                <a:moveTo>
                  <a:pt x="111328" y="8735"/>
                </a:moveTo>
                <a:cubicBezTo>
                  <a:pt x="111328" y="8803"/>
                  <a:pt x="111259" y="8947"/>
                  <a:pt x="111259" y="9021"/>
                </a:cubicBezTo>
                <a:lnTo>
                  <a:pt x="111259" y="8947"/>
                </a:lnTo>
                <a:lnTo>
                  <a:pt x="111259" y="8803"/>
                </a:lnTo>
                <a:lnTo>
                  <a:pt x="111328" y="8735"/>
                </a:lnTo>
                <a:close/>
                <a:moveTo>
                  <a:pt x="27992" y="6226"/>
                </a:moveTo>
                <a:cubicBezTo>
                  <a:pt x="28135" y="7016"/>
                  <a:pt x="28209" y="7801"/>
                  <a:pt x="28278" y="8591"/>
                </a:cubicBezTo>
                <a:cubicBezTo>
                  <a:pt x="28209" y="8735"/>
                  <a:pt x="28066" y="8878"/>
                  <a:pt x="27992" y="9090"/>
                </a:cubicBezTo>
                <a:cubicBezTo>
                  <a:pt x="27992" y="8803"/>
                  <a:pt x="27923" y="8517"/>
                  <a:pt x="27848" y="8231"/>
                </a:cubicBezTo>
                <a:cubicBezTo>
                  <a:pt x="27923" y="7589"/>
                  <a:pt x="27923" y="6942"/>
                  <a:pt x="27992" y="6226"/>
                </a:cubicBezTo>
                <a:close/>
                <a:moveTo>
                  <a:pt x="57775" y="8878"/>
                </a:moveTo>
                <a:lnTo>
                  <a:pt x="57775" y="8878"/>
                </a:lnTo>
                <a:cubicBezTo>
                  <a:pt x="57796" y="8951"/>
                  <a:pt x="57817" y="9023"/>
                  <a:pt x="57838" y="9094"/>
                </a:cubicBezTo>
                <a:lnTo>
                  <a:pt x="57838" y="9094"/>
                </a:lnTo>
                <a:cubicBezTo>
                  <a:pt x="57819" y="9019"/>
                  <a:pt x="57798" y="8946"/>
                  <a:pt x="57775" y="8878"/>
                </a:cubicBezTo>
                <a:close/>
                <a:moveTo>
                  <a:pt x="44172" y="9090"/>
                </a:moveTo>
                <a:cubicBezTo>
                  <a:pt x="44172" y="9090"/>
                  <a:pt x="44172" y="9164"/>
                  <a:pt x="44247" y="9164"/>
                </a:cubicBezTo>
                <a:cubicBezTo>
                  <a:pt x="44247" y="9090"/>
                  <a:pt x="44172" y="9090"/>
                  <a:pt x="44172" y="9090"/>
                </a:cubicBezTo>
                <a:close/>
                <a:moveTo>
                  <a:pt x="115194" y="8517"/>
                </a:moveTo>
                <a:lnTo>
                  <a:pt x="115194" y="8517"/>
                </a:lnTo>
                <a:cubicBezTo>
                  <a:pt x="115126" y="8660"/>
                  <a:pt x="115051" y="8947"/>
                  <a:pt x="114982" y="9164"/>
                </a:cubicBezTo>
                <a:cubicBezTo>
                  <a:pt x="114982" y="9090"/>
                  <a:pt x="114982" y="9021"/>
                  <a:pt x="114908" y="8947"/>
                </a:cubicBezTo>
                <a:cubicBezTo>
                  <a:pt x="115126" y="8660"/>
                  <a:pt x="115126" y="8591"/>
                  <a:pt x="115194" y="8517"/>
                </a:cubicBezTo>
                <a:close/>
                <a:moveTo>
                  <a:pt x="21909" y="8947"/>
                </a:moveTo>
                <a:cubicBezTo>
                  <a:pt x="21909" y="9021"/>
                  <a:pt x="21909" y="9021"/>
                  <a:pt x="21978" y="9090"/>
                </a:cubicBezTo>
                <a:cubicBezTo>
                  <a:pt x="21909" y="9164"/>
                  <a:pt x="21909" y="9164"/>
                  <a:pt x="21909" y="9233"/>
                </a:cubicBezTo>
                <a:lnTo>
                  <a:pt x="21909" y="9090"/>
                </a:lnTo>
                <a:lnTo>
                  <a:pt x="21909" y="8947"/>
                </a:lnTo>
                <a:close/>
                <a:moveTo>
                  <a:pt x="29498" y="8448"/>
                </a:moveTo>
                <a:cubicBezTo>
                  <a:pt x="29498" y="8591"/>
                  <a:pt x="29567" y="8735"/>
                  <a:pt x="29567" y="8878"/>
                </a:cubicBezTo>
                <a:lnTo>
                  <a:pt x="29567" y="9307"/>
                </a:lnTo>
                <a:cubicBezTo>
                  <a:pt x="29498" y="9307"/>
                  <a:pt x="29498" y="9376"/>
                  <a:pt x="29498" y="9376"/>
                </a:cubicBezTo>
                <a:lnTo>
                  <a:pt x="29498" y="8448"/>
                </a:lnTo>
                <a:close/>
                <a:moveTo>
                  <a:pt x="43170" y="8878"/>
                </a:moveTo>
                <a:cubicBezTo>
                  <a:pt x="43244" y="9021"/>
                  <a:pt x="43244" y="9090"/>
                  <a:pt x="43313" y="9233"/>
                </a:cubicBezTo>
                <a:lnTo>
                  <a:pt x="43313" y="9376"/>
                </a:lnTo>
                <a:cubicBezTo>
                  <a:pt x="43244" y="9233"/>
                  <a:pt x="43244" y="9021"/>
                  <a:pt x="43170" y="8878"/>
                </a:cubicBezTo>
                <a:close/>
                <a:moveTo>
                  <a:pt x="49401" y="8947"/>
                </a:moveTo>
                <a:lnTo>
                  <a:pt x="49401" y="9021"/>
                </a:lnTo>
                <a:lnTo>
                  <a:pt x="49401" y="9233"/>
                </a:lnTo>
                <a:cubicBezTo>
                  <a:pt x="49401" y="9164"/>
                  <a:pt x="49327" y="9090"/>
                  <a:pt x="49327" y="9090"/>
                </a:cubicBezTo>
                <a:lnTo>
                  <a:pt x="49327" y="9090"/>
                </a:lnTo>
                <a:cubicBezTo>
                  <a:pt x="49327" y="9164"/>
                  <a:pt x="49327" y="9233"/>
                  <a:pt x="49401" y="9307"/>
                </a:cubicBezTo>
                <a:cubicBezTo>
                  <a:pt x="49327" y="9307"/>
                  <a:pt x="49327" y="9376"/>
                  <a:pt x="49327" y="9376"/>
                </a:cubicBezTo>
                <a:lnTo>
                  <a:pt x="49327" y="9164"/>
                </a:lnTo>
                <a:lnTo>
                  <a:pt x="49327" y="9090"/>
                </a:lnTo>
                <a:cubicBezTo>
                  <a:pt x="49327" y="9021"/>
                  <a:pt x="49401" y="9021"/>
                  <a:pt x="49401" y="8947"/>
                </a:cubicBezTo>
                <a:close/>
                <a:moveTo>
                  <a:pt x="51263" y="9164"/>
                </a:moveTo>
                <a:cubicBezTo>
                  <a:pt x="51263" y="9233"/>
                  <a:pt x="51263" y="9307"/>
                  <a:pt x="51332" y="9376"/>
                </a:cubicBezTo>
                <a:cubicBezTo>
                  <a:pt x="51263" y="9376"/>
                  <a:pt x="51263" y="9307"/>
                  <a:pt x="51188" y="9233"/>
                </a:cubicBezTo>
                <a:cubicBezTo>
                  <a:pt x="51263" y="9233"/>
                  <a:pt x="51263" y="9164"/>
                  <a:pt x="51263" y="9164"/>
                </a:cubicBezTo>
                <a:close/>
                <a:moveTo>
                  <a:pt x="44315" y="8660"/>
                </a:moveTo>
                <a:lnTo>
                  <a:pt x="44315" y="8660"/>
                </a:lnTo>
                <a:cubicBezTo>
                  <a:pt x="44247" y="8803"/>
                  <a:pt x="44247" y="8947"/>
                  <a:pt x="44247" y="9164"/>
                </a:cubicBezTo>
                <a:cubicBezTo>
                  <a:pt x="44103" y="9233"/>
                  <a:pt x="44029" y="9376"/>
                  <a:pt x="43960" y="9451"/>
                </a:cubicBezTo>
                <a:lnTo>
                  <a:pt x="43960" y="9376"/>
                </a:lnTo>
                <a:lnTo>
                  <a:pt x="43960" y="9307"/>
                </a:lnTo>
                <a:cubicBezTo>
                  <a:pt x="44103" y="9021"/>
                  <a:pt x="44247" y="8735"/>
                  <a:pt x="44315" y="8660"/>
                </a:cubicBezTo>
                <a:close/>
                <a:moveTo>
                  <a:pt x="48468" y="6656"/>
                </a:moveTo>
                <a:cubicBezTo>
                  <a:pt x="48542" y="7446"/>
                  <a:pt x="48542" y="8374"/>
                  <a:pt x="48542" y="9164"/>
                </a:cubicBezTo>
                <a:cubicBezTo>
                  <a:pt x="48468" y="9307"/>
                  <a:pt x="48468" y="9376"/>
                  <a:pt x="48399" y="9451"/>
                </a:cubicBezTo>
                <a:cubicBezTo>
                  <a:pt x="48325" y="8878"/>
                  <a:pt x="48256" y="8305"/>
                  <a:pt x="48113" y="7446"/>
                </a:cubicBezTo>
                <a:cubicBezTo>
                  <a:pt x="48181" y="7160"/>
                  <a:pt x="48325" y="6873"/>
                  <a:pt x="48468" y="6656"/>
                </a:cubicBezTo>
                <a:close/>
                <a:moveTo>
                  <a:pt x="38805" y="6730"/>
                </a:moveTo>
                <a:cubicBezTo>
                  <a:pt x="38948" y="7372"/>
                  <a:pt x="39017" y="8087"/>
                  <a:pt x="39092" y="8803"/>
                </a:cubicBezTo>
                <a:lnTo>
                  <a:pt x="38874" y="9021"/>
                </a:lnTo>
                <a:cubicBezTo>
                  <a:pt x="38805" y="8878"/>
                  <a:pt x="38805" y="8660"/>
                  <a:pt x="38731" y="8448"/>
                </a:cubicBezTo>
                <a:lnTo>
                  <a:pt x="38731" y="8448"/>
                </a:lnTo>
                <a:cubicBezTo>
                  <a:pt x="38731" y="8660"/>
                  <a:pt x="38805" y="8878"/>
                  <a:pt x="38805" y="9090"/>
                </a:cubicBezTo>
                <a:cubicBezTo>
                  <a:pt x="38731" y="9307"/>
                  <a:pt x="38588" y="9451"/>
                  <a:pt x="38519" y="9594"/>
                </a:cubicBezTo>
                <a:cubicBezTo>
                  <a:pt x="38444" y="9594"/>
                  <a:pt x="38444" y="9519"/>
                  <a:pt x="38444" y="9451"/>
                </a:cubicBezTo>
                <a:cubicBezTo>
                  <a:pt x="38444" y="9090"/>
                  <a:pt x="38519" y="8660"/>
                  <a:pt x="38519" y="8231"/>
                </a:cubicBezTo>
                <a:lnTo>
                  <a:pt x="38519" y="8231"/>
                </a:lnTo>
                <a:cubicBezTo>
                  <a:pt x="38444" y="8374"/>
                  <a:pt x="38301" y="8660"/>
                  <a:pt x="38233" y="9021"/>
                </a:cubicBezTo>
                <a:cubicBezTo>
                  <a:pt x="38158" y="8878"/>
                  <a:pt x="38089" y="8735"/>
                  <a:pt x="38089" y="8660"/>
                </a:cubicBezTo>
                <a:cubicBezTo>
                  <a:pt x="38015" y="8591"/>
                  <a:pt x="38015" y="8517"/>
                  <a:pt x="38015" y="8448"/>
                </a:cubicBezTo>
                <a:cubicBezTo>
                  <a:pt x="38376" y="7589"/>
                  <a:pt x="38731" y="6873"/>
                  <a:pt x="38805" y="6730"/>
                </a:cubicBezTo>
                <a:close/>
                <a:moveTo>
                  <a:pt x="25701" y="9376"/>
                </a:moveTo>
                <a:cubicBezTo>
                  <a:pt x="25701" y="9519"/>
                  <a:pt x="25701" y="9594"/>
                  <a:pt x="25775" y="9663"/>
                </a:cubicBezTo>
                <a:cubicBezTo>
                  <a:pt x="25701" y="9594"/>
                  <a:pt x="25701" y="9519"/>
                  <a:pt x="25701" y="9451"/>
                </a:cubicBezTo>
                <a:lnTo>
                  <a:pt x="25701" y="9376"/>
                </a:lnTo>
                <a:close/>
                <a:moveTo>
                  <a:pt x="35941" y="8591"/>
                </a:moveTo>
                <a:cubicBezTo>
                  <a:pt x="36010" y="8947"/>
                  <a:pt x="36085" y="9307"/>
                  <a:pt x="36085" y="9663"/>
                </a:cubicBezTo>
                <a:lnTo>
                  <a:pt x="36085" y="9663"/>
                </a:lnTo>
                <a:cubicBezTo>
                  <a:pt x="36010" y="9663"/>
                  <a:pt x="36010" y="9663"/>
                  <a:pt x="36010" y="9594"/>
                </a:cubicBezTo>
                <a:cubicBezTo>
                  <a:pt x="36010" y="9519"/>
                  <a:pt x="36010" y="9451"/>
                  <a:pt x="35941" y="9451"/>
                </a:cubicBezTo>
                <a:lnTo>
                  <a:pt x="35941" y="9519"/>
                </a:lnTo>
                <a:cubicBezTo>
                  <a:pt x="35941" y="9451"/>
                  <a:pt x="35941" y="9376"/>
                  <a:pt x="35867" y="9307"/>
                </a:cubicBezTo>
                <a:cubicBezTo>
                  <a:pt x="35941" y="9090"/>
                  <a:pt x="35941" y="8878"/>
                  <a:pt x="35941" y="8591"/>
                </a:cubicBezTo>
                <a:close/>
                <a:moveTo>
                  <a:pt x="1645" y="8660"/>
                </a:moveTo>
                <a:cubicBezTo>
                  <a:pt x="1719" y="8735"/>
                  <a:pt x="1719" y="8878"/>
                  <a:pt x="1719" y="9021"/>
                </a:cubicBezTo>
                <a:cubicBezTo>
                  <a:pt x="1719" y="9164"/>
                  <a:pt x="1645" y="9307"/>
                  <a:pt x="1645" y="9451"/>
                </a:cubicBezTo>
                <a:lnTo>
                  <a:pt x="1645" y="9663"/>
                </a:lnTo>
                <a:cubicBezTo>
                  <a:pt x="1645" y="9594"/>
                  <a:pt x="1645" y="9519"/>
                  <a:pt x="1576" y="9451"/>
                </a:cubicBezTo>
                <a:lnTo>
                  <a:pt x="1645" y="9376"/>
                </a:lnTo>
                <a:lnTo>
                  <a:pt x="1645" y="8660"/>
                </a:lnTo>
                <a:close/>
                <a:moveTo>
                  <a:pt x="47826" y="8305"/>
                </a:moveTo>
                <a:cubicBezTo>
                  <a:pt x="47826" y="8735"/>
                  <a:pt x="47826" y="9233"/>
                  <a:pt x="47752" y="9594"/>
                </a:cubicBezTo>
                <a:lnTo>
                  <a:pt x="47752" y="9663"/>
                </a:lnTo>
                <a:lnTo>
                  <a:pt x="47683" y="9737"/>
                </a:lnTo>
                <a:cubicBezTo>
                  <a:pt x="47752" y="9451"/>
                  <a:pt x="47752" y="9164"/>
                  <a:pt x="47752" y="8878"/>
                </a:cubicBezTo>
                <a:lnTo>
                  <a:pt x="47752" y="8878"/>
                </a:lnTo>
                <a:cubicBezTo>
                  <a:pt x="47609" y="9021"/>
                  <a:pt x="47540" y="9307"/>
                  <a:pt x="47465" y="9663"/>
                </a:cubicBezTo>
                <a:cubicBezTo>
                  <a:pt x="47540" y="9233"/>
                  <a:pt x="47609" y="8735"/>
                  <a:pt x="47826" y="8305"/>
                </a:cubicBezTo>
                <a:close/>
                <a:moveTo>
                  <a:pt x="51045" y="9737"/>
                </a:moveTo>
                <a:lnTo>
                  <a:pt x="51051" y="9748"/>
                </a:lnTo>
                <a:lnTo>
                  <a:pt x="51051" y="9748"/>
                </a:lnTo>
                <a:cubicBezTo>
                  <a:pt x="51049" y="9744"/>
                  <a:pt x="51047" y="9741"/>
                  <a:pt x="51045" y="9737"/>
                </a:cubicBezTo>
                <a:close/>
                <a:moveTo>
                  <a:pt x="41669" y="9021"/>
                </a:moveTo>
                <a:cubicBezTo>
                  <a:pt x="41738" y="9307"/>
                  <a:pt x="41738" y="9519"/>
                  <a:pt x="41738" y="9737"/>
                </a:cubicBezTo>
                <a:lnTo>
                  <a:pt x="41738" y="9806"/>
                </a:lnTo>
                <a:cubicBezTo>
                  <a:pt x="41669" y="9806"/>
                  <a:pt x="41669" y="9737"/>
                  <a:pt x="41669" y="9737"/>
                </a:cubicBezTo>
                <a:cubicBezTo>
                  <a:pt x="41669" y="9594"/>
                  <a:pt x="41595" y="9519"/>
                  <a:pt x="41526" y="9376"/>
                </a:cubicBezTo>
                <a:cubicBezTo>
                  <a:pt x="41595" y="9233"/>
                  <a:pt x="41669" y="9164"/>
                  <a:pt x="41669" y="9021"/>
                </a:cubicBezTo>
                <a:close/>
                <a:moveTo>
                  <a:pt x="37661" y="9531"/>
                </a:moveTo>
                <a:cubicBezTo>
                  <a:pt x="37660" y="9552"/>
                  <a:pt x="37660" y="9573"/>
                  <a:pt x="37660" y="9594"/>
                </a:cubicBezTo>
                <a:lnTo>
                  <a:pt x="37660" y="9737"/>
                </a:lnTo>
                <a:cubicBezTo>
                  <a:pt x="37660" y="9806"/>
                  <a:pt x="37585" y="9806"/>
                  <a:pt x="37517" y="9880"/>
                </a:cubicBezTo>
                <a:cubicBezTo>
                  <a:pt x="37563" y="9783"/>
                  <a:pt x="37613" y="9651"/>
                  <a:pt x="37661" y="9531"/>
                </a:cubicBezTo>
                <a:close/>
                <a:moveTo>
                  <a:pt x="52408" y="9594"/>
                </a:moveTo>
                <a:cubicBezTo>
                  <a:pt x="52408" y="9663"/>
                  <a:pt x="52408" y="9806"/>
                  <a:pt x="52477" y="9880"/>
                </a:cubicBezTo>
                <a:cubicBezTo>
                  <a:pt x="52477" y="9806"/>
                  <a:pt x="52408" y="9663"/>
                  <a:pt x="52408" y="9594"/>
                </a:cubicBezTo>
                <a:close/>
                <a:moveTo>
                  <a:pt x="108321" y="9451"/>
                </a:moveTo>
                <a:cubicBezTo>
                  <a:pt x="108396" y="9519"/>
                  <a:pt x="108396" y="9594"/>
                  <a:pt x="108464" y="9663"/>
                </a:cubicBezTo>
                <a:cubicBezTo>
                  <a:pt x="108396" y="9737"/>
                  <a:pt x="108321" y="9806"/>
                  <a:pt x="108321" y="9880"/>
                </a:cubicBezTo>
                <a:lnTo>
                  <a:pt x="108321" y="9451"/>
                </a:lnTo>
                <a:close/>
                <a:moveTo>
                  <a:pt x="53124" y="9949"/>
                </a:moveTo>
                <a:lnTo>
                  <a:pt x="53193" y="10023"/>
                </a:lnTo>
                <a:lnTo>
                  <a:pt x="53124" y="10023"/>
                </a:lnTo>
                <a:lnTo>
                  <a:pt x="53124" y="9949"/>
                </a:lnTo>
                <a:close/>
                <a:moveTo>
                  <a:pt x="102525" y="9747"/>
                </a:moveTo>
                <a:cubicBezTo>
                  <a:pt x="102525" y="9813"/>
                  <a:pt x="102521" y="9887"/>
                  <a:pt x="102450" y="10023"/>
                </a:cubicBezTo>
                <a:lnTo>
                  <a:pt x="102450" y="9949"/>
                </a:lnTo>
                <a:cubicBezTo>
                  <a:pt x="102521" y="9883"/>
                  <a:pt x="102525" y="9813"/>
                  <a:pt x="102525" y="9747"/>
                </a:cubicBezTo>
                <a:close/>
                <a:moveTo>
                  <a:pt x="90354" y="10023"/>
                </a:moveTo>
                <a:cubicBezTo>
                  <a:pt x="90353" y="10029"/>
                  <a:pt x="90352" y="10034"/>
                  <a:pt x="90352" y="10039"/>
                </a:cubicBezTo>
                <a:lnTo>
                  <a:pt x="90352" y="10039"/>
                </a:lnTo>
                <a:cubicBezTo>
                  <a:pt x="90354" y="10029"/>
                  <a:pt x="90354" y="10023"/>
                  <a:pt x="90354" y="10023"/>
                </a:cubicBezTo>
                <a:close/>
                <a:moveTo>
                  <a:pt x="41526" y="9519"/>
                </a:moveTo>
                <a:lnTo>
                  <a:pt x="41526" y="9663"/>
                </a:lnTo>
                <a:cubicBezTo>
                  <a:pt x="41526" y="9737"/>
                  <a:pt x="41595" y="9880"/>
                  <a:pt x="41595" y="9949"/>
                </a:cubicBezTo>
                <a:lnTo>
                  <a:pt x="41451" y="10092"/>
                </a:lnTo>
                <a:cubicBezTo>
                  <a:pt x="41451" y="9949"/>
                  <a:pt x="41451" y="9737"/>
                  <a:pt x="41526" y="9519"/>
                </a:cubicBezTo>
                <a:lnTo>
                  <a:pt x="41526" y="9519"/>
                </a:lnTo>
                <a:lnTo>
                  <a:pt x="41451" y="9594"/>
                </a:lnTo>
                <a:lnTo>
                  <a:pt x="41451" y="9519"/>
                </a:lnTo>
                <a:close/>
                <a:moveTo>
                  <a:pt x="51692" y="9880"/>
                </a:moveTo>
                <a:cubicBezTo>
                  <a:pt x="51761" y="9880"/>
                  <a:pt x="51761" y="9949"/>
                  <a:pt x="51761" y="10023"/>
                </a:cubicBezTo>
                <a:lnTo>
                  <a:pt x="51761" y="10092"/>
                </a:lnTo>
                <a:cubicBezTo>
                  <a:pt x="51761" y="10023"/>
                  <a:pt x="51761" y="9949"/>
                  <a:pt x="51692" y="9880"/>
                </a:cubicBezTo>
                <a:close/>
                <a:moveTo>
                  <a:pt x="60141" y="10023"/>
                </a:moveTo>
                <a:cubicBezTo>
                  <a:pt x="60175" y="10057"/>
                  <a:pt x="60192" y="10109"/>
                  <a:pt x="60209" y="10162"/>
                </a:cubicBezTo>
                <a:lnTo>
                  <a:pt x="60209" y="10162"/>
                </a:lnTo>
                <a:cubicBezTo>
                  <a:pt x="60209" y="10089"/>
                  <a:pt x="60208" y="10023"/>
                  <a:pt x="60141" y="10023"/>
                </a:cubicBezTo>
                <a:close/>
                <a:moveTo>
                  <a:pt x="26416" y="9090"/>
                </a:moveTo>
                <a:cubicBezTo>
                  <a:pt x="26491" y="9451"/>
                  <a:pt x="26560" y="9806"/>
                  <a:pt x="26560" y="10167"/>
                </a:cubicBezTo>
                <a:cubicBezTo>
                  <a:pt x="26560" y="10092"/>
                  <a:pt x="26491" y="9949"/>
                  <a:pt x="26416" y="9880"/>
                </a:cubicBezTo>
                <a:cubicBezTo>
                  <a:pt x="26416" y="9806"/>
                  <a:pt x="26416" y="9663"/>
                  <a:pt x="26348" y="9594"/>
                </a:cubicBezTo>
                <a:cubicBezTo>
                  <a:pt x="26416" y="9451"/>
                  <a:pt x="26416" y="9233"/>
                  <a:pt x="26416" y="9090"/>
                </a:cubicBezTo>
                <a:close/>
                <a:moveTo>
                  <a:pt x="102382" y="10023"/>
                </a:moveTo>
                <a:cubicBezTo>
                  <a:pt x="102450" y="10023"/>
                  <a:pt x="102450" y="10092"/>
                  <a:pt x="102450" y="10092"/>
                </a:cubicBezTo>
                <a:lnTo>
                  <a:pt x="102450" y="10167"/>
                </a:lnTo>
                <a:cubicBezTo>
                  <a:pt x="102382" y="10092"/>
                  <a:pt x="102382" y="10092"/>
                  <a:pt x="102382" y="10023"/>
                </a:cubicBezTo>
                <a:close/>
                <a:moveTo>
                  <a:pt x="89351" y="10092"/>
                </a:moveTo>
                <a:lnTo>
                  <a:pt x="89351" y="10310"/>
                </a:lnTo>
                <a:cubicBezTo>
                  <a:pt x="89351" y="10235"/>
                  <a:pt x="89351" y="10235"/>
                  <a:pt x="89277" y="10167"/>
                </a:cubicBezTo>
                <a:cubicBezTo>
                  <a:pt x="89277" y="10167"/>
                  <a:pt x="89351" y="10167"/>
                  <a:pt x="89351" y="10092"/>
                </a:cubicBezTo>
                <a:close/>
                <a:moveTo>
                  <a:pt x="51188" y="9376"/>
                </a:moveTo>
                <a:lnTo>
                  <a:pt x="51406" y="10023"/>
                </a:lnTo>
                <a:cubicBezTo>
                  <a:pt x="51332" y="10023"/>
                  <a:pt x="51332" y="10092"/>
                  <a:pt x="51263" y="10167"/>
                </a:cubicBezTo>
                <a:lnTo>
                  <a:pt x="51051" y="9748"/>
                </a:lnTo>
                <a:lnTo>
                  <a:pt x="51051" y="9748"/>
                </a:lnTo>
                <a:cubicBezTo>
                  <a:pt x="51120" y="9888"/>
                  <a:pt x="51121" y="10027"/>
                  <a:pt x="51188" y="10167"/>
                </a:cubicBezTo>
                <a:lnTo>
                  <a:pt x="50976" y="10378"/>
                </a:lnTo>
                <a:lnTo>
                  <a:pt x="50976" y="10235"/>
                </a:lnTo>
                <a:cubicBezTo>
                  <a:pt x="50976" y="10092"/>
                  <a:pt x="51045" y="9949"/>
                  <a:pt x="51045" y="9737"/>
                </a:cubicBezTo>
                <a:cubicBezTo>
                  <a:pt x="51120" y="9594"/>
                  <a:pt x="51120" y="9519"/>
                  <a:pt x="51188" y="9376"/>
                </a:cubicBezTo>
                <a:close/>
                <a:moveTo>
                  <a:pt x="112617" y="10378"/>
                </a:moveTo>
                <a:cubicBezTo>
                  <a:pt x="112617" y="10378"/>
                  <a:pt x="112617" y="10378"/>
                  <a:pt x="112617" y="10378"/>
                </a:cubicBezTo>
                <a:lnTo>
                  <a:pt x="112617" y="10378"/>
                </a:lnTo>
                <a:close/>
                <a:moveTo>
                  <a:pt x="112617" y="10378"/>
                </a:moveTo>
                <a:cubicBezTo>
                  <a:pt x="112617" y="10378"/>
                  <a:pt x="112617" y="10378"/>
                  <a:pt x="112617" y="10378"/>
                </a:cubicBezTo>
                <a:lnTo>
                  <a:pt x="112617" y="10378"/>
                </a:lnTo>
                <a:close/>
                <a:moveTo>
                  <a:pt x="82621" y="10235"/>
                </a:moveTo>
                <a:cubicBezTo>
                  <a:pt x="82644" y="10302"/>
                  <a:pt x="82666" y="10366"/>
                  <a:pt x="82688" y="10429"/>
                </a:cubicBezTo>
                <a:lnTo>
                  <a:pt x="82688" y="10429"/>
                </a:lnTo>
                <a:cubicBezTo>
                  <a:pt x="82668" y="10361"/>
                  <a:pt x="82646" y="10296"/>
                  <a:pt x="82621" y="10235"/>
                </a:cubicBezTo>
                <a:close/>
                <a:moveTo>
                  <a:pt x="45031" y="8517"/>
                </a:moveTo>
                <a:cubicBezTo>
                  <a:pt x="45031" y="9164"/>
                  <a:pt x="45031" y="9806"/>
                  <a:pt x="44962" y="10453"/>
                </a:cubicBezTo>
                <a:lnTo>
                  <a:pt x="44888" y="10378"/>
                </a:lnTo>
                <a:cubicBezTo>
                  <a:pt x="44962" y="9880"/>
                  <a:pt x="44962" y="9233"/>
                  <a:pt x="45031" y="8517"/>
                </a:cubicBezTo>
                <a:close/>
                <a:moveTo>
                  <a:pt x="112044" y="6656"/>
                </a:moveTo>
                <a:cubicBezTo>
                  <a:pt x="112405" y="7372"/>
                  <a:pt x="112617" y="8231"/>
                  <a:pt x="112760" y="9164"/>
                </a:cubicBezTo>
                <a:cubicBezTo>
                  <a:pt x="112548" y="9233"/>
                  <a:pt x="112405" y="9451"/>
                  <a:pt x="112262" y="9663"/>
                </a:cubicBezTo>
                <a:cubicBezTo>
                  <a:pt x="112044" y="9880"/>
                  <a:pt x="111901" y="10167"/>
                  <a:pt x="111758" y="10453"/>
                </a:cubicBezTo>
                <a:lnTo>
                  <a:pt x="111758" y="10378"/>
                </a:lnTo>
                <a:cubicBezTo>
                  <a:pt x="111832" y="10023"/>
                  <a:pt x="111832" y="9519"/>
                  <a:pt x="111832" y="9021"/>
                </a:cubicBezTo>
                <a:cubicBezTo>
                  <a:pt x="111975" y="8878"/>
                  <a:pt x="112044" y="8735"/>
                  <a:pt x="112044" y="8735"/>
                </a:cubicBezTo>
                <a:lnTo>
                  <a:pt x="112044" y="8735"/>
                </a:lnTo>
                <a:lnTo>
                  <a:pt x="111901" y="8878"/>
                </a:lnTo>
                <a:cubicBezTo>
                  <a:pt x="111901" y="8162"/>
                  <a:pt x="111975" y="7446"/>
                  <a:pt x="112044" y="6656"/>
                </a:cubicBezTo>
                <a:close/>
                <a:moveTo>
                  <a:pt x="70021" y="10235"/>
                </a:moveTo>
                <a:lnTo>
                  <a:pt x="70021" y="10522"/>
                </a:lnTo>
                <a:cubicBezTo>
                  <a:pt x="70021" y="10453"/>
                  <a:pt x="69946" y="10453"/>
                  <a:pt x="69946" y="10453"/>
                </a:cubicBezTo>
                <a:cubicBezTo>
                  <a:pt x="69946" y="10378"/>
                  <a:pt x="70021" y="10310"/>
                  <a:pt x="70021" y="10235"/>
                </a:cubicBezTo>
                <a:close/>
                <a:moveTo>
                  <a:pt x="104885" y="10378"/>
                </a:moveTo>
                <a:lnTo>
                  <a:pt x="104885" y="10522"/>
                </a:lnTo>
                <a:cubicBezTo>
                  <a:pt x="104885" y="10522"/>
                  <a:pt x="104816" y="10522"/>
                  <a:pt x="104816" y="10453"/>
                </a:cubicBezTo>
                <a:cubicBezTo>
                  <a:pt x="104885" y="10453"/>
                  <a:pt x="104885" y="10453"/>
                  <a:pt x="104885" y="10378"/>
                </a:cubicBezTo>
                <a:close/>
                <a:moveTo>
                  <a:pt x="92713" y="10453"/>
                </a:moveTo>
                <a:cubicBezTo>
                  <a:pt x="92729" y="10487"/>
                  <a:pt x="92743" y="10521"/>
                  <a:pt x="92758" y="10554"/>
                </a:cubicBezTo>
                <a:lnTo>
                  <a:pt x="92758" y="10554"/>
                </a:lnTo>
                <a:cubicBezTo>
                  <a:pt x="92745" y="10520"/>
                  <a:pt x="92730" y="10486"/>
                  <a:pt x="92713" y="10453"/>
                </a:cubicBezTo>
                <a:close/>
                <a:moveTo>
                  <a:pt x="110687" y="9949"/>
                </a:moveTo>
                <a:cubicBezTo>
                  <a:pt x="110687" y="10023"/>
                  <a:pt x="110612" y="10167"/>
                  <a:pt x="110612" y="10235"/>
                </a:cubicBezTo>
                <a:cubicBezTo>
                  <a:pt x="110543" y="10378"/>
                  <a:pt x="110469" y="10453"/>
                  <a:pt x="110400" y="10596"/>
                </a:cubicBezTo>
                <a:cubicBezTo>
                  <a:pt x="110469" y="10378"/>
                  <a:pt x="110612" y="10167"/>
                  <a:pt x="110687" y="9949"/>
                </a:cubicBezTo>
                <a:close/>
                <a:moveTo>
                  <a:pt x="54270" y="10092"/>
                </a:moveTo>
                <a:cubicBezTo>
                  <a:pt x="54339" y="10235"/>
                  <a:pt x="54413" y="10378"/>
                  <a:pt x="54413" y="10522"/>
                </a:cubicBezTo>
                <a:lnTo>
                  <a:pt x="54270" y="10665"/>
                </a:lnTo>
                <a:lnTo>
                  <a:pt x="54270" y="10092"/>
                </a:lnTo>
                <a:close/>
                <a:moveTo>
                  <a:pt x="67512" y="9594"/>
                </a:moveTo>
                <a:cubicBezTo>
                  <a:pt x="67655" y="9880"/>
                  <a:pt x="67655" y="10092"/>
                  <a:pt x="67730" y="10378"/>
                </a:cubicBezTo>
                <a:cubicBezTo>
                  <a:pt x="67730" y="10453"/>
                  <a:pt x="67655" y="10522"/>
                  <a:pt x="67655" y="10665"/>
                </a:cubicBezTo>
                <a:cubicBezTo>
                  <a:pt x="67586" y="10522"/>
                  <a:pt x="67586" y="10378"/>
                  <a:pt x="67512" y="10167"/>
                </a:cubicBezTo>
                <a:lnTo>
                  <a:pt x="67512" y="9594"/>
                </a:lnTo>
                <a:close/>
                <a:moveTo>
                  <a:pt x="87272" y="10522"/>
                </a:moveTo>
                <a:cubicBezTo>
                  <a:pt x="87272" y="10596"/>
                  <a:pt x="87272" y="10665"/>
                  <a:pt x="87347" y="10665"/>
                </a:cubicBezTo>
                <a:cubicBezTo>
                  <a:pt x="87347" y="10596"/>
                  <a:pt x="87272" y="10522"/>
                  <a:pt x="87272" y="10522"/>
                </a:cubicBezTo>
                <a:close/>
                <a:moveTo>
                  <a:pt x="104598" y="10310"/>
                </a:moveTo>
                <a:lnTo>
                  <a:pt x="104598" y="10453"/>
                </a:lnTo>
                <a:cubicBezTo>
                  <a:pt x="104598" y="10453"/>
                  <a:pt x="104598" y="10522"/>
                  <a:pt x="104530" y="10596"/>
                </a:cubicBezTo>
                <a:lnTo>
                  <a:pt x="104455" y="10665"/>
                </a:lnTo>
                <a:cubicBezTo>
                  <a:pt x="104530" y="10596"/>
                  <a:pt x="104530" y="10453"/>
                  <a:pt x="104598" y="10310"/>
                </a:cubicBezTo>
                <a:close/>
                <a:moveTo>
                  <a:pt x="112760" y="9233"/>
                </a:moveTo>
                <a:cubicBezTo>
                  <a:pt x="112760" y="9376"/>
                  <a:pt x="112835" y="9519"/>
                  <a:pt x="112835" y="9737"/>
                </a:cubicBezTo>
                <a:cubicBezTo>
                  <a:pt x="112835" y="9949"/>
                  <a:pt x="112760" y="10167"/>
                  <a:pt x="112760" y="10378"/>
                </a:cubicBezTo>
                <a:cubicBezTo>
                  <a:pt x="112691" y="10453"/>
                  <a:pt x="112691" y="10522"/>
                  <a:pt x="112617" y="10596"/>
                </a:cubicBezTo>
                <a:lnTo>
                  <a:pt x="112617" y="10378"/>
                </a:lnTo>
                <a:cubicBezTo>
                  <a:pt x="112617" y="10453"/>
                  <a:pt x="112548" y="10596"/>
                  <a:pt x="112474" y="10665"/>
                </a:cubicBezTo>
                <a:cubicBezTo>
                  <a:pt x="112474" y="10596"/>
                  <a:pt x="112405" y="10596"/>
                  <a:pt x="112405" y="10522"/>
                </a:cubicBezTo>
                <a:cubicBezTo>
                  <a:pt x="112474" y="10092"/>
                  <a:pt x="112617" y="9663"/>
                  <a:pt x="112760" y="9233"/>
                </a:cubicBezTo>
                <a:close/>
                <a:moveTo>
                  <a:pt x="40020" y="8660"/>
                </a:moveTo>
                <a:cubicBezTo>
                  <a:pt x="40094" y="8947"/>
                  <a:pt x="40163" y="9233"/>
                  <a:pt x="40163" y="9594"/>
                </a:cubicBezTo>
                <a:cubicBezTo>
                  <a:pt x="40094" y="9949"/>
                  <a:pt x="40094" y="10310"/>
                  <a:pt x="40020" y="10665"/>
                </a:cubicBezTo>
                <a:cubicBezTo>
                  <a:pt x="40020" y="10739"/>
                  <a:pt x="39951" y="10739"/>
                  <a:pt x="39951" y="10739"/>
                </a:cubicBezTo>
                <a:cubicBezTo>
                  <a:pt x="39951" y="10665"/>
                  <a:pt x="39876" y="10522"/>
                  <a:pt x="39876" y="10378"/>
                </a:cubicBezTo>
                <a:cubicBezTo>
                  <a:pt x="39950" y="9886"/>
                  <a:pt x="39951" y="9322"/>
                  <a:pt x="40017" y="8756"/>
                </a:cubicBezTo>
                <a:lnTo>
                  <a:pt x="40017" y="8756"/>
                </a:lnTo>
                <a:cubicBezTo>
                  <a:pt x="40005" y="8804"/>
                  <a:pt x="39951" y="8812"/>
                  <a:pt x="39951" y="8877"/>
                </a:cubicBezTo>
                <a:lnTo>
                  <a:pt x="39951" y="8877"/>
                </a:lnTo>
                <a:cubicBezTo>
                  <a:pt x="39951" y="8803"/>
                  <a:pt x="40020" y="8734"/>
                  <a:pt x="40020" y="8660"/>
                </a:cubicBezTo>
                <a:close/>
                <a:moveTo>
                  <a:pt x="47683" y="10310"/>
                </a:moveTo>
                <a:lnTo>
                  <a:pt x="47683" y="10808"/>
                </a:lnTo>
                <a:lnTo>
                  <a:pt x="47609" y="10808"/>
                </a:lnTo>
                <a:lnTo>
                  <a:pt x="47609" y="10739"/>
                </a:lnTo>
                <a:cubicBezTo>
                  <a:pt x="47609" y="10596"/>
                  <a:pt x="47683" y="10453"/>
                  <a:pt x="47683" y="10310"/>
                </a:cubicBezTo>
                <a:close/>
                <a:moveTo>
                  <a:pt x="107680" y="10092"/>
                </a:moveTo>
                <a:lnTo>
                  <a:pt x="107680" y="10378"/>
                </a:lnTo>
                <a:cubicBezTo>
                  <a:pt x="107680" y="10453"/>
                  <a:pt x="107680" y="10522"/>
                  <a:pt x="107748" y="10596"/>
                </a:cubicBezTo>
                <a:cubicBezTo>
                  <a:pt x="107680" y="10665"/>
                  <a:pt x="107605" y="10739"/>
                  <a:pt x="107605" y="10808"/>
                </a:cubicBezTo>
                <a:cubicBezTo>
                  <a:pt x="107605" y="10596"/>
                  <a:pt x="107605" y="10378"/>
                  <a:pt x="107680" y="10092"/>
                </a:cubicBezTo>
                <a:close/>
                <a:moveTo>
                  <a:pt x="22550" y="9376"/>
                </a:moveTo>
                <a:cubicBezTo>
                  <a:pt x="22550" y="9880"/>
                  <a:pt x="22550" y="10378"/>
                  <a:pt x="22482" y="10883"/>
                </a:cubicBezTo>
                <a:cubicBezTo>
                  <a:pt x="22482" y="10739"/>
                  <a:pt x="22482" y="10665"/>
                  <a:pt x="22407" y="10522"/>
                </a:cubicBezTo>
                <a:cubicBezTo>
                  <a:pt x="22407" y="10378"/>
                  <a:pt x="22482" y="10235"/>
                  <a:pt x="22482" y="10167"/>
                </a:cubicBezTo>
                <a:cubicBezTo>
                  <a:pt x="22482" y="9880"/>
                  <a:pt x="22482" y="9663"/>
                  <a:pt x="22550" y="9376"/>
                </a:cubicBezTo>
                <a:close/>
                <a:moveTo>
                  <a:pt x="51406" y="10092"/>
                </a:moveTo>
                <a:cubicBezTo>
                  <a:pt x="51475" y="10310"/>
                  <a:pt x="51475" y="10453"/>
                  <a:pt x="51549" y="10665"/>
                </a:cubicBezTo>
                <a:cubicBezTo>
                  <a:pt x="51475" y="10739"/>
                  <a:pt x="51475" y="10808"/>
                  <a:pt x="51475" y="10883"/>
                </a:cubicBezTo>
                <a:cubicBezTo>
                  <a:pt x="51406" y="10665"/>
                  <a:pt x="51332" y="10522"/>
                  <a:pt x="51263" y="10310"/>
                </a:cubicBezTo>
                <a:cubicBezTo>
                  <a:pt x="51332" y="10167"/>
                  <a:pt x="51406" y="10167"/>
                  <a:pt x="51406" y="10092"/>
                </a:cubicBezTo>
                <a:close/>
                <a:moveTo>
                  <a:pt x="51618" y="10808"/>
                </a:moveTo>
                <a:lnTo>
                  <a:pt x="51618" y="10883"/>
                </a:lnTo>
                <a:lnTo>
                  <a:pt x="51549" y="10883"/>
                </a:lnTo>
                <a:lnTo>
                  <a:pt x="51549" y="10808"/>
                </a:lnTo>
                <a:close/>
                <a:moveTo>
                  <a:pt x="112405" y="10596"/>
                </a:moveTo>
                <a:cubicBezTo>
                  <a:pt x="112405" y="10596"/>
                  <a:pt x="112405" y="10665"/>
                  <a:pt x="112474" y="10739"/>
                </a:cubicBezTo>
                <a:cubicBezTo>
                  <a:pt x="112474" y="10808"/>
                  <a:pt x="112405" y="10808"/>
                  <a:pt x="112405" y="10883"/>
                </a:cubicBezTo>
                <a:cubicBezTo>
                  <a:pt x="112405" y="10808"/>
                  <a:pt x="112330" y="10739"/>
                  <a:pt x="112330" y="10665"/>
                </a:cubicBezTo>
                <a:cubicBezTo>
                  <a:pt x="112330" y="10665"/>
                  <a:pt x="112330" y="10596"/>
                  <a:pt x="112405" y="10596"/>
                </a:cubicBezTo>
                <a:close/>
                <a:moveTo>
                  <a:pt x="97582" y="10883"/>
                </a:moveTo>
                <a:lnTo>
                  <a:pt x="97582" y="10951"/>
                </a:lnTo>
                <a:cubicBezTo>
                  <a:pt x="97582" y="10883"/>
                  <a:pt x="97582" y="10883"/>
                  <a:pt x="97513" y="10883"/>
                </a:cubicBezTo>
                <a:close/>
                <a:moveTo>
                  <a:pt x="101379" y="10522"/>
                </a:moveTo>
                <a:cubicBezTo>
                  <a:pt x="101379" y="10596"/>
                  <a:pt x="101448" y="10665"/>
                  <a:pt x="101448" y="10808"/>
                </a:cubicBezTo>
                <a:lnTo>
                  <a:pt x="101305" y="10951"/>
                </a:lnTo>
                <a:cubicBezTo>
                  <a:pt x="101305" y="10883"/>
                  <a:pt x="101305" y="10808"/>
                  <a:pt x="101236" y="10739"/>
                </a:cubicBezTo>
                <a:cubicBezTo>
                  <a:pt x="101305" y="10665"/>
                  <a:pt x="101305" y="10596"/>
                  <a:pt x="101379" y="10522"/>
                </a:cubicBezTo>
                <a:close/>
                <a:moveTo>
                  <a:pt x="106677" y="10665"/>
                </a:moveTo>
                <a:lnTo>
                  <a:pt x="106677" y="10808"/>
                </a:lnTo>
                <a:lnTo>
                  <a:pt x="106677" y="10951"/>
                </a:lnTo>
                <a:cubicBezTo>
                  <a:pt x="106677" y="10883"/>
                  <a:pt x="106603" y="10883"/>
                  <a:pt x="106603" y="10808"/>
                </a:cubicBezTo>
                <a:cubicBezTo>
                  <a:pt x="106677" y="10739"/>
                  <a:pt x="106677" y="10739"/>
                  <a:pt x="106677" y="10665"/>
                </a:cubicBezTo>
                <a:close/>
                <a:moveTo>
                  <a:pt x="26491" y="10378"/>
                </a:moveTo>
                <a:lnTo>
                  <a:pt x="26491" y="10378"/>
                </a:lnTo>
                <a:cubicBezTo>
                  <a:pt x="26560" y="10522"/>
                  <a:pt x="26560" y="10596"/>
                  <a:pt x="26560" y="10739"/>
                </a:cubicBezTo>
                <a:lnTo>
                  <a:pt x="26560" y="11026"/>
                </a:lnTo>
                <a:cubicBezTo>
                  <a:pt x="26560" y="10808"/>
                  <a:pt x="26491" y="10596"/>
                  <a:pt x="26491" y="10378"/>
                </a:cubicBezTo>
                <a:close/>
                <a:moveTo>
                  <a:pt x="52552" y="10310"/>
                </a:moveTo>
                <a:lnTo>
                  <a:pt x="52552" y="10453"/>
                </a:lnTo>
                <a:cubicBezTo>
                  <a:pt x="52552" y="10596"/>
                  <a:pt x="52477" y="10739"/>
                  <a:pt x="52477" y="10883"/>
                </a:cubicBezTo>
                <a:cubicBezTo>
                  <a:pt x="52477" y="10883"/>
                  <a:pt x="52408" y="10951"/>
                  <a:pt x="52408" y="11026"/>
                </a:cubicBezTo>
                <a:cubicBezTo>
                  <a:pt x="52334" y="10951"/>
                  <a:pt x="52334" y="10883"/>
                  <a:pt x="52265" y="10808"/>
                </a:cubicBezTo>
                <a:cubicBezTo>
                  <a:pt x="52334" y="10665"/>
                  <a:pt x="52477" y="10453"/>
                  <a:pt x="52552" y="10310"/>
                </a:cubicBezTo>
                <a:close/>
                <a:moveTo>
                  <a:pt x="37660" y="9880"/>
                </a:moveTo>
                <a:cubicBezTo>
                  <a:pt x="37660" y="10310"/>
                  <a:pt x="37585" y="10739"/>
                  <a:pt x="37517" y="11094"/>
                </a:cubicBezTo>
                <a:cubicBezTo>
                  <a:pt x="37517" y="10951"/>
                  <a:pt x="37442" y="10808"/>
                  <a:pt x="37373" y="10596"/>
                </a:cubicBezTo>
                <a:lnTo>
                  <a:pt x="37373" y="10453"/>
                </a:lnTo>
                <a:cubicBezTo>
                  <a:pt x="37585" y="10092"/>
                  <a:pt x="37585" y="10023"/>
                  <a:pt x="37660" y="9880"/>
                </a:cubicBezTo>
                <a:close/>
                <a:moveTo>
                  <a:pt x="40020" y="10808"/>
                </a:moveTo>
                <a:cubicBezTo>
                  <a:pt x="39951" y="10883"/>
                  <a:pt x="39951" y="11026"/>
                  <a:pt x="39951" y="11094"/>
                </a:cubicBezTo>
                <a:lnTo>
                  <a:pt x="39951" y="10883"/>
                </a:lnTo>
                <a:lnTo>
                  <a:pt x="40020" y="10808"/>
                </a:lnTo>
                <a:close/>
                <a:moveTo>
                  <a:pt x="55845" y="10808"/>
                </a:moveTo>
                <a:lnTo>
                  <a:pt x="55845" y="10951"/>
                </a:lnTo>
                <a:cubicBezTo>
                  <a:pt x="55845" y="11026"/>
                  <a:pt x="55845" y="11026"/>
                  <a:pt x="55770" y="11094"/>
                </a:cubicBezTo>
                <a:lnTo>
                  <a:pt x="55770" y="11026"/>
                </a:lnTo>
                <a:cubicBezTo>
                  <a:pt x="55770" y="10951"/>
                  <a:pt x="55845" y="10883"/>
                  <a:pt x="55845" y="10808"/>
                </a:cubicBezTo>
                <a:close/>
                <a:moveTo>
                  <a:pt x="58566" y="10596"/>
                </a:moveTo>
                <a:cubicBezTo>
                  <a:pt x="58566" y="10739"/>
                  <a:pt x="58565" y="10883"/>
                  <a:pt x="58491" y="11094"/>
                </a:cubicBezTo>
                <a:cubicBezTo>
                  <a:pt x="58491" y="11026"/>
                  <a:pt x="58491" y="10951"/>
                  <a:pt x="58422" y="10883"/>
                </a:cubicBezTo>
                <a:cubicBezTo>
                  <a:pt x="58491" y="10808"/>
                  <a:pt x="58565" y="10665"/>
                  <a:pt x="58566" y="10596"/>
                </a:cubicBezTo>
                <a:close/>
                <a:moveTo>
                  <a:pt x="51188" y="10453"/>
                </a:moveTo>
                <a:cubicBezTo>
                  <a:pt x="51263" y="10665"/>
                  <a:pt x="51263" y="10883"/>
                  <a:pt x="51263" y="11094"/>
                </a:cubicBezTo>
                <a:lnTo>
                  <a:pt x="51263" y="11169"/>
                </a:lnTo>
                <a:cubicBezTo>
                  <a:pt x="51188" y="11026"/>
                  <a:pt x="51120" y="10883"/>
                  <a:pt x="51120" y="10665"/>
                </a:cubicBezTo>
                <a:cubicBezTo>
                  <a:pt x="51120" y="10596"/>
                  <a:pt x="51188" y="10522"/>
                  <a:pt x="51188" y="10453"/>
                </a:cubicBezTo>
                <a:close/>
                <a:moveTo>
                  <a:pt x="98566" y="8591"/>
                </a:moveTo>
                <a:cubicBezTo>
                  <a:pt x="98357" y="9158"/>
                  <a:pt x="98186" y="10018"/>
                  <a:pt x="98011" y="10883"/>
                </a:cubicBezTo>
                <a:cubicBezTo>
                  <a:pt x="97943" y="10951"/>
                  <a:pt x="97943" y="11026"/>
                  <a:pt x="97868" y="11094"/>
                </a:cubicBezTo>
                <a:lnTo>
                  <a:pt x="97868" y="11169"/>
                </a:lnTo>
                <a:cubicBezTo>
                  <a:pt x="97800" y="11169"/>
                  <a:pt x="97800" y="11169"/>
                  <a:pt x="97800" y="11094"/>
                </a:cubicBezTo>
                <a:cubicBezTo>
                  <a:pt x="97800" y="10808"/>
                  <a:pt x="97868" y="10522"/>
                  <a:pt x="97868" y="10235"/>
                </a:cubicBezTo>
                <a:lnTo>
                  <a:pt x="97868" y="10235"/>
                </a:lnTo>
                <a:cubicBezTo>
                  <a:pt x="97800" y="10378"/>
                  <a:pt x="97656" y="10596"/>
                  <a:pt x="97582" y="10808"/>
                </a:cubicBezTo>
                <a:cubicBezTo>
                  <a:pt x="97800" y="10167"/>
                  <a:pt x="98155" y="9519"/>
                  <a:pt x="98372" y="8947"/>
                </a:cubicBezTo>
                <a:cubicBezTo>
                  <a:pt x="98446" y="8818"/>
                  <a:pt x="98511" y="8698"/>
                  <a:pt x="98566" y="8591"/>
                </a:cubicBezTo>
                <a:close/>
                <a:moveTo>
                  <a:pt x="106534" y="10883"/>
                </a:moveTo>
                <a:lnTo>
                  <a:pt x="106603" y="10951"/>
                </a:lnTo>
                <a:lnTo>
                  <a:pt x="106603" y="11094"/>
                </a:lnTo>
                <a:lnTo>
                  <a:pt x="106534" y="11169"/>
                </a:lnTo>
                <a:lnTo>
                  <a:pt x="106534" y="11094"/>
                </a:lnTo>
                <a:cubicBezTo>
                  <a:pt x="106534" y="11094"/>
                  <a:pt x="106603" y="11026"/>
                  <a:pt x="106603" y="10951"/>
                </a:cubicBezTo>
                <a:lnTo>
                  <a:pt x="106603" y="10951"/>
                </a:lnTo>
                <a:cubicBezTo>
                  <a:pt x="106603" y="10951"/>
                  <a:pt x="106534" y="11026"/>
                  <a:pt x="106460" y="11026"/>
                </a:cubicBezTo>
                <a:cubicBezTo>
                  <a:pt x="106534" y="11026"/>
                  <a:pt x="106534" y="10951"/>
                  <a:pt x="106534" y="10883"/>
                </a:cubicBezTo>
                <a:close/>
                <a:moveTo>
                  <a:pt x="102095" y="10596"/>
                </a:moveTo>
                <a:lnTo>
                  <a:pt x="102095" y="11094"/>
                </a:lnTo>
                <a:lnTo>
                  <a:pt x="101952" y="11238"/>
                </a:lnTo>
                <a:cubicBezTo>
                  <a:pt x="101952" y="11169"/>
                  <a:pt x="101878" y="11094"/>
                  <a:pt x="101878" y="11026"/>
                </a:cubicBezTo>
                <a:lnTo>
                  <a:pt x="102095" y="10596"/>
                </a:lnTo>
                <a:close/>
                <a:moveTo>
                  <a:pt x="87988" y="11238"/>
                </a:moveTo>
                <a:cubicBezTo>
                  <a:pt x="87988" y="11238"/>
                  <a:pt x="87988" y="11238"/>
                  <a:pt x="87988" y="11238"/>
                </a:cubicBezTo>
                <a:lnTo>
                  <a:pt x="87988" y="11238"/>
                </a:lnTo>
                <a:close/>
                <a:moveTo>
                  <a:pt x="78898" y="10739"/>
                </a:moveTo>
                <a:cubicBezTo>
                  <a:pt x="78898" y="10808"/>
                  <a:pt x="78967" y="10883"/>
                  <a:pt x="78967" y="10883"/>
                </a:cubicBezTo>
                <a:cubicBezTo>
                  <a:pt x="78898" y="11026"/>
                  <a:pt x="78824" y="11094"/>
                  <a:pt x="78824" y="11238"/>
                </a:cubicBezTo>
                <a:lnTo>
                  <a:pt x="78824" y="11312"/>
                </a:lnTo>
                <a:cubicBezTo>
                  <a:pt x="78755" y="11238"/>
                  <a:pt x="78755" y="11169"/>
                  <a:pt x="78755" y="11094"/>
                </a:cubicBezTo>
                <a:cubicBezTo>
                  <a:pt x="78824" y="11026"/>
                  <a:pt x="78824" y="10883"/>
                  <a:pt x="78898" y="10739"/>
                </a:cubicBezTo>
                <a:close/>
                <a:moveTo>
                  <a:pt x="104741" y="10739"/>
                </a:moveTo>
                <a:lnTo>
                  <a:pt x="104741" y="10883"/>
                </a:lnTo>
                <a:lnTo>
                  <a:pt x="104741" y="11169"/>
                </a:lnTo>
                <a:cubicBezTo>
                  <a:pt x="104673" y="11238"/>
                  <a:pt x="104598" y="11238"/>
                  <a:pt x="104598" y="11312"/>
                </a:cubicBezTo>
                <a:lnTo>
                  <a:pt x="104598" y="10883"/>
                </a:lnTo>
                <a:cubicBezTo>
                  <a:pt x="104673" y="10808"/>
                  <a:pt x="104673" y="10739"/>
                  <a:pt x="104741" y="10739"/>
                </a:cubicBezTo>
                <a:close/>
                <a:moveTo>
                  <a:pt x="106460" y="11169"/>
                </a:moveTo>
                <a:lnTo>
                  <a:pt x="106460" y="11238"/>
                </a:lnTo>
                <a:lnTo>
                  <a:pt x="106391" y="11312"/>
                </a:lnTo>
                <a:cubicBezTo>
                  <a:pt x="106460" y="11238"/>
                  <a:pt x="106460" y="11238"/>
                  <a:pt x="106460" y="11169"/>
                </a:cubicBezTo>
                <a:close/>
                <a:moveTo>
                  <a:pt x="108539" y="10092"/>
                </a:moveTo>
                <a:cubicBezTo>
                  <a:pt x="108608" y="10092"/>
                  <a:pt x="108608" y="10167"/>
                  <a:pt x="108608" y="10167"/>
                </a:cubicBezTo>
                <a:lnTo>
                  <a:pt x="108608" y="11312"/>
                </a:lnTo>
                <a:cubicBezTo>
                  <a:pt x="108539" y="11094"/>
                  <a:pt x="108396" y="10883"/>
                  <a:pt x="108321" y="10596"/>
                </a:cubicBezTo>
                <a:cubicBezTo>
                  <a:pt x="108396" y="10378"/>
                  <a:pt x="108464" y="10235"/>
                  <a:pt x="108539" y="10092"/>
                </a:cubicBezTo>
                <a:close/>
                <a:moveTo>
                  <a:pt x="53983" y="9307"/>
                </a:moveTo>
                <a:lnTo>
                  <a:pt x="54052" y="9376"/>
                </a:lnTo>
                <a:cubicBezTo>
                  <a:pt x="53909" y="9949"/>
                  <a:pt x="53766" y="10665"/>
                  <a:pt x="53623" y="11381"/>
                </a:cubicBezTo>
                <a:cubicBezTo>
                  <a:pt x="53623" y="10883"/>
                  <a:pt x="53697" y="10378"/>
                  <a:pt x="53766" y="9806"/>
                </a:cubicBezTo>
                <a:cubicBezTo>
                  <a:pt x="53909" y="9451"/>
                  <a:pt x="53909" y="9451"/>
                  <a:pt x="53983" y="9307"/>
                </a:cubicBezTo>
                <a:close/>
                <a:moveTo>
                  <a:pt x="61000" y="11169"/>
                </a:moveTo>
                <a:lnTo>
                  <a:pt x="61000" y="11238"/>
                </a:lnTo>
                <a:lnTo>
                  <a:pt x="60857" y="11381"/>
                </a:lnTo>
                <a:cubicBezTo>
                  <a:pt x="60925" y="11312"/>
                  <a:pt x="60925" y="11238"/>
                  <a:pt x="61000" y="11169"/>
                </a:cubicBezTo>
                <a:close/>
                <a:moveTo>
                  <a:pt x="67873" y="10883"/>
                </a:moveTo>
                <a:cubicBezTo>
                  <a:pt x="67873" y="10951"/>
                  <a:pt x="67942" y="11094"/>
                  <a:pt x="67942" y="11238"/>
                </a:cubicBezTo>
                <a:cubicBezTo>
                  <a:pt x="67942" y="11238"/>
                  <a:pt x="67873" y="11312"/>
                  <a:pt x="67873" y="11381"/>
                </a:cubicBezTo>
                <a:lnTo>
                  <a:pt x="67873" y="11169"/>
                </a:lnTo>
                <a:lnTo>
                  <a:pt x="67873" y="10883"/>
                </a:lnTo>
                <a:close/>
                <a:moveTo>
                  <a:pt x="89134" y="10522"/>
                </a:moveTo>
                <a:cubicBezTo>
                  <a:pt x="89134" y="10596"/>
                  <a:pt x="89134" y="10665"/>
                  <a:pt x="89208" y="10739"/>
                </a:cubicBezTo>
                <a:cubicBezTo>
                  <a:pt x="89065" y="10883"/>
                  <a:pt x="88991" y="11094"/>
                  <a:pt x="88922" y="11381"/>
                </a:cubicBezTo>
                <a:cubicBezTo>
                  <a:pt x="88922" y="11312"/>
                  <a:pt x="88847" y="11238"/>
                  <a:pt x="88847" y="11169"/>
                </a:cubicBezTo>
                <a:lnTo>
                  <a:pt x="88847" y="11026"/>
                </a:lnTo>
                <a:cubicBezTo>
                  <a:pt x="88991" y="10739"/>
                  <a:pt x="89065" y="10665"/>
                  <a:pt x="89134" y="10522"/>
                </a:cubicBezTo>
                <a:close/>
                <a:moveTo>
                  <a:pt x="70519" y="9663"/>
                </a:moveTo>
                <a:cubicBezTo>
                  <a:pt x="70593" y="9806"/>
                  <a:pt x="70593" y="9949"/>
                  <a:pt x="70662" y="10092"/>
                </a:cubicBezTo>
                <a:cubicBezTo>
                  <a:pt x="70737" y="10453"/>
                  <a:pt x="70737" y="10808"/>
                  <a:pt x="70737" y="11094"/>
                </a:cubicBezTo>
                <a:cubicBezTo>
                  <a:pt x="70662" y="11238"/>
                  <a:pt x="70519" y="11381"/>
                  <a:pt x="70450" y="11455"/>
                </a:cubicBezTo>
                <a:cubicBezTo>
                  <a:pt x="70450" y="10951"/>
                  <a:pt x="70519" y="10378"/>
                  <a:pt x="70519" y="9663"/>
                </a:cubicBezTo>
                <a:close/>
                <a:moveTo>
                  <a:pt x="59923" y="9806"/>
                </a:moveTo>
                <a:cubicBezTo>
                  <a:pt x="60066" y="10235"/>
                  <a:pt x="60209" y="10665"/>
                  <a:pt x="60284" y="11026"/>
                </a:cubicBezTo>
                <a:cubicBezTo>
                  <a:pt x="60209" y="11094"/>
                  <a:pt x="60209" y="11238"/>
                  <a:pt x="60141" y="11312"/>
                </a:cubicBezTo>
                <a:cubicBezTo>
                  <a:pt x="60141" y="11094"/>
                  <a:pt x="60141" y="10951"/>
                  <a:pt x="60209" y="10739"/>
                </a:cubicBezTo>
                <a:lnTo>
                  <a:pt x="60209" y="10739"/>
                </a:lnTo>
                <a:cubicBezTo>
                  <a:pt x="60141" y="10883"/>
                  <a:pt x="60066" y="10951"/>
                  <a:pt x="59997" y="11094"/>
                </a:cubicBezTo>
                <a:lnTo>
                  <a:pt x="59923" y="11026"/>
                </a:lnTo>
                <a:lnTo>
                  <a:pt x="59923" y="11026"/>
                </a:lnTo>
                <a:cubicBezTo>
                  <a:pt x="59923" y="11094"/>
                  <a:pt x="59923" y="11169"/>
                  <a:pt x="59997" y="11238"/>
                </a:cubicBezTo>
                <a:cubicBezTo>
                  <a:pt x="59923" y="11312"/>
                  <a:pt x="59854" y="11381"/>
                  <a:pt x="59854" y="11524"/>
                </a:cubicBezTo>
                <a:cubicBezTo>
                  <a:pt x="59854" y="11238"/>
                  <a:pt x="59923" y="11026"/>
                  <a:pt x="59923" y="10808"/>
                </a:cubicBezTo>
                <a:lnTo>
                  <a:pt x="59923" y="10808"/>
                </a:lnTo>
                <a:cubicBezTo>
                  <a:pt x="59780" y="10951"/>
                  <a:pt x="59711" y="11169"/>
                  <a:pt x="59637" y="11381"/>
                </a:cubicBezTo>
                <a:lnTo>
                  <a:pt x="59425" y="10951"/>
                </a:lnTo>
                <a:cubicBezTo>
                  <a:pt x="59568" y="10596"/>
                  <a:pt x="59780" y="10167"/>
                  <a:pt x="59923" y="9806"/>
                </a:cubicBezTo>
                <a:close/>
                <a:moveTo>
                  <a:pt x="67512" y="10235"/>
                </a:moveTo>
                <a:cubicBezTo>
                  <a:pt x="67512" y="10378"/>
                  <a:pt x="67586" y="10596"/>
                  <a:pt x="67586" y="10739"/>
                </a:cubicBezTo>
                <a:cubicBezTo>
                  <a:pt x="67512" y="10951"/>
                  <a:pt x="67443" y="11238"/>
                  <a:pt x="67369" y="11524"/>
                </a:cubicBezTo>
                <a:cubicBezTo>
                  <a:pt x="67443" y="11094"/>
                  <a:pt x="67443" y="10665"/>
                  <a:pt x="67512" y="10235"/>
                </a:cubicBezTo>
                <a:close/>
                <a:moveTo>
                  <a:pt x="88847" y="11238"/>
                </a:moveTo>
                <a:cubicBezTo>
                  <a:pt x="88847" y="11312"/>
                  <a:pt x="88922" y="11381"/>
                  <a:pt x="88922" y="11455"/>
                </a:cubicBezTo>
                <a:lnTo>
                  <a:pt x="88922" y="11524"/>
                </a:lnTo>
                <a:cubicBezTo>
                  <a:pt x="88847" y="11455"/>
                  <a:pt x="88847" y="11381"/>
                  <a:pt x="88847" y="11312"/>
                </a:cubicBezTo>
                <a:lnTo>
                  <a:pt x="88847" y="11238"/>
                </a:lnTo>
                <a:close/>
                <a:moveTo>
                  <a:pt x="89277" y="11312"/>
                </a:moveTo>
                <a:lnTo>
                  <a:pt x="89351" y="11381"/>
                </a:lnTo>
                <a:cubicBezTo>
                  <a:pt x="89277" y="11455"/>
                  <a:pt x="89277" y="11455"/>
                  <a:pt x="89277" y="11524"/>
                </a:cubicBezTo>
                <a:lnTo>
                  <a:pt x="89277" y="11312"/>
                </a:lnTo>
                <a:close/>
                <a:moveTo>
                  <a:pt x="98945" y="10596"/>
                </a:moveTo>
                <a:cubicBezTo>
                  <a:pt x="99014" y="10739"/>
                  <a:pt x="99014" y="10951"/>
                  <a:pt x="99014" y="11094"/>
                </a:cubicBezTo>
                <a:cubicBezTo>
                  <a:pt x="98883" y="11225"/>
                  <a:pt x="98752" y="11356"/>
                  <a:pt x="98513" y="11543"/>
                </a:cubicBezTo>
                <a:lnTo>
                  <a:pt x="98513" y="11543"/>
                </a:lnTo>
                <a:cubicBezTo>
                  <a:pt x="98516" y="11532"/>
                  <a:pt x="98516" y="11524"/>
                  <a:pt x="98516" y="11524"/>
                </a:cubicBezTo>
                <a:lnTo>
                  <a:pt x="98516" y="11455"/>
                </a:lnTo>
                <a:cubicBezTo>
                  <a:pt x="98659" y="11094"/>
                  <a:pt x="98802" y="10883"/>
                  <a:pt x="98945" y="10596"/>
                </a:cubicBezTo>
                <a:close/>
                <a:moveTo>
                  <a:pt x="85554" y="11455"/>
                </a:moveTo>
                <a:cubicBezTo>
                  <a:pt x="85554" y="11524"/>
                  <a:pt x="85628" y="11598"/>
                  <a:pt x="85628" y="11598"/>
                </a:cubicBezTo>
                <a:cubicBezTo>
                  <a:pt x="85628" y="11524"/>
                  <a:pt x="85628" y="11455"/>
                  <a:pt x="85554" y="11455"/>
                </a:cubicBezTo>
                <a:close/>
                <a:moveTo>
                  <a:pt x="102737" y="10883"/>
                </a:moveTo>
                <a:cubicBezTo>
                  <a:pt x="102737" y="11026"/>
                  <a:pt x="102811" y="11094"/>
                  <a:pt x="102811" y="11238"/>
                </a:cubicBezTo>
                <a:cubicBezTo>
                  <a:pt x="102811" y="11312"/>
                  <a:pt x="102811" y="11455"/>
                  <a:pt x="102737" y="11598"/>
                </a:cubicBezTo>
                <a:cubicBezTo>
                  <a:pt x="102737" y="11524"/>
                  <a:pt x="102668" y="11455"/>
                  <a:pt x="102668" y="11381"/>
                </a:cubicBezTo>
                <a:lnTo>
                  <a:pt x="102668" y="11094"/>
                </a:lnTo>
                <a:lnTo>
                  <a:pt x="102668" y="11026"/>
                </a:lnTo>
                <a:cubicBezTo>
                  <a:pt x="102668" y="10951"/>
                  <a:pt x="102737" y="10951"/>
                  <a:pt x="102737" y="10883"/>
                </a:cubicBezTo>
                <a:close/>
                <a:moveTo>
                  <a:pt x="59425" y="11598"/>
                </a:moveTo>
                <a:cubicBezTo>
                  <a:pt x="59425" y="11599"/>
                  <a:pt x="59425" y="11651"/>
                  <a:pt x="59471" y="11664"/>
                </a:cubicBezTo>
                <a:lnTo>
                  <a:pt x="59471" y="11664"/>
                </a:lnTo>
                <a:cubicBezTo>
                  <a:pt x="59461" y="11642"/>
                  <a:pt x="59446" y="11620"/>
                  <a:pt x="59425" y="11598"/>
                </a:cubicBezTo>
                <a:close/>
                <a:moveTo>
                  <a:pt x="76819" y="11238"/>
                </a:moveTo>
                <a:cubicBezTo>
                  <a:pt x="76819" y="11381"/>
                  <a:pt x="76751" y="11524"/>
                  <a:pt x="76751" y="11667"/>
                </a:cubicBezTo>
                <a:cubicBezTo>
                  <a:pt x="76676" y="11667"/>
                  <a:pt x="76676" y="11667"/>
                  <a:pt x="76676" y="11598"/>
                </a:cubicBezTo>
                <a:cubicBezTo>
                  <a:pt x="76751" y="11524"/>
                  <a:pt x="76751" y="11381"/>
                  <a:pt x="76819" y="11238"/>
                </a:cubicBezTo>
                <a:close/>
                <a:moveTo>
                  <a:pt x="78755" y="11169"/>
                </a:moveTo>
                <a:lnTo>
                  <a:pt x="78755" y="11455"/>
                </a:lnTo>
                <a:cubicBezTo>
                  <a:pt x="78755" y="11524"/>
                  <a:pt x="78681" y="11598"/>
                  <a:pt x="78681" y="11667"/>
                </a:cubicBezTo>
                <a:cubicBezTo>
                  <a:pt x="78681" y="11667"/>
                  <a:pt x="78612" y="11598"/>
                  <a:pt x="78612" y="11524"/>
                </a:cubicBezTo>
                <a:cubicBezTo>
                  <a:pt x="78612" y="11455"/>
                  <a:pt x="78681" y="11312"/>
                  <a:pt x="78755" y="11169"/>
                </a:cubicBezTo>
                <a:close/>
                <a:moveTo>
                  <a:pt x="94718" y="11598"/>
                </a:moveTo>
                <a:cubicBezTo>
                  <a:pt x="94718" y="11598"/>
                  <a:pt x="94793" y="11598"/>
                  <a:pt x="94793" y="11667"/>
                </a:cubicBezTo>
                <a:lnTo>
                  <a:pt x="94718" y="11667"/>
                </a:lnTo>
                <a:lnTo>
                  <a:pt x="94718" y="11598"/>
                </a:lnTo>
                <a:close/>
                <a:moveTo>
                  <a:pt x="94220" y="11094"/>
                </a:moveTo>
                <a:cubicBezTo>
                  <a:pt x="94289" y="11238"/>
                  <a:pt x="94363" y="11381"/>
                  <a:pt x="94363" y="11524"/>
                </a:cubicBezTo>
                <a:cubicBezTo>
                  <a:pt x="94289" y="11598"/>
                  <a:pt x="94220" y="11667"/>
                  <a:pt x="94077" y="11742"/>
                </a:cubicBezTo>
                <a:cubicBezTo>
                  <a:pt x="94077" y="11667"/>
                  <a:pt x="94077" y="11598"/>
                  <a:pt x="94002" y="11524"/>
                </a:cubicBezTo>
                <a:lnTo>
                  <a:pt x="94220" y="11094"/>
                </a:lnTo>
                <a:close/>
                <a:moveTo>
                  <a:pt x="101236" y="10808"/>
                </a:moveTo>
                <a:lnTo>
                  <a:pt x="101236" y="11026"/>
                </a:lnTo>
                <a:cubicBezTo>
                  <a:pt x="101162" y="11094"/>
                  <a:pt x="101162" y="11169"/>
                  <a:pt x="101093" y="11238"/>
                </a:cubicBezTo>
                <a:cubicBezTo>
                  <a:pt x="101093" y="11238"/>
                  <a:pt x="101093" y="11169"/>
                  <a:pt x="101018" y="11094"/>
                </a:cubicBezTo>
                <a:lnTo>
                  <a:pt x="101018" y="11094"/>
                </a:lnTo>
                <a:cubicBezTo>
                  <a:pt x="101018" y="11169"/>
                  <a:pt x="101093" y="11238"/>
                  <a:pt x="101093" y="11312"/>
                </a:cubicBezTo>
                <a:cubicBezTo>
                  <a:pt x="100950" y="11455"/>
                  <a:pt x="100875" y="11598"/>
                  <a:pt x="100807" y="11742"/>
                </a:cubicBezTo>
                <a:cubicBezTo>
                  <a:pt x="100807" y="11742"/>
                  <a:pt x="100807" y="11667"/>
                  <a:pt x="100732" y="11598"/>
                </a:cubicBezTo>
                <a:cubicBezTo>
                  <a:pt x="100875" y="11455"/>
                  <a:pt x="100950" y="11312"/>
                  <a:pt x="101018" y="11094"/>
                </a:cubicBezTo>
                <a:cubicBezTo>
                  <a:pt x="101093" y="11026"/>
                  <a:pt x="101162" y="10883"/>
                  <a:pt x="101236" y="10808"/>
                </a:cubicBezTo>
                <a:close/>
                <a:moveTo>
                  <a:pt x="101666" y="11524"/>
                </a:moveTo>
                <a:lnTo>
                  <a:pt x="101666" y="11742"/>
                </a:lnTo>
                <a:cubicBezTo>
                  <a:pt x="101666" y="11742"/>
                  <a:pt x="101591" y="11667"/>
                  <a:pt x="101591" y="11598"/>
                </a:cubicBezTo>
                <a:lnTo>
                  <a:pt x="101666" y="11524"/>
                </a:lnTo>
                <a:close/>
                <a:moveTo>
                  <a:pt x="102668" y="11598"/>
                </a:moveTo>
                <a:cubicBezTo>
                  <a:pt x="102737" y="11598"/>
                  <a:pt x="102737" y="11667"/>
                  <a:pt x="102737" y="11667"/>
                </a:cubicBezTo>
                <a:lnTo>
                  <a:pt x="102737" y="11742"/>
                </a:lnTo>
                <a:cubicBezTo>
                  <a:pt x="102737" y="11667"/>
                  <a:pt x="102737" y="11667"/>
                  <a:pt x="102668" y="11598"/>
                </a:cubicBezTo>
                <a:close/>
                <a:moveTo>
                  <a:pt x="105314" y="10023"/>
                </a:moveTo>
                <a:cubicBezTo>
                  <a:pt x="105457" y="10235"/>
                  <a:pt x="105601" y="10596"/>
                  <a:pt x="105675" y="10883"/>
                </a:cubicBezTo>
                <a:lnTo>
                  <a:pt x="105457" y="11742"/>
                </a:lnTo>
                <a:cubicBezTo>
                  <a:pt x="105389" y="11524"/>
                  <a:pt x="105314" y="11381"/>
                  <a:pt x="105245" y="11238"/>
                </a:cubicBezTo>
                <a:cubicBezTo>
                  <a:pt x="105245" y="11238"/>
                  <a:pt x="105245" y="11169"/>
                  <a:pt x="105171" y="11169"/>
                </a:cubicBezTo>
                <a:cubicBezTo>
                  <a:pt x="105245" y="10808"/>
                  <a:pt x="105245" y="10378"/>
                  <a:pt x="105314" y="10023"/>
                </a:cubicBezTo>
                <a:close/>
                <a:moveTo>
                  <a:pt x="66584" y="11742"/>
                </a:moveTo>
                <a:cubicBezTo>
                  <a:pt x="66653" y="11742"/>
                  <a:pt x="66653" y="11810"/>
                  <a:pt x="66653" y="11810"/>
                </a:cubicBezTo>
                <a:cubicBezTo>
                  <a:pt x="66653" y="11742"/>
                  <a:pt x="66653" y="11742"/>
                  <a:pt x="66584" y="11742"/>
                </a:cubicBezTo>
                <a:close/>
                <a:moveTo>
                  <a:pt x="88779" y="11667"/>
                </a:moveTo>
                <a:cubicBezTo>
                  <a:pt x="88779" y="11667"/>
                  <a:pt x="88847" y="11742"/>
                  <a:pt x="88847" y="11810"/>
                </a:cubicBezTo>
                <a:cubicBezTo>
                  <a:pt x="88779" y="11810"/>
                  <a:pt x="88779" y="11810"/>
                  <a:pt x="88779" y="11742"/>
                </a:cubicBezTo>
                <a:lnTo>
                  <a:pt x="88779" y="11667"/>
                </a:lnTo>
                <a:close/>
                <a:moveTo>
                  <a:pt x="94432" y="11598"/>
                </a:moveTo>
                <a:lnTo>
                  <a:pt x="94432" y="11742"/>
                </a:lnTo>
                <a:cubicBezTo>
                  <a:pt x="94432" y="11742"/>
                  <a:pt x="94363" y="11742"/>
                  <a:pt x="94363" y="11810"/>
                </a:cubicBezTo>
                <a:cubicBezTo>
                  <a:pt x="94363" y="11742"/>
                  <a:pt x="94363" y="11667"/>
                  <a:pt x="94432" y="11598"/>
                </a:cubicBezTo>
                <a:close/>
                <a:moveTo>
                  <a:pt x="106460" y="11598"/>
                </a:moveTo>
                <a:lnTo>
                  <a:pt x="106460" y="11810"/>
                </a:lnTo>
                <a:cubicBezTo>
                  <a:pt x="106391" y="11810"/>
                  <a:pt x="106391" y="11742"/>
                  <a:pt x="106391" y="11742"/>
                </a:cubicBezTo>
                <a:cubicBezTo>
                  <a:pt x="106460" y="11667"/>
                  <a:pt x="106460" y="11667"/>
                  <a:pt x="106460" y="11598"/>
                </a:cubicBezTo>
                <a:close/>
                <a:moveTo>
                  <a:pt x="64648" y="9806"/>
                </a:moveTo>
                <a:cubicBezTo>
                  <a:pt x="64791" y="10023"/>
                  <a:pt x="64866" y="10235"/>
                  <a:pt x="64866" y="10453"/>
                </a:cubicBezTo>
                <a:cubicBezTo>
                  <a:pt x="64866" y="10522"/>
                  <a:pt x="64791" y="10596"/>
                  <a:pt x="64791" y="10665"/>
                </a:cubicBezTo>
                <a:cubicBezTo>
                  <a:pt x="64648" y="10522"/>
                  <a:pt x="64580" y="10379"/>
                  <a:pt x="64505" y="10235"/>
                </a:cubicBezTo>
                <a:lnTo>
                  <a:pt x="64505" y="10235"/>
                </a:lnTo>
                <a:cubicBezTo>
                  <a:pt x="64580" y="10379"/>
                  <a:pt x="64648" y="10596"/>
                  <a:pt x="64723" y="10739"/>
                </a:cubicBezTo>
                <a:cubicBezTo>
                  <a:pt x="64579" y="10951"/>
                  <a:pt x="64436" y="11238"/>
                  <a:pt x="64362" y="11455"/>
                </a:cubicBezTo>
                <a:cubicBezTo>
                  <a:pt x="64293" y="11381"/>
                  <a:pt x="64293" y="11238"/>
                  <a:pt x="64219" y="11169"/>
                </a:cubicBezTo>
                <a:lnTo>
                  <a:pt x="64219" y="11169"/>
                </a:lnTo>
                <a:cubicBezTo>
                  <a:pt x="64219" y="11238"/>
                  <a:pt x="64293" y="11381"/>
                  <a:pt x="64293" y="11524"/>
                </a:cubicBezTo>
                <a:cubicBezTo>
                  <a:pt x="64219" y="11667"/>
                  <a:pt x="64075" y="11742"/>
                  <a:pt x="64007" y="11885"/>
                </a:cubicBezTo>
                <a:cubicBezTo>
                  <a:pt x="64007" y="11598"/>
                  <a:pt x="64007" y="11312"/>
                  <a:pt x="64075" y="11026"/>
                </a:cubicBezTo>
                <a:cubicBezTo>
                  <a:pt x="64362" y="10378"/>
                  <a:pt x="64579" y="10023"/>
                  <a:pt x="64648" y="9806"/>
                </a:cubicBezTo>
                <a:close/>
                <a:moveTo>
                  <a:pt x="66223" y="11667"/>
                </a:moveTo>
                <a:cubicBezTo>
                  <a:pt x="66223" y="11742"/>
                  <a:pt x="66223" y="11810"/>
                  <a:pt x="66298" y="11885"/>
                </a:cubicBezTo>
                <a:lnTo>
                  <a:pt x="66223" y="11885"/>
                </a:lnTo>
                <a:cubicBezTo>
                  <a:pt x="66223" y="11810"/>
                  <a:pt x="66223" y="11742"/>
                  <a:pt x="66155" y="11667"/>
                </a:cubicBezTo>
                <a:close/>
                <a:moveTo>
                  <a:pt x="97513" y="10951"/>
                </a:moveTo>
                <a:lnTo>
                  <a:pt x="97513" y="11026"/>
                </a:lnTo>
                <a:cubicBezTo>
                  <a:pt x="97439" y="11238"/>
                  <a:pt x="97370" y="11524"/>
                  <a:pt x="97296" y="11810"/>
                </a:cubicBezTo>
                <a:lnTo>
                  <a:pt x="97227" y="11885"/>
                </a:lnTo>
                <a:cubicBezTo>
                  <a:pt x="97296" y="11598"/>
                  <a:pt x="97370" y="11312"/>
                  <a:pt x="97513" y="10951"/>
                </a:cubicBezTo>
                <a:close/>
                <a:moveTo>
                  <a:pt x="108332" y="10831"/>
                </a:moveTo>
                <a:cubicBezTo>
                  <a:pt x="108464" y="11117"/>
                  <a:pt x="108466" y="11534"/>
                  <a:pt x="108539" y="11885"/>
                </a:cubicBezTo>
                <a:lnTo>
                  <a:pt x="108464" y="11885"/>
                </a:lnTo>
                <a:cubicBezTo>
                  <a:pt x="108464" y="11667"/>
                  <a:pt x="108464" y="11524"/>
                  <a:pt x="108396" y="11312"/>
                </a:cubicBezTo>
                <a:cubicBezTo>
                  <a:pt x="108396" y="11176"/>
                  <a:pt x="108396" y="10974"/>
                  <a:pt x="108332" y="10831"/>
                </a:cubicBezTo>
                <a:close/>
                <a:moveTo>
                  <a:pt x="61784" y="10665"/>
                </a:moveTo>
                <a:lnTo>
                  <a:pt x="61784" y="11094"/>
                </a:lnTo>
                <a:cubicBezTo>
                  <a:pt x="61784" y="11381"/>
                  <a:pt x="61716" y="11667"/>
                  <a:pt x="61641" y="11954"/>
                </a:cubicBezTo>
                <a:cubicBezTo>
                  <a:pt x="61573" y="11810"/>
                  <a:pt x="61498" y="11598"/>
                  <a:pt x="61355" y="11381"/>
                </a:cubicBezTo>
                <a:cubicBezTo>
                  <a:pt x="61498" y="11094"/>
                  <a:pt x="61641" y="10883"/>
                  <a:pt x="61784" y="10665"/>
                </a:cubicBezTo>
                <a:close/>
                <a:moveTo>
                  <a:pt x="72237" y="11742"/>
                </a:moveTo>
                <a:cubicBezTo>
                  <a:pt x="72312" y="11810"/>
                  <a:pt x="72312" y="11885"/>
                  <a:pt x="72312" y="11885"/>
                </a:cubicBezTo>
                <a:lnTo>
                  <a:pt x="72312" y="11954"/>
                </a:lnTo>
                <a:lnTo>
                  <a:pt x="72237" y="11885"/>
                </a:lnTo>
                <a:lnTo>
                  <a:pt x="72237" y="11742"/>
                </a:lnTo>
                <a:close/>
                <a:moveTo>
                  <a:pt x="77822" y="11598"/>
                </a:moveTo>
                <a:cubicBezTo>
                  <a:pt x="77753" y="11742"/>
                  <a:pt x="77753" y="11810"/>
                  <a:pt x="77679" y="11954"/>
                </a:cubicBezTo>
                <a:lnTo>
                  <a:pt x="77679" y="11885"/>
                </a:lnTo>
                <a:cubicBezTo>
                  <a:pt x="77753" y="11810"/>
                  <a:pt x="77753" y="11667"/>
                  <a:pt x="77822" y="11598"/>
                </a:cubicBezTo>
                <a:close/>
                <a:moveTo>
                  <a:pt x="69734" y="10883"/>
                </a:moveTo>
                <a:cubicBezTo>
                  <a:pt x="69803" y="11026"/>
                  <a:pt x="69803" y="11238"/>
                  <a:pt x="69878" y="11381"/>
                </a:cubicBezTo>
                <a:cubicBezTo>
                  <a:pt x="69803" y="11455"/>
                  <a:pt x="69803" y="11524"/>
                  <a:pt x="69803" y="11598"/>
                </a:cubicBezTo>
                <a:cubicBezTo>
                  <a:pt x="69734" y="11742"/>
                  <a:pt x="69660" y="11885"/>
                  <a:pt x="69660" y="12028"/>
                </a:cubicBezTo>
                <a:cubicBezTo>
                  <a:pt x="69591" y="11885"/>
                  <a:pt x="69517" y="11667"/>
                  <a:pt x="69448" y="11455"/>
                </a:cubicBezTo>
                <a:cubicBezTo>
                  <a:pt x="69517" y="11238"/>
                  <a:pt x="69660" y="11094"/>
                  <a:pt x="69734" y="10883"/>
                </a:cubicBezTo>
                <a:close/>
                <a:moveTo>
                  <a:pt x="70805" y="11810"/>
                </a:moveTo>
                <a:lnTo>
                  <a:pt x="70805" y="12028"/>
                </a:lnTo>
                <a:lnTo>
                  <a:pt x="70737" y="11954"/>
                </a:lnTo>
                <a:cubicBezTo>
                  <a:pt x="70737" y="11885"/>
                  <a:pt x="70737" y="11885"/>
                  <a:pt x="70805" y="11810"/>
                </a:cubicBezTo>
                <a:close/>
                <a:moveTo>
                  <a:pt x="75319" y="11455"/>
                </a:moveTo>
                <a:lnTo>
                  <a:pt x="75319" y="12028"/>
                </a:lnTo>
                <a:lnTo>
                  <a:pt x="75244" y="12028"/>
                </a:lnTo>
                <a:cubicBezTo>
                  <a:pt x="75244" y="11885"/>
                  <a:pt x="75244" y="11667"/>
                  <a:pt x="75319" y="11455"/>
                </a:cubicBezTo>
                <a:close/>
                <a:moveTo>
                  <a:pt x="85772" y="10951"/>
                </a:moveTo>
                <a:cubicBezTo>
                  <a:pt x="85984" y="11238"/>
                  <a:pt x="86058" y="11524"/>
                  <a:pt x="86201" y="11810"/>
                </a:cubicBezTo>
                <a:cubicBezTo>
                  <a:pt x="86127" y="11885"/>
                  <a:pt x="86127" y="11954"/>
                  <a:pt x="86058" y="12028"/>
                </a:cubicBezTo>
                <a:cubicBezTo>
                  <a:pt x="85984" y="11742"/>
                  <a:pt x="85915" y="11381"/>
                  <a:pt x="85772" y="11026"/>
                </a:cubicBezTo>
                <a:lnTo>
                  <a:pt x="85772" y="10951"/>
                </a:lnTo>
                <a:close/>
                <a:moveTo>
                  <a:pt x="104598" y="11742"/>
                </a:moveTo>
                <a:lnTo>
                  <a:pt x="104598" y="11810"/>
                </a:lnTo>
                <a:cubicBezTo>
                  <a:pt x="104598" y="11885"/>
                  <a:pt x="104598" y="11954"/>
                  <a:pt x="104530" y="12028"/>
                </a:cubicBezTo>
                <a:lnTo>
                  <a:pt x="104530" y="11954"/>
                </a:lnTo>
                <a:lnTo>
                  <a:pt x="104530" y="11885"/>
                </a:lnTo>
                <a:cubicBezTo>
                  <a:pt x="104530" y="11810"/>
                  <a:pt x="104598" y="11810"/>
                  <a:pt x="104598" y="11742"/>
                </a:cubicBezTo>
                <a:close/>
                <a:moveTo>
                  <a:pt x="88779" y="11954"/>
                </a:moveTo>
                <a:lnTo>
                  <a:pt x="88779" y="12028"/>
                </a:lnTo>
                <a:lnTo>
                  <a:pt x="88779" y="12097"/>
                </a:lnTo>
                <a:lnTo>
                  <a:pt x="88704" y="12097"/>
                </a:lnTo>
                <a:cubicBezTo>
                  <a:pt x="88779" y="12028"/>
                  <a:pt x="88779" y="12028"/>
                  <a:pt x="88779" y="11954"/>
                </a:cubicBezTo>
                <a:close/>
                <a:moveTo>
                  <a:pt x="37299" y="11381"/>
                </a:moveTo>
                <a:cubicBezTo>
                  <a:pt x="37299" y="11524"/>
                  <a:pt x="37373" y="11667"/>
                  <a:pt x="37373" y="11810"/>
                </a:cubicBezTo>
                <a:lnTo>
                  <a:pt x="37373" y="11885"/>
                </a:lnTo>
                <a:cubicBezTo>
                  <a:pt x="37373" y="12028"/>
                  <a:pt x="37299" y="12097"/>
                  <a:pt x="37230" y="12240"/>
                </a:cubicBezTo>
                <a:cubicBezTo>
                  <a:pt x="37230" y="11954"/>
                  <a:pt x="37299" y="11667"/>
                  <a:pt x="37299" y="11381"/>
                </a:cubicBezTo>
                <a:close/>
                <a:moveTo>
                  <a:pt x="59350" y="11238"/>
                </a:moveTo>
                <a:cubicBezTo>
                  <a:pt x="59350" y="11381"/>
                  <a:pt x="59425" y="11524"/>
                  <a:pt x="59493" y="11667"/>
                </a:cubicBezTo>
                <a:cubicBezTo>
                  <a:pt x="59485" y="11667"/>
                  <a:pt x="59478" y="11666"/>
                  <a:pt x="59471" y="11664"/>
                </a:cubicBezTo>
                <a:lnTo>
                  <a:pt x="59471" y="11664"/>
                </a:lnTo>
                <a:cubicBezTo>
                  <a:pt x="59493" y="11713"/>
                  <a:pt x="59493" y="11763"/>
                  <a:pt x="59493" y="11810"/>
                </a:cubicBezTo>
                <a:lnTo>
                  <a:pt x="59493" y="11885"/>
                </a:lnTo>
                <a:cubicBezTo>
                  <a:pt x="59425" y="11954"/>
                  <a:pt x="59281" y="12028"/>
                  <a:pt x="58995" y="12240"/>
                </a:cubicBezTo>
                <a:cubicBezTo>
                  <a:pt x="59064" y="11954"/>
                  <a:pt x="59207" y="11598"/>
                  <a:pt x="59350" y="11238"/>
                </a:cubicBezTo>
                <a:close/>
                <a:moveTo>
                  <a:pt x="73314" y="11524"/>
                </a:moveTo>
                <a:lnTo>
                  <a:pt x="73314" y="12028"/>
                </a:lnTo>
                <a:cubicBezTo>
                  <a:pt x="73314" y="12097"/>
                  <a:pt x="73314" y="12171"/>
                  <a:pt x="73240" y="12240"/>
                </a:cubicBezTo>
                <a:cubicBezTo>
                  <a:pt x="73240" y="12028"/>
                  <a:pt x="73314" y="11810"/>
                  <a:pt x="73314" y="11524"/>
                </a:cubicBezTo>
                <a:close/>
                <a:moveTo>
                  <a:pt x="92358" y="10522"/>
                </a:moveTo>
                <a:cubicBezTo>
                  <a:pt x="92427" y="10665"/>
                  <a:pt x="92502" y="10883"/>
                  <a:pt x="92570" y="11026"/>
                </a:cubicBezTo>
                <a:lnTo>
                  <a:pt x="92570" y="11312"/>
                </a:lnTo>
                <a:cubicBezTo>
                  <a:pt x="92570" y="11238"/>
                  <a:pt x="92502" y="11169"/>
                  <a:pt x="92427" y="11026"/>
                </a:cubicBezTo>
                <a:lnTo>
                  <a:pt x="92427" y="11026"/>
                </a:lnTo>
                <a:cubicBezTo>
                  <a:pt x="92502" y="11169"/>
                  <a:pt x="92502" y="11312"/>
                  <a:pt x="92570" y="11381"/>
                </a:cubicBezTo>
                <a:lnTo>
                  <a:pt x="92570" y="11524"/>
                </a:lnTo>
                <a:lnTo>
                  <a:pt x="92570" y="12097"/>
                </a:lnTo>
                <a:cubicBezTo>
                  <a:pt x="92502" y="12171"/>
                  <a:pt x="92502" y="12171"/>
                  <a:pt x="92358" y="12240"/>
                </a:cubicBezTo>
                <a:cubicBezTo>
                  <a:pt x="92358" y="12097"/>
                  <a:pt x="92284" y="12028"/>
                  <a:pt x="92284" y="11885"/>
                </a:cubicBezTo>
                <a:cubicBezTo>
                  <a:pt x="92427" y="11667"/>
                  <a:pt x="92570" y="11455"/>
                  <a:pt x="92570" y="11381"/>
                </a:cubicBezTo>
                <a:lnTo>
                  <a:pt x="92570" y="11381"/>
                </a:lnTo>
                <a:lnTo>
                  <a:pt x="92284" y="11667"/>
                </a:lnTo>
                <a:cubicBezTo>
                  <a:pt x="92284" y="11312"/>
                  <a:pt x="92284" y="10951"/>
                  <a:pt x="92358" y="10522"/>
                </a:cubicBezTo>
                <a:close/>
                <a:moveTo>
                  <a:pt x="66653" y="11667"/>
                </a:moveTo>
                <a:lnTo>
                  <a:pt x="66653" y="11810"/>
                </a:lnTo>
                <a:lnTo>
                  <a:pt x="66653" y="12314"/>
                </a:lnTo>
                <a:cubicBezTo>
                  <a:pt x="66584" y="12171"/>
                  <a:pt x="66510" y="12097"/>
                  <a:pt x="66441" y="11954"/>
                </a:cubicBezTo>
                <a:cubicBezTo>
                  <a:pt x="66584" y="11810"/>
                  <a:pt x="66584" y="11810"/>
                  <a:pt x="66584" y="11742"/>
                </a:cubicBezTo>
                <a:cubicBezTo>
                  <a:pt x="66653" y="11742"/>
                  <a:pt x="66653" y="11667"/>
                  <a:pt x="66653" y="11667"/>
                </a:cubicBezTo>
                <a:close/>
                <a:moveTo>
                  <a:pt x="80972" y="12240"/>
                </a:moveTo>
                <a:cubicBezTo>
                  <a:pt x="81008" y="12277"/>
                  <a:pt x="81027" y="12312"/>
                  <a:pt x="81045" y="12338"/>
                </a:cubicBezTo>
                <a:lnTo>
                  <a:pt x="81045" y="12338"/>
                </a:lnTo>
                <a:cubicBezTo>
                  <a:pt x="81040" y="12308"/>
                  <a:pt x="81025" y="12293"/>
                  <a:pt x="80972" y="12240"/>
                </a:cubicBezTo>
                <a:close/>
                <a:moveTo>
                  <a:pt x="56704" y="11026"/>
                </a:moveTo>
                <a:lnTo>
                  <a:pt x="56704" y="11169"/>
                </a:lnTo>
                <a:cubicBezTo>
                  <a:pt x="56630" y="11598"/>
                  <a:pt x="56561" y="11954"/>
                  <a:pt x="56486" y="12383"/>
                </a:cubicBezTo>
                <a:cubicBezTo>
                  <a:pt x="56486" y="12097"/>
                  <a:pt x="56486" y="11810"/>
                  <a:pt x="56418" y="11524"/>
                </a:cubicBezTo>
                <a:cubicBezTo>
                  <a:pt x="56486" y="11312"/>
                  <a:pt x="56561" y="11169"/>
                  <a:pt x="56704" y="11026"/>
                </a:cubicBezTo>
                <a:close/>
                <a:moveTo>
                  <a:pt x="59425" y="11954"/>
                </a:moveTo>
                <a:cubicBezTo>
                  <a:pt x="59425" y="12097"/>
                  <a:pt x="59350" y="12240"/>
                  <a:pt x="59350" y="12383"/>
                </a:cubicBezTo>
                <a:lnTo>
                  <a:pt x="59281" y="12314"/>
                </a:lnTo>
                <a:cubicBezTo>
                  <a:pt x="59350" y="12097"/>
                  <a:pt x="59425" y="12028"/>
                  <a:pt x="59425" y="11954"/>
                </a:cubicBezTo>
                <a:close/>
                <a:moveTo>
                  <a:pt x="88418" y="11885"/>
                </a:moveTo>
                <a:cubicBezTo>
                  <a:pt x="88418" y="12028"/>
                  <a:pt x="88349" y="12240"/>
                  <a:pt x="88275" y="12383"/>
                </a:cubicBezTo>
                <a:cubicBezTo>
                  <a:pt x="88275" y="12314"/>
                  <a:pt x="88275" y="12314"/>
                  <a:pt x="88206" y="12240"/>
                </a:cubicBezTo>
                <a:cubicBezTo>
                  <a:pt x="88275" y="12097"/>
                  <a:pt x="88349" y="11954"/>
                  <a:pt x="88418" y="11885"/>
                </a:cubicBezTo>
                <a:close/>
                <a:moveTo>
                  <a:pt x="85628" y="11312"/>
                </a:moveTo>
                <a:lnTo>
                  <a:pt x="85628" y="11598"/>
                </a:lnTo>
                <a:cubicBezTo>
                  <a:pt x="85697" y="11885"/>
                  <a:pt x="85697" y="12171"/>
                  <a:pt x="85697" y="12458"/>
                </a:cubicBezTo>
                <a:cubicBezTo>
                  <a:pt x="85628" y="12240"/>
                  <a:pt x="85485" y="12028"/>
                  <a:pt x="85411" y="11742"/>
                </a:cubicBezTo>
                <a:cubicBezTo>
                  <a:pt x="85485" y="11667"/>
                  <a:pt x="85485" y="11524"/>
                  <a:pt x="85554" y="11455"/>
                </a:cubicBezTo>
                <a:cubicBezTo>
                  <a:pt x="85554" y="11381"/>
                  <a:pt x="85628" y="11312"/>
                  <a:pt x="85628" y="11312"/>
                </a:cubicBezTo>
                <a:close/>
                <a:moveTo>
                  <a:pt x="96007" y="12240"/>
                </a:moveTo>
                <a:lnTo>
                  <a:pt x="96007" y="12458"/>
                </a:lnTo>
                <a:cubicBezTo>
                  <a:pt x="96007" y="12458"/>
                  <a:pt x="96007" y="12383"/>
                  <a:pt x="95938" y="12383"/>
                </a:cubicBezTo>
                <a:cubicBezTo>
                  <a:pt x="96007" y="12314"/>
                  <a:pt x="96007" y="12314"/>
                  <a:pt x="96007" y="12240"/>
                </a:cubicBezTo>
                <a:close/>
                <a:moveTo>
                  <a:pt x="98441" y="12171"/>
                </a:moveTo>
                <a:cubicBezTo>
                  <a:pt x="98441" y="12314"/>
                  <a:pt x="98516" y="12383"/>
                  <a:pt x="98516" y="12458"/>
                </a:cubicBezTo>
                <a:cubicBezTo>
                  <a:pt x="98516" y="12458"/>
                  <a:pt x="98441" y="12458"/>
                  <a:pt x="98441" y="12383"/>
                </a:cubicBezTo>
                <a:lnTo>
                  <a:pt x="98441" y="12314"/>
                </a:lnTo>
                <a:lnTo>
                  <a:pt x="98441" y="12171"/>
                </a:lnTo>
                <a:close/>
                <a:moveTo>
                  <a:pt x="70662" y="12028"/>
                </a:moveTo>
                <a:cubicBezTo>
                  <a:pt x="70662" y="12097"/>
                  <a:pt x="70737" y="12171"/>
                  <a:pt x="70737" y="12171"/>
                </a:cubicBezTo>
                <a:cubicBezTo>
                  <a:pt x="70662" y="12314"/>
                  <a:pt x="70662" y="12383"/>
                  <a:pt x="70593" y="12526"/>
                </a:cubicBezTo>
                <a:cubicBezTo>
                  <a:pt x="70593" y="12458"/>
                  <a:pt x="70593" y="12383"/>
                  <a:pt x="70519" y="12314"/>
                </a:cubicBezTo>
                <a:cubicBezTo>
                  <a:pt x="70593" y="12240"/>
                  <a:pt x="70662" y="12097"/>
                  <a:pt x="70662" y="12028"/>
                </a:cubicBezTo>
                <a:close/>
                <a:moveTo>
                  <a:pt x="63360" y="12601"/>
                </a:moveTo>
                <a:cubicBezTo>
                  <a:pt x="63360" y="12601"/>
                  <a:pt x="63359" y="12670"/>
                  <a:pt x="63291" y="12670"/>
                </a:cubicBezTo>
                <a:lnTo>
                  <a:pt x="63360" y="12601"/>
                </a:lnTo>
                <a:close/>
                <a:moveTo>
                  <a:pt x="75319" y="12028"/>
                </a:moveTo>
                <a:lnTo>
                  <a:pt x="75319" y="12028"/>
                </a:lnTo>
                <a:cubicBezTo>
                  <a:pt x="75244" y="12240"/>
                  <a:pt x="75244" y="12383"/>
                  <a:pt x="75244" y="12601"/>
                </a:cubicBezTo>
                <a:lnTo>
                  <a:pt x="75176" y="12670"/>
                </a:lnTo>
                <a:lnTo>
                  <a:pt x="75176" y="12314"/>
                </a:lnTo>
                <a:cubicBezTo>
                  <a:pt x="75244" y="12240"/>
                  <a:pt x="75244" y="12097"/>
                  <a:pt x="75319" y="12028"/>
                </a:cubicBezTo>
                <a:close/>
                <a:moveTo>
                  <a:pt x="66367" y="12097"/>
                </a:moveTo>
                <a:cubicBezTo>
                  <a:pt x="66441" y="12240"/>
                  <a:pt x="66510" y="12383"/>
                  <a:pt x="66584" y="12601"/>
                </a:cubicBezTo>
                <a:cubicBezTo>
                  <a:pt x="66510" y="12601"/>
                  <a:pt x="66510" y="12670"/>
                  <a:pt x="66441" y="12744"/>
                </a:cubicBezTo>
                <a:cubicBezTo>
                  <a:pt x="66441" y="12601"/>
                  <a:pt x="66367" y="12383"/>
                  <a:pt x="66298" y="12240"/>
                </a:cubicBezTo>
                <a:cubicBezTo>
                  <a:pt x="66367" y="12171"/>
                  <a:pt x="66367" y="12171"/>
                  <a:pt x="66367" y="12097"/>
                </a:cubicBezTo>
                <a:close/>
                <a:moveTo>
                  <a:pt x="99014" y="11238"/>
                </a:moveTo>
                <a:lnTo>
                  <a:pt x="99014" y="11810"/>
                </a:lnTo>
                <a:cubicBezTo>
                  <a:pt x="99014" y="11885"/>
                  <a:pt x="98945" y="11954"/>
                  <a:pt x="98945" y="12028"/>
                </a:cubicBezTo>
                <a:cubicBezTo>
                  <a:pt x="98871" y="12240"/>
                  <a:pt x="98802" y="12526"/>
                  <a:pt x="98727" y="12744"/>
                </a:cubicBezTo>
                <a:lnTo>
                  <a:pt x="98516" y="12097"/>
                </a:lnTo>
                <a:cubicBezTo>
                  <a:pt x="98727" y="11667"/>
                  <a:pt x="98871" y="11381"/>
                  <a:pt x="99014" y="11238"/>
                </a:cubicBezTo>
                <a:close/>
                <a:moveTo>
                  <a:pt x="65009" y="11524"/>
                </a:moveTo>
                <a:cubicBezTo>
                  <a:pt x="65152" y="11810"/>
                  <a:pt x="65221" y="12097"/>
                  <a:pt x="65295" y="12383"/>
                </a:cubicBezTo>
                <a:lnTo>
                  <a:pt x="65078" y="12601"/>
                </a:lnTo>
                <a:lnTo>
                  <a:pt x="64866" y="12383"/>
                </a:lnTo>
                <a:lnTo>
                  <a:pt x="64866" y="12383"/>
                </a:lnTo>
                <a:cubicBezTo>
                  <a:pt x="64935" y="12526"/>
                  <a:pt x="64935" y="12670"/>
                  <a:pt x="64935" y="12813"/>
                </a:cubicBezTo>
                <a:cubicBezTo>
                  <a:pt x="64866" y="12813"/>
                  <a:pt x="64866" y="12887"/>
                  <a:pt x="64791" y="12887"/>
                </a:cubicBezTo>
                <a:cubicBezTo>
                  <a:pt x="64791" y="12813"/>
                  <a:pt x="64723" y="12670"/>
                  <a:pt x="64723" y="12526"/>
                </a:cubicBezTo>
                <a:cubicBezTo>
                  <a:pt x="64791" y="12240"/>
                  <a:pt x="64866" y="11885"/>
                  <a:pt x="65009" y="11524"/>
                </a:cubicBezTo>
                <a:close/>
                <a:moveTo>
                  <a:pt x="86270" y="12028"/>
                </a:moveTo>
                <a:cubicBezTo>
                  <a:pt x="86344" y="12240"/>
                  <a:pt x="86413" y="12526"/>
                  <a:pt x="86488" y="12813"/>
                </a:cubicBezTo>
                <a:lnTo>
                  <a:pt x="86488" y="12887"/>
                </a:lnTo>
                <a:cubicBezTo>
                  <a:pt x="86413" y="12744"/>
                  <a:pt x="86270" y="12601"/>
                  <a:pt x="86201" y="12383"/>
                </a:cubicBezTo>
                <a:lnTo>
                  <a:pt x="86270" y="12028"/>
                </a:lnTo>
                <a:close/>
                <a:moveTo>
                  <a:pt x="59207" y="12383"/>
                </a:moveTo>
                <a:lnTo>
                  <a:pt x="59207" y="13030"/>
                </a:lnTo>
                <a:cubicBezTo>
                  <a:pt x="59138" y="12887"/>
                  <a:pt x="59138" y="12744"/>
                  <a:pt x="59064" y="12601"/>
                </a:cubicBezTo>
                <a:cubicBezTo>
                  <a:pt x="59064" y="12526"/>
                  <a:pt x="59138" y="12458"/>
                  <a:pt x="59207" y="12383"/>
                </a:cubicBezTo>
                <a:close/>
                <a:moveTo>
                  <a:pt x="78538" y="11598"/>
                </a:moveTo>
                <a:cubicBezTo>
                  <a:pt x="78612" y="11667"/>
                  <a:pt x="78612" y="11742"/>
                  <a:pt x="78681" y="11810"/>
                </a:cubicBezTo>
                <a:cubicBezTo>
                  <a:pt x="78538" y="12240"/>
                  <a:pt x="78394" y="12601"/>
                  <a:pt x="78251" y="13030"/>
                </a:cubicBezTo>
                <a:lnTo>
                  <a:pt x="78251" y="12813"/>
                </a:lnTo>
                <a:cubicBezTo>
                  <a:pt x="78251" y="12458"/>
                  <a:pt x="78394" y="12028"/>
                  <a:pt x="78538" y="11598"/>
                </a:cubicBezTo>
                <a:close/>
                <a:moveTo>
                  <a:pt x="82833" y="12383"/>
                </a:moveTo>
                <a:cubicBezTo>
                  <a:pt x="82833" y="12383"/>
                  <a:pt x="82908" y="12458"/>
                  <a:pt x="82908" y="12526"/>
                </a:cubicBezTo>
                <a:cubicBezTo>
                  <a:pt x="82908" y="12744"/>
                  <a:pt x="82833" y="12887"/>
                  <a:pt x="82833" y="13099"/>
                </a:cubicBezTo>
                <a:cubicBezTo>
                  <a:pt x="82765" y="12956"/>
                  <a:pt x="82690" y="12887"/>
                  <a:pt x="82690" y="12744"/>
                </a:cubicBezTo>
                <a:cubicBezTo>
                  <a:pt x="82765" y="12601"/>
                  <a:pt x="82765" y="12458"/>
                  <a:pt x="82833" y="12383"/>
                </a:cubicBezTo>
                <a:close/>
                <a:moveTo>
                  <a:pt x="90852" y="12601"/>
                </a:moveTo>
                <a:lnTo>
                  <a:pt x="90852" y="12813"/>
                </a:lnTo>
                <a:cubicBezTo>
                  <a:pt x="90783" y="12887"/>
                  <a:pt x="90709" y="13030"/>
                  <a:pt x="90640" y="13174"/>
                </a:cubicBezTo>
                <a:lnTo>
                  <a:pt x="90640" y="13099"/>
                </a:lnTo>
                <a:lnTo>
                  <a:pt x="90640" y="12956"/>
                </a:lnTo>
                <a:cubicBezTo>
                  <a:pt x="90709" y="12813"/>
                  <a:pt x="90783" y="12744"/>
                  <a:pt x="90852" y="12601"/>
                </a:cubicBezTo>
                <a:close/>
                <a:moveTo>
                  <a:pt x="92215" y="13030"/>
                </a:moveTo>
                <a:lnTo>
                  <a:pt x="92215" y="13174"/>
                </a:lnTo>
                <a:cubicBezTo>
                  <a:pt x="92215" y="13242"/>
                  <a:pt x="92141" y="13242"/>
                  <a:pt x="92141" y="13242"/>
                </a:cubicBezTo>
                <a:lnTo>
                  <a:pt x="92141" y="13030"/>
                </a:lnTo>
                <a:close/>
                <a:moveTo>
                  <a:pt x="82547" y="13030"/>
                </a:moveTo>
                <a:cubicBezTo>
                  <a:pt x="82621" y="13174"/>
                  <a:pt x="82621" y="13317"/>
                  <a:pt x="82690" y="13460"/>
                </a:cubicBezTo>
                <a:cubicBezTo>
                  <a:pt x="82621" y="13385"/>
                  <a:pt x="82547" y="13242"/>
                  <a:pt x="82478" y="13174"/>
                </a:cubicBezTo>
                <a:cubicBezTo>
                  <a:pt x="82478" y="13099"/>
                  <a:pt x="82547" y="13030"/>
                  <a:pt x="82547" y="13030"/>
                </a:cubicBezTo>
                <a:close/>
                <a:moveTo>
                  <a:pt x="83337" y="12744"/>
                </a:moveTo>
                <a:cubicBezTo>
                  <a:pt x="83481" y="12956"/>
                  <a:pt x="83549" y="13174"/>
                  <a:pt x="83624" y="13385"/>
                </a:cubicBezTo>
                <a:cubicBezTo>
                  <a:pt x="83549" y="13385"/>
                  <a:pt x="83549" y="13460"/>
                  <a:pt x="83481" y="13529"/>
                </a:cubicBezTo>
                <a:cubicBezTo>
                  <a:pt x="83481" y="13317"/>
                  <a:pt x="83406" y="13030"/>
                  <a:pt x="83337" y="12744"/>
                </a:cubicBezTo>
                <a:close/>
                <a:moveTo>
                  <a:pt x="86413" y="13746"/>
                </a:moveTo>
                <a:lnTo>
                  <a:pt x="86413" y="13890"/>
                </a:lnTo>
                <a:cubicBezTo>
                  <a:pt x="86413" y="13890"/>
                  <a:pt x="86413" y="13815"/>
                  <a:pt x="86344" y="13815"/>
                </a:cubicBezTo>
                <a:lnTo>
                  <a:pt x="86413" y="13746"/>
                </a:lnTo>
                <a:close/>
                <a:moveTo>
                  <a:pt x="80330" y="12240"/>
                </a:moveTo>
                <a:cubicBezTo>
                  <a:pt x="80399" y="12813"/>
                  <a:pt x="80399" y="13317"/>
                  <a:pt x="80330" y="13815"/>
                </a:cubicBezTo>
                <a:cubicBezTo>
                  <a:pt x="80330" y="13746"/>
                  <a:pt x="80256" y="13672"/>
                  <a:pt x="80256" y="13603"/>
                </a:cubicBezTo>
                <a:lnTo>
                  <a:pt x="80256" y="13603"/>
                </a:lnTo>
                <a:cubicBezTo>
                  <a:pt x="80256" y="13672"/>
                  <a:pt x="80256" y="13815"/>
                  <a:pt x="80330" y="13890"/>
                </a:cubicBezTo>
                <a:lnTo>
                  <a:pt x="80330" y="13958"/>
                </a:lnTo>
                <a:cubicBezTo>
                  <a:pt x="80256" y="13815"/>
                  <a:pt x="80256" y="13746"/>
                  <a:pt x="80187" y="13603"/>
                </a:cubicBezTo>
                <a:cubicBezTo>
                  <a:pt x="80256" y="13174"/>
                  <a:pt x="80256" y="12744"/>
                  <a:pt x="80330" y="12240"/>
                </a:cubicBezTo>
                <a:close/>
                <a:moveTo>
                  <a:pt x="82478" y="13242"/>
                </a:moveTo>
                <a:lnTo>
                  <a:pt x="82478" y="14245"/>
                </a:lnTo>
                <a:cubicBezTo>
                  <a:pt x="82404" y="14033"/>
                  <a:pt x="82335" y="13890"/>
                  <a:pt x="82261" y="13746"/>
                </a:cubicBezTo>
                <a:cubicBezTo>
                  <a:pt x="82335" y="13603"/>
                  <a:pt x="82404" y="13385"/>
                  <a:pt x="82478" y="13242"/>
                </a:cubicBezTo>
                <a:close/>
                <a:moveTo>
                  <a:pt x="9377" y="0"/>
                </a:moveTo>
                <a:cubicBezTo>
                  <a:pt x="9022" y="642"/>
                  <a:pt x="8804" y="1861"/>
                  <a:pt x="8592" y="3293"/>
                </a:cubicBezTo>
                <a:lnTo>
                  <a:pt x="8592" y="3293"/>
                </a:lnTo>
                <a:cubicBezTo>
                  <a:pt x="8593" y="3020"/>
                  <a:pt x="8598" y="2698"/>
                  <a:pt x="8661" y="2434"/>
                </a:cubicBezTo>
                <a:lnTo>
                  <a:pt x="8661" y="2434"/>
                </a:lnTo>
                <a:cubicBezTo>
                  <a:pt x="8449" y="2789"/>
                  <a:pt x="8306" y="3293"/>
                  <a:pt x="8163" y="3866"/>
                </a:cubicBezTo>
                <a:cubicBezTo>
                  <a:pt x="8088" y="4009"/>
                  <a:pt x="7945" y="4221"/>
                  <a:pt x="7876" y="4365"/>
                </a:cubicBezTo>
                <a:cubicBezTo>
                  <a:pt x="7802" y="4078"/>
                  <a:pt x="7733" y="3792"/>
                  <a:pt x="7659" y="3580"/>
                </a:cubicBezTo>
                <a:lnTo>
                  <a:pt x="7659" y="3580"/>
                </a:lnTo>
                <a:cubicBezTo>
                  <a:pt x="7733" y="3866"/>
                  <a:pt x="7733" y="4153"/>
                  <a:pt x="7802" y="4508"/>
                </a:cubicBezTo>
                <a:cubicBezTo>
                  <a:pt x="7733" y="4582"/>
                  <a:pt x="7733" y="4651"/>
                  <a:pt x="7659" y="4794"/>
                </a:cubicBezTo>
                <a:cubicBezTo>
                  <a:pt x="7590" y="4869"/>
                  <a:pt x="7590" y="4937"/>
                  <a:pt x="7515" y="5012"/>
                </a:cubicBezTo>
                <a:cubicBezTo>
                  <a:pt x="7515" y="4651"/>
                  <a:pt x="7590" y="4296"/>
                  <a:pt x="7590" y="4009"/>
                </a:cubicBezTo>
                <a:lnTo>
                  <a:pt x="7590" y="4009"/>
                </a:lnTo>
                <a:cubicBezTo>
                  <a:pt x="7447" y="4221"/>
                  <a:pt x="7372" y="4582"/>
                  <a:pt x="7229" y="5012"/>
                </a:cubicBezTo>
                <a:cubicBezTo>
                  <a:pt x="7017" y="3580"/>
                  <a:pt x="6513" y="2005"/>
                  <a:pt x="5797" y="642"/>
                </a:cubicBezTo>
                <a:lnTo>
                  <a:pt x="5797" y="642"/>
                </a:lnTo>
                <a:cubicBezTo>
                  <a:pt x="6084" y="1358"/>
                  <a:pt x="6370" y="2217"/>
                  <a:pt x="6513" y="3219"/>
                </a:cubicBezTo>
                <a:cubicBezTo>
                  <a:pt x="6455" y="3099"/>
                  <a:pt x="6345" y="2930"/>
                  <a:pt x="6267" y="2750"/>
                </a:cubicBezTo>
                <a:lnTo>
                  <a:pt x="6267" y="2750"/>
                </a:lnTo>
                <a:cubicBezTo>
                  <a:pt x="6396" y="3088"/>
                  <a:pt x="6520" y="3477"/>
                  <a:pt x="6588" y="3866"/>
                </a:cubicBezTo>
                <a:cubicBezTo>
                  <a:pt x="6731" y="4508"/>
                  <a:pt x="6799" y="5224"/>
                  <a:pt x="6799" y="5940"/>
                </a:cubicBezTo>
                <a:cubicBezTo>
                  <a:pt x="6799" y="6014"/>
                  <a:pt x="6799" y="6014"/>
                  <a:pt x="6731" y="6083"/>
                </a:cubicBezTo>
                <a:cubicBezTo>
                  <a:pt x="6656" y="6083"/>
                  <a:pt x="6656" y="6014"/>
                  <a:pt x="6656" y="5940"/>
                </a:cubicBezTo>
                <a:lnTo>
                  <a:pt x="6656" y="6157"/>
                </a:lnTo>
                <a:cubicBezTo>
                  <a:pt x="6656" y="6157"/>
                  <a:pt x="6588" y="6226"/>
                  <a:pt x="6588" y="6300"/>
                </a:cubicBezTo>
                <a:cubicBezTo>
                  <a:pt x="6513" y="6226"/>
                  <a:pt x="6513" y="6157"/>
                  <a:pt x="6513" y="6083"/>
                </a:cubicBezTo>
                <a:lnTo>
                  <a:pt x="6513" y="5653"/>
                </a:lnTo>
                <a:lnTo>
                  <a:pt x="6513" y="5510"/>
                </a:lnTo>
                <a:cubicBezTo>
                  <a:pt x="6444" y="5585"/>
                  <a:pt x="6444" y="5728"/>
                  <a:pt x="6370" y="5871"/>
                </a:cubicBezTo>
                <a:cubicBezTo>
                  <a:pt x="6301" y="5728"/>
                  <a:pt x="6158" y="5510"/>
                  <a:pt x="6084" y="5367"/>
                </a:cubicBezTo>
                <a:lnTo>
                  <a:pt x="6084" y="5367"/>
                </a:lnTo>
                <a:lnTo>
                  <a:pt x="6301" y="6014"/>
                </a:lnTo>
                <a:lnTo>
                  <a:pt x="6301" y="6157"/>
                </a:lnTo>
                <a:lnTo>
                  <a:pt x="6084" y="5510"/>
                </a:lnTo>
                <a:lnTo>
                  <a:pt x="6084" y="5367"/>
                </a:lnTo>
                <a:cubicBezTo>
                  <a:pt x="6158" y="4725"/>
                  <a:pt x="6158" y="4009"/>
                  <a:pt x="6227" y="3362"/>
                </a:cubicBezTo>
                <a:lnTo>
                  <a:pt x="6227" y="3362"/>
                </a:lnTo>
                <a:cubicBezTo>
                  <a:pt x="6084" y="3649"/>
                  <a:pt x="5940" y="4153"/>
                  <a:pt x="5797" y="4725"/>
                </a:cubicBezTo>
                <a:lnTo>
                  <a:pt x="5585" y="4078"/>
                </a:lnTo>
                <a:cubicBezTo>
                  <a:pt x="5585" y="4009"/>
                  <a:pt x="5511" y="3935"/>
                  <a:pt x="5511" y="3866"/>
                </a:cubicBezTo>
                <a:cubicBezTo>
                  <a:pt x="5728" y="3437"/>
                  <a:pt x="5872" y="3076"/>
                  <a:pt x="5872" y="3076"/>
                </a:cubicBezTo>
                <a:lnTo>
                  <a:pt x="5872" y="3076"/>
                </a:lnTo>
                <a:cubicBezTo>
                  <a:pt x="5872" y="3076"/>
                  <a:pt x="5654" y="3294"/>
                  <a:pt x="5442" y="3580"/>
                </a:cubicBezTo>
                <a:cubicBezTo>
                  <a:pt x="5382" y="3291"/>
                  <a:pt x="5278" y="3005"/>
                  <a:pt x="5204" y="2717"/>
                </a:cubicBezTo>
                <a:lnTo>
                  <a:pt x="5204" y="2717"/>
                </a:lnTo>
                <a:cubicBezTo>
                  <a:pt x="5255" y="2959"/>
                  <a:pt x="5299" y="3234"/>
                  <a:pt x="5299" y="3505"/>
                </a:cubicBezTo>
                <a:lnTo>
                  <a:pt x="5081" y="3076"/>
                </a:lnTo>
                <a:lnTo>
                  <a:pt x="5299" y="3723"/>
                </a:lnTo>
                <a:cubicBezTo>
                  <a:pt x="5081" y="4078"/>
                  <a:pt x="4795" y="4439"/>
                  <a:pt x="4508" y="4937"/>
                </a:cubicBezTo>
                <a:lnTo>
                  <a:pt x="4508" y="4869"/>
                </a:lnTo>
                <a:cubicBezTo>
                  <a:pt x="4508" y="4794"/>
                  <a:pt x="4440" y="4725"/>
                  <a:pt x="4440" y="4725"/>
                </a:cubicBezTo>
                <a:lnTo>
                  <a:pt x="4440" y="4725"/>
                </a:lnTo>
                <a:cubicBezTo>
                  <a:pt x="4440" y="4794"/>
                  <a:pt x="4508" y="4869"/>
                  <a:pt x="4508" y="5012"/>
                </a:cubicBezTo>
                <a:cubicBezTo>
                  <a:pt x="4440" y="5080"/>
                  <a:pt x="4440" y="5155"/>
                  <a:pt x="4365" y="5298"/>
                </a:cubicBezTo>
                <a:cubicBezTo>
                  <a:pt x="4365" y="5080"/>
                  <a:pt x="4365" y="4937"/>
                  <a:pt x="4440" y="4725"/>
                </a:cubicBezTo>
                <a:cubicBezTo>
                  <a:pt x="4440" y="4153"/>
                  <a:pt x="4508" y="3649"/>
                  <a:pt x="4508" y="3150"/>
                </a:cubicBezTo>
                <a:lnTo>
                  <a:pt x="4508" y="3150"/>
                </a:lnTo>
                <a:cubicBezTo>
                  <a:pt x="4222" y="3723"/>
                  <a:pt x="4010" y="4937"/>
                  <a:pt x="3792" y="6226"/>
                </a:cubicBezTo>
                <a:cubicBezTo>
                  <a:pt x="3792" y="6157"/>
                  <a:pt x="3724" y="6083"/>
                  <a:pt x="3724" y="6014"/>
                </a:cubicBezTo>
                <a:cubicBezTo>
                  <a:pt x="3724" y="5728"/>
                  <a:pt x="3724" y="5510"/>
                  <a:pt x="3792" y="5298"/>
                </a:cubicBezTo>
                <a:lnTo>
                  <a:pt x="3792" y="5298"/>
                </a:lnTo>
                <a:cubicBezTo>
                  <a:pt x="3724" y="5367"/>
                  <a:pt x="3649" y="5510"/>
                  <a:pt x="3581" y="5653"/>
                </a:cubicBezTo>
                <a:lnTo>
                  <a:pt x="3581" y="5585"/>
                </a:lnTo>
                <a:cubicBezTo>
                  <a:pt x="3363" y="5012"/>
                  <a:pt x="3151" y="4508"/>
                  <a:pt x="2790" y="4009"/>
                </a:cubicBezTo>
                <a:lnTo>
                  <a:pt x="2790" y="4009"/>
                </a:lnTo>
                <a:cubicBezTo>
                  <a:pt x="3077" y="4508"/>
                  <a:pt x="3294" y="5155"/>
                  <a:pt x="3437" y="5871"/>
                </a:cubicBezTo>
                <a:cubicBezTo>
                  <a:pt x="3363" y="5940"/>
                  <a:pt x="3363" y="6014"/>
                  <a:pt x="3363" y="6083"/>
                </a:cubicBezTo>
                <a:cubicBezTo>
                  <a:pt x="3294" y="6226"/>
                  <a:pt x="3220" y="6444"/>
                  <a:pt x="3151" y="6587"/>
                </a:cubicBezTo>
                <a:cubicBezTo>
                  <a:pt x="3077" y="5653"/>
                  <a:pt x="2865" y="4508"/>
                  <a:pt x="2435" y="3150"/>
                </a:cubicBezTo>
                <a:lnTo>
                  <a:pt x="2435" y="3150"/>
                </a:lnTo>
                <a:cubicBezTo>
                  <a:pt x="2647" y="3866"/>
                  <a:pt x="2647" y="4869"/>
                  <a:pt x="2647" y="5940"/>
                </a:cubicBezTo>
                <a:cubicBezTo>
                  <a:pt x="2647" y="5871"/>
                  <a:pt x="2578" y="5728"/>
                  <a:pt x="2504" y="5653"/>
                </a:cubicBezTo>
                <a:lnTo>
                  <a:pt x="2504" y="5653"/>
                </a:lnTo>
                <a:cubicBezTo>
                  <a:pt x="2578" y="6014"/>
                  <a:pt x="2578" y="6369"/>
                  <a:pt x="2578" y="6799"/>
                </a:cubicBezTo>
                <a:cubicBezTo>
                  <a:pt x="2504" y="6587"/>
                  <a:pt x="2361" y="6444"/>
                  <a:pt x="2292" y="6226"/>
                </a:cubicBezTo>
                <a:lnTo>
                  <a:pt x="2292" y="6226"/>
                </a:lnTo>
                <a:cubicBezTo>
                  <a:pt x="2361" y="6444"/>
                  <a:pt x="2504" y="6730"/>
                  <a:pt x="2578" y="7016"/>
                </a:cubicBezTo>
                <a:cubicBezTo>
                  <a:pt x="2504" y="7085"/>
                  <a:pt x="2504" y="7160"/>
                  <a:pt x="2504" y="7228"/>
                </a:cubicBezTo>
                <a:cubicBezTo>
                  <a:pt x="2435" y="7303"/>
                  <a:pt x="2435" y="7372"/>
                  <a:pt x="2435" y="7446"/>
                </a:cubicBezTo>
                <a:cubicBezTo>
                  <a:pt x="2217" y="6587"/>
                  <a:pt x="2005" y="5728"/>
                  <a:pt x="1645" y="4937"/>
                </a:cubicBezTo>
                <a:lnTo>
                  <a:pt x="1862" y="2148"/>
                </a:lnTo>
                <a:lnTo>
                  <a:pt x="1862" y="2148"/>
                </a:lnTo>
                <a:cubicBezTo>
                  <a:pt x="1645" y="2578"/>
                  <a:pt x="1433" y="3293"/>
                  <a:pt x="1290" y="4153"/>
                </a:cubicBezTo>
                <a:cubicBezTo>
                  <a:pt x="1215" y="4079"/>
                  <a:pt x="1147" y="4010"/>
                  <a:pt x="1073" y="3869"/>
                </a:cubicBezTo>
                <a:lnTo>
                  <a:pt x="1073" y="3869"/>
                </a:lnTo>
                <a:cubicBezTo>
                  <a:pt x="1147" y="4010"/>
                  <a:pt x="1215" y="4079"/>
                  <a:pt x="1290" y="4221"/>
                </a:cubicBezTo>
                <a:cubicBezTo>
                  <a:pt x="1215" y="4439"/>
                  <a:pt x="1215" y="4651"/>
                  <a:pt x="1146" y="4869"/>
                </a:cubicBezTo>
                <a:cubicBezTo>
                  <a:pt x="1146" y="5012"/>
                  <a:pt x="1072" y="5155"/>
                  <a:pt x="1072" y="5298"/>
                </a:cubicBezTo>
                <a:lnTo>
                  <a:pt x="1003" y="5224"/>
                </a:lnTo>
                <a:lnTo>
                  <a:pt x="1003" y="4937"/>
                </a:lnTo>
                <a:cubicBezTo>
                  <a:pt x="1003" y="5012"/>
                  <a:pt x="1003" y="5080"/>
                  <a:pt x="929" y="5155"/>
                </a:cubicBezTo>
                <a:cubicBezTo>
                  <a:pt x="860" y="5367"/>
                  <a:pt x="717" y="5728"/>
                  <a:pt x="642" y="6083"/>
                </a:cubicBezTo>
                <a:cubicBezTo>
                  <a:pt x="642" y="5871"/>
                  <a:pt x="717" y="5728"/>
                  <a:pt x="717" y="5585"/>
                </a:cubicBezTo>
                <a:lnTo>
                  <a:pt x="717" y="5585"/>
                </a:lnTo>
                <a:cubicBezTo>
                  <a:pt x="642" y="5728"/>
                  <a:pt x="499" y="5940"/>
                  <a:pt x="430" y="6157"/>
                </a:cubicBezTo>
                <a:cubicBezTo>
                  <a:pt x="430" y="6014"/>
                  <a:pt x="356" y="5871"/>
                  <a:pt x="287" y="5796"/>
                </a:cubicBezTo>
                <a:lnTo>
                  <a:pt x="287" y="6083"/>
                </a:lnTo>
                <a:lnTo>
                  <a:pt x="287" y="6512"/>
                </a:lnTo>
                <a:cubicBezTo>
                  <a:pt x="287" y="6444"/>
                  <a:pt x="213" y="6369"/>
                  <a:pt x="144" y="6300"/>
                </a:cubicBezTo>
                <a:lnTo>
                  <a:pt x="144" y="6300"/>
                </a:lnTo>
                <a:cubicBezTo>
                  <a:pt x="213" y="6369"/>
                  <a:pt x="287" y="6512"/>
                  <a:pt x="287" y="6587"/>
                </a:cubicBezTo>
                <a:lnTo>
                  <a:pt x="287" y="6799"/>
                </a:lnTo>
                <a:cubicBezTo>
                  <a:pt x="287" y="6942"/>
                  <a:pt x="213" y="7016"/>
                  <a:pt x="213" y="7160"/>
                </a:cubicBezTo>
                <a:lnTo>
                  <a:pt x="1" y="6730"/>
                </a:lnTo>
                <a:lnTo>
                  <a:pt x="1" y="6799"/>
                </a:lnTo>
                <a:cubicBezTo>
                  <a:pt x="70" y="6942"/>
                  <a:pt x="144" y="7160"/>
                  <a:pt x="213" y="7303"/>
                </a:cubicBezTo>
                <a:cubicBezTo>
                  <a:pt x="144" y="7732"/>
                  <a:pt x="70" y="8087"/>
                  <a:pt x="1" y="8517"/>
                </a:cubicBezTo>
                <a:lnTo>
                  <a:pt x="1" y="15321"/>
                </a:lnTo>
                <a:lnTo>
                  <a:pt x="116197" y="15321"/>
                </a:lnTo>
                <a:lnTo>
                  <a:pt x="116197" y="9090"/>
                </a:lnTo>
                <a:cubicBezTo>
                  <a:pt x="116197" y="8878"/>
                  <a:pt x="116128" y="8735"/>
                  <a:pt x="116053" y="8517"/>
                </a:cubicBezTo>
                <a:cubicBezTo>
                  <a:pt x="116053" y="8374"/>
                  <a:pt x="116053" y="8305"/>
                  <a:pt x="115985" y="8162"/>
                </a:cubicBezTo>
                <a:cubicBezTo>
                  <a:pt x="116053" y="8019"/>
                  <a:pt x="116128" y="7876"/>
                  <a:pt x="116197" y="7658"/>
                </a:cubicBezTo>
                <a:lnTo>
                  <a:pt x="116197" y="6656"/>
                </a:lnTo>
                <a:cubicBezTo>
                  <a:pt x="116053" y="6799"/>
                  <a:pt x="115910" y="7016"/>
                  <a:pt x="115767" y="7228"/>
                </a:cubicBezTo>
                <a:cubicBezTo>
                  <a:pt x="115624" y="6730"/>
                  <a:pt x="115481" y="6300"/>
                  <a:pt x="115269" y="5728"/>
                </a:cubicBezTo>
                <a:lnTo>
                  <a:pt x="115269" y="5728"/>
                </a:lnTo>
                <a:cubicBezTo>
                  <a:pt x="115412" y="6226"/>
                  <a:pt x="115481" y="6942"/>
                  <a:pt x="115481" y="7658"/>
                </a:cubicBezTo>
                <a:cubicBezTo>
                  <a:pt x="115412" y="7801"/>
                  <a:pt x="115337" y="8019"/>
                  <a:pt x="115269" y="8162"/>
                </a:cubicBezTo>
                <a:cubicBezTo>
                  <a:pt x="115269" y="8231"/>
                  <a:pt x="115269" y="8305"/>
                  <a:pt x="115194" y="8374"/>
                </a:cubicBezTo>
                <a:cubicBezTo>
                  <a:pt x="115194" y="8448"/>
                  <a:pt x="115051" y="8517"/>
                  <a:pt x="114839" y="8735"/>
                </a:cubicBezTo>
                <a:lnTo>
                  <a:pt x="114839" y="8660"/>
                </a:lnTo>
                <a:cubicBezTo>
                  <a:pt x="114908" y="7732"/>
                  <a:pt x="114982" y="6656"/>
                  <a:pt x="115126" y="5585"/>
                </a:cubicBezTo>
                <a:lnTo>
                  <a:pt x="115126" y="5585"/>
                </a:lnTo>
                <a:cubicBezTo>
                  <a:pt x="114696" y="6226"/>
                  <a:pt x="114410" y="7801"/>
                  <a:pt x="114192" y="9233"/>
                </a:cubicBezTo>
                <a:cubicBezTo>
                  <a:pt x="114123" y="8374"/>
                  <a:pt x="113906" y="7228"/>
                  <a:pt x="113333" y="5796"/>
                </a:cubicBezTo>
                <a:lnTo>
                  <a:pt x="113333" y="5796"/>
                </a:lnTo>
                <a:cubicBezTo>
                  <a:pt x="113550" y="6656"/>
                  <a:pt x="113619" y="7876"/>
                  <a:pt x="113619" y="8947"/>
                </a:cubicBezTo>
                <a:cubicBezTo>
                  <a:pt x="113476" y="9090"/>
                  <a:pt x="113407" y="9307"/>
                  <a:pt x="113333" y="9594"/>
                </a:cubicBezTo>
                <a:cubicBezTo>
                  <a:pt x="113333" y="9519"/>
                  <a:pt x="113264" y="9451"/>
                  <a:pt x="113264" y="9376"/>
                </a:cubicBezTo>
                <a:cubicBezTo>
                  <a:pt x="113190" y="9021"/>
                  <a:pt x="113121" y="8735"/>
                  <a:pt x="112978" y="8448"/>
                </a:cubicBezTo>
                <a:cubicBezTo>
                  <a:pt x="112760" y="7801"/>
                  <a:pt x="112474" y="7160"/>
                  <a:pt x="112044" y="6587"/>
                </a:cubicBezTo>
                <a:cubicBezTo>
                  <a:pt x="112044" y="6226"/>
                  <a:pt x="112119" y="5940"/>
                  <a:pt x="112119" y="5585"/>
                </a:cubicBezTo>
                <a:lnTo>
                  <a:pt x="112119" y="5585"/>
                </a:lnTo>
                <a:cubicBezTo>
                  <a:pt x="111758" y="6157"/>
                  <a:pt x="111546" y="7302"/>
                  <a:pt x="111328" y="8448"/>
                </a:cubicBezTo>
                <a:lnTo>
                  <a:pt x="111328" y="8448"/>
                </a:lnTo>
                <a:cubicBezTo>
                  <a:pt x="111329" y="8246"/>
                  <a:pt x="111336" y="7996"/>
                  <a:pt x="111403" y="7801"/>
                </a:cubicBezTo>
                <a:lnTo>
                  <a:pt x="111403" y="7801"/>
                </a:lnTo>
                <a:cubicBezTo>
                  <a:pt x="111259" y="8019"/>
                  <a:pt x="111116" y="8305"/>
                  <a:pt x="111042" y="8591"/>
                </a:cubicBezTo>
                <a:cubicBezTo>
                  <a:pt x="110973" y="8517"/>
                  <a:pt x="110899" y="8448"/>
                  <a:pt x="110830" y="8305"/>
                </a:cubicBezTo>
                <a:lnTo>
                  <a:pt x="110830" y="8305"/>
                </a:lnTo>
                <a:cubicBezTo>
                  <a:pt x="110830" y="8517"/>
                  <a:pt x="110830" y="8735"/>
                  <a:pt x="110899" y="8947"/>
                </a:cubicBezTo>
                <a:cubicBezTo>
                  <a:pt x="110687" y="9164"/>
                  <a:pt x="110400" y="9451"/>
                  <a:pt x="110183" y="9737"/>
                </a:cubicBezTo>
                <a:cubicBezTo>
                  <a:pt x="110114" y="9376"/>
                  <a:pt x="110039" y="9021"/>
                  <a:pt x="109896" y="8591"/>
                </a:cubicBezTo>
                <a:cubicBezTo>
                  <a:pt x="109971" y="7732"/>
                  <a:pt x="110039" y="6730"/>
                  <a:pt x="110114" y="5653"/>
                </a:cubicBezTo>
                <a:lnTo>
                  <a:pt x="110114" y="5653"/>
                </a:lnTo>
                <a:cubicBezTo>
                  <a:pt x="109896" y="6083"/>
                  <a:pt x="109684" y="6799"/>
                  <a:pt x="109541" y="7658"/>
                </a:cubicBezTo>
                <a:cubicBezTo>
                  <a:pt x="109255" y="7228"/>
                  <a:pt x="109037" y="6730"/>
                  <a:pt x="108682" y="6300"/>
                </a:cubicBezTo>
                <a:lnTo>
                  <a:pt x="108682" y="6300"/>
                </a:lnTo>
                <a:cubicBezTo>
                  <a:pt x="109037" y="6873"/>
                  <a:pt x="109255" y="7515"/>
                  <a:pt x="109398" y="8231"/>
                </a:cubicBezTo>
                <a:cubicBezTo>
                  <a:pt x="109324" y="8878"/>
                  <a:pt x="109180" y="9663"/>
                  <a:pt x="109112" y="10310"/>
                </a:cubicBezTo>
                <a:cubicBezTo>
                  <a:pt x="109037" y="10092"/>
                  <a:pt x="108894" y="9949"/>
                  <a:pt x="108751" y="9737"/>
                </a:cubicBezTo>
                <a:cubicBezTo>
                  <a:pt x="108968" y="9308"/>
                  <a:pt x="109180" y="8947"/>
                  <a:pt x="109180" y="8947"/>
                </a:cubicBezTo>
                <a:lnTo>
                  <a:pt x="109180" y="8947"/>
                </a:lnTo>
                <a:cubicBezTo>
                  <a:pt x="109180" y="8947"/>
                  <a:pt x="108894" y="9164"/>
                  <a:pt x="108608" y="9519"/>
                </a:cubicBezTo>
                <a:cubicBezTo>
                  <a:pt x="108539" y="9376"/>
                  <a:pt x="108464" y="9164"/>
                  <a:pt x="108396" y="8947"/>
                </a:cubicBezTo>
                <a:lnTo>
                  <a:pt x="108396" y="8947"/>
                </a:lnTo>
                <a:cubicBezTo>
                  <a:pt x="108396" y="9090"/>
                  <a:pt x="108464" y="9233"/>
                  <a:pt x="108464" y="9376"/>
                </a:cubicBezTo>
                <a:cubicBezTo>
                  <a:pt x="108464" y="9307"/>
                  <a:pt x="108396" y="9233"/>
                  <a:pt x="108396" y="9164"/>
                </a:cubicBezTo>
                <a:lnTo>
                  <a:pt x="108396" y="9090"/>
                </a:lnTo>
                <a:cubicBezTo>
                  <a:pt x="108396" y="9090"/>
                  <a:pt x="108321" y="9090"/>
                  <a:pt x="108321" y="9164"/>
                </a:cubicBezTo>
                <a:lnTo>
                  <a:pt x="107892" y="8517"/>
                </a:lnTo>
                <a:lnTo>
                  <a:pt x="107892" y="8517"/>
                </a:lnTo>
                <a:cubicBezTo>
                  <a:pt x="108035" y="8735"/>
                  <a:pt x="108178" y="9021"/>
                  <a:pt x="108252" y="9233"/>
                </a:cubicBezTo>
                <a:cubicBezTo>
                  <a:pt x="108178" y="9376"/>
                  <a:pt x="108178" y="9519"/>
                  <a:pt x="108109" y="9663"/>
                </a:cubicBezTo>
                <a:cubicBezTo>
                  <a:pt x="108035" y="9307"/>
                  <a:pt x="107892" y="9021"/>
                  <a:pt x="107823" y="8660"/>
                </a:cubicBezTo>
                <a:cubicBezTo>
                  <a:pt x="107536" y="7944"/>
                  <a:pt x="107176" y="7085"/>
                  <a:pt x="106603" y="6369"/>
                </a:cubicBezTo>
                <a:lnTo>
                  <a:pt x="106603" y="6369"/>
                </a:lnTo>
                <a:cubicBezTo>
                  <a:pt x="107032" y="7160"/>
                  <a:pt x="107319" y="8162"/>
                  <a:pt x="107536" y="9233"/>
                </a:cubicBezTo>
                <a:cubicBezTo>
                  <a:pt x="107319" y="9806"/>
                  <a:pt x="107176" y="10522"/>
                  <a:pt x="107032" y="11312"/>
                </a:cubicBezTo>
                <a:cubicBezTo>
                  <a:pt x="106964" y="11238"/>
                  <a:pt x="106964" y="11169"/>
                  <a:pt x="106964" y="11094"/>
                </a:cubicBezTo>
                <a:lnTo>
                  <a:pt x="106964" y="10808"/>
                </a:lnTo>
                <a:cubicBezTo>
                  <a:pt x="106964" y="10596"/>
                  <a:pt x="107032" y="10378"/>
                  <a:pt x="107032" y="10167"/>
                </a:cubicBezTo>
                <a:lnTo>
                  <a:pt x="107032" y="10167"/>
                </a:lnTo>
                <a:cubicBezTo>
                  <a:pt x="106964" y="10235"/>
                  <a:pt x="106821" y="10453"/>
                  <a:pt x="106746" y="10665"/>
                </a:cubicBezTo>
                <a:lnTo>
                  <a:pt x="106746" y="10596"/>
                </a:lnTo>
                <a:cubicBezTo>
                  <a:pt x="107032" y="10092"/>
                  <a:pt x="107250" y="9737"/>
                  <a:pt x="107250" y="9737"/>
                </a:cubicBezTo>
                <a:lnTo>
                  <a:pt x="107250" y="9737"/>
                </a:lnTo>
                <a:cubicBezTo>
                  <a:pt x="107250" y="9737"/>
                  <a:pt x="106964" y="9949"/>
                  <a:pt x="106603" y="10310"/>
                </a:cubicBezTo>
                <a:lnTo>
                  <a:pt x="106460" y="10453"/>
                </a:lnTo>
                <a:lnTo>
                  <a:pt x="106173" y="10739"/>
                </a:lnTo>
                <a:cubicBezTo>
                  <a:pt x="106030" y="10310"/>
                  <a:pt x="105887" y="9806"/>
                  <a:pt x="105675" y="9233"/>
                </a:cubicBezTo>
                <a:lnTo>
                  <a:pt x="105675" y="9233"/>
                </a:lnTo>
                <a:cubicBezTo>
                  <a:pt x="105744" y="9594"/>
                  <a:pt x="105818" y="10092"/>
                  <a:pt x="105887" y="10522"/>
                </a:cubicBezTo>
                <a:cubicBezTo>
                  <a:pt x="105887" y="10596"/>
                  <a:pt x="105818" y="10665"/>
                  <a:pt x="105818" y="10665"/>
                </a:cubicBezTo>
                <a:cubicBezTo>
                  <a:pt x="105675" y="10453"/>
                  <a:pt x="105532" y="10167"/>
                  <a:pt x="105314" y="9949"/>
                </a:cubicBezTo>
                <a:cubicBezTo>
                  <a:pt x="105314" y="9594"/>
                  <a:pt x="105389" y="9307"/>
                  <a:pt x="105389" y="8947"/>
                </a:cubicBezTo>
                <a:lnTo>
                  <a:pt x="105389" y="8947"/>
                </a:lnTo>
                <a:cubicBezTo>
                  <a:pt x="105245" y="9233"/>
                  <a:pt x="105102" y="9663"/>
                  <a:pt x="104959" y="10235"/>
                </a:cubicBezTo>
                <a:cubicBezTo>
                  <a:pt x="104885" y="10235"/>
                  <a:pt x="104885" y="10310"/>
                  <a:pt x="104741" y="10378"/>
                </a:cubicBezTo>
                <a:cubicBezTo>
                  <a:pt x="104741" y="10310"/>
                  <a:pt x="104673" y="10235"/>
                  <a:pt x="104673" y="10167"/>
                </a:cubicBezTo>
                <a:cubicBezTo>
                  <a:pt x="105102" y="9164"/>
                  <a:pt x="105675" y="8231"/>
                  <a:pt x="105675" y="8231"/>
                </a:cubicBezTo>
                <a:lnTo>
                  <a:pt x="105675" y="8231"/>
                </a:lnTo>
                <a:cubicBezTo>
                  <a:pt x="105675" y="8231"/>
                  <a:pt x="104885" y="8878"/>
                  <a:pt x="104312" y="9663"/>
                </a:cubicBezTo>
                <a:lnTo>
                  <a:pt x="104243" y="9594"/>
                </a:lnTo>
                <a:lnTo>
                  <a:pt x="104243" y="9594"/>
                </a:lnTo>
                <a:cubicBezTo>
                  <a:pt x="104243" y="9663"/>
                  <a:pt x="104243" y="9663"/>
                  <a:pt x="104312" y="9737"/>
                </a:cubicBezTo>
                <a:cubicBezTo>
                  <a:pt x="104243" y="9737"/>
                  <a:pt x="104243" y="9806"/>
                  <a:pt x="104243" y="9806"/>
                </a:cubicBezTo>
                <a:lnTo>
                  <a:pt x="104243" y="9594"/>
                </a:lnTo>
                <a:cubicBezTo>
                  <a:pt x="104243" y="9233"/>
                  <a:pt x="104312" y="8803"/>
                  <a:pt x="104312" y="8448"/>
                </a:cubicBezTo>
                <a:lnTo>
                  <a:pt x="104312" y="8448"/>
                </a:lnTo>
                <a:cubicBezTo>
                  <a:pt x="104100" y="8878"/>
                  <a:pt x="103882" y="9594"/>
                  <a:pt x="103739" y="10310"/>
                </a:cubicBezTo>
                <a:cubicBezTo>
                  <a:pt x="103670" y="10167"/>
                  <a:pt x="103596" y="10092"/>
                  <a:pt x="103527" y="9949"/>
                </a:cubicBezTo>
                <a:lnTo>
                  <a:pt x="103527" y="9949"/>
                </a:lnTo>
                <a:cubicBezTo>
                  <a:pt x="103596" y="10092"/>
                  <a:pt x="103670" y="10310"/>
                  <a:pt x="103670" y="10522"/>
                </a:cubicBezTo>
                <a:cubicBezTo>
                  <a:pt x="103670" y="10665"/>
                  <a:pt x="103596" y="10808"/>
                  <a:pt x="103596" y="11026"/>
                </a:cubicBezTo>
                <a:cubicBezTo>
                  <a:pt x="103527" y="11169"/>
                  <a:pt x="103527" y="11312"/>
                  <a:pt x="103527" y="11381"/>
                </a:cubicBezTo>
                <a:cubicBezTo>
                  <a:pt x="103453" y="11381"/>
                  <a:pt x="103453" y="11312"/>
                  <a:pt x="103453" y="11312"/>
                </a:cubicBezTo>
                <a:lnTo>
                  <a:pt x="103453" y="11598"/>
                </a:lnTo>
                <a:lnTo>
                  <a:pt x="103453" y="11667"/>
                </a:lnTo>
                <a:cubicBezTo>
                  <a:pt x="103384" y="11598"/>
                  <a:pt x="103310" y="11455"/>
                  <a:pt x="103241" y="11381"/>
                </a:cubicBezTo>
                <a:lnTo>
                  <a:pt x="103241" y="11312"/>
                </a:lnTo>
                <a:lnTo>
                  <a:pt x="103241" y="10808"/>
                </a:lnTo>
                <a:cubicBezTo>
                  <a:pt x="103310" y="10522"/>
                  <a:pt x="103310" y="10310"/>
                  <a:pt x="103310" y="10092"/>
                </a:cubicBezTo>
                <a:lnTo>
                  <a:pt x="103310" y="10092"/>
                </a:lnTo>
                <a:cubicBezTo>
                  <a:pt x="103166" y="10235"/>
                  <a:pt x="103098" y="10522"/>
                  <a:pt x="102954" y="10808"/>
                </a:cubicBezTo>
                <a:cubicBezTo>
                  <a:pt x="102954" y="10739"/>
                  <a:pt x="102880" y="10665"/>
                  <a:pt x="102880" y="10665"/>
                </a:cubicBezTo>
                <a:cubicBezTo>
                  <a:pt x="103098" y="10167"/>
                  <a:pt x="103309" y="9806"/>
                  <a:pt x="103310" y="9806"/>
                </a:cubicBezTo>
                <a:lnTo>
                  <a:pt x="103310" y="9806"/>
                </a:lnTo>
                <a:cubicBezTo>
                  <a:pt x="103309" y="9806"/>
                  <a:pt x="103023" y="10023"/>
                  <a:pt x="102737" y="10378"/>
                </a:cubicBezTo>
                <a:cubicBezTo>
                  <a:pt x="102737" y="9949"/>
                  <a:pt x="102811" y="9594"/>
                  <a:pt x="102811" y="9164"/>
                </a:cubicBezTo>
                <a:lnTo>
                  <a:pt x="102811" y="9164"/>
                </a:lnTo>
                <a:cubicBezTo>
                  <a:pt x="102737" y="9233"/>
                  <a:pt x="102668" y="9376"/>
                  <a:pt x="102594" y="9594"/>
                </a:cubicBezTo>
                <a:cubicBezTo>
                  <a:pt x="102594" y="9594"/>
                  <a:pt x="102450" y="9663"/>
                  <a:pt x="102307" y="9806"/>
                </a:cubicBezTo>
                <a:cubicBezTo>
                  <a:pt x="102164" y="9376"/>
                  <a:pt x="102021" y="8878"/>
                  <a:pt x="101809" y="8374"/>
                </a:cubicBezTo>
                <a:lnTo>
                  <a:pt x="101809" y="8374"/>
                </a:lnTo>
                <a:cubicBezTo>
                  <a:pt x="101952" y="8878"/>
                  <a:pt x="102021" y="9451"/>
                  <a:pt x="102095" y="10092"/>
                </a:cubicBezTo>
                <a:cubicBezTo>
                  <a:pt x="101952" y="10235"/>
                  <a:pt x="101809" y="10378"/>
                  <a:pt x="101666" y="10596"/>
                </a:cubicBezTo>
                <a:cubicBezTo>
                  <a:pt x="101448" y="10092"/>
                  <a:pt x="101162" y="9594"/>
                  <a:pt x="100807" y="9164"/>
                </a:cubicBezTo>
                <a:lnTo>
                  <a:pt x="100807" y="9164"/>
                </a:lnTo>
                <a:cubicBezTo>
                  <a:pt x="101018" y="9519"/>
                  <a:pt x="101162" y="10023"/>
                  <a:pt x="101379" y="10453"/>
                </a:cubicBezTo>
                <a:cubicBezTo>
                  <a:pt x="101305" y="10522"/>
                  <a:pt x="101305" y="10522"/>
                  <a:pt x="101162" y="10596"/>
                </a:cubicBezTo>
                <a:cubicBezTo>
                  <a:pt x="101093" y="10739"/>
                  <a:pt x="100950" y="10883"/>
                  <a:pt x="100807" y="10951"/>
                </a:cubicBezTo>
                <a:lnTo>
                  <a:pt x="100589" y="11169"/>
                </a:lnTo>
                <a:cubicBezTo>
                  <a:pt x="100589" y="11094"/>
                  <a:pt x="100520" y="11026"/>
                  <a:pt x="100520" y="10951"/>
                </a:cubicBezTo>
                <a:cubicBezTo>
                  <a:pt x="100520" y="10596"/>
                  <a:pt x="100520" y="10235"/>
                  <a:pt x="100589" y="9880"/>
                </a:cubicBezTo>
                <a:lnTo>
                  <a:pt x="100589" y="9880"/>
                </a:lnTo>
                <a:cubicBezTo>
                  <a:pt x="100446" y="10023"/>
                  <a:pt x="100377" y="10310"/>
                  <a:pt x="100303" y="10596"/>
                </a:cubicBezTo>
                <a:cubicBezTo>
                  <a:pt x="100091" y="10310"/>
                  <a:pt x="99947" y="10023"/>
                  <a:pt x="99730" y="9737"/>
                </a:cubicBezTo>
                <a:lnTo>
                  <a:pt x="99730" y="9737"/>
                </a:lnTo>
                <a:cubicBezTo>
                  <a:pt x="99873" y="10092"/>
                  <a:pt x="100091" y="10453"/>
                  <a:pt x="100234" y="10808"/>
                </a:cubicBezTo>
                <a:lnTo>
                  <a:pt x="100159" y="10883"/>
                </a:lnTo>
                <a:cubicBezTo>
                  <a:pt x="100091" y="10596"/>
                  <a:pt x="99947" y="10310"/>
                  <a:pt x="99804" y="9949"/>
                </a:cubicBezTo>
                <a:lnTo>
                  <a:pt x="99804" y="9949"/>
                </a:lnTo>
                <a:cubicBezTo>
                  <a:pt x="99947" y="10310"/>
                  <a:pt x="99947" y="10665"/>
                  <a:pt x="100016" y="11026"/>
                </a:cubicBezTo>
                <a:cubicBezTo>
                  <a:pt x="99947" y="10951"/>
                  <a:pt x="99873" y="10808"/>
                  <a:pt x="99804" y="10739"/>
                </a:cubicBezTo>
                <a:lnTo>
                  <a:pt x="99804" y="10739"/>
                </a:lnTo>
                <a:lnTo>
                  <a:pt x="100016" y="11169"/>
                </a:lnTo>
                <a:lnTo>
                  <a:pt x="100016" y="11312"/>
                </a:lnTo>
                <a:cubicBezTo>
                  <a:pt x="99947" y="11169"/>
                  <a:pt x="99873" y="11094"/>
                  <a:pt x="99804" y="11026"/>
                </a:cubicBezTo>
                <a:lnTo>
                  <a:pt x="99804" y="11026"/>
                </a:lnTo>
                <a:cubicBezTo>
                  <a:pt x="99873" y="11095"/>
                  <a:pt x="99947" y="11238"/>
                  <a:pt x="100016" y="11381"/>
                </a:cubicBezTo>
                <a:lnTo>
                  <a:pt x="100016" y="11524"/>
                </a:lnTo>
                <a:cubicBezTo>
                  <a:pt x="99947" y="11524"/>
                  <a:pt x="99947" y="11455"/>
                  <a:pt x="99873" y="11381"/>
                </a:cubicBezTo>
                <a:lnTo>
                  <a:pt x="99873" y="11381"/>
                </a:lnTo>
                <a:cubicBezTo>
                  <a:pt x="99873" y="11455"/>
                  <a:pt x="99947" y="11524"/>
                  <a:pt x="100016" y="11598"/>
                </a:cubicBezTo>
                <a:cubicBezTo>
                  <a:pt x="99947" y="11742"/>
                  <a:pt x="99947" y="11810"/>
                  <a:pt x="99947" y="11954"/>
                </a:cubicBezTo>
                <a:lnTo>
                  <a:pt x="99873" y="11954"/>
                </a:lnTo>
                <a:cubicBezTo>
                  <a:pt x="99804" y="11524"/>
                  <a:pt x="99730" y="11094"/>
                  <a:pt x="99375" y="10739"/>
                </a:cubicBezTo>
                <a:lnTo>
                  <a:pt x="99375" y="10739"/>
                </a:lnTo>
                <a:cubicBezTo>
                  <a:pt x="99443" y="11026"/>
                  <a:pt x="99443" y="11381"/>
                  <a:pt x="99443" y="11742"/>
                </a:cubicBezTo>
                <a:cubicBezTo>
                  <a:pt x="99443" y="11598"/>
                  <a:pt x="99375" y="11455"/>
                  <a:pt x="99375" y="11312"/>
                </a:cubicBezTo>
                <a:lnTo>
                  <a:pt x="99375" y="11169"/>
                </a:lnTo>
                <a:cubicBezTo>
                  <a:pt x="99375" y="11169"/>
                  <a:pt x="99300" y="11169"/>
                  <a:pt x="99300" y="11238"/>
                </a:cubicBezTo>
                <a:lnTo>
                  <a:pt x="99088" y="10378"/>
                </a:lnTo>
                <a:cubicBezTo>
                  <a:pt x="99231" y="10167"/>
                  <a:pt x="99300" y="9949"/>
                  <a:pt x="99300" y="9949"/>
                </a:cubicBezTo>
                <a:lnTo>
                  <a:pt x="99300" y="9949"/>
                </a:lnTo>
                <a:cubicBezTo>
                  <a:pt x="99300" y="9949"/>
                  <a:pt x="99231" y="10092"/>
                  <a:pt x="99014" y="10235"/>
                </a:cubicBezTo>
                <a:lnTo>
                  <a:pt x="99804" y="8660"/>
                </a:lnTo>
                <a:lnTo>
                  <a:pt x="99804" y="8660"/>
                </a:lnTo>
                <a:cubicBezTo>
                  <a:pt x="99804" y="8660"/>
                  <a:pt x="99300" y="9090"/>
                  <a:pt x="98802" y="9737"/>
                </a:cubicBezTo>
                <a:cubicBezTo>
                  <a:pt x="98727" y="9806"/>
                  <a:pt x="98659" y="9949"/>
                  <a:pt x="98584" y="10023"/>
                </a:cubicBezTo>
                <a:cubicBezTo>
                  <a:pt x="98658" y="9459"/>
                  <a:pt x="98725" y="8895"/>
                  <a:pt x="98727" y="8259"/>
                </a:cubicBezTo>
                <a:lnTo>
                  <a:pt x="98727" y="8259"/>
                </a:lnTo>
                <a:cubicBezTo>
                  <a:pt x="98777" y="8150"/>
                  <a:pt x="98802" y="8088"/>
                  <a:pt x="98802" y="8087"/>
                </a:cubicBezTo>
                <a:lnTo>
                  <a:pt x="98802" y="8087"/>
                </a:lnTo>
                <a:cubicBezTo>
                  <a:pt x="98802" y="8088"/>
                  <a:pt x="97370" y="9451"/>
                  <a:pt x="96940" y="10665"/>
                </a:cubicBezTo>
                <a:lnTo>
                  <a:pt x="96940" y="10378"/>
                </a:lnTo>
                <a:cubicBezTo>
                  <a:pt x="97152" y="10023"/>
                  <a:pt x="97295" y="9737"/>
                  <a:pt x="97296" y="9737"/>
                </a:cubicBezTo>
                <a:lnTo>
                  <a:pt x="97296" y="9737"/>
                </a:lnTo>
                <a:lnTo>
                  <a:pt x="97009" y="10023"/>
                </a:lnTo>
                <a:lnTo>
                  <a:pt x="97009" y="9880"/>
                </a:lnTo>
                <a:cubicBezTo>
                  <a:pt x="96940" y="9949"/>
                  <a:pt x="96866" y="10092"/>
                  <a:pt x="96866" y="10167"/>
                </a:cubicBezTo>
                <a:cubicBezTo>
                  <a:pt x="96797" y="10235"/>
                  <a:pt x="96797" y="10235"/>
                  <a:pt x="96723" y="10235"/>
                </a:cubicBezTo>
                <a:cubicBezTo>
                  <a:pt x="96866" y="10092"/>
                  <a:pt x="97009" y="9737"/>
                  <a:pt x="97009" y="9737"/>
                </a:cubicBezTo>
                <a:lnTo>
                  <a:pt x="97009" y="9737"/>
                </a:lnTo>
                <a:lnTo>
                  <a:pt x="96293" y="10453"/>
                </a:lnTo>
                <a:cubicBezTo>
                  <a:pt x="96150" y="9949"/>
                  <a:pt x="96007" y="9376"/>
                  <a:pt x="95795" y="8803"/>
                </a:cubicBezTo>
                <a:lnTo>
                  <a:pt x="95795" y="8803"/>
                </a:lnTo>
                <a:cubicBezTo>
                  <a:pt x="95864" y="9090"/>
                  <a:pt x="95938" y="9451"/>
                  <a:pt x="95938" y="9880"/>
                </a:cubicBezTo>
                <a:cubicBezTo>
                  <a:pt x="95795" y="9519"/>
                  <a:pt x="95577" y="9164"/>
                  <a:pt x="95365" y="8878"/>
                </a:cubicBezTo>
                <a:lnTo>
                  <a:pt x="95365" y="8878"/>
                </a:lnTo>
                <a:cubicBezTo>
                  <a:pt x="95652" y="9376"/>
                  <a:pt x="95864" y="10023"/>
                  <a:pt x="96007" y="10665"/>
                </a:cubicBezTo>
                <a:cubicBezTo>
                  <a:pt x="96081" y="10665"/>
                  <a:pt x="96081" y="10665"/>
                  <a:pt x="96081" y="10739"/>
                </a:cubicBezTo>
                <a:cubicBezTo>
                  <a:pt x="95938" y="10808"/>
                  <a:pt x="95864" y="10951"/>
                  <a:pt x="95795" y="11026"/>
                </a:cubicBezTo>
                <a:cubicBezTo>
                  <a:pt x="95720" y="10739"/>
                  <a:pt x="95652" y="10453"/>
                  <a:pt x="95577" y="10092"/>
                </a:cubicBezTo>
                <a:cubicBezTo>
                  <a:pt x="95577" y="9949"/>
                  <a:pt x="95577" y="9737"/>
                  <a:pt x="95652" y="9519"/>
                </a:cubicBezTo>
                <a:lnTo>
                  <a:pt x="95652" y="9519"/>
                </a:lnTo>
                <a:cubicBezTo>
                  <a:pt x="95577" y="9594"/>
                  <a:pt x="95509" y="9663"/>
                  <a:pt x="95509" y="9806"/>
                </a:cubicBezTo>
                <a:cubicBezTo>
                  <a:pt x="95365" y="9307"/>
                  <a:pt x="95222" y="8735"/>
                  <a:pt x="94936" y="8162"/>
                </a:cubicBezTo>
                <a:lnTo>
                  <a:pt x="94936" y="8162"/>
                </a:lnTo>
                <a:cubicBezTo>
                  <a:pt x="95148" y="8735"/>
                  <a:pt x="95222" y="9451"/>
                  <a:pt x="95222" y="10167"/>
                </a:cubicBezTo>
                <a:lnTo>
                  <a:pt x="95222" y="10235"/>
                </a:lnTo>
                <a:lnTo>
                  <a:pt x="95222" y="10453"/>
                </a:lnTo>
                <a:cubicBezTo>
                  <a:pt x="95148" y="10665"/>
                  <a:pt x="95148" y="10808"/>
                  <a:pt x="95079" y="10951"/>
                </a:cubicBezTo>
                <a:cubicBezTo>
                  <a:pt x="95005" y="10883"/>
                  <a:pt x="95005" y="10739"/>
                  <a:pt x="94936" y="10596"/>
                </a:cubicBezTo>
                <a:lnTo>
                  <a:pt x="94936" y="10596"/>
                </a:lnTo>
                <a:cubicBezTo>
                  <a:pt x="95005" y="10740"/>
                  <a:pt x="95005" y="10951"/>
                  <a:pt x="95079" y="11169"/>
                </a:cubicBezTo>
                <a:cubicBezTo>
                  <a:pt x="95005" y="11238"/>
                  <a:pt x="95005" y="11381"/>
                  <a:pt x="95005" y="11455"/>
                </a:cubicBezTo>
                <a:cubicBezTo>
                  <a:pt x="94970" y="11490"/>
                  <a:pt x="94953" y="11490"/>
                  <a:pt x="94935" y="11490"/>
                </a:cubicBezTo>
                <a:cubicBezTo>
                  <a:pt x="94917" y="11490"/>
                  <a:pt x="94899" y="11490"/>
                  <a:pt x="94861" y="11524"/>
                </a:cubicBezTo>
                <a:lnTo>
                  <a:pt x="94793" y="11455"/>
                </a:lnTo>
                <a:lnTo>
                  <a:pt x="94936" y="11312"/>
                </a:lnTo>
                <a:lnTo>
                  <a:pt x="94793" y="11381"/>
                </a:lnTo>
                <a:cubicBezTo>
                  <a:pt x="94649" y="11238"/>
                  <a:pt x="94506" y="11026"/>
                  <a:pt x="94363" y="10883"/>
                </a:cubicBezTo>
                <a:lnTo>
                  <a:pt x="94363" y="10883"/>
                </a:lnTo>
                <a:cubicBezTo>
                  <a:pt x="94506" y="11094"/>
                  <a:pt x="94575" y="11238"/>
                  <a:pt x="94718" y="11455"/>
                </a:cubicBezTo>
                <a:lnTo>
                  <a:pt x="94649" y="11524"/>
                </a:lnTo>
                <a:cubicBezTo>
                  <a:pt x="94506" y="11381"/>
                  <a:pt x="94432" y="11169"/>
                  <a:pt x="94289" y="11026"/>
                </a:cubicBezTo>
                <a:cubicBezTo>
                  <a:pt x="94718" y="10167"/>
                  <a:pt x="95148" y="9376"/>
                  <a:pt x="95148" y="9376"/>
                </a:cubicBezTo>
                <a:lnTo>
                  <a:pt x="95148" y="9376"/>
                </a:lnTo>
                <a:cubicBezTo>
                  <a:pt x="95148" y="9376"/>
                  <a:pt x="94649" y="9806"/>
                  <a:pt x="94077" y="10453"/>
                </a:cubicBezTo>
                <a:lnTo>
                  <a:pt x="94077" y="10378"/>
                </a:lnTo>
                <a:cubicBezTo>
                  <a:pt x="94077" y="10378"/>
                  <a:pt x="94002" y="10453"/>
                  <a:pt x="94002" y="10522"/>
                </a:cubicBezTo>
                <a:cubicBezTo>
                  <a:pt x="93933" y="10522"/>
                  <a:pt x="93933" y="10453"/>
                  <a:pt x="93859" y="10453"/>
                </a:cubicBezTo>
                <a:lnTo>
                  <a:pt x="93859" y="10453"/>
                </a:lnTo>
                <a:cubicBezTo>
                  <a:pt x="93933" y="10453"/>
                  <a:pt x="93933" y="10522"/>
                  <a:pt x="94002" y="10596"/>
                </a:cubicBezTo>
                <a:lnTo>
                  <a:pt x="93790" y="10808"/>
                </a:lnTo>
                <a:cubicBezTo>
                  <a:pt x="93716" y="10522"/>
                  <a:pt x="93573" y="10167"/>
                  <a:pt x="93430" y="9880"/>
                </a:cubicBezTo>
                <a:lnTo>
                  <a:pt x="93430" y="9880"/>
                </a:lnTo>
                <a:cubicBezTo>
                  <a:pt x="93573" y="10167"/>
                  <a:pt x="93647" y="10596"/>
                  <a:pt x="93647" y="11026"/>
                </a:cubicBezTo>
                <a:cubicBezTo>
                  <a:pt x="93504" y="10665"/>
                  <a:pt x="93361" y="10235"/>
                  <a:pt x="93217" y="9806"/>
                </a:cubicBezTo>
                <a:lnTo>
                  <a:pt x="93217" y="9806"/>
                </a:lnTo>
                <a:cubicBezTo>
                  <a:pt x="93286" y="10092"/>
                  <a:pt x="93361" y="10378"/>
                  <a:pt x="93361" y="10665"/>
                </a:cubicBezTo>
                <a:cubicBezTo>
                  <a:pt x="93286" y="10522"/>
                  <a:pt x="93286" y="10378"/>
                  <a:pt x="93217" y="10167"/>
                </a:cubicBezTo>
                <a:lnTo>
                  <a:pt x="93217" y="10167"/>
                </a:lnTo>
                <a:cubicBezTo>
                  <a:pt x="93286" y="10522"/>
                  <a:pt x="93361" y="10951"/>
                  <a:pt x="93429" y="11381"/>
                </a:cubicBezTo>
                <a:cubicBezTo>
                  <a:pt x="93361" y="11381"/>
                  <a:pt x="93361" y="11455"/>
                  <a:pt x="93361" y="11455"/>
                </a:cubicBezTo>
                <a:cubicBezTo>
                  <a:pt x="93286" y="11381"/>
                  <a:pt x="93217" y="11381"/>
                  <a:pt x="93217" y="11312"/>
                </a:cubicBezTo>
                <a:lnTo>
                  <a:pt x="93217" y="11667"/>
                </a:lnTo>
                <a:lnTo>
                  <a:pt x="93217" y="11742"/>
                </a:lnTo>
                <a:cubicBezTo>
                  <a:pt x="93084" y="11342"/>
                  <a:pt x="92951" y="11001"/>
                  <a:pt x="92758" y="10554"/>
                </a:cubicBezTo>
                <a:lnTo>
                  <a:pt x="92758" y="10554"/>
                </a:lnTo>
                <a:cubicBezTo>
                  <a:pt x="92858" y="10820"/>
                  <a:pt x="92865" y="11127"/>
                  <a:pt x="92931" y="11381"/>
                </a:cubicBezTo>
                <a:cubicBezTo>
                  <a:pt x="92931" y="11381"/>
                  <a:pt x="92857" y="11312"/>
                  <a:pt x="92857" y="11238"/>
                </a:cubicBezTo>
                <a:cubicBezTo>
                  <a:pt x="92788" y="11026"/>
                  <a:pt x="92645" y="10808"/>
                  <a:pt x="92502" y="10665"/>
                </a:cubicBezTo>
                <a:lnTo>
                  <a:pt x="92502" y="10739"/>
                </a:lnTo>
                <a:cubicBezTo>
                  <a:pt x="92427" y="10596"/>
                  <a:pt x="92427" y="10522"/>
                  <a:pt x="92358" y="10453"/>
                </a:cubicBezTo>
                <a:cubicBezTo>
                  <a:pt x="92358" y="9880"/>
                  <a:pt x="92427" y="9233"/>
                  <a:pt x="92502" y="8517"/>
                </a:cubicBezTo>
                <a:lnTo>
                  <a:pt x="92502" y="8517"/>
                </a:lnTo>
                <a:cubicBezTo>
                  <a:pt x="92284" y="8947"/>
                  <a:pt x="92072" y="9737"/>
                  <a:pt x="91854" y="10521"/>
                </a:cubicBezTo>
                <a:lnTo>
                  <a:pt x="91854" y="10521"/>
                </a:lnTo>
                <a:cubicBezTo>
                  <a:pt x="91855" y="10330"/>
                  <a:pt x="91863" y="10142"/>
                  <a:pt x="91929" y="9949"/>
                </a:cubicBezTo>
                <a:lnTo>
                  <a:pt x="91929" y="9949"/>
                </a:lnTo>
                <a:cubicBezTo>
                  <a:pt x="91786" y="10092"/>
                  <a:pt x="91711" y="10235"/>
                  <a:pt x="91642" y="10453"/>
                </a:cubicBezTo>
                <a:cubicBezTo>
                  <a:pt x="91711" y="9737"/>
                  <a:pt x="91786" y="8803"/>
                  <a:pt x="91854" y="7876"/>
                </a:cubicBezTo>
                <a:lnTo>
                  <a:pt x="91854" y="7876"/>
                </a:lnTo>
                <a:cubicBezTo>
                  <a:pt x="91642" y="8305"/>
                  <a:pt x="91425" y="9090"/>
                  <a:pt x="91282" y="9880"/>
                </a:cubicBezTo>
                <a:cubicBezTo>
                  <a:pt x="91213" y="9738"/>
                  <a:pt x="91139" y="9595"/>
                  <a:pt x="91138" y="9452"/>
                </a:cubicBezTo>
                <a:lnTo>
                  <a:pt x="91138" y="9452"/>
                </a:lnTo>
                <a:cubicBezTo>
                  <a:pt x="91139" y="9595"/>
                  <a:pt x="91213" y="9807"/>
                  <a:pt x="91213" y="10023"/>
                </a:cubicBezTo>
                <a:cubicBezTo>
                  <a:pt x="91138" y="10596"/>
                  <a:pt x="91070" y="11169"/>
                  <a:pt x="90995" y="11667"/>
                </a:cubicBezTo>
                <a:cubicBezTo>
                  <a:pt x="90852" y="11455"/>
                  <a:pt x="90640" y="11169"/>
                  <a:pt x="90422" y="10951"/>
                </a:cubicBezTo>
                <a:lnTo>
                  <a:pt x="90422" y="10951"/>
                </a:lnTo>
                <a:cubicBezTo>
                  <a:pt x="90640" y="11238"/>
                  <a:pt x="90783" y="11598"/>
                  <a:pt x="90926" y="11954"/>
                </a:cubicBezTo>
                <a:lnTo>
                  <a:pt x="90926" y="12028"/>
                </a:lnTo>
                <a:cubicBezTo>
                  <a:pt x="90926" y="11954"/>
                  <a:pt x="90852" y="11954"/>
                  <a:pt x="90852" y="11886"/>
                </a:cubicBezTo>
                <a:lnTo>
                  <a:pt x="90852" y="11886"/>
                </a:lnTo>
                <a:cubicBezTo>
                  <a:pt x="90852" y="11954"/>
                  <a:pt x="90926" y="12028"/>
                  <a:pt x="90926" y="12097"/>
                </a:cubicBezTo>
                <a:lnTo>
                  <a:pt x="90926" y="12240"/>
                </a:lnTo>
                <a:lnTo>
                  <a:pt x="90783" y="12097"/>
                </a:lnTo>
                <a:lnTo>
                  <a:pt x="90783" y="12314"/>
                </a:lnTo>
                <a:lnTo>
                  <a:pt x="90497" y="12601"/>
                </a:lnTo>
                <a:cubicBezTo>
                  <a:pt x="90422" y="12314"/>
                  <a:pt x="90279" y="12028"/>
                  <a:pt x="90211" y="11742"/>
                </a:cubicBezTo>
                <a:cubicBezTo>
                  <a:pt x="90279" y="11242"/>
                  <a:pt x="90279" y="10674"/>
                  <a:pt x="90352" y="10039"/>
                </a:cubicBezTo>
                <a:lnTo>
                  <a:pt x="90352" y="10039"/>
                </a:lnTo>
                <a:cubicBezTo>
                  <a:pt x="90347" y="10064"/>
                  <a:pt x="90332" y="10114"/>
                  <a:pt x="90279" y="10167"/>
                </a:cubicBezTo>
                <a:cubicBezTo>
                  <a:pt x="90279" y="10023"/>
                  <a:pt x="90354" y="9806"/>
                  <a:pt x="90354" y="9663"/>
                </a:cubicBezTo>
                <a:lnTo>
                  <a:pt x="90354" y="9663"/>
                </a:lnTo>
                <a:cubicBezTo>
                  <a:pt x="90211" y="9806"/>
                  <a:pt x="90136" y="10023"/>
                  <a:pt x="90067" y="10235"/>
                </a:cubicBezTo>
                <a:cubicBezTo>
                  <a:pt x="90067" y="10023"/>
                  <a:pt x="90067" y="9806"/>
                  <a:pt x="90136" y="9594"/>
                </a:cubicBezTo>
                <a:lnTo>
                  <a:pt x="90136" y="9594"/>
                </a:lnTo>
                <a:cubicBezTo>
                  <a:pt x="89993" y="9806"/>
                  <a:pt x="89850" y="10167"/>
                  <a:pt x="89706" y="10596"/>
                </a:cubicBezTo>
                <a:cubicBezTo>
                  <a:pt x="89638" y="10378"/>
                  <a:pt x="89495" y="10167"/>
                  <a:pt x="89420" y="9949"/>
                </a:cubicBezTo>
                <a:cubicBezTo>
                  <a:pt x="89277" y="9663"/>
                  <a:pt x="89065" y="9451"/>
                  <a:pt x="88922" y="9164"/>
                </a:cubicBezTo>
                <a:lnTo>
                  <a:pt x="88922" y="9164"/>
                </a:lnTo>
                <a:cubicBezTo>
                  <a:pt x="89065" y="9451"/>
                  <a:pt x="89208" y="9737"/>
                  <a:pt x="89277" y="10023"/>
                </a:cubicBezTo>
                <a:lnTo>
                  <a:pt x="89277" y="10092"/>
                </a:lnTo>
                <a:cubicBezTo>
                  <a:pt x="89065" y="9594"/>
                  <a:pt x="88779" y="9021"/>
                  <a:pt x="88418" y="8517"/>
                </a:cubicBezTo>
                <a:lnTo>
                  <a:pt x="88418" y="8517"/>
                </a:lnTo>
                <a:cubicBezTo>
                  <a:pt x="88704" y="9021"/>
                  <a:pt x="88922" y="9663"/>
                  <a:pt x="89065" y="10310"/>
                </a:cubicBezTo>
                <a:lnTo>
                  <a:pt x="88492" y="10883"/>
                </a:lnTo>
                <a:cubicBezTo>
                  <a:pt x="88275" y="11094"/>
                  <a:pt x="88131" y="11238"/>
                  <a:pt x="87988" y="11455"/>
                </a:cubicBezTo>
                <a:lnTo>
                  <a:pt x="87988" y="11238"/>
                </a:lnTo>
                <a:cubicBezTo>
                  <a:pt x="87988" y="11312"/>
                  <a:pt x="87919" y="11381"/>
                  <a:pt x="87845" y="11455"/>
                </a:cubicBezTo>
                <a:cubicBezTo>
                  <a:pt x="87776" y="11381"/>
                  <a:pt x="87776" y="11312"/>
                  <a:pt x="87702" y="11169"/>
                </a:cubicBezTo>
                <a:cubicBezTo>
                  <a:pt x="87776" y="10596"/>
                  <a:pt x="87776" y="9880"/>
                  <a:pt x="87845" y="9164"/>
                </a:cubicBezTo>
                <a:lnTo>
                  <a:pt x="87845" y="9164"/>
                </a:lnTo>
                <a:cubicBezTo>
                  <a:pt x="87702" y="9519"/>
                  <a:pt x="87490" y="10023"/>
                  <a:pt x="87347" y="10665"/>
                </a:cubicBezTo>
                <a:lnTo>
                  <a:pt x="87347" y="10808"/>
                </a:lnTo>
                <a:lnTo>
                  <a:pt x="86917" y="10167"/>
                </a:lnTo>
                <a:lnTo>
                  <a:pt x="86917" y="10167"/>
                </a:lnTo>
                <a:cubicBezTo>
                  <a:pt x="87060" y="10453"/>
                  <a:pt x="87204" y="10665"/>
                  <a:pt x="87272" y="10951"/>
                </a:cubicBezTo>
                <a:lnTo>
                  <a:pt x="87272" y="11026"/>
                </a:lnTo>
                <a:cubicBezTo>
                  <a:pt x="87129" y="10739"/>
                  <a:pt x="86917" y="10453"/>
                  <a:pt x="86699" y="10167"/>
                </a:cubicBezTo>
                <a:lnTo>
                  <a:pt x="86699" y="10167"/>
                </a:lnTo>
                <a:cubicBezTo>
                  <a:pt x="86917" y="10522"/>
                  <a:pt x="87060" y="10883"/>
                  <a:pt x="87204" y="11312"/>
                </a:cubicBezTo>
                <a:cubicBezTo>
                  <a:pt x="87129" y="11598"/>
                  <a:pt x="87060" y="11954"/>
                  <a:pt x="87060" y="12314"/>
                </a:cubicBezTo>
                <a:cubicBezTo>
                  <a:pt x="86843" y="12028"/>
                  <a:pt x="86631" y="11667"/>
                  <a:pt x="86413" y="11381"/>
                </a:cubicBezTo>
                <a:lnTo>
                  <a:pt x="86413" y="11381"/>
                </a:lnTo>
                <a:cubicBezTo>
                  <a:pt x="86631" y="11667"/>
                  <a:pt x="86774" y="12097"/>
                  <a:pt x="86917" y="12526"/>
                </a:cubicBezTo>
                <a:cubicBezTo>
                  <a:pt x="86917" y="12526"/>
                  <a:pt x="86843" y="12526"/>
                  <a:pt x="86774" y="12601"/>
                </a:cubicBezTo>
                <a:cubicBezTo>
                  <a:pt x="86556" y="12097"/>
                  <a:pt x="86201" y="11524"/>
                  <a:pt x="85840" y="10951"/>
                </a:cubicBezTo>
                <a:cubicBezTo>
                  <a:pt x="85984" y="10596"/>
                  <a:pt x="86201" y="10235"/>
                  <a:pt x="86201" y="10235"/>
                </a:cubicBezTo>
                <a:lnTo>
                  <a:pt x="86201" y="10235"/>
                </a:lnTo>
                <a:lnTo>
                  <a:pt x="85697" y="10739"/>
                </a:lnTo>
                <a:cubicBezTo>
                  <a:pt x="85628" y="10453"/>
                  <a:pt x="85485" y="10235"/>
                  <a:pt x="85411" y="9949"/>
                </a:cubicBezTo>
                <a:lnTo>
                  <a:pt x="85411" y="9949"/>
                </a:lnTo>
                <a:cubicBezTo>
                  <a:pt x="85485" y="10235"/>
                  <a:pt x="85554" y="10522"/>
                  <a:pt x="85554" y="10808"/>
                </a:cubicBezTo>
                <a:cubicBezTo>
                  <a:pt x="85485" y="10951"/>
                  <a:pt x="85342" y="11094"/>
                  <a:pt x="85199" y="11238"/>
                </a:cubicBezTo>
                <a:cubicBezTo>
                  <a:pt x="84981" y="10739"/>
                  <a:pt x="84695" y="10235"/>
                  <a:pt x="84340" y="9737"/>
                </a:cubicBezTo>
                <a:lnTo>
                  <a:pt x="84340" y="9737"/>
                </a:lnTo>
                <a:cubicBezTo>
                  <a:pt x="84626" y="10235"/>
                  <a:pt x="84838" y="10883"/>
                  <a:pt x="84981" y="11524"/>
                </a:cubicBezTo>
                <a:cubicBezTo>
                  <a:pt x="84912" y="11598"/>
                  <a:pt x="84912" y="11667"/>
                  <a:pt x="84838" y="11742"/>
                </a:cubicBezTo>
                <a:cubicBezTo>
                  <a:pt x="84769" y="11742"/>
                  <a:pt x="84769" y="11810"/>
                  <a:pt x="84769" y="11810"/>
                </a:cubicBezTo>
                <a:cubicBezTo>
                  <a:pt x="84695" y="11810"/>
                  <a:pt x="84695" y="11742"/>
                  <a:pt x="84627" y="11668"/>
                </a:cubicBezTo>
                <a:lnTo>
                  <a:pt x="84627" y="11668"/>
                </a:lnTo>
                <a:cubicBezTo>
                  <a:pt x="84695" y="11742"/>
                  <a:pt x="84695" y="11811"/>
                  <a:pt x="84695" y="11885"/>
                </a:cubicBezTo>
                <a:cubicBezTo>
                  <a:pt x="84626" y="12028"/>
                  <a:pt x="84483" y="12240"/>
                  <a:pt x="84408" y="12458"/>
                </a:cubicBezTo>
                <a:cubicBezTo>
                  <a:pt x="84408" y="12526"/>
                  <a:pt x="84340" y="12601"/>
                  <a:pt x="84340" y="12670"/>
                </a:cubicBezTo>
                <a:cubicBezTo>
                  <a:pt x="84340" y="12670"/>
                  <a:pt x="84265" y="12670"/>
                  <a:pt x="84265" y="12601"/>
                </a:cubicBezTo>
                <a:cubicBezTo>
                  <a:pt x="84340" y="12383"/>
                  <a:pt x="84340" y="12097"/>
                  <a:pt x="84340" y="11810"/>
                </a:cubicBezTo>
                <a:lnTo>
                  <a:pt x="84340" y="11810"/>
                </a:lnTo>
                <a:cubicBezTo>
                  <a:pt x="84265" y="11954"/>
                  <a:pt x="84197" y="12171"/>
                  <a:pt x="84053" y="12383"/>
                </a:cubicBezTo>
                <a:lnTo>
                  <a:pt x="84053" y="12526"/>
                </a:lnTo>
                <a:cubicBezTo>
                  <a:pt x="83979" y="12670"/>
                  <a:pt x="83910" y="12744"/>
                  <a:pt x="83836" y="12887"/>
                </a:cubicBezTo>
                <a:cubicBezTo>
                  <a:pt x="83767" y="12601"/>
                  <a:pt x="83624" y="12383"/>
                  <a:pt x="83549" y="12097"/>
                </a:cubicBezTo>
                <a:lnTo>
                  <a:pt x="83549" y="12097"/>
                </a:lnTo>
                <a:cubicBezTo>
                  <a:pt x="83624" y="12383"/>
                  <a:pt x="83693" y="12744"/>
                  <a:pt x="83767" y="13099"/>
                </a:cubicBezTo>
                <a:lnTo>
                  <a:pt x="83337" y="12458"/>
                </a:lnTo>
                <a:lnTo>
                  <a:pt x="83120" y="11810"/>
                </a:lnTo>
                <a:cubicBezTo>
                  <a:pt x="83481" y="11238"/>
                  <a:pt x="83767" y="10739"/>
                  <a:pt x="83767" y="10739"/>
                </a:cubicBezTo>
                <a:lnTo>
                  <a:pt x="83767" y="10739"/>
                </a:lnTo>
                <a:cubicBezTo>
                  <a:pt x="83767" y="10739"/>
                  <a:pt x="83406" y="11026"/>
                  <a:pt x="83051" y="11381"/>
                </a:cubicBezTo>
                <a:cubicBezTo>
                  <a:pt x="82930" y="11080"/>
                  <a:pt x="82809" y="10776"/>
                  <a:pt x="82688" y="10429"/>
                </a:cubicBezTo>
                <a:lnTo>
                  <a:pt x="82688" y="10429"/>
                </a:lnTo>
                <a:cubicBezTo>
                  <a:pt x="82786" y="10765"/>
                  <a:pt x="82833" y="11180"/>
                  <a:pt x="82833" y="11598"/>
                </a:cubicBezTo>
                <a:cubicBezTo>
                  <a:pt x="82690" y="11742"/>
                  <a:pt x="82547" y="11954"/>
                  <a:pt x="82404" y="12097"/>
                </a:cubicBezTo>
                <a:lnTo>
                  <a:pt x="82335" y="12171"/>
                </a:lnTo>
                <a:lnTo>
                  <a:pt x="82049" y="11885"/>
                </a:lnTo>
                <a:lnTo>
                  <a:pt x="82049" y="11885"/>
                </a:lnTo>
                <a:cubicBezTo>
                  <a:pt x="82117" y="12028"/>
                  <a:pt x="82192" y="12097"/>
                  <a:pt x="82261" y="12240"/>
                </a:cubicBezTo>
                <a:cubicBezTo>
                  <a:pt x="82117" y="12314"/>
                  <a:pt x="82049" y="12383"/>
                  <a:pt x="81905" y="12526"/>
                </a:cubicBezTo>
                <a:cubicBezTo>
                  <a:pt x="81905" y="12383"/>
                  <a:pt x="81905" y="12240"/>
                  <a:pt x="81974" y="12097"/>
                </a:cubicBezTo>
                <a:cubicBezTo>
                  <a:pt x="81974" y="12028"/>
                  <a:pt x="82049" y="11954"/>
                  <a:pt x="82049" y="11885"/>
                </a:cubicBezTo>
                <a:cubicBezTo>
                  <a:pt x="82404" y="11312"/>
                  <a:pt x="82621" y="10883"/>
                  <a:pt x="82621" y="10883"/>
                </a:cubicBezTo>
                <a:lnTo>
                  <a:pt x="82621" y="10883"/>
                </a:lnTo>
                <a:cubicBezTo>
                  <a:pt x="82621" y="10883"/>
                  <a:pt x="82335" y="11095"/>
                  <a:pt x="81974" y="11455"/>
                </a:cubicBezTo>
                <a:cubicBezTo>
                  <a:pt x="82049" y="10883"/>
                  <a:pt x="82117" y="10310"/>
                  <a:pt x="82192" y="9594"/>
                </a:cubicBezTo>
                <a:lnTo>
                  <a:pt x="82192" y="9594"/>
                </a:lnTo>
                <a:cubicBezTo>
                  <a:pt x="81974" y="9880"/>
                  <a:pt x="81831" y="10378"/>
                  <a:pt x="81688" y="10951"/>
                </a:cubicBezTo>
                <a:cubicBezTo>
                  <a:pt x="81476" y="11312"/>
                  <a:pt x="81333" y="11742"/>
                  <a:pt x="81258" y="12240"/>
                </a:cubicBezTo>
                <a:lnTo>
                  <a:pt x="81115" y="12383"/>
                </a:lnTo>
                <a:cubicBezTo>
                  <a:pt x="81080" y="12383"/>
                  <a:pt x="81063" y="12365"/>
                  <a:pt x="81045" y="12338"/>
                </a:cubicBezTo>
                <a:lnTo>
                  <a:pt x="81045" y="12338"/>
                </a:lnTo>
                <a:cubicBezTo>
                  <a:pt x="81046" y="12350"/>
                  <a:pt x="81046" y="12364"/>
                  <a:pt x="81046" y="12383"/>
                </a:cubicBezTo>
                <a:cubicBezTo>
                  <a:pt x="81046" y="12383"/>
                  <a:pt x="81046" y="12458"/>
                  <a:pt x="81115" y="12458"/>
                </a:cubicBezTo>
                <a:cubicBezTo>
                  <a:pt x="80972" y="12601"/>
                  <a:pt x="80903" y="12744"/>
                  <a:pt x="80829" y="12813"/>
                </a:cubicBezTo>
                <a:cubicBezTo>
                  <a:pt x="80760" y="12526"/>
                  <a:pt x="80686" y="12240"/>
                  <a:pt x="80542" y="11885"/>
                </a:cubicBezTo>
                <a:cubicBezTo>
                  <a:pt x="80685" y="11599"/>
                  <a:pt x="80829" y="11455"/>
                  <a:pt x="80829" y="11455"/>
                </a:cubicBezTo>
                <a:lnTo>
                  <a:pt x="80829" y="11455"/>
                </a:lnTo>
                <a:cubicBezTo>
                  <a:pt x="80829" y="11455"/>
                  <a:pt x="80685" y="11524"/>
                  <a:pt x="80474" y="11742"/>
                </a:cubicBezTo>
                <a:cubicBezTo>
                  <a:pt x="80399" y="11381"/>
                  <a:pt x="80256" y="11094"/>
                  <a:pt x="80113" y="10665"/>
                </a:cubicBezTo>
                <a:lnTo>
                  <a:pt x="80113" y="10665"/>
                </a:lnTo>
                <a:cubicBezTo>
                  <a:pt x="80187" y="11026"/>
                  <a:pt x="80256" y="11455"/>
                  <a:pt x="80330" y="11810"/>
                </a:cubicBezTo>
                <a:cubicBezTo>
                  <a:pt x="80187" y="12028"/>
                  <a:pt x="79970" y="12171"/>
                  <a:pt x="79758" y="12383"/>
                </a:cubicBezTo>
                <a:cubicBezTo>
                  <a:pt x="79758" y="12171"/>
                  <a:pt x="79683" y="12028"/>
                  <a:pt x="79614" y="11885"/>
                </a:cubicBezTo>
                <a:cubicBezTo>
                  <a:pt x="79614" y="11598"/>
                  <a:pt x="79614" y="11312"/>
                  <a:pt x="79683" y="10951"/>
                </a:cubicBezTo>
                <a:cubicBezTo>
                  <a:pt x="79901" y="10378"/>
                  <a:pt x="80187" y="9737"/>
                  <a:pt x="80399" y="9307"/>
                </a:cubicBezTo>
                <a:cubicBezTo>
                  <a:pt x="80617" y="8804"/>
                  <a:pt x="80829" y="8448"/>
                  <a:pt x="80829" y="8448"/>
                </a:cubicBezTo>
                <a:lnTo>
                  <a:pt x="80829" y="8448"/>
                </a:lnTo>
                <a:cubicBezTo>
                  <a:pt x="80828" y="8449"/>
                  <a:pt x="79614" y="9663"/>
                  <a:pt x="79042" y="10808"/>
                </a:cubicBezTo>
                <a:cubicBezTo>
                  <a:pt x="78967" y="10739"/>
                  <a:pt x="78967" y="10665"/>
                  <a:pt x="78967" y="10665"/>
                </a:cubicBezTo>
                <a:cubicBezTo>
                  <a:pt x="79397" y="9594"/>
                  <a:pt x="79901" y="8517"/>
                  <a:pt x="79901" y="8517"/>
                </a:cubicBezTo>
                <a:lnTo>
                  <a:pt x="79901" y="8517"/>
                </a:lnTo>
                <a:cubicBezTo>
                  <a:pt x="79901" y="8517"/>
                  <a:pt x="78967" y="9451"/>
                  <a:pt x="78326" y="10453"/>
                </a:cubicBezTo>
                <a:cubicBezTo>
                  <a:pt x="78681" y="9663"/>
                  <a:pt x="79042" y="9021"/>
                  <a:pt x="79042" y="9021"/>
                </a:cubicBezTo>
                <a:lnTo>
                  <a:pt x="79042" y="9021"/>
                </a:lnTo>
                <a:cubicBezTo>
                  <a:pt x="79041" y="9021"/>
                  <a:pt x="78108" y="9880"/>
                  <a:pt x="77467" y="10808"/>
                </a:cubicBezTo>
                <a:cubicBezTo>
                  <a:pt x="77467" y="10596"/>
                  <a:pt x="77392" y="10378"/>
                  <a:pt x="77323" y="10167"/>
                </a:cubicBezTo>
                <a:cubicBezTo>
                  <a:pt x="77678" y="9376"/>
                  <a:pt x="77965" y="8735"/>
                  <a:pt x="77965" y="8735"/>
                </a:cubicBezTo>
                <a:lnTo>
                  <a:pt x="77965" y="8735"/>
                </a:lnTo>
                <a:cubicBezTo>
                  <a:pt x="77965" y="8735"/>
                  <a:pt x="77610" y="9090"/>
                  <a:pt x="77180" y="9594"/>
                </a:cubicBezTo>
                <a:cubicBezTo>
                  <a:pt x="77106" y="9233"/>
                  <a:pt x="76963" y="8803"/>
                  <a:pt x="76819" y="8305"/>
                </a:cubicBezTo>
                <a:lnTo>
                  <a:pt x="76819" y="8305"/>
                </a:lnTo>
                <a:cubicBezTo>
                  <a:pt x="76894" y="8735"/>
                  <a:pt x="76963" y="9233"/>
                  <a:pt x="77037" y="9806"/>
                </a:cubicBezTo>
                <a:cubicBezTo>
                  <a:pt x="76894" y="9949"/>
                  <a:pt x="76751" y="10167"/>
                  <a:pt x="76607" y="10310"/>
                </a:cubicBezTo>
                <a:cubicBezTo>
                  <a:pt x="76533" y="10378"/>
                  <a:pt x="76533" y="10453"/>
                  <a:pt x="76464" y="10522"/>
                </a:cubicBezTo>
                <a:cubicBezTo>
                  <a:pt x="76321" y="9949"/>
                  <a:pt x="76103" y="9233"/>
                  <a:pt x="75892" y="8305"/>
                </a:cubicBezTo>
                <a:lnTo>
                  <a:pt x="75892" y="8305"/>
                </a:lnTo>
                <a:cubicBezTo>
                  <a:pt x="76035" y="9164"/>
                  <a:pt x="76103" y="10167"/>
                  <a:pt x="76178" y="11094"/>
                </a:cubicBezTo>
                <a:cubicBezTo>
                  <a:pt x="76103" y="11238"/>
                  <a:pt x="76035" y="11381"/>
                  <a:pt x="75960" y="11455"/>
                </a:cubicBezTo>
                <a:cubicBezTo>
                  <a:pt x="75960" y="11598"/>
                  <a:pt x="75892" y="11742"/>
                  <a:pt x="75817" y="11954"/>
                </a:cubicBezTo>
                <a:lnTo>
                  <a:pt x="75817" y="11885"/>
                </a:lnTo>
                <a:cubicBezTo>
                  <a:pt x="75817" y="11810"/>
                  <a:pt x="75817" y="11667"/>
                  <a:pt x="75892" y="11598"/>
                </a:cubicBezTo>
                <a:cubicBezTo>
                  <a:pt x="75817" y="11598"/>
                  <a:pt x="75817" y="11667"/>
                  <a:pt x="75817" y="11742"/>
                </a:cubicBezTo>
                <a:cubicBezTo>
                  <a:pt x="75748" y="11381"/>
                  <a:pt x="75674" y="11094"/>
                  <a:pt x="75531" y="10665"/>
                </a:cubicBezTo>
                <a:cubicBezTo>
                  <a:pt x="75605" y="10596"/>
                  <a:pt x="75748" y="10379"/>
                  <a:pt x="75748" y="10378"/>
                </a:cubicBezTo>
                <a:lnTo>
                  <a:pt x="75748" y="10378"/>
                </a:lnTo>
                <a:cubicBezTo>
                  <a:pt x="75748" y="10379"/>
                  <a:pt x="75605" y="10453"/>
                  <a:pt x="75531" y="10596"/>
                </a:cubicBezTo>
                <a:cubicBezTo>
                  <a:pt x="75387" y="10023"/>
                  <a:pt x="75244" y="9519"/>
                  <a:pt x="75032" y="8803"/>
                </a:cubicBezTo>
                <a:lnTo>
                  <a:pt x="75032" y="8803"/>
                </a:lnTo>
                <a:cubicBezTo>
                  <a:pt x="75176" y="9376"/>
                  <a:pt x="75244" y="10023"/>
                  <a:pt x="75244" y="10665"/>
                </a:cubicBezTo>
                <a:cubicBezTo>
                  <a:pt x="75176" y="10739"/>
                  <a:pt x="75176" y="10883"/>
                  <a:pt x="75101" y="10951"/>
                </a:cubicBezTo>
                <a:cubicBezTo>
                  <a:pt x="74958" y="11094"/>
                  <a:pt x="74889" y="11238"/>
                  <a:pt x="74672" y="11381"/>
                </a:cubicBezTo>
                <a:lnTo>
                  <a:pt x="74672" y="11169"/>
                </a:lnTo>
                <a:cubicBezTo>
                  <a:pt x="74889" y="10808"/>
                  <a:pt x="74958" y="10596"/>
                  <a:pt x="74958" y="10596"/>
                </a:cubicBezTo>
                <a:lnTo>
                  <a:pt x="74958" y="10596"/>
                </a:lnTo>
                <a:lnTo>
                  <a:pt x="74603" y="10951"/>
                </a:lnTo>
                <a:cubicBezTo>
                  <a:pt x="74460" y="10310"/>
                  <a:pt x="74242" y="9519"/>
                  <a:pt x="73956" y="8517"/>
                </a:cubicBezTo>
                <a:lnTo>
                  <a:pt x="73956" y="8517"/>
                </a:lnTo>
                <a:cubicBezTo>
                  <a:pt x="74030" y="8803"/>
                  <a:pt x="74099" y="9164"/>
                  <a:pt x="74099" y="9519"/>
                </a:cubicBezTo>
                <a:cubicBezTo>
                  <a:pt x="74173" y="10023"/>
                  <a:pt x="74242" y="10596"/>
                  <a:pt x="74242" y="11094"/>
                </a:cubicBezTo>
                <a:cubicBezTo>
                  <a:pt x="74173" y="10951"/>
                  <a:pt x="74099" y="10883"/>
                  <a:pt x="73956" y="10739"/>
                </a:cubicBezTo>
                <a:lnTo>
                  <a:pt x="73956" y="10739"/>
                </a:lnTo>
                <a:cubicBezTo>
                  <a:pt x="74099" y="10883"/>
                  <a:pt x="74173" y="11026"/>
                  <a:pt x="74242" y="11238"/>
                </a:cubicBezTo>
                <a:lnTo>
                  <a:pt x="74242" y="11312"/>
                </a:lnTo>
                <a:cubicBezTo>
                  <a:pt x="74030" y="11455"/>
                  <a:pt x="73887" y="11667"/>
                  <a:pt x="73669" y="11885"/>
                </a:cubicBezTo>
                <a:cubicBezTo>
                  <a:pt x="73744" y="11598"/>
                  <a:pt x="73744" y="11312"/>
                  <a:pt x="73744" y="10951"/>
                </a:cubicBezTo>
                <a:lnTo>
                  <a:pt x="73744" y="10951"/>
                </a:lnTo>
                <a:cubicBezTo>
                  <a:pt x="73669" y="11094"/>
                  <a:pt x="73600" y="11238"/>
                  <a:pt x="73526" y="11455"/>
                </a:cubicBezTo>
                <a:cubicBezTo>
                  <a:pt x="73457" y="11312"/>
                  <a:pt x="73457" y="11238"/>
                  <a:pt x="73383" y="11094"/>
                </a:cubicBezTo>
                <a:cubicBezTo>
                  <a:pt x="73744" y="10310"/>
                  <a:pt x="74099" y="9594"/>
                  <a:pt x="74099" y="9519"/>
                </a:cubicBezTo>
                <a:lnTo>
                  <a:pt x="74099" y="9519"/>
                </a:lnTo>
                <a:lnTo>
                  <a:pt x="73383" y="10235"/>
                </a:lnTo>
                <a:cubicBezTo>
                  <a:pt x="73457" y="9519"/>
                  <a:pt x="73526" y="8660"/>
                  <a:pt x="73600" y="7801"/>
                </a:cubicBezTo>
                <a:lnTo>
                  <a:pt x="73600" y="7801"/>
                </a:lnTo>
                <a:cubicBezTo>
                  <a:pt x="73240" y="8448"/>
                  <a:pt x="72953" y="9806"/>
                  <a:pt x="72810" y="11026"/>
                </a:cubicBezTo>
                <a:cubicBezTo>
                  <a:pt x="72667" y="11169"/>
                  <a:pt x="72598" y="11238"/>
                  <a:pt x="72598" y="11381"/>
                </a:cubicBezTo>
                <a:cubicBezTo>
                  <a:pt x="72524" y="11381"/>
                  <a:pt x="72524" y="11381"/>
                  <a:pt x="72524" y="11455"/>
                </a:cubicBezTo>
                <a:cubicBezTo>
                  <a:pt x="72524" y="11381"/>
                  <a:pt x="72455" y="11381"/>
                  <a:pt x="72455" y="11312"/>
                </a:cubicBezTo>
                <a:lnTo>
                  <a:pt x="72455" y="11524"/>
                </a:lnTo>
                <a:cubicBezTo>
                  <a:pt x="72455" y="11598"/>
                  <a:pt x="72455" y="11667"/>
                  <a:pt x="72380" y="11742"/>
                </a:cubicBezTo>
                <a:cubicBezTo>
                  <a:pt x="72380" y="11667"/>
                  <a:pt x="72312" y="11598"/>
                  <a:pt x="72312" y="11524"/>
                </a:cubicBezTo>
                <a:cubicBezTo>
                  <a:pt x="72380" y="10522"/>
                  <a:pt x="72455" y="9307"/>
                  <a:pt x="72598" y="7801"/>
                </a:cubicBezTo>
                <a:lnTo>
                  <a:pt x="72598" y="7801"/>
                </a:lnTo>
                <a:cubicBezTo>
                  <a:pt x="72237" y="8374"/>
                  <a:pt x="72025" y="9451"/>
                  <a:pt x="71808" y="10522"/>
                </a:cubicBezTo>
                <a:cubicBezTo>
                  <a:pt x="71808" y="10453"/>
                  <a:pt x="71739" y="10310"/>
                  <a:pt x="71739" y="10235"/>
                </a:cubicBezTo>
                <a:lnTo>
                  <a:pt x="71739" y="10235"/>
                </a:lnTo>
                <a:cubicBezTo>
                  <a:pt x="71739" y="10379"/>
                  <a:pt x="71808" y="10522"/>
                  <a:pt x="71808" y="10665"/>
                </a:cubicBezTo>
                <a:cubicBezTo>
                  <a:pt x="71739" y="11026"/>
                  <a:pt x="71739" y="11312"/>
                  <a:pt x="71665" y="11598"/>
                </a:cubicBezTo>
                <a:cubicBezTo>
                  <a:pt x="71596" y="11524"/>
                  <a:pt x="71596" y="11455"/>
                  <a:pt x="71521" y="11312"/>
                </a:cubicBezTo>
                <a:cubicBezTo>
                  <a:pt x="71596" y="10522"/>
                  <a:pt x="71665" y="9451"/>
                  <a:pt x="71739" y="8305"/>
                </a:cubicBezTo>
                <a:lnTo>
                  <a:pt x="71739" y="8305"/>
                </a:lnTo>
                <a:cubicBezTo>
                  <a:pt x="71521" y="8735"/>
                  <a:pt x="71309" y="9594"/>
                  <a:pt x="71092" y="10522"/>
                </a:cubicBezTo>
                <a:lnTo>
                  <a:pt x="71092" y="10596"/>
                </a:lnTo>
                <a:cubicBezTo>
                  <a:pt x="70949" y="10167"/>
                  <a:pt x="70805" y="9737"/>
                  <a:pt x="70593" y="9307"/>
                </a:cubicBezTo>
                <a:cubicBezTo>
                  <a:pt x="70593" y="8878"/>
                  <a:pt x="70662" y="8448"/>
                  <a:pt x="70662" y="7944"/>
                </a:cubicBezTo>
                <a:lnTo>
                  <a:pt x="70662" y="7944"/>
                </a:lnTo>
                <a:cubicBezTo>
                  <a:pt x="70593" y="8231"/>
                  <a:pt x="70450" y="8517"/>
                  <a:pt x="70376" y="8878"/>
                </a:cubicBezTo>
                <a:cubicBezTo>
                  <a:pt x="70233" y="8660"/>
                  <a:pt x="70164" y="8448"/>
                  <a:pt x="70021" y="8231"/>
                </a:cubicBezTo>
                <a:lnTo>
                  <a:pt x="70021" y="8231"/>
                </a:lnTo>
                <a:cubicBezTo>
                  <a:pt x="70164" y="8448"/>
                  <a:pt x="70233" y="8735"/>
                  <a:pt x="70307" y="9021"/>
                </a:cubicBezTo>
                <a:cubicBezTo>
                  <a:pt x="70233" y="9233"/>
                  <a:pt x="70164" y="9519"/>
                  <a:pt x="70089" y="9806"/>
                </a:cubicBezTo>
                <a:cubicBezTo>
                  <a:pt x="70021" y="9880"/>
                  <a:pt x="69946" y="10023"/>
                  <a:pt x="69803" y="10092"/>
                </a:cubicBezTo>
                <a:cubicBezTo>
                  <a:pt x="69591" y="9519"/>
                  <a:pt x="69305" y="8878"/>
                  <a:pt x="68944" y="8231"/>
                </a:cubicBezTo>
                <a:lnTo>
                  <a:pt x="68944" y="8231"/>
                </a:lnTo>
                <a:cubicBezTo>
                  <a:pt x="69230" y="8878"/>
                  <a:pt x="69448" y="9594"/>
                  <a:pt x="69660" y="10310"/>
                </a:cubicBezTo>
                <a:cubicBezTo>
                  <a:pt x="69517" y="10453"/>
                  <a:pt x="69373" y="10596"/>
                  <a:pt x="69230" y="10808"/>
                </a:cubicBezTo>
                <a:cubicBezTo>
                  <a:pt x="68944" y="10167"/>
                  <a:pt x="68589" y="9451"/>
                  <a:pt x="68228" y="8735"/>
                </a:cubicBezTo>
                <a:lnTo>
                  <a:pt x="68228" y="8735"/>
                </a:lnTo>
                <a:cubicBezTo>
                  <a:pt x="68514" y="9451"/>
                  <a:pt x="68801" y="10235"/>
                  <a:pt x="68944" y="11026"/>
                </a:cubicBezTo>
                <a:cubicBezTo>
                  <a:pt x="68801" y="11238"/>
                  <a:pt x="68589" y="11381"/>
                  <a:pt x="68446" y="11598"/>
                </a:cubicBezTo>
                <a:cubicBezTo>
                  <a:pt x="68446" y="11455"/>
                  <a:pt x="68371" y="11381"/>
                  <a:pt x="68302" y="11238"/>
                </a:cubicBezTo>
                <a:cubicBezTo>
                  <a:pt x="68371" y="10739"/>
                  <a:pt x="68446" y="10235"/>
                  <a:pt x="68446" y="9737"/>
                </a:cubicBezTo>
                <a:lnTo>
                  <a:pt x="68446" y="9737"/>
                </a:lnTo>
                <a:cubicBezTo>
                  <a:pt x="68302" y="9949"/>
                  <a:pt x="68228" y="10235"/>
                  <a:pt x="68085" y="10596"/>
                </a:cubicBezTo>
                <a:cubicBezTo>
                  <a:pt x="68016" y="10453"/>
                  <a:pt x="68016" y="10310"/>
                  <a:pt x="67942" y="10167"/>
                </a:cubicBezTo>
                <a:lnTo>
                  <a:pt x="67942" y="9949"/>
                </a:lnTo>
                <a:cubicBezTo>
                  <a:pt x="67942" y="9949"/>
                  <a:pt x="67942" y="10023"/>
                  <a:pt x="67873" y="10023"/>
                </a:cubicBezTo>
                <a:cubicBezTo>
                  <a:pt x="67798" y="9806"/>
                  <a:pt x="67655" y="9594"/>
                  <a:pt x="67586" y="9307"/>
                </a:cubicBezTo>
                <a:lnTo>
                  <a:pt x="67586" y="8803"/>
                </a:lnTo>
                <a:cubicBezTo>
                  <a:pt x="67586" y="8878"/>
                  <a:pt x="67512" y="9021"/>
                  <a:pt x="67443" y="9090"/>
                </a:cubicBezTo>
                <a:cubicBezTo>
                  <a:pt x="67369" y="8878"/>
                  <a:pt x="67226" y="8660"/>
                  <a:pt x="67083" y="8448"/>
                </a:cubicBezTo>
                <a:lnTo>
                  <a:pt x="67083" y="8448"/>
                </a:lnTo>
                <a:cubicBezTo>
                  <a:pt x="67226" y="8660"/>
                  <a:pt x="67300" y="8947"/>
                  <a:pt x="67443" y="9233"/>
                </a:cubicBezTo>
                <a:cubicBezTo>
                  <a:pt x="67226" y="9737"/>
                  <a:pt x="67082" y="10453"/>
                  <a:pt x="66939" y="11169"/>
                </a:cubicBezTo>
                <a:cubicBezTo>
                  <a:pt x="66796" y="10665"/>
                  <a:pt x="66653" y="10023"/>
                  <a:pt x="66367" y="9307"/>
                </a:cubicBezTo>
                <a:lnTo>
                  <a:pt x="66367" y="9307"/>
                </a:lnTo>
                <a:cubicBezTo>
                  <a:pt x="66584" y="9949"/>
                  <a:pt x="66653" y="10808"/>
                  <a:pt x="66653" y="11598"/>
                </a:cubicBezTo>
                <a:cubicBezTo>
                  <a:pt x="66584" y="11598"/>
                  <a:pt x="66510" y="11667"/>
                  <a:pt x="66367" y="11810"/>
                </a:cubicBezTo>
                <a:cubicBezTo>
                  <a:pt x="66298" y="11742"/>
                  <a:pt x="66298" y="11667"/>
                  <a:pt x="66223" y="11598"/>
                </a:cubicBezTo>
                <a:cubicBezTo>
                  <a:pt x="66155" y="11524"/>
                  <a:pt x="66155" y="11455"/>
                  <a:pt x="66080" y="11381"/>
                </a:cubicBezTo>
                <a:cubicBezTo>
                  <a:pt x="65937" y="11026"/>
                  <a:pt x="65868" y="10596"/>
                  <a:pt x="65651" y="10167"/>
                </a:cubicBezTo>
                <a:lnTo>
                  <a:pt x="65651" y="10167"/>
                </a:lnTo>
                <a:cubicBezTo>
                  <a:pt x="65794" y="10665"/>
                  <a:pt x="65868" y="11238"/>
                  <a:pt x="65937" y="11810"/>
                </a:cubicBezTo>
                <a:lnTo>
                  <a:pt x="65868" y="11810"/>
                </a:lnTo>
                <a:cubicBezTo>
                  <a:pt x="65725" y="11524"/>
                  <a:pt x="65582" y="11169"/>
                  <a:pt x="65364" y="10808"/>
                </a:cubicBezTo>
                <a:cubicBezTo>
                  <a:pt x="65439" y="10596"/>
                  <a:pt x="65582" y="10378"/>
                  <a:pt x="65651" y="10167"/>
                </a:cubicBezTo>
                <a:cubicBezTo>
                  <a:pt x="66011" y="9519"/>
                  <a:pt x="66223" y="8947"/>
                  <a:pt x="66223" y="8947"/>
                </a:cubicBezTo>
                <a:lnTo>
                  <a:pt x="66223" y="8947"/>
                </a:lnTo>
                <a:cubicBezTo>
                  <a:pt x="66223" y="8947"/>
                  <a:pt x="65582" y="9519"/>
                  <a:pt x="65009" y="10310"/>
                </a:cubicBezTo>
                <a:cubicBezTo>
                  <a:pt x="64935" y="10092"/>
                  <a:pt x="64866" y="9880"/>
                  <a:pt x="64723" y="9737"/>
                </a:cubicBezTo>
                <a:cubicBezTo>
                  <a:pt x="64723" y="9663"/>
                  <a:pt x="64791" y="9663"/>
                  <a:pt x="64791" y="9663"/>
                </a:cubicBezTo>
                <a:lnTo>
                  <a:pt x="64723" y="9663"/>
                </a:lnTo>
                <a:cubicBezTo>
                  <a:pt x="64648" y="9519"/>
                  <a:pt x="64505" y="9308"/>
                  <a:pt x="64436" y="9164"/>
                </a:cubicBezTo>
                <a:lnTo>
                  <a:pt x="64436" y="9164"/>
                </a:lnTo>
                <a:cubicBezTo>
                  <a:pt x="64505" y="9308"/>
                  <a:pt x="64580" y="9519"/>
                  <a:pt x="64648" y="9737"/>
                </a:cubicBezTo>
                <a:cubicBezTo>
                  <a:pt x="64579" y="9806"/>
                  <a:pt x="64362" y="9949"/>
                  <a:pt x="64150" y="10235"/>
                </a:cubicBezTo>
                <a:cubicBezTo>
                  <a:pt x="64150" y="10023"/>
                  <a:pt x="64150" y="9806"/>
                  <a:pt x="64219" y="9594"/>
                </a:cubicBezTo>
                <a:lnTo>
                  <a:pt x="64219" y="9594"/>
                </a:lnTo>
                <a:cubicBezTo>
                  <a:pt x="64007" y="9806"/>
                  <a:pt x="63864" y="10235"/>
                  <a:pt x="63789" y="10596"/>
                </a:cubicBezTo>
                <a:cubicBezTo>
                  <a:pt x="63577" y="10883"/>
                  <a:pt x="63360" y="11094"/>
                  <a:pt x="63148" y="11381"/>
                </a:cubicBezTo>
                <a:lnTo>
                  <a:pt x="63148" y="11312"/>
                </a:lnTo>
                <a:cubicBezTo>
                  <a:pt x="63434" y="10739"/>
                  <a:pt x="63720" y="10310"/>
                  <a:pt x="63720" y="10310"/>
                </a:cubicBezTo>
                <a:lnTo>
                  <a:pt x="63720" y="10310"/>
                </a:lnTo>
                <a:cubicBezTo>
                  <a:pt x="63720" y="10310"/>
                  <a:pt x="63359" y="10522"/>
                  <a:pt x="63004" y="10883"/>
                </a:cubicBezTo>
                <a:lnTo>
                  <a:pt x="63004" y="10739"/>
                </a:lnTo>
                <a:cubicBezTo>
                  <a:pt x="63004" y="10092"/>
                  <a:pt x="63073" y="9451"/>
                  <a:pt x="63148" y="8735"/>
                </a:cubicBezTo>
                <a:lnTo>
                  <a:pt x="63148" y="8735"/>
                </a:lnTo>
                <a:cubicBezTo>
                  <a:pt x="63004" y="8947"/>
                  <a:pt x="62861" y="9376"/>
                  <a:pt x="62718" y="9806"/>
                </a:cubicBezTo>
                <a:cubicBezTo>
                  <a:pt x="62644" y="9451"/>
                  <a:pt x="62500" y="9090"/>
                  <a:pt x="62357" y="8660"/>
                </a:cubicBezTo>
                <a:lnTo>
                  <a:pt x="62357" y="8660"/>
                </a:lnTo>
                <a:cubicBezTo>
                  <a:pt x="62500" y="9164"/>
                  <a:pt x="62575" y="9737"/>
                  <a:pt x="62644" y="10310"/>
                </a:cubicBezTo>
                <a:cubicBezTo>
                  <a:pt x="62500" y="10739"/>
                  <a:pt x="62432" y="11238"/>
                  <a:pt x="62357" y="11667"/>
                </a:cubicBezTo>
                <a:cubicBezTo>
                  <a:pt x="62288" y="11742"/>
                  <a:pt x="62288" y="11810"/>
                  <a:pt x="62214" y="11885"/>
                </a:cubicBezTo>
                <a:lnTo>
                  <a:pt x="62214" y="11742"/>
                </a:lnTo>
                <a:cubicBezTo>
                  <a:pt x="62214" y="11094"/>
                  <a:pt x="62288" y="10310"/>
                  <a:pt x="62357" y="9519"/>
                </a:cubicBezTo>
                <a:lnTo>
                  <a:pt x="62357" y="9519"/>
                </a:lnTo>
                <a:cubicBezTo>
                  <a:pt x="62214" y="9806"/>
                  <a:pt x="62002" y="10310"/>
                  <a:pt x="61928" y="10808"/>
                </a:cubicBezTo>
                <a:cubicBezTo>
                  <a:pt x="61859" y="10739"/>
                  <a:pt x="61859" y="10665"/>
                  <a:pt x="61859" y="10596"/>
                </a:cubicBezTo>
                <a:lnTo>
                  <a:pt x="62002" y="10310"/>
                </a:lnTo>
                <a:lnTo>
                  <a:pt x="62002" y="10310"/>
                </a:lnTo>
                <a:cubicBezTo>
                  <a:pt x="62002" y="10310"/>
                  <a:pt x="61928" y="10379"/>
                  <a:pt x="61784" y="10453"/>
                </a:cubicBezTo>
                <a:cubicBezTo>
                  <a:pt x="61716" y="10310"/>
                  <a:pt x="61716" y="10167"/>
                  <a:pt x="61641" y="10023"/>
                </a:cubicBezTo>
                <a:lnTo>
                  <a:pt x="61641" y="10023"/>
                </a:lnTo>
                <a:cubicBezTo>
                  <a:pt x="61641" y="10167"/>
                  <a:pt x="61716" y="10310"/>
                  <a:pt x="61716" y="10522"/>
                </a:cubicBezTo>
                <a:cubicBezTo>
                  <a:pt x="61641" y="10596"/>
                  <a:pt x="61429" y="10739"/>
                  <a:pt x="61286" y="10951"/>
                </a:cubicBezTo>
                <a:lnTo>
                  <a:pt x="61286" y="10665"/>
                </a:lnTo>
                <a:cubicBezTo>
                  <a:pt x="61286" y="10739"/>
                  <a:pt x="61212" y="10808"/>
                  <a:pt x="61212" y="10883"/>
                </a:cubicBezTo>
                <a:cubicBezTo>
                  <a:pt x="61212" y="10808"/>
                  <a:pt x="61143" y="10808"/>
                  <a:pt x="61143" y="10739"/>
                </a:cubicBezTo>
                <a:cubicBezTo>
                  <a:pt x="61572" y="9949"/>
                  <a:pt x="61859" y="9233"/>
                  <a:pt x="61859" y="9233"/>
                </a:cubicBezTo>
                <a:lnTo>
                  <a:pt x="61859" y="9233"/>
                </a:lnTo>
                <a:cubicBezTo>
                  <a:pt x="61859" y="9233"/>
                  <a:pt x="61498" y="9663"/>
                  <a:pt x="61000" y="10167"/>
                </a:cubicBezTo>
                <a:cubicBezTo>
                  <a:pt x="60925" y="9880"/>
                  <a:pt x="60782" y="9594"/>
                  <a:pt x="60713" y="9308"/>
                </a:cubicBezTo>
                <a:lnTo>
                  <a:pt x="60713" y="9308"/>
                </a:lnTo>
                <a:cubicBezTo>
                  <a:pt x="60782" y="9594"/>
                  <a:pt x="60857" y="9949"/>
                  <a:pt x="60925" y="10310"/>
                </a:cubicBezTo>
                <a:cubicBezTo>
                  <a:pt x="60857" y="10310"/>
                  <a:pt x="60857" y="10310"/>
                  <a:pt x="60857" y="10378"/>
                </a:cubicBezTo>
                <a:cubicBezTo>
                  <a:pt x="60782" y="10167"/>
                  <a:pt x="60639" y="10023"/>
                  <a:pt x="60570" y="9880"/>
                </a:cubicBezTo>
                <a:lnTo>
                  <a:pt x="60570" y="9880"/>
                </a:lnTo>
                <a:cubicBezTo>
                  <a:pt x="60639" y="10023"/>
                  <a:pt x="60713" y="10235"/>
                  <a:pt x="60782" y="10378"/>
                </a:cubicBezTo>
                <a:cubicBezTo>
                  <a:pt x="60713" y="10522"/>
                  <a:pt x="60570" y="10665"/>
                  <a:pt x="60496" y="10808"/>
                </a:cubicBezTo>
                <a:cubicBezTo>
                  <a:pt x="60427" y="10665"/>
                  <a:pt x="60353" y="10522"/>
                  <a:pt x="60284" y="10310"/>
                </a:cubicBezTo>
                <a:cubicBezTo>
                  <a:pt x="60246" y="10272"/>
                  <a:pt x="60227" y="10217"/>
                  <a:pt x="60209" y="10162"/>
                </a:cubicBezTo>
                <a:lnTo>
                  <a:pt x="60209" y="10162"/>
                </a:lnTo>
                <a:cubicBezTo>
                  <a:pt x="60209" y="10164"/>
                  <a:pt x="60209" y="10165"/>
                  <a:pt x="60209" y="10167"/>
                </a:cubicBezTo>
                <a:lnTo>
                  <a:pt x="59997" y="9737"/>
                </a:lnTo>
                <a:cubicBezTo>
                  <a:pt x="60352" y="8947"/>
                  <a:pt x="60639" y="8305"/>
                  <a:pt x="60639" y="8305"/>
                </a:cubicBezTo>
                <a:lnTo>
                  <a:pt x="60639" y="8305"/>
                </a:lnTo>
                <a:lnTo>
                  <a:pt x="60209" y="8735"/>
                </a:lnTo>
                <a:cubicBezTo>
                  <a:pt x="60352" y="8517"/>
                  <a:pt x="60427" y="8305"/>
                  <a:pt x="60427" y="8305"/>
                </a:cubicBezTo>
                <a:lnTo>
                  <a:pt x="60427" y="8305"/>
                </a:lnTo>
                <a:cubicBezTo>
                  <a:pt x="60427" y="8305"/>
                  <a:pt x="60066" y="8660"/>
                  <a:pt x="59637" y="9164"/>
                </a:cubicBezTo>
                <a:cubicBezTo>
                  <a:pt x="59493" y="9376"/>
                  <a:pt x="59281" y="9594"/>
                  <a:pt x="59138" y="9806"/>
                </a:cubicBezTo>
                <a:cubicBezTo>
                  <a:pt x="59138" y="9663"/>
                  <a:pt x="59138" y="9519"/>
                  <a:pt x="59207" y="9376"/>
                </a:cubicBezTo>
                <a:cubicBezTo>
                  <a:pt x="59350" y="9021"/>
                  <a:pt x="59493" y="8735"/>
                  <a:pt x="59493" y="8735"/>
                </a:cubicBezTo>
                <a:lnTo>
                  <a:pt x="59493" y="8735"/>
                </a:lnTo>
                <a:cubicBezTo>
                  <a:pt x="59493" y="8735"/>
                  <a:pt x="59350" y="8803"/>
                  <a:pt x="59207" y="8947"/>
                </a:cubicBezTo>
                <a:cubicBezTo>
                  <a:pt x="59207" y="8660"/>
                  <a:pt x="59281" y="8374"/>
                  <a:pt x="59281" y="8019"/>
                </a:cubicBezTo>
                <a:lnTo>
                  <a:pt x="59281" y="8019"/>
                </a:lnTo>
                <a:cubicBezTo>
                  <a:pt x="59138" y="8374"/>
                  <a:pt x="58995" y="8803"/>
                  <a:pt x="58852" y="9376"/>
                </a:cubicBezTo>
                <a:cubicBezTo>
                  <a:pt x="58709" y="9519"/>
                  <a:pt x="58566" y="9663"/>
                  <a:pt x="58491" y="9806"/>
                </a:cubicBezTo>
                <a:lnTo>
                  <a:pt x="58491" y="9451"/>
                </a:lnTo>
                <a:cubicBezTo>
                  <a:pt x="58422" y="9594"/>
                  <a:pt x="58279" y="9880"/>
                  <a:pt x="58205" y="10092"/>
                </a:cubicBezTo>
                <a:lnTo>
                  <a:pt x="58205" y="10167"/>
                </a:lnTo>
                <a:cubicBezTo>
                  <a:pt x="58205" y="10092"/>
                  <a:pt x="58136" y="10023"/>
                  <a:pt x="58136" y="9949"/>
                </a:cubicBezTo>
                <a:lnTo>
                  <a:pt x="58136" y="9949"/>
                </a:lnTo>
                <a:cubicBezTo>
                  <a:pt x="58136" y="9963"/>
                  <a:pt x="58136" y="9976"/>
                  <a:pt x="58136" y="9989"/>
                </a:cubicBezTo>
                <a:lnTo>
                  <a:pt x="58136" y="9989"/>
                </a:lnTo>
                <a:cubicBezTo>
                  <a:pt x="58037" y="9724"/>
                  <a:pt x="57938" y="9425"/>
                  <a:pt x="57838" y="9094"/>
                </a:cubicBezTo>
                <a:lnTo>
                  <a:pt x="57838" y="9094"/>
                </a:lnTo>
                <a:cubicBezTo>
                  <a:pt x="57940" y="9488"/>
                  <a:pt x="57993" y="9960"/>
                  <a:pt x="57993" y="10378"/>
                </a:cubicBezTo>
                <a:cubicBezTo>
                  <a:pt x="57850" y="10665"/>
                  <a:pt x="57706" y="10883"/>
                  <a:pt x="57563" y="11169"/>
                </a:cubicBezTo>
                <a:cubicBezTo>
                  <a:pt x="57563" y="10808"/>
                  <a:pt x="57420" y="10310"/>
                  <a:pt x="57346" y="9806"/>
                </a:cubicBezTo>
                <a:cubicBezTo>
                  <a:pt x="57346" y="9451"/>
                  <a:pt x="57420" y="9090"/>
                  <a:pt x="57420" y="8660"/>
                </a:cubicBezTo>
                <a:lnTo>
                  <a:pt x="57420" y="8660"/>
                </a:lnTo>
                <a:cubicBezTo>
                  <a:pt x="57346" y="8803"/>
                  <a:pt x="57277" y="9021"/>
                  <a:pt x="57202" y="9233"/>
                </a:cubicBezTo>
                <a:cubicBezTo>
                  <a:pt x="57059" y="8803"/>
                  <a:pt x="56990" y="8448"/>
                  <a:pt x="56847" y="7944"/>
                </a:cubicBezTo>
                <a:lnTo>
                  <a:pt x="56847" y="7944"/>
                </a:lnTo>
                <a:cubicBezTo>
                  <a:pt x="56916" y="8374"/>
                  <a:pt x="56990" y="8878"/>
                  <a:pt x="57059" y="9376"/>
                </a:cubicBezTo>
                <a:cubicBezTo>
                  <a:pt x="56916" y="8947"/>
                  <a:pt x="56773" y="8448"/>
                  <a:pt x="56630" y="7876"/>
                </a:cubicBezTo>
                <a:lnTo>
                  <a:pt x="56630" y="7876"/>
                </a:lnTo>
                <a:cubicBezTo>
                  <a:pt x="56773" y="8591"/>
                  <a:pt x="56847" y="9519"/>
                  <a:pt x="56847" y="10310"/>
                </a:cubicBezTo>
                <a:lnTo>
                  <a:pt x="56847" y="10453"/>
                </a:lnTo>
                <a:cubicBezTo>
                  <a:pt x="56630" y="9737"/>
                  <a:pt x="56274" y="9021"/>
                  <a:pt x="55845" y="8374"/>
                </a:cubicBezTo>
                <a:lnTo>
                  <a:pt x="55845" y="8374"/>
                </a:lnTo>
                <a:cubicBezTo>
                  <a:pt x="56200" y="9021"/>
                  <a:pt x="56418" y="9880"/>
                  <a:pt x="56630" y="10665"/>
                </a:cubicBezTo>
                <a:cubicBezTo>
                  <a:pt x="56486" y="10739"/>
                  <a:pt x="56418" y="10808"/>
                  <a:pt x="56274" y="10951"/>
                </a:cubicBezTo>
                <a:lnTo>
                  <a:pt x="56274" y="10739"/>
                </a:lnTo>
                <a:cubicBezTo>
                  <a:pt x="56343" y="10665"/>
                  <a:pt x="56418" y="10522"/>
                  <a:pt x="56418" y="10522"/>
                </a:cubicBezTo>
                <a:lnTo>
                  <a:pt x="56418" y="10522"/>
                </a:lnTo>
                <a:cubicBezTo>
                  <a:pt x="56418" y="10522"/>
                  <a:pt x="56343" y="10596"/>
                  <a:pt x="56200" y="10665"/>
                </a:cubicBezTo>
                <a:cubicBezTo>
                  <a:pt x="56200" y="10522"/>
                  <a:pt x="56200" y="10378"/>
                  <a:pt x="56131" y="10235"/>
                </a:cubicBezTo>
                <a:cubicBezTo>
                  <a:pt x="56200" y="10167"/>
                  <a:pt x="56274" y="10023"/>
                  <a:pt x="56274" y="10023"/>
                </a:cubicBezTo>
                <a:lnTo>
                  <a:pt x="56274" y="10023"/>
                </a:lnTo>
                <a:lnTo>
                  <a:pt x="56131" y="10167"/>
                </a:lnTo>
                <a:cubicBezTo>
                  <a:pt x="55988" y="9594"/>
                  <a:pt x="55845" y="9021"/>
                  <a:pt x="55627" y="8305"/>
                </a:cubicBezTo>
                <a:lnTo>
                  <a:pt x="55627" y="8305"/>
                </a:lnTo>
                <a:cubicBezTo>
                  <a:pt x="55770" y="8947"/>
                  <a:pt x="55845" y="9663"/>
                  <a:pt x="55845" y="10378"/>
                </a:cubicBezTo>
                <a:lnTo>
                  <a:pt x="55559" y="10665"/>
                </a:lnTo>
                <a:cubicBezTo>
                  <a:pt x="55415" y="10310"/>
                  <a:pt x="55272" y="10023"/>
                  <a:pt x="55054" y="9737"/>
                </a:cubicBezTo>
                <a:lnTo>
                  <a:pt x="55054" y="9737"/>
                </a:lnTo>
                <a:cubicBezTo>
                  <a:pt x="55198" y="10023"/>
                  <a:pt x="55341" y="10378"/>
                  <a:pt x="55484" y="10739"/>
                </a:cubicBezTo>
                <a:cubicBezTo>
                  <a:pt x="55341" y="10883"/>
                  <a:pt x="55129" y="11094"/>
                  <a:pt x="54986" y="11312"/>
                </a:cubicBezTo>
                <a:cubicBezTo>
                  <a:pt x="54986" y="11169"/>
                  <a:pt x="54911" y="11094"/>
                  <a:pt x="54911" y="11026"/>
                </a:cubicBezTo>
                <a:cubicBezTo>
                  <a:pt x="54911" y="11026"/>
                  <a:pt x="54911" y="10951"/>
                  <a:pt x="54843" y="10951"/>
                </a:cubicBezTo>
                <a:cubicBezTo>
                  <a:pt x="54911" y="10739"/>
                  <a:pt x="54911" y="10453"/>
                  <a:pt x="54911" y="10167"/>
                </a:cubicBezTo>
                <a:cubicBezTo>
                  <a:pt x="54986" y="10092"/>
                  <a:pt x="55054" y="9949"/>
                  <a:pt x="55054" y="9949"/>
                </a:cubicBezTo>
                <a:lnTo>
                  <a:pt x="55054" y="9949"/>
                </a:lnTo>
                <a:lnTo>
                  <a:pt x="54986" y="10023"/>
                </a:lnTo>
                <a:cubicBezTo>
                  <a:pt x="54986" y="9806"/>
                  <a:pt x="54986" y="9594"/>
                  <a:pt x="55054" y="9376"/>
                </a:cubicBezTo>
                <a:lnTo>
                  <a:pt x="55054" y="9376"/>
                </a:lnTo>
                <a:cubicBezTo>
                  <a:pt x="54843" y="9594"/>
                  <a:pt x="54768" y="9949"/>
                  <a:pt x="54625" y="10310"/>
                </a:cubicBezTo>
                <a:cubicBezTo>
                  <a:pt x="54556" y="10310"/>
                  <a:pt x="54556" y="10235"/>
                  <a:pt x="54556" y="10235"/>
                </a:cubicBezTo>
                <a:lnTo>
                  <a:pt x="54339" y="9806"/>
                </a:lnTo>
                <a:cubicBezTo>
                  <a:pt x="54339" y="9307"/>
                  <a:pt x="54413" y="8803"/>
                  <a:pt x="54482" y="8231"/>
                </a:cubicBezTo>
                <a:lnTo>
                  <a:pt x="54482" y="8231"/>
                </a:lnTo>
                <a:cubicBezTo>
                  <a:pt x="54339" y="8448"/>
                  <a:pt x="54195" y="8878"/>
                  <a:pt x="54052" y="9307"/>
                </a:cubicBezTo>
                <a:lnTo>
                  <a:pt x="54052" y="9233"/>
                </a:lnTo>
                <a:lnTo>
                  <a:pt x="54127" y="9021"/>
                </a:lnTo>
                <a:lnTo>
                  <a:pt x="54127" y="9021"/>
                </a:lnTo>
                <a:cubicBezTo>
                  <a:pt x="54127" y="9021"/>
                  <a:pt x="54052" y="9164"/>
                  <a:pt x="53983" y="9164"/>
                </a:cubicBezTo>
                <a:lnTo>
                  <a:pt x="53766" y="9376"/>
                </a:lnTo>
                <a:cubicBezTo>
                  <a:pt x="53840" y="8735"/>
                  <a:pt x="53840" y="8087"/>
                  <a:pt x="53909" y="7303"/>
                </a:cubicBezTo>
                <a:lnTo>
                  <a:pt x="53909" y="7303"/>
                </a:lnTo>
                <a:cubicBezTo>
                  <a:pt x="53623" y="7801"/>
                  <a:pt x="53411" y="8878"/>
                  <a:pt x="53267" y="9880"/>
                </a:cubicBezTo>
                <a:lnTo>
                  <a:pt x="53193" y="9949"/>
                </a:lnTo>
                <a:cubicBezTo>
                  <a:pt x="53193" y="9949"/>
                  <a:pt x="53124" y="9949"/>
                  <a:pt x="53124" y="9880"/>
                </a:cubicBezTo>
                <a:cubicBezTo>
                  <a:pt x="53193" y="9090"/>
                  <a:pt x="53267" y="8162"/>
                  <a:pt x="53336" y="7160"/>
                </a:cubicBezTo>
                <a:lnTo>
                  <a:pt x="53336" y="7160"/>
                </a:lnTo>
                <a:cubicBezTo>
                  <a:pt x="53050" y="7658"/>
                  <a:pt x="52838" y="8660"/>
                  <a:pt x="52695" y="9663"/>
                </a:cubicBezTo>
                <a:lnTo>
                  <a:pt x="52477" y="9880"/>
                </a:lnTo>
                <a:lnTo>
                  <a:pt x="52265" y="10092"/>
                </a:lnTo>
                <a:cubicBezTo>
                  <a:pt x="52334" y="9376"/>
                  <a:pt x="52408" y="8517"/>
                  <a:pt x="52477" y="7658"/>
                </a:cubicBezTo>
                <a:lnTo>
                  <a:pt x="52477" y="7658"/>
                </a:lnTo>
                <a:cubicBezTo>
                  <a:pt x="52191" y="8087"/>
                  <a:pt x="51979" y="9021"/>
                  <a:pt x="51836" y="9949"/>
                </a:cubicBezTo>
                <a:cubicBezTo>
                  <a:pt x="51761" y="9880"/>
                  <a:pt x="51692" y="9806"/>
                  <a:pt x="51692" y="9737"/>
                </a:cubicBezTo>
                <a:cubicBezTo>
                  <a:pt x="51549" y="9451"/>
                  <a:pt x="51475" y="9164"/>
                  <a:pt x="51332" y="8878"/>
                </a:cubicBezTo>
                <a:cubicBezTo>
                  <a:pt x="51618" y="8162"/>
                  <a:pt x="51904" y="7372"/>
                  <a:pt x="52122" y="6799"/>
                </a:cubicBezTo>
                <a:cubicBezTo>
                  <a:pt x="52408" y="6157"/>
                  <a:pt x="52551" y="5728"/>
                  <a:pt x="52552" y="5728"/>
                </a:cubicBezTo>
                <a:lnTo>
                  <a:pt x="52552" y="5728"/>
                </a:lnTo>
                <a:cubicBezTo>
                  <a:pt x="52551" y="5728"/>
                  <a:pt x="52334" y="6014"/>
                  <a:pt x="51979" y="6444"/>
                </a:cubicBezTo>
                <a:cubicBezTo>
                  <a:pt x="51979" y="6369"/>
                  <a:pt x="52047" y="6226"/>
                  <a:pt x="52047" y="6226"/>
                </a:cubicBezTo>
                <a:lnTo>
                  <a:pt x="52047" y="6226"/>
                </a:lnTo>
                <a:cubicBezTo>
                  <a:pt x="52047" y="6226"/>
                  <a:pt x="51406" y="6873"/>
                  <a:pt x="50833" y="7801"/>
                </a:cubicBezTo>
                <a:cubicBezTo>
                  <a:pt x="50616" y="8087"/>
                  <a:pt x="50472" y="8374"/>
                  <a:pt x="50329" y="8660"/>
                </a:cubicBezTo>
                <a:cubicBezTo>
                  <a:pt x="50616" y="7944"/>
                  <a:pt x="50902" y="7085"/>
                  <a:pt x="51120" y="6512"/>
                </a:cubicBezTo>
                <a:cubicBezTo>
                  <a:pt x="51406" y="5940"/>
                  <a:pt x="51549" y="5510"/>
                  <a:pt x="51549" y="5510"/>
                </a:cubicBezTo>
                <a:lnTo>
                  <a:pt x="51549" y="5510"/>
                </a:lnTo>
                <a:cubicBezTo>
                  <a:pt x="51549" y="5510"/>
                  <a:pt x="50547" y="6587"/>
                  <a:pt x="49900" y="7801"/>
                </a:cubicBezTo>
                <a:lnTo>
                  <a:pt x="49900" y="7732"/>
                </a:lnTo>
                <a:cubicBezTo>
                  <a:pt x="50043" y="7446"/>
                  <a:pt x="50260" y="7085"/>
                  <a:pt x="50260" y="7085"/>
                </a:cubicBezTo>
                <a:lnTo>
                  <a:pt x="50260" y="7085"/>
                </a:lnTo>
                <a:cubicBezTo>
                  <a:pt x="50260" y="7085"/>
                  <a:pt x="50043" y="7228"/>
                  <a:pt x="49831" y="7515"/>
                </a:cubicBezTo>
                <a:cubicBezTo>
                  <a:pt x="49613" y="7732"/>
                  <a:pt x="49401" y="7944"/>
                  <a:pt x="49184" y="8231"/>
                </a:cubicBezTo>
                <a:cubicBezTo>
                  <a:pt x="49184" y="8231"/>
                  <a:pt x="49184" y="8162"/>
                  <a:pt x="49115" y="8087"/>
                </a:cubicBezTo>
                <a:cubicBezTo>
                  <a:pt x="49041" y="7515"/>
                  <a:pt x="48897" y="6873"/>
                  <a:pt x="48685" y="6014"/>
                </a:cubicBezTo>
                <a:cubicBezTo>
                  <a:pt x="48829" y="5728"/>
                  <a:pt x="49040" y="5224"/>
                  <a:pt x="49041" y="5224"/>
                </a:cubicBezTo>
                <a:lnTo>
                  <a:pt x="49041" y="5224"/>
                </a:lnTo>
                <a:cubicBezTo>
                  <a:pt x="49040" y="5224"/>
                  <a:pt x="48754" y="5510"/>
                  <a:pt x="48611" y="5728"/>
                </a:cubicBezTo>
                <a:cubicBezTo>
                  <a:pt x="48543" y="5585"/>
                  <a:pt x="48542" y="5369"/>
                  <a:pt x="48469" y="5226"/>
                </a:cubicBezTo>
                <a:lnTo>
                  <a:pt x="48469" y="5226"/>
                </a:lnTo>
                <a:cubicBezTo>
                  <a:pt x="48542" y="5369"/>
                  <a:pt x="48542" y="5585"/>
                  <a:pt x="48542" y="5728"/>
                </a:cubicBezTo>
                <a:lnTo>
                  <a:pt x="48399" y="6014"/>
                </a:lnTo>
                <a:cubicBezTo>
                  <a:pt x="48325" y="5940"/>
                  <a:pt x="48325" y="5796"/>
                  <a:pt x="48325" y="5728"/>
                </a:cubicBezTo>
                <a:lnTo>
                  <a:pt x="48325" y="6014"/>
                </a:lnTo>
                <a:cubicBezTo>
                  <a:pt x="48181" y="6226"/>
                  <a:pt x="48038" y="6369"/>
                  <a:pt x="47895" y="6587"/>
                </a:cubicBezTo>
                <a:cubicBezTo>
                  <a:pt x="47826" y="6157"/>
                  <a:pt x="47683" y="5585"/>
                  <a:pt x="47540" y="5012"/>
                </a:cubicBezTo>
                <a:lnTo>
                  <a:pt x="47540" y="5012"/>
                </a:lnTo>
                <a:cubicBezTo>
                  <a:pt x="47609" y="5585"/>
                  <a:pt x="47683" y="6226"/>
                  <a:pt x="47752" y="6873"/>
                </a:cubicBezTo>
                <a:cubicBezTo>
                  <a:pt x="47465" y="7372"/>
                  <a:pt x="47110" y="7876"/>
                  <a:pt x="46967" y="8448"/>
                </a:cubicBezTo>
                <a:cubicBezTo>
                  <a:pt x="46967" y="8591"/>
                  <a:pt x="46893" y="8735"/>
                  <a:pt x="46824" y="8878"/>
                </a:cubicBezTo>
                <a:cubicBezTo>
                  <a:pt x="46824" y="8878"/>
                  <a:pt x="46824" y="8947"/>
                  <a:pt x="46749" y="8947"/>
                </a:cubicBezTo>
                <a:cubicBezTo>
                  <a:pt x="46824" y="8591"/>
                  <a:pt x="46824" y="8231"/>
                  <a:pt x="46893" y="7876"/>
                </a:cubicBezTo>
                <a:lnTo>
                  <a:pt x="46893" y="7876"/>
                </a:lnTo>
                <a:cubicBezTo>
                  <a:pt x="46824" y="8019"/>
                  <a:pt x="46681" y="8231"/>
                  <a:pt x="46606" y="8374"/>
                </a:cubicBezTo>
                <a:cubicBezTo>
                  <a:pt x="46538" y="7876"/>
                  <a:pt x="46394" y="7303"/>
                  <a:pt x="46177" y="6587"/>
                </a:cubicBezTo>
                <a:lnTo>
                  <a:pt x="46177" y="6587"/>
                </a:lnTo>
                <a:cubicBezTo>
                  <a:pt x="46320" y="7303"/>
                  <a:pt x="46394" y="8231"/>
                  <a:pt x="46463" y="9090"/>
                </a:cubicBezTo>
                <a:cubicBezTo>
                  <a:pt x="46394" y="9164"/>
                  <a:pt x="46394" y="9233"/>
                  <a:pt x="46394" y="9376"/>
                </a:cubicBezTo>
                <a:lnTo>
                  <a:pt x="46320" y="9376"/>
                </a:lnTo>
                <a:cubicBezTo>
                  <a:pt x="46251" y="9307"/>
                  <a:pt x="46251" y="9233"/>
                  <a:pt x="46251" y="9164"/>
                </a:cubicBezTo>
                <a:cubicBezTo>
                  <a:pt x="46251" y="8878"/>
                  <a:pt x="46320" y="8591"/>
                  <a:pt x="46320" y="8305"/>
                </a:cubicBezTo>
                <a:lnTo>
                  <a:pt x="46320" y="8305"/>
                </a:lnTo>
                <a:lnTo>
                  <a:pt x="46108" y="8735"/>
                </a:lnTo>
                <a:cubicBezTo>
                  <a:pt x="46034" y="8517"/>
                  <a:pt x="45965" y="8305"/>
                  <a:pt x="45890" y="8162"/>
                </a:cubicBezTo>
                <a:lnTo>
                  <a:pt x="45890" y="8374"/>
                </a:lnTo>
                <a:lnTo>
                  <a:pt x="45890" y="8803"/>
                </a:lnTo>
                <a:lnTo>
                  <a:pt x="45890" y="9307"/>
                </a:lnTo>
                <a:cubicBezTo>
                  <a:pt x="45890" y="9307"/>
                  <a:pt x="45890" y="9234"/>
                  <a:pt x="45823" y="9165"/>
                </a:cubicBezTo>
                <a:lnTo>
                  <a:pt x="45823" y="9165"/>
                </a:lnTo>
                <a:cubicBezTo>
                  <a:pt x="45890" y="9234"/>
                  <a:pt x="45890" y="9308"/>
                  <a:pt x="45890" y="9376"/>
                </a:cubicBezTo>
                <a:lnTo>
                  <a:pt x="45890" y="9519"/>
                </a:lnTo>
                <a:cubicBezTo>
                  <a:pt x="45890" y="9451"/>
                  <a:pt x="45822" y="9307"/>
                  <a:pt x="45822" y="9164"/>
                </a:cubicBezTo>
                <a:cubicBezTo>
                  <a:pt x="45747" y="8305"/>
                  <a:pt x="45535" y="7228"/>
                  <a:pt x="45174" y="5728"/>
                </a:cubicBezTo>
                <a:cubicBezTo>
                  <a:pt x="45249" y="5510"/>
                  <a:pt x="45249" y="5224"/>
                  <a:pt x="45249" y="5012"/>
                </a:cubicBezTo>
                <a:lnTo>
                  <a:pt x="45249" y="5012"/>
                </a:lnTo>
                <a:cubicBezTo>
                  <a:pt x="45249" y="5081"/>
                  <a:pt x="45174" y="5224"/>
                  <a:pt x="45106" y="5367"/>
                </a:cubicBezTo>
                <a:cubicBezTo>
                  <a:pt x="45174" y="5012"/>
                  <a:pt x="45174" y="4725"/>
                  <a:pt x="45174" y="4439"/>
                </a:cubicBezTo>
                <a:lnTo>
                  <a:pt x="45174" y="4439"/>
                </a:lnTo>
                <a:cubicBezTo>
                  <a:pt x="45106" y="4508"/>
                  <a:pt x="45031" y="4725"/>
                  <a:pt x="45031" y="4869"/>
                </a:cubicBezTo>
                <a:cubicBezTo>
                  <a:pt x="44962" y="4794"/>
                  <a:pt x="44962" y="4794"/>
                  <a:pt x="44962" y="4725"/>
                </a:cubicBezTo>
                <a:lnTo>
                  <a:pt x="44962" y="4937"/>
                </a:lnTo>
                <a:cubicBezTo>
                  <a:pt x="44676" y="5796"/>
                  <a:pt x="44458" y="7228"/>
                  <a:pt x="44315" y="8448"/>
                </a:cubicBezTo>
                <a:lnTo>
                  <a:pt x="43960" y="8803"/>
                </a:lnTo>
                <a:cubicBezTo>
                  <a:pt x="44029" y="7589"/>
                  <a:pt x="44172" y="6014"/>
                  <a:pt x="44315" y="4221"/>
                </a:cubicBezTo>
                <a:lnTo>
                  <a:pt x="44315" y="4221"/>
                </a:lnTo>
                <a:cubicBezTo>
                  <a:pt x="43886" y="5012"/>
                  <a:pt x="43599" y="6730"/>
                  <a:pt x="43387" y="8305"/>
                </a:cubicBezTo>
                <a:cubicBezTo>
                  <a:pt x="43387" y="8231"/>
                  <a:pt x="43313" y="8162"/>
                  <a:pt x="43313" y="8088"/>
                </a:cubicBezTo>
                <a:lnTo>
                  <a:pt x="43313" y="8088"/>
                </a:lnTo>
                <a:cubicBezTo>
                  <a:pt x="43313" y="8163"/>
                  <a:pt x="43387" y="8305"/>
                  <a:pt x="43387" y="8374"/>
                </a:cubicBezTo>
                <a:cubicBezTo>
                  <a:pt x="43387" y="8591"/>
                  <a:pt x="43313" y="8878"/>
                  <a:pt x="43313" y="9090"/>
                </a:cubicBezTo>
                <a:cubicBezTo>
                  <a:pt x="43244" y="8947"/>
                  <a:pt x="43244" y="8878"/>
                  <a:pt x="43170" y="8735"/>
                </a:cubicBezTo>
                <a:lnTo>
                  <a:pt x="42740" y="7446"/>
                </a:lnTo>
                <a:cubicBezTo>
                  <a:pt x="42815" y="6942"/>
                  <a:pt x="42815" y="6369"/>
                  <a:pt x="42883" y="5796"/>
                </a:cubicBezTo>
                <a:lnTo>
                  <a:pt x="42883" y="5796"/>
                </a:lnTo>
                <a:cubicBezTo>
                  <a:pt x="42740" y="6014"/>
                  <a:pt x="42671" y="6369"/>
                  <a:pt x="42528" y="6799"/>
                </a:cubicBezTo>
                <a:cubicBezTo>
                  <a:pt x="42385" y="6300"/>
                  <a:pt x="42167" y="5796"/>
                  <a:pt x="41881" y="5298"/>
                </a:cubicBezTo>
                <a:lnTo>
                  <a:pt x="41881" y="5298"/>
                </a:lnTo>
                <a:cubicBezTo>
                  <a:pt x="42099" y="5728"/>
                  <a:pt x="42242" y="6157"/>
                  <a:pt x="42311" y="6656"/>
                </a:cubicBezTo>
                <a:cubicBezTo>
                  <a:pt x="42167" y="6083"/>
                  <a:pt x="41881" y="5510"/>
                  <a:pt x="41669" y="4937"/>
                </a:cubicBezTo>
                <a:cubicBezTo>
                  <a:pt x="41669" y="4582"/>
                  <a:pt x="41669" y="4296"/>
                  <a:pt x="41738" y="3935"/>
                </a:cubicBezTo>
                <a:lnTo>
                  <a:pt x="41738" y="3935"/>
                </a:lnTo>
                <a:cubicBezTo>
                  <a:pt x="41526" y="4296"/>
                  <a:pt x="41383" y="4937"/>
                  <a:pt x="41240" y="5653"/>
                </a:cubicBezTo>
                <a:cubicBezTo>
                  <a:pt x="41096" y="5298"/>
                  <a:pt x="40879" y="4869"/>
                  <a:pt x="40735" y="4508"/>
                </a:cubicBezTo>
                <a:lnTo>
                  <a:pt x="40735" y="4508"/>
                </a:lnTo>
                <a:cubicBezTo>
                  <a:pt x="40879" y="4937"/>
                  <a:pt x="41022" y="5441"/>
                  <a:pt x="41165" y="5940"/>
                </a:cubicBezTo>
                <a:cubicBezTo>
                  <a:pt x="40953" y="6942"/>
                  <a:pt x="40810" y="8087"/>
                  <a:pt x="40735" y="9090"/>
                </a:cubicBezTo>
                <a:cubicBezTo>
                  <a:pt x="40667" y="9021"/>
                  <a:pt x="40667" y="8947"/>
                  <a:pt x="40667" y="8878"/>
                </a:cubicBezTo>
                <a:cubicBezTo>
                  <a:pt x="40667" y="8517"/>
                  <a:pt x="40735" y="8087"/>
                  <a:pt x="40735" y="7732"/>
                </a:cubicBezTo>
                <a:lnTo>
                  <a:pt x="40735" y="7732"/>
                </a:lnTo>
                <a:cubicBezTo>
                  <a:pt x="40667" y="7876"/>
                  <a:pt x="40592" y="8087"/>
                  <a:pt x="40524" y="8305"/>
                </a:cubicBezTo>
                <a:cubicBezTo>
                  <a:pt x="40452" y="8167"/>
                  <a:pt x="40385" y="8029"/>
                  <a:pt x="40381" y="7891"/>
                </a:cubicBezTo>
                <a:lnTo>
                  <a:pt x="40381" y="7891"/>
                </a:lnTo>
                <a:cubicBezTo>
                  <a:pt x="40683" y="7191"/>
                  <a:pt x="40953" y="6656"/>
                  <a:pt x="40953" y="6656"/>
                </a:cubicBezTo>
                <a:lnTo>
                  <a:pt x="40953" y="6656"/>
                </a:lnTo>
                <a:cubicBezTo>
                  <a:pt x="40953" y="6656"/>
                  <a:pt x="40449" y="7085"/>
                  <a:pt x="40020" y="7658"/>
                </a:cubicBezTo>
                <a:cubicBezTo>
                  <a:pt x="39808" y="7160"/>
                  <a:pt x="39590" y="6587"/>
                  <a:pt x="39304" y="6083"/>
                </a:cubicBezTo>
                <a:lnTo>
                  <a:pt x="39304" y="6083"/>
                </a:lnTo>
                <a:cubicBezTo>
                  <a:pt x="39521" y="6587"/>
                  <a:pt x="39664" y="7228"/>
                  <a:pt x="39876" y="7876"/>
                </a:cubicBezTo>
                <a:cubicBezTo>
                  <a:pt x="39733" y="8019"/>
                  <a:pt x="39590" y="8162"/>
                  <a:pt x="39521" y="8374"/>
                </a:cubicBezTo>
                <a:cubicBezTo>
                  <a:pt x="39235" y="7085"/>
                  <a:pt x="38805" y="5585"/>
                  <a:pt x="38158" y="4221"/>
                </a:cubicBezTo>
                <a:lnTo>
                  <a:pt x="38158" y="4221"/>
                </a:lnTo>
                <a:cubicBezTo>
                  <a:pt x="38376" y="4937"/>
                  <a:pt x="38588" y="5796"/>
                  <a:pt x="38805" y="6656"/>
                </a:cubicBezTo>
                <a:cubicBezTo>
                  <a:pt x="38731" y="6730"/>
                  <a:pt x="38301" y="7160"/>
                  <a:pt x="37872" y="7732"/>
                </a:cubicBezTo>
                <a:cubicBezTo>
                  <a:pt x="37728" y="7228"/>
                  <a:pt x="37660" y="6730"/>
                  <a:pt x="37442" y="6157"/>
                </a:cubicBezTo>
                <a:lnTo>
                  <a:pt x="37442" y="6157"/>
                </a:lnTo>
                <a:cubicBezTo>
                  <a:pt x="37585" y="6730"/>
                  <a:pt x="37660" y="7303"/>
                  <a:pt x="37660" y="7944"/>
                </a:cubicBezTo>
                <a:cubicBezTo>
                  <a:pt x="37373" y="8374"/>
                  <a:pt x="37156" y="8803"/>
                  <a:pt x="37013" y="9307"/>
                </a:cubicBezTo>
                <a:cubicBezTo>
                  <a:pt x="36944" y="9376"/>
                  <a:pt x="36944" y="9451"/>
                  <a:pt x="36944" y="9519"/>
                </a:cubicBezTo>
                <a:lnTo>
                  <a:pt x="36944" y="9451"/>
                </a:lnTo>
                <a:cubicBezTo>
                  <a:pt x="36944" y="8735"/>
                  <a:pt x="37013" y="8019"/>
                  <a:pt x="37087" y="7160"/>
                </a:cubicBezTo>
                <a:lnTo>
                  <a:pt x="37087" y="7160"/>
                </a:lnTo>
                <a:cubicBezTo>
                  <a:pt x="36944" y="7446"/>
                  <a:pt x="36801" y="7944"/>
                  <a:pt x="36657" y="8448"/>
                </a:cubicBezTo>
                <a:cubicBezTo>
                  <a:pt x="36583" y="8231"/>
                  <a:pt x="36514" y="7944"/>
                  <a:pt x="36440" y="7658"/>
                </a:cubicBezTo>
                <a:lnTo>
                  <a:pt x="36440" y="7658"/>
                </a:lnTo>
                <a:cubicBezTo>
                  <a:pt x="36514" y="8019"/>
                  <a:pt x="36514" y="8374"/>
                  <a:pt x="36583" y="8735"/>
                </a:cubicBezTo>
                <a:cubicBezTo>
                  <a:pt x="36583" y="8803"/>
                  <a:pt x="36583" y="8803"/>
                  <a:pt x="36514" y="8878"/>
                </a:cubicBezTo>
                <a:cubicBezTo>
                  <a:pt x="36440" y="8517"/>
                  <a:pt x="36297" y="8162"/>
                  <a:pt x="36228" y="7732"/>
                </a:cubicBezTo>
                <a:lnTo>
                  <a:pt x="36228" y="7732"/>
                </a:lnTo>
                <a:cubicBezTo>
                  <a:pt x="36297" y="8231"/>
                  <a:pt x="36371" y="8735"/>
                  <a:pt x="36440" y="9307"/>
                </a:cubicBezTo>
                <a:cubicBezTo>
                  <a:pt x="36371" y="9376"/>
                  <a:pt x="36297" y="9519"/>
                  <a:pt x="36297" y="9594"/>
                </a:cubicBezTo>
                <a:cubicBezTo>
                  <a:pt x="36153" y="9233"/>
                  <a:pt x="36085" y="8878"/>
                  <a:pt x="35941" y="8517"/>
                </a:cubicBezTo>
                <a:cubicBezTo>
                  <a:pt x="35941" y="8374"/>
                  <a:pt x="35941" y="8231"/>
                  <a:pt x="36010" y="8087"/>
                </a:cubicBezTo>
                <a:cubicBezTo>
                  <a:pt x="36228" y="7589"/>
                  <a:pt x="36371" y="7303"/>
                  <a:pt x="36371" y="7303"/>
                </a:cubicBezTo>
                <a:lnTo>
                  <a:pt x="36371" y="7303"/>
                </a:lnTo>
                <a:cubicBezTo>
                  <a:pt x="36371" y="7303"/>
                  <a:pt x="36228" y="7446"/>
                  <a:pt x="36010" y="7589"/>
                </a:cubicBezTo>
                <a:cubicBezTo>
                  <a:pt x="36010" y="7446"/>
                  <a:pt x="36010" y="7228"/>
                  <a:pt x="36085" y="7016"/>
                </a:cubicBezTo>
                <a:cubicBezTo>
                  <a:pt x="36514" y="5797"/>
                  <a:pt x="37012" y="4651"/>
                  <a:pt x="37013" y="4651"/>
                </a:cubicBezTo>
                <a:lnTo>
                  <a:pt x="37013" y="4651"/>
                </a:lnTo>
                <a:cubicBezTo>
                  <a:pt x="37012" y="4651"/>
                  <a:pt x="36869" y="4794"/>
                  <a:pt x="36657" y="5080"/>
                </a:cubicBezTo>
                <a:cubicBezTo>
                  <a:pt x="36726" y="4937"/>
                  <a:pt x="36801" y="4725"/>
                  <a:pt x="36801" y="4725"/>
                </a:cubicBezTo>
                <a:lnTo>
                  <a:pt x="36801" y="4725"/>
                </a:lnTo>
                <a:cubicBezTo>
                  <a:pt x="36801" y="4725"/>
                  <a:pt x="36657" y="4869"/>
                  <a:pt x="36440" y="5155"/>
                </a:cubicBezTo>
                <a:cubicBezTo>
                  <a:pt x="36583" y="4794"/>
                  <a:pt x="36801" y="4296"/>
                  <a:pt x="36801" y="4296"/>
                </a:cubicBezTo>
                <a:lnTo>
                  <a:pt x="36801" y="4296"/>
                </a:lnTo>
                <a:cubicBezTo>
                  <a:pt x="36800" y="4296"/>
                  <a:pt x="35867" y="5224"/>
                  <a:pt x="35226" y="6444"/>
                </a:cubicBezTo>
                <a:cubicBezTo>
                  <a:pt x="35151" y="6301"/>
                  <a:pt x="35151" y="6226"/>
                  <a:pt x="35082" y="6083"/>
                </a:cubicBezTo>
                <a:lnTo>
                  <a:pt x="35082" y="6083"/>
                </a:lnTo>
                <a:cubicBezTo>
                  <a:pt x="35151" y="6226"/>
                  <a:pt x="35151" y="6369"/>
                  <a:pt x="35151" y="6444"/>
                </a:cubicBezTo>
                <a:cubicBezTo>
                  <a:pt x="35008" y="6799"/>
                  <a:pt x="34796" y="7160"/>
                  <a:pt x="34722" y="7515"/>
                </a:cubicBezTo>
                <a:cubicBezTo>
                  <a:pt x="34653" y="7801"/>
                  <a:pt x="34510" y="8231"/>
                  <a:pt x="34435" y="8660"/>
                </a:cubicBezTo>
                <a:cubicBezTo>
                  <a:pt x="34435" y="8231"/>
                  <a:pt x="34510" y="7801"/>
                  <a:pt x="34510" y="7372"/>
                </a:cubicBezTo>
                <a:lnTo>
                  <a:pt x="34578" y="7228"/>
                </a:lnTo>
                <a:lnTo>
                  <a:pt x="34510" y="7303"/>
                </a:lnTo>
                <a:cubicBezTo>
                  <a:pt x="34578" y="6873"/>
                  <a:pt x="34578" y="6369"/>
                  <a:pt x="34653" y="5871"/>
                </a:cubicBezTo>
                <a:cubicBezTo>
                  <a:pt x="34721" y="5797"/>
                  <a:pt x="34722" y="5655"/>
                  <a:pt x="34722" y="5653"/>
                </a:cubicBezTo>
                <a:lnTo>
                  <a:pt x="34722" y="5653"/>
                </a:lnTo>
                <a:cubicBezTo>
                  <a:pt x="34722" y="5654"/>
                  <a:pt x="34721" y="5728"/>
                  <a:pt x="34653" y="5728"/>
                </a:cubicBezTo>
                <a:lnTo>
                  <a:pt x="34653" y="5510"/>
                </a:lnTo>
                <a:cubicBezTo>
                  <a:pt x="34653" y="5585"/>
                  <a:pt x="34578" y="5728"/>
                  <a:pt x="34510" y="5871"/>
                </a:cubicBezTo>
                <a:cubicBezTo>
                  <a:pt x="34366" y="6014"/>
                  <a:pt x="34223" y="6226"/>
                  <a:pt x="34006" y="6512"/>
                </a:cubicBezTo>
                <a:cubicBezTo>
                  <a:pt x="33937" y="6444"/>
                  <a:pt x="33937" y="6369"/>
                  <a:pt x="33937" y="6369"/>
                </a:cubicBezTo>
                <a:lnTo>
                  <a:pt x="34080" y="6083"/>
                </a:lnTo>
                <a:lnTo>
                  <a:pt x="33937" y="6226"/>
                </a:lnTo>
                <a:cubicBezTo>
                  <a:pt x="33794" y="5653"/>
                  <a:pt x="33650" y="4937"/>
                  <a:pt x="33433" y="4221"/>
                </a:cubicBezTo>
                <a:lnTo>
                  <a:pt x="33433" y="4221"/>
                </a:lnTo>
                <a:cubicBezTo>
                  <a:pt x="33576" y="4869"/>
                  <a:pt x="33650" y="5728"/>
                  <a:pt x="33650" y="6512"/>
                </a:cubicBezTo>
                <a:cubicBezTo>
                  <a:pt x="33650" y="6587"/>
                  <a:pt x="33576" y="6587"/>
                  <a:pt x="33507" y="6656"/>
                </a:cubicBezTo>
                <a:cubicBezTo>
                  <a:pt x="33433" y="6157"/>
                  <a:pt x="33290" y="5585"/>
                  <a:pt x="33146" y="4937"/>
                </a:cubicBezTo>
                <a:cubicBezTo>
                  <a:pt x="33290" y="4508"/>
                  <a:pt x="33364" y="4365"/>
                  <a:pt x="33433" y="4221"/>
                </a:cubicBezTo>
                <a:lnTo>
                  <a:pt x="33507" y="4078"/>
                </a:lnTo>
                <a:lnTo>
                  <a:pt x="33433" y="4153"/>
                </a:lnTo>
                <a:cubicBezTo>
                  <a:pt x="33364" y="4221"/>
                  <a:pt x="33290" y="4365"/>
                  <a:pt x="33078" y="4582"/>
                </a:cubicBezTo>
                <a:cubicBezTo>
                  <a:pt x="33004" y="4508"/>
                  <a:pt x="33003" y="4366"/>
                  <a:pt x="32935" y="4223"/>
                </a:cubicBezTo>
                <a:lnTo>
                  <a:pt x="32935" y="4223"/>
                </a:lnTo>
                <a:cubicBezTo>
                  <a:pt x="33003" y="4366"/>
                  <a:pt x="33003" y="4508"/>
                  <a:pt x="33003" y="4651"/>
                </a:cubicBezTo>
                <a:lnTo>
                  <a:pt x="32934" y="4725"/>
                </a:lnTo>
                <a:cubicBezTo>
                  <a:pt x="32860" y="4439"/>
                  <a:pt x="32791" y="4153"/>
                  <a:pt x="32648" y="3792"/>
                </a:cubicBezTo>
                <a:lnTo>
                  <a:pt x="32648" y="3792"/>
                </a:lnTo>
                <a:cubicBezTo>
                  <a:pt x="32717" y="4078"/>
                  <a:pt x="32791" y="4508"/>
                  <a:pt x="32860" y="4869"/>
                </a:cubicBezTo>
                <a:cubicBezTo>
                  <a:pt x="32574" y="5155"/>
                  <a:pt x="32287" y="5585"/>
                  <a:pt x="32075" y="6014"/>
                </a:cubicBezTo>
                <a:lnTo>
                  <a:pt x="32075" y="5441"/>
                </a:lnTo>
                <a:cubicBezTo>
                  <a:pt x="32001" y="5585"/>
                  <a:pt x="31932" y="5871"/>
                  <a:pt x="31789" y="6157"/>
                </a:cubicBezTo>
                <a:cubicBezTo>
                  <a:pt x="31715" y="6014"/>
                  <a:pt x="31715" y="5871"/>
                  <a:pt x="31646" y="5728"/>
                </a:cubicBezTo>
                <a:lnTo>
                  <a:pt x="31646" y="5728"/>
                </a:lnTo>
                <a:cubicBezTo>
                  <a:pt x="31646" y="5871"/>
                  <a:pt x="31715" y="6083"/>
                  <a:pt x="31789" y="6226"/>
                </a:cubicBezTo>
                <a:cubicBezTo>
                  <a:pt x="31789" y="6369"/>
                  <a:pt x="31715" y="6512"/>
                  <a:pt x="31646" y="6730"/>
                </a:cubicBezTo>
                <a:cubicBezTo>
                  <a:pt x="31646" y="6799"/>
                  <a:pt x="31571" y="6942"/>
                  <a:pt x="31571" y="7016"/>
                </a:cubicBezTo>
                <a:cubicBezTo>
                  <a:pt x="31428" y="6444"/>
                  <a:pt x="31285" y="5871"/>
                  <a:pt x="31073" y="5155"/>
                </a:cubicBezTo>
                <a:lnTo>
                  <a:pt x="31073" y="5155"/>
                </a:lnTo>
                <a:cubicBezTo>
                  <a:pt x="31216" y="5728"/>
                  <a:pt x="31285" y="6444"/>
                  <a:pt x="31285" y="7085"/>
                </a:cubicBezTo>
                <a:cubicBezTo>
                  <a:pt x="31285" y="7016"/>
                  <a:pt x="31216" y="6873"/>
                  <a:pt x="31142" y="6730"/>
                </a:cubicBezTo>
                <a:lnTo>
                  <a:pt x="31142" y="6730"/>
                </a:lnTo>
                <a:cubicBezTo>
                  <a:pt x="31142" y="7016"/>
                  <a:pt x="31216" y="7372"/>
                  <a:pt x="31216" y="7732"/>
                </a:cubicBezTo>
                <a:cubicBezTo>
                  <a:pt x="31073" y="7085"/>
                  <a:pt x="30930" y="6444"/>
                  <a:pt x="30643" y="5653"/>
                </a:cubicBezTo>
                <a:lnTo>
                  <a:pt x="30643" y="5653"/>
                </a:lnTo>
                <a:cubicBezTo>
                  <a:pt x="30787" y="6157"/>
                  <a:pt x="30855" y="6730"/>
                  <a:pt x="30855" y="7372"/>
                </a:cubicBezTo>
                <a:cubicBezTo>
                  <a:pt x="30787" y="7228"/>
                  <a:pt x="30787" y="7016"/>
                  <a:pt x="30712" y="6799"/>
                </a:cubicBezTo>
                <a:lnTo>
                  <a:pt x="30712" y="6799"/>
                </a:lnTo>
                <a:cubicBezTo>
                  <a:pt x="30712" y="7016"/>
                  <a:pt x="30787" y="7303"/>
                  <a:pt x="30787" y="7515"/>
                </a:cubicBezTo>
                <a:cubicBezTo>
                  <a:pt x="30787" y="7449"/>
                  <a:pt x="30720" y="7379"/>
                  <a:pt x="30654" y="7250"/>
                </a:cubicBezTo>
                <a:lnTo>
                  <a:pt x="30654" y="7250"/>
                </a:lnTo>
                <a:lnTo>
                  <a:pt x="30855" y="7658"/>
                </a:lnTo>
                <a:lnTo>
                  <a:pt x="30855" y="8087"/>
                </a:lnTo>
                <a:cubicBezTo>
                  <a:pt x="30787" y="7658"/>
                  <a:pt x="30643" y="7303"/>
                  <a:pt x="30500" y="6942"/>
                </a:cubicBezTo>
                <a:lnTo>
                  <a:pt x="30500" y="6942"/>
                </a:lnTo>
                <a:cubicBezTo>
                  <a:pt x="30569" y="7372"/>
                  <a:pt x="30569" y="7801"/>
                  <a:pt x="30569" y="8374"/>
                </a:cubicBezTo>
                <a:cubicBezTo>
                  <a:pt x="30500" y="7944"/>
                  <a:pt x="30426" y="7589"/>
                  <a:pt x="30283" y="7228"/>
                </a:cubicBezTo>
                <a:cubicBezTo>
                  <a:pt x="30357" y="6083"/>
                  <a:pt x="30426" y="4869"/>
                  <a:pt x="30569" y="3437"/>
                </a:cubicBezTo>
                <a:lnTo>
                  <a:pt x="30569" y="3437"/>
                </a:lnTo>
                <a:cubicBezTo>
                  <a:pt x="30283" y="3935"/>
                  <a:pt x="30071" y="4794"/>
                  <a:pt x="29928" y="5796"/>
                </a:cubicBezTo>
                <a:cubicBezTo>
                  <a:pt x="29853" y="5510"/>
                  <a:pt x="29784" y="5155"/>
                  <a:pt x="29710" y="4869"/>
                </a:cubicBezTo>
                <a:cubicBezTo>
                  <a:pt x="29784" y="4439"/>
                  <a:pt x="29784" y="3935"/>
                  <a:pt x="29853" y="3505"/>
                </a:cubicBezTo>
                <a:lnTo>
                  <a:pt x="29853" y="3505"/>
                </a:lnTo>
                <a:cubicBezTo>
                  <a:pt x="29784" y="3649"/>
                  <a:pt x="29641" y="3935"/>
                  <a:pt x="29567" y="4221"/>
                </a:cubicBezTo>
                <a:cubicBezTo>
                  <a:pt x="29498" y="4010"/>
                  <a:pt x="29498" y="3792"/>
                  <a:pt x="29424" y="3580"/>
                </a:cubicBezTo>
                <a:lnTo>
                  <a:pt x="29424" y="3580"/>
                </a:lnTo>
                <a:cubicBezTo>
                  <a:pt x="29498" y="3792"/>
                  <a:pt x="29498" y="4078"/>
                  <a:pt x="29567" y="4365"/>
                </a:cubicBezTo>
                <a:cubicBezTo>
                  <a:pt x="29432" y="4839"/>
                  <a:pt x="29297" y="5434"/>
                  <a:pt x="29163" y="6099"/>
                </a:cubicBezTo>
                <a:lnTo>
                  <a:pt x="29163" y="6099"/>
                </a:lnTo>
                <a:cubicBezTo>
                  <a:pt x="29145" y="6114"/>
                  <a:pt x="29139" y="6137"/>
                  <a:pt x="29138" y="6149"/>
                </a:cubicBezTo>
                <a:lnTo>
                  <a:pt x="29138" y="6149"/>
                </a:lnTo>
                <a:cubicBezTo>
                  <a:pt x="29212" y="5217"/>
                  <a:pt x="29281" y="4149"/>
                  <a:pt x="29355" y="3007"/>
                </a:cubicBezTo>
                <a:lnTo>
                  <a:pt x="29355" y="3007"/>
                </a:lnTo>
                <a:cubicBezTo>
                  <a:pt x="28994" y="3723"/>
                  <a:pt x="28708" y="5367"/>
                  <a:pt x="28496" y="7016"/>
                </a:cubicBezTo>
                <a:lnTo>
                  <a:pt x="28066" y="5510"/>
                </a:lnTo>
                <a:cubicBezTo>
                  <a:pt x="28066" y="5155"/>
                  <a:pt x="28135" y="4794"/>
                  <a:pt x="28135" y="4508"/>
                </a:cubicBezTo>
                <a:lnTo>
                  <a:pt x="28135" y="4508"/>
                </a:lnTo>
                <a:cubicBezTo>
                  <a:pt x="28066" y="4651"/>
                  <a:pt x="27992" y="4869"/>
                  <a:pt x="27923" y="5080"/>
                </a:cubicBezTo>
                <a:lnTo>
                  <a:pt x="27923" y="5012"/>
                </a:lnTo>
                <a:cubicBezTo>
                  <a:pt x="27705" y="4582"/>
                  <a:pt x="27562" y="4153"/>
                  <a:pt x="27350" y="3723"/>
                </a:cubicBezTo>
                <a:lnTo>
                  <a:pt x="27350" y="3723"/>
                </a:lnTo>
                <a:cubicBezTo>
                  <a:pt x="27493" y="4153"/>
                  <a:pt x="27636" y="4725"/>
                  <a:pt x="27780" y="5224"/>
                </a:cubicBezTo>
                <a:cubicBezTo>
                  <a:pt x="27705" y="5441"/>
                  <a:pt x="27636" y="5796"/>
                  <a:pt x="27493" y="6157"/>
                </a:cubicBezTo>
                <a:cubicBezTo>
                  <a:pt x="27493" y="6226"/>
                  <a:pt x="27493" y="6300"/>
                  <a:pt x="27419" y="6369"/>
                </a:cubicBezTo>
                <a:cubicBezTo>
                  <a:pt x="27207" y="5510"/>
                  <a:pt x="26846" y="4651"/>
                  <a:pt x="26416" y="3792"/>
                </a:cubicBezTo>
                <a:lnTo>
                  <a:pt x="26416" y="3792"/>
                </a:lnTo>
                <a:cubicBezTo>
                  <a:pt x="26777" y="4651"/>
                  <a:pt x="27064" y="5796"/>
                  <a:pt x="27207" y="7016"/>
                </a:cubicBezTo>
                <a:cubicBezTo>
                  <a:pt x="27207" y="7085"/>
                  <a:pt x="27132" y="7228"/>
                  <a:pt x="27132" y="7372"/>
                </a:cubicBezTo>
                <a:cubicBezTo>
                  <a:pt x="27064" y="7228"/>
                  <a:pt x="27064" y="7160"/>
                  <a:pt x="27064" y="7085"/>
                </a:cubicBezTo>
                <a:cubicBezTo>
                  <a:pt x="26921" y="6512"/>
                  <a:pt x="26777" y="6014"/>
                  <a:pt x="26560" y="5441"/>
                </a:cubicBezTo>
                <a:lnTo>
                  <a:pt x="26634" y="5367"/>
                </a:lnTo>
                <a:lnTo>
                  <a:pt x="26560" y="5367"/>
                </a:lnTo>
                <a:cubicBezTo>
                  <a:pt x="26491" y="5224"/>
                  <a:pt x="26416" y="5012"/>
                  <a:pt x="26416" y="4869"/>
                </a:cubicBezTo>
                <a:lnTo>
                  <a:pt x="26416" y="4725"/>
                </a:lnTo>
                <a:cubicBezTo>
                  <a:pt x="26416" y="4725"/>
                  <a:pt x="26416" y="4794"/>
                  <a:pt x="26348" y="4794"/>
                </a:cubicBezTo>
                <a:cubicBezTo>
                  <a:pt x="26273" y="4508"/>
                  <a:pt x="26130" y="4221"/>
                  <a:pt x="25987" y="3935"/>
                </a:cubicBezTo>
                <a:cubicBezTo>
                  <a:pt x="26061" y="3580"/>
                  <a:pt x="26061" y="3150"/>
                  <a:pt x="26130" y="2789"/>
                </a:cubicBezTo>
                <a:lnTo>
                  <a:pt x="26130" y="2789"/>
                </a:lnTo>
                <a:cubicBezTo>
                  <a:pt x="25987" y="3007"/>
                  <a:pt x="25918" y="3219"/>
                  <a:pt x="25844" y="3580"/>
                </a:cubicBezTo>
                <a:cubicBezTo>
                  <a:pt x="25632" y="4221"/>
                  <a:pt x="25489" y="5012"/>
                  <a:pt x="25345" y="5796"/>
                </a:cubicBezTo>
                <a:cubicBezTo>
                  <a:pt x="25202" y="5441"/>
                  <a:pt x="25059" y="5080"/>
                  <a:pt x="24916" y="4794"/>
                </a:cubicBezTo>
                <a:lnTo>
                  <a:pt x="24916" y="4794"/>
                </a:lnTo>
                <a:cubicBezTo>
                  <a:pt x="25059" y="5155"/>
                  <a:pt x="25202" y="5653"/>
                  <a:pt x="25345" y="6083"/>
                </a:cubicBezTo>
                <a:lnTo>
                  <a:pt x="25271" y="6157"/>
                </a:lnTo>
                <a:cubicBezTo>
                  <a:pt x="25128" y="5871"/>
                  <a:pt x="24985" y="5510"/>
                  <a:pt x="24841" y="5224"/>
                </a:cubicBezTo>
                <a:lnTo>
                  <a:pt x="24841" y="5224"/>
                </a:lnTo>
                <a:cubicBezTo>
                  <a:pt x="24985" y="5585"/>
                  <a:pt x="25059" y="5940"/>
                  <a:pt x="25202" y="6300"/>
                </a:cubicBezTo>
                <a:cubicBezTo>
                  <a:pt x="24985" y="6656"/>
                  <a:pt x="24773" y="7016"/>
                  <a:pt x="24629" y="7446"/>
                </a:cubicBezTo>
                <a:cubicBezTo>
                  <a:pt x="24412" y="7085"/>
                  <a:pt x="24269" y="6730"/>
                  <a:pt x="24057" y="6369"/>
                </a:cubicBezTo>
                <a:lnTo>
                  <a:pt x="24057" y="6369"/>
                </a:lnTo>
                <a:cubicBezTo>
                  <a:pt x="24200" y="6656"/>
                  <a:pt x="24343" y="7016"/>
                  <a:pt x="24412" y="7372"/>
                </a:cubicBezTo>
                <a:cubicBezTo>
                  <a:pt x="24343" y="7589"/>
                  <a:pt x="24200" y="7944"/>
                  <a:pt x="24057" y="8374"/>
                </a:cubicBezTo>
                <a:cubicBezTo>
                  <a:pt x="23982" y="7732"/>
                  <a:pt x="23839" y="7085"/>
                  <a:pt x="23627" y="6369"/>
                </a:cubicBezTo>
                <a:cubicBezTo>
                  <a:pt x="23839" y="5940"/>
                  <a:pt x="23982" y="5585"/>
                  <a:pt x="23982" y="5585"/>
                </a:cubicBezTo>
                <a:lnTo>
                  <a:pt x="23982" y="5585"/>
                </a:lnTo>
                <a:lnTo>
                  <a:pt x="23553" y="6014"/>
                </a:lnTo>
                <a:cubicBezTo>
                  <a:pt x="23266" y="5080"/>
                  <a:pt x="22911" y="4078"/>
                  <a:pt x="22482" y="3150"/>
                </a:cubicBezTo>
                <a:lnTo>
                  <a:pt x="22482" y="3150"/>
                </a:lnTo>
                <a:cubicBezTo>
                  <a:pt x="22768" y="3866"/>
                  <a:pt x="22980" y="4725"/>
                  <a:pt x="23123" y="5585"/>
                </a:cubicBezTo>
                <a:cubicBezTo>
                  <a:pt x="23054" y="5367"/>
                  <a:pt x="23054" y="5155"/>
                  <a:pt x="22980" y="4937"/>
                </a:cubicBezTo>
                <a:lnTo>
                  <a:pt x="22980" y="4937"/>
                </a:lnTo>
                <a:cubicBezTo>
                  <a:pt x="23054" y="5367"/>
                  <a:pt x="23123" y="5940"/>
                  <a:pt x="23198" y="6512"/>
                </a:cubicBezTo>
                <a:lnTo>
                  <a:pt x="23123" y="6512"/>
                </a:lnTo>
                <a:cubicBezTo>
                  <a:pt x="22980" y="5871"/>
                  <a:pt x="22837" y="5155"/>
                  <a:pt x="22625" y="4365"/>
                </a:cubicBezTo>
                <a:lnTo>
                  <a:pt x="22625" y="4365"/>
                </a:lnTo>
                <a:cubicBezTo>
                  <a:pt x="22768" y="5080"/>
                  <a:pt x="22837" y="6014"/>
                  <a:pt x="22837" y="6942"/>
                </a:cubicBezTo>
                <a:cubicBezTo>
                  <a:pt x="22837" y="7016"/>
                  <a:pt x="22768" y="7016"/>
                  <a:pt x="22768" y="7085"/>
                </a:cubicBezTo>
                <a:cubicBezTo>
                  <a:pt x="22625" y="6587"/>
                  <a:pt x="22482" y="6014"/>
                  <a:pt x="22338" y="5441"/>
                </a:cubicBezTo>
                <a:lnTo>
                  <a:pt x="22338" y="5441"/>
                </a:lnTo>
                <a:cubicBezTo>
                  <a:pt x="22407" y="6014"/>
                  <a:pt x="22482" y="6730"/>
                  <a:pt x="22550" y="7446"/>
                </a:cubicBezTo>
                <a:cubicBezTo>
                  <a:pt x="22407" y="7732"/>
                  <a:pt x="22264" y="8019"/>
                  <a:pt x="22121" y="8374"/>
                </a:cubicBezTo>
                <a:cubicBezTo>
                  <a:pt x="22121" y="8448"/>
                  <a:pt x="22121" y="8591"/>
                  <a:pt x="22052" y="8735"/>
                </a:cubicBezTo>
                <a:cubicBezTo>
                  <a:pt x="22052" y="8660"/>
                  <a:pt x="22052" y="8660"/>
                  <a:pt x="21978" y="8591"/>
                </a:cubicBezTo>
                <a:cubicBezTo>
                  <a:pt x="22052" y="8517"/>
                  <a:pt x="22052" y="8448"/>
                  <a:pt x="22052" y="8374"/>
                </a:cubicBezTo>
                <a:lnTo>
                  <a:pt x="22052" y="8374"/>
                </a:lnTo>
                <a:cubicBezTo>
                  <a:pt x="22052" y="8448"/>
                  <a:pt x="21978" y="8448"/>
                  <a:pt x="21978" y="8448"/>
                </a:cubicBezTo>
                <a:cubicBezTo>
                  <a:pt x="21909" y="8231"/>
                  <a:pt x="21834" y="7944"/>
                  <a:pt x="21766" y="7732"/>
                </a:cubicBezTo>
                <a:lnTo>
                  <a:pt x="21766" y="7732"/>
                </a:lnTo>
                <a:cubicBezTo>
                  <a:pt x="21834" y="7944"/>
                  <a:pt x="21834" y="8231"/>
                  <a:pt x="21909" y="8517"/>
                </a:cubicBezTo>
                <a:cubicBezTo>
                  <a:pt x="21834" y="8448"/>
                  <a:pt x="21834" y="8374"/>
                  <a:pt x="21834" y="8231"/>
                </a:cubicBezTo>
                <a:lnTo>
                  <a:pt x="21834" y="8591"/>
                </a:lnTo>
                <a:lnTo>
                  <a:pt x="21691" y="8735"/>
                </a:lnTo>
                <a:cubicBezTo>
                  <a:pt x="21548" y="8374"/>
                  <a:pt x="21405" y="7944"/>
                  <a:pt x="21193" y="7589"/>
                </a:cubicBezTo>
                <a:lnTo>
                  <a:pt x="21193" y="7589"/>
                </a:lnTo>
                <a:lnTo>
                  <a:pt x="21622" y="8878"/>
                </a:lnTo>
                <a:cubicBezTo>
                  <a:pt x="21479" y="9090"/>
                  <a:pt x="21336" y="9451"/>
                  <a:pt x="21193" y="9737"/>
                </a:cubicBezTo>
                <a:cubicBezTo>
                  <a:pt x="21118" y="9233"/>
                  <a:pt x="21050" y="8735"/>
                  <a:pt x="20975" y="8087"/>
                </a:cubicBezTo>
                <a:cubicBezTo>
                  <a:pt x="21050" y="7876"/>
                  <a:pt x="21118" y="7732"/>
                  <a:pt x="21193" y="7589"/>
                </a:cubicBezTo>
                <a:cubicBezTo>
                  <a:pt x="21336" y="7228"/>
                  <a:pt x="21479" y="6942"/>
                  <a:pt x="21479" y="6942"/>
                </a:cubicBezTo>
                <a:lnTo>
                  <a:pt x="21479" y="6942"/>
                </a:lnTo>
                <a:cubicBezTo>
                  <a:pt x="21479" y="6942"/>
                  <a:pt x="21336" y="7085"/>
                  <a:pt x="21118" y="7372"/>
                </a:cubicBezTo>
                <a:cubicBezTo>
                  <a:pt x="21548" y="6157"/>
                  <a:pt x="22052" y="5081"/>
                  <a:pt x="22052" y="5080"/>
                </a:cubicBezTo>
                <a:lnTo>
                  <a:pt x="22052" y="5080"/>
                </a:lnTo>
                <a:cubicBezTo>
                  <a:pt x="22052" y="5081"/>
                  <a:pt x="21336" y="5797"/>
                  <a:pt x="20689" y="6730"/>
                </a:cubicBezTo>
                <a:cubicBezTo>
                  <a:pt x="20689" y="6512"/>
                  <a:pt x="20620" y="6369"/>
                  <a:pt x="20620" y="6157"/>
                </a:cubicBezTo>
                <a:cubicBezTo>
                  <a:pt x="21050" y="5012"/>
                  <a:pt x="21479" y="4078"/>
                  <a:pt x="21479" y="4078"/>
                </a:cubicBezTo>
                <a:lnTo>
                  <a:pt x="21479" y="4078"/>
                </a:lnTo>
                <a:cubicBezTo>
                  <a:pt x="21479" y="4078"/>
                  <a:pt x="20906" y="4582"/>
                  <a:pt x="20403" y="5367"/>
                </a:cubicBezTo>
                <a:cubicBezTo>
                  <a:pt x="20334" y="5298"/>
                  <a:pt x="20334" y="5298"/>
                  <a:pt x="20334" y="5224"/>
                </a:cubicBezTo>
                <a:lnTo>
                  <a:pt x="20334" y="5367"/>
                </a:lnTo>
                <a:lnTo>
                  <a:pt x="19904" y="6226"/>
                </a:lnTo>
                <a:lnTo>
                  <a:pt x="19904" y="5871"/>
                </a:lnTo>
                <a:lnTo>
                  <a:pt x="20116" y="5441"/>
                </a:lnTo>
                <a:lnTo>
                  <a:pt x="19904" y="5653"/>
                </a:lnTo>
                <a:cubicBezTo>
                  <a:pt x="19973" y="5224"/>
                  <a:pt x="19973" y="4794"/>
                  <a:pt x="20047" y="4296"/>
                </a:cubicBezTo>
                <a:lnTo>
                  <a:pt x="20047" y="4296"/>
                </a:lnTo>
                <a:cubicBezTo>
                  <a:pt x="19830" y="4725"/>
                  <a:pt x="19618" y="5367"/>
                  <a:pt x="19475" y="6083"/>
                </a:cubicBezTo>
                <a:cubicBezTo>
                  <a:pt x="19400" y="6157"/>
                  <a:pt x="19400" y="6300"/>
                  <a:pt x="19331" y="6369"/>
                </a:cubicBezTo>
                <a:cubicBezTo>
                  <a:pt x="19331" y="5796"/>
                  <a:pt x="19400" y="5224"/>
                  <a:pt x="19400" y="4651"/>
                </a:cubicBezTo>
                <a:cubicBezTo>
                  <a:pt x="19761" y="3866"/>
                  <a:pt x="19973" y="3294"/>
                  <a:pt x="19973" y="3293"/>
                </a:cubicBezTo>
                <a:lnTo>
                  <a:pt x="19973" y="3293"/>
                </a:lnTo>
                <a:cubicBezTo>
                  <a:pt x="19973" y="3294"/>
                  <a:pt x="19761" y="3505"/>
                  <a:pt x="19475" y="3866"/>
                </a:cubicBezTo>
                <a:cubicBezTo>
                  <a:pt x="19475" y="3836"/>
                  <a:pt x="19475" y="3808"/>
                  <a:pt x="19479" y="3779"/>
                </a:cubicBezTo>
                <a:lnTo>
                  <a:pt x="19479" y="3779"/>
                </a:lnTo>
                <a:lnTo>
                  <a:pt x="19331" y="4078"/>
                </a:lnTo>
                <a:cubicBezTo>
                  <a:pt x="19045" y="4508"/>
                  <a:pt x="18684" y="5012"/>
                  <a:pt x="18398" y="5585"/>
                </a:cubicBezTo>
                <a:cubicBezTo>
                  <a:pt x="18329" y="5298"/>
                  <a:pt x="18255" y="5012"/>
                  <a:pt x="18111" y="4725"/>
                </a:cubicBezTo>
                <a:lnTo>
                  <a:pt x="18111" y="4725"/>
                </a:lnTo>
                <a:cubicBezTo>
                  <a:pt x="18186" y="5012"/>
                  <a:pt x="18255" y="5441"/>
                  <a:pt x="18329" y="5796"/>
                </a:cubicBezTo>
                <a:cubicBezTo>
                  <a:pt x="18255" y="5940"/>
                  <a:pt x="18186" y="6083"/>
                  <a:pt x="18186" y="6226"/>
                </a:cubicBezTo>
                <a:lnTo>
                  <a:pt x="18186" y="6300"/>
                </a:lnTo>
                <a:cubicBezTo>
                  <a:pt x="18112" y="6084"/>
                  <a:pt x="18043" y="5941"/>
                  <a:pt x="18043" y="5730"/>
                </a:cubicBezTo>
                <a:lnTo>
                  <a:pt x="18043" y="5730"/>
                </a:lnTo>
                <a:cubicBezTo>
                  <a:pt x="18043" y="5941"/>
                  <a:pt x="18111" y="6158"/>
                  <a:pt x="18111" y="6444"/>
                </a:cubicBezTo>
                <a:lnTo>
                  <a:pt x="18111" y="6512"/>
                </a:lnTo>
                <a:cubicBezTo>
                  <a:pt x="17968" y="5653"/>
                  <a:pt x="17756" y="4794"/>
                  <a:pt x="17470" y="3723"/>
                </a:cubicBezTo>
                <a:lnTo>
                  <a:pt x="17470" y="3723"/>
                </a:lnTo>
                <a:cubicBezTo>
                  <a:pt x="17682" y="4651"/>
                  <a:pt x="17756" y="5796"/>
                  <a:pt x="17756" y="7016"/>
                </a:cubicBezTo>
                <a:cubicBezTo>
                  <a:pt x="17613" y="6587"/>
                  <a:pt x="17470" y="6157"/>
                  <a:pt x="17252" y="5796"/>
                </a:cubicBezTo>
                <a:cubicBezTo>
                  <a:pt x="17327" y="5367"/>
                  <a:pt x="17327" y="5012"/>
                  <a:pt x="17396" y="4651"/>
                </a:cubicBezTo>
                <a:lnTo>
                  <a:pt x="17396" y="4651"/>
                </a:lnTo>
                <a:cubicBezTo>
                  <a:pt x="17252" y="4794"/>
                  <a:pt x="17184" y="5080"/>
                  <a:pt x="17109" y="5367"/>
                </a:cubicBezTo>
                <a:cubicBezTo>
                  <a:pt x="17040" y="5155"/>
                  <a:pt x="16897" y="4937"/>
                  <a:pt x="16823" y="4794"/>
                </a:cubicBezTo>
                <a:cubicBezTo>
                  <a:pt x="16754" y="4296"/>
                  <a:pt x="16611" y="3723"/>
                  <a:pt x="16393" y="3076"/>
                </a:cubicBezTo>
                <a:lnTo>
                  <a:pt x="16393" y="3076"/>
                </a:lnTo>
                <a:cubicBezTo>
                  <a:pt x="16536" y="3723"/>
                  <a:pt x="16611" y="4439"/>
                  <a:pt x="16611" y="5155"/>
                </a:cubicBezTo>
                <a:cubicBezTo>
                  <a:pt x="16468" y="4794"/>
                  <a:pt x="16324" y="4439"/>
                  <a:pt x="16107" y="4078"/>
                </a:cubicBezTo>
                <a:lnTo>
                  <a:pt x="16107" y="4078"/>
                </a:lnTo>
                <a:cubicBezTo>
                  <a:pt x="16324" y="4508"/>
                  <a:pt x="16468" y="5080"/>
                  <a:pt x="16611" y="5653"/>
                </a:cubicBezTo>
                <a:cubicBezTo>
                  <a:pt x="16536" y="5728"/>
                  <a:pt x="16393" y="5796"/>
                  <a:pt x="16250" y="6014"/>
                </a:cubicBezTo>
                <a:cubicBezTo>
                  <a:pt x="16181" y="6157"/>
                  <a:pt x="16107" y="6226"/>
                  <a:pt x="16038" y="6300"/>
                </a:cubicBezTo>
                <a:lnTo>
                  <a:pt x="16038" y="6157"/>
                </a:lnTo>
                <a:lnTo>
                  <a:pt x="15964" y="6226"/>
                </a:lnTo>
                <a:lnTo>
                  <a:pt x="15534" y="5367"/>
                </a:lnTo>
                <a:lnTo>
                  <a:pt x="15534" y="5367"/>
                </a:lnTo>
                <a:cubicBezTo>
                  <a:pt x="15677" y="5728"/>
                  <a:pt x="15752" y="6014"/>
                  <a:pt x="15820" y="6369"/>
                </a:cubicBezTo>
                <a:cubicBezTo>
                  <a:pt x="15752" y="6512"/>
                  <a:pt x="15677" y="6656"/>
                  <a:pt x="15609" y="6873"/>
                </a:cubicBezTo>
                <a:lnTo>
                  <a:pt x="15534" y="6942"/>
                </a:lnTo>
                <a:cubicBezTo>
                  <a:pt x="15466" y="6731"/>
                  <a:pt x="15392" y="6446"/>
                  <a:pt x="15323" y="6161"/>
                </a:cubicBezTo>
                <a:lnTo>
                  <a:pt x="15323" y="6161"/>
                </a:lnTo>
                <a:cubicBezTo>
                  <a:pt x="15392" y="6446"/>
                  <a:pt x="15465" y="6732"/>
                  <a:pt x="15465" y="7085"/>
                </a:cubicBezTo>
                <a:cubicBezTo>
                  <a:pt x="15391" y="7160"/>
                  <a:pt x="15322" y="7303"/>
                  <a:pt x="15248" y="7446"/>
                </a:cubicBezTo>
                <a:cubicBezTo>
                  <a:pt x="15179" y="7372"/>
                  <a:pt x="15179" y="7228"/>
                  <a:pt x="15179" y="7160"/>
                </a:cubicBezTo>
                <a:cubicBezTo>
                  <a:pt x="15248" y="7016"/>
                  <a:pt x="15322" y="6730"/>
                  <a:pt x="15322" y="6730"/>
                </a:cubicBezTo>
                <a:lnTo>
                  <a:pt x="15322" y="6730"/>
                </a:lnTo>
                <a:cubicBezTo>
                  <a:pt x="15322" y="6730"/>
                  <a:pt x="15248" y="6873"/>
                  <a:pt x="15179" y="6942"/>
                </a:cubicBezTo>
                <a:cubicBezTo>
                  <a:pt x="15179" y="6873"/>
                  <a:pt x="15248" y="6799"/>
                  <a:pt x="15248" y="6799"/>
                </a:cubicBezTo>
                <a:lnTo>
                  <a:pt x="15248" y="6799"/>
                </a:lnTo>
                <a:cubicBezTo>
                  <a:pt x="15248" y="6799"/>
                  <a:pt x="15104" y="6873"/>
                  <a:pt x="15036" y="6942"/>
                </a:cubicBezTo>
                <a:cubicBezTo>
                  <a:pt x="15179" y="6444"/>
                  <a:pt x="15322" y="5940"/>
                  <a:pt x="15534" y="5367"/>
                </a:cubicBezTo>
                <a:cubicBezTo>
                  <a:pt x="15820" y="4439"/>
                  <a:pt x="16250" y="3505"/>
                  <a:pt x="16393" y="3076"/>
                </a:cubicBezTo>
                <a:lnTo>
                  <a:pt x="16536" y="2789"/>
                </a:lnTo>
                <a:lnTo>
                  <a:pt x="16536" y="2789"/>
                </a:lnTo>
                <a:cubicBezTo>
                  <a:pt x="16536" y="2790"/>
                  <a:pt x="16038" y="3362"/>
                  <a:pt x="15465" y="4153"/>
                </a:cubicBezTo>
                <a:cubicBezTo>
                  <a:pt x="15677" y="3580"/>
                  <a:pt x="15895" y="3219"/>
                  <a:pt x="15895" y="3219"/>
                </a:cubicBezTo>
                <a:lnTo>
                  <a:pt x="15895" y="3219"/>
                </a:lnTo>
                <a:cubicBezTo>
                  <a:pt x="15895" y="3219"/>
                  <a:pt x="15677" y="3362"/>
                  <a:pt x="15465" y="3649"/>
                </a:cubicBezTo>
                <a:cubicBezTo>
                  <a:pt x="15964" y="2148"/>
                  <a:pt x="16611" y="716"/>
                  <a:pt x="16611" y="716"/>
                </a:cubicBezTo>
                <a:lnTo>
                  <a:pt x="16611" y="716"/>
                </a:lnTo>
                <a:cubicBezTo>
                  <a:pt x="16611" y="716"/>
                  <a:pt x="16181" y="1146"/>
                  <a:pt x="15752" y="1787"/>
                </a:cubicBezTo>
                <a:cubicBezTo>
                  <a:pt x="15322" y="2360"/>
                  <a:pt x="14818" y="3219"/>
                  <a:pt x="14606" y="4078"/>
                </a:cubicBezTo>
                <a:cubicBezTo>
                  <a:pt x="14463" y="4439"/>
                  <a:pt x="14389" y="4869"/>
                  <a:pt x="14320" y="5367"/>
                </a:cubicBezTo>
                <a:cubicBezTo>
                  <a:pt x="14245" y="5224"/>
                  <a:pt x="14177" y="5155"/>
                  <a:pt x="14102" y="5012"/>
                </a:cubicBezTo>
                <a:lnTo>
                  <a:pt x="14102" y="5012"/>
                </a:lnTo>
                <a:cubicBezTo>
                  <a:pt x="14177" y="5155"/>
                  <a:pt x="14245" y="5298"/>
                  <a:pt x="14245" y="5441"/>
                </a:cubicBezTo>
                <a:cubicBezTo>
                  <a:pt x="14245" y="5585"/>
                  <a:pt x="14177" y="5653"/>
                  <a:pt x="14102" y="5796"/>
                </a:cubicBezTo>
                <a:lnTo>
                  <a:pt x="14102" y="5871"/>
                </a:lnTo>
                <a:cubicBezTo>
                  <a:pt x="14033" y="5871"/>
                  <a:pt x="14033" y="5940"/>
                  <a:pt x="14033" y="5940"/>
                </a:cubicBezTo>
                <a:cubicBezTo>
                  <a:pt x="14033" y="5653"/>
                  <a:pt x="14102" y="5298"/>
                  <a:pt x="14102" y="4869"/>
                </a:cubicBezTo>
                <a:cubicBezTo>
                  <a:pt x="14177" y="4794"/>
                  <a:pt x="14245" y="4582"/>
                  <a:pt x="14245" y="4582"/>
                </a:cubicBezTo>
                <a:lnTo>
                  <a:pt x="14245" y="4582"/>
                </a:lnTo>
                <a:cubicBezTo>
                  <a:pt x="14245" y="4582"/>
                  <a:pt x="14177" y="4725"/>
                  <a:pt x="14102" y="4725"/>
                </a:cubicBezTo>
                <a:cubicBezTo>
                  <a:pt x="14177" y="4221"/>
                  <a:pt x="14177" y="3649"/>
                  <a:pt x="14245" y="3150"/>
                </a:cubicBezTo>
                <a:lnTo>
                  <a:pt x="14245" y="3150"/>
                </a:lnTo>
                <a:cubicBezTo>
                  <a:pt x="14033" y="3580"/>
                  <a:pt x="13816" y="4365"/>
                  <a:pt x="13673" y="5298"/>
                </a:cubicBezTo>
                <a:lnTo>
                  <a:pt x="13461" y="5510"/>
                </a:lnTo>
                <a:cubicBezTo>
                  <a:pt x="13461" y="5080"/>
                  <a:pt x="13461" y="4651"/>
                  <a:pt x="13386" y="4078"/>
                </a:cubicBezTo>
                <a:cubicBezTo>
                  <a:pt x="13386" y="3580"/>
                  <a:pt x="13461" y="3007"/>
                  <a:pt x="13461" y="2503"/>
                </a:cubicBezTo>
                <a:lnTo>
                  <a:pt x="13461" y="2503"/>
                </a:lnTo>
                <a:cubicBezTo>
                  <a:pt x="13386" y="2646"/>
                  <a:pt x="13317" y="2933"/>
                  <a:pt x="13243" y="3219"/>
                </a:cubicBezTo>
                <a:cubicBezTo>
                  <a:pt x="13100" y="2360"/>
                  <a:pt x="12888" y="1501"/>
                  <a:pt x="12602" y="498"/>
                </a:cubicBezTo>
                <a:lnTo>
                  <a:pt x="12602" y="498"/>
                </a:lnTo>
                <a:cubicBezTo>
                  <a:pt x="12745" y="1214"/>
                  <a:pt x="12813" y="2148"/>
                  <a:pt x="12813" y="3076"/>
                </a:cubicBezTo>
                <a:cubicBezTo>
                  <a:pt x="12813" y="2933"/>
                  <a:pt x="12745" y="2721"/>
                  <a:pt x="12745" y="2578"/>
                </a:cubicBezTo>
                <a:lnTo>
                  <a:pt x="12745" y="2578"/>
                </a:lnTo>
                <a:cubicBezTo>
                  <a:pt x="12745" y="2864"/>
                  <a:pt x="12813" y="3150"/>
                  <a:pt x="12888" y="3505"/>
                </a:cubicBezTo>
                <a:lnTo>
                  <a:pt x="12888" y="4365"/>
                </a:lnTo>
                <a:cubicBezTo>
                  <a:pt x="12745" y="4508"/>
                  <a:pt x="12527" y="4725"/>
                  <a:pt x="12384" y="4937"/>
                </a:cubicBezTo>
                <a:cubicBezTo>
                  <a:pt x="12241" y="4296"/>
                  <a:pt x="12097" y="3649"/>
                  <a:pt x="11886" y="2933"/>
                </a:cubicBezTo>
                <a:lnTo>
                  <a:pt x="11886" y="2933"/>
                </a:lnTo>
                <a:cubicBezTo>
                  <a:pt x="12029" y="3580"/>
                  <a:pt x="12097" y="4439"/>
                  <a:pt x="12097" y="5298"/>
                </a:cubicBezTo>
                <a:cubicBezTo>
                  <a:pt x="12097" y="5367"/>
                  <a:pt x="12029" y="5441"/>
                  <a:pt x="11954" y="5510"/>
                </a:cubicBezTo>
                <a:lnTo>
                  <a:pt x="11954" y="5367"/>
                </a:lnTo>
                <a:cubicBezTo>
                  <a:pt x="11954" y="5224"/>
                  <a:pt x="11954" y="5080"/>
                  <a:pt x="12029" y="5012"/>
                </a:cubicBezTo>
                <a:cubicBezTo>
                  <a:pt x="11954" y="5012"/>
                  <a:pt x="11886" y="5080"/>
                  <a:pt x="11811" y="5155"/>
                </a:cubicBezTo>
                <a:cubicBezTo>
                  <a:pt x="11742" y="4937"/>
                  <a:pt x="11599" y="4725"/>
                  <a:pt x="11525" y="4582"/>
                </a:cubicBezTo>
                <a:lnTo>
                  <a:pt x="11525" y="4582"/>
                </a:lnTo>
                <a:lnTo>
                  <a:pt x="11598" y="4797"/>
                </a:lnTo>
                <a:lnTo>
                  <a:pt x="11598" y="4797"/>
                </a:lnTo>
                <a:cubicBezTo>
                  <a:pt x="11586" y="4818"/>
                  <a:pt x="11513" y="4949"/>
                  <a:pt x="11382" y="5080"/>
                </a:cubicBezTo>
                <a:cubicBezTo>
                  <a:pt x="11313" y="4869"/>
                  <a:pt x="11238" y="4725"/>
                  <a:pt x="11170" y="4508"/>
                </a:cubicBezTo>
                <a:cubicBezTo>
                  <a:pt x="11313" y="4078"/>
                  <a:pt x="11456" y="3723"/>
                  <a:pt x="11456" y="3723"/>
                </a:cubicBezTo>
                <a:lnTo>
                  <a:pt x="11456" y="3723"/>
                </a:lnTo>
                <a:cubicBezTo>
                  <a:pt x="11456" y="3723"/>
                  <a:pt x="11313" y="3935"/>
                  <a:pt x="11026" y="4221"/>
                </a:cubicBezTo>
                <a:cubicBezTo>
                  <a:pt x="10883" y="4009"/>
                  <a:pt x="10809" y="3792"/>
                  <a:pt x="10666" y="3649"/>
                </a:cubicBezTo>
                <a:lnTo>
                  <a:pt x="10666" y="3649"/>
                </a:lnTo>
                <a:cubicBezTo>
                  <a:pt x="10809" y="3866"/>
                  <a:pt x="10883" y="4078"/>
                  <a:pt x="10952" y="4296"/>
                </a:cubicBezTo>
                <a:cubicBezTo>
                  <a:pt x="10952" y="4296"/>
                  <a:pt x="10952" y="4365"/>
                  <a:pt x="10883" y="4365"/>
                </a:cubicBezTo>
                <a:cubicBezTo>
                  <a:pt x="10740" y="3866"/>
                  <a:pt x="10522" y="3362"/>
                  <a:pt x="10236" y="2933"/>
                </a:cubicBezTo>
                <a:lnTo>
                  <a:pt x="10236" y="2933"/>
                </a:lnTo>
                <a:cubicBezTo>
                  <a:pt x="10454" y="3437"/>
                  <a:pt x="10666" y="3935"/>
                  <a:pt x="10740" y="4582"/>
                </a:cubicBezTo>
                <a:cubicBezTo>
                  <a:pt x="10740" y="4582"/>
                  <a:pt x="10666" y="4651"/>
                  <a:pt x="10666" y="4725"/>
                </a:cubicBezTo>
                <a:cubicBezTo>
                  <a:pt x="10597" y="4582"/>
                  <a:pt x="10597" y="4508"/>
                  <a:pt x="10597" y="4439"/>
                </a:cubicBezTo>
                <a:lnTo>
                  <a:pt x="10597" y="4725"/>
                </a:lnTo>
                <a:cubicBezTo>
                  <a:pt x="10597" y="4794"/>
                  <a:pt x="10522" y="4869"/>
                  <a:pt x="10454" y="5012"/>
                </a:cubicBezTo>
                <a:cubicBezTo>
                  <a:pt x="10379" y="4439"/>
                  <a:pt x="10236" y="3935"/>
                  <a:pt x="10024" y="3580"/>
                </a:cubicBezTo>
                <a:lnTo>
                  <a:pt x="10024" y="3580"/>
                </a:lnTo>
                <a:cubicBezTo>
                  <a:pt x="10093" y="4153"/>
                  <a:pt x="10093" y="4869"/>
                  <a:pt x="10024" y="5653"/>
                </a:cubicBezTo>
                <a:cubicBezTo>
                  <a:pt x="10024" y="5728"/>
                  <a:pt x="9950" y="5871"/>
                  <a:pt x="9881" y="5940"/>
                </a:cubicBezTo>
                <a:cubicBezTo>
                  <a:pt x="9881" y="5796"/>
                  <a:pt x="9806" y="5585"/>
                  <a:pt x="9806" y="5441"/>
                </a:cubicBezTo>
                <a:lnTo>
                  <a:pt x="9806" y="5155"/>
                </a:lnTo>
                <a:cubicBezTo>
                  <a:pt x="9806" y="5224"/>
                  <a:pt x="9738" y="5224"/>
                  <a:pt x="9738" y="5298"/>
                </a:cubicBezTo>
                <a:cubicBezTo>
                  <a:pt x="9663" y="4937"/>
                  <a:pt x="9595" y="4508"/>
                  <a:pt x="9451" y="4153"/>
                </a:cubicBezTo>
                <a:cubicBezTo>
                  <a:pt x="9520" y="3437"/>
                  <a:pt x="9595" y="2789"/>
                  <a:pt x="9595" y="2073"/>
                </a:cubicBezTo>
                <a:lnTo>
                  <a:pt x="9595" y="2073"/>
                </a:lnTo>
                <a:cubicBezTo>
                  <a:pt x="9377" y="2434"/>
                  <a:pt x="9234" y="3150"/>
                  <a:pt x="9090" y="4009"/>
                </a:cubicBezTo>
                <a:cubicBezTo>
                  <a:pt x="9090" y="3580"/>
                  <a:pt x="9090" y="3150"/>
                  <a:pt x="9165" y="2721"/>
                </a:cubicBezTo>
                <a:lnTo>
                  <a:pt x="9234" y="2578"/>
                </a:lnTo>
                <a:lnTo>
                  <a:pt x="9234" y="2578"/>
                </a:lnTo>
                <a:lnTo>
                  <a:pt x="9165" y="2646"/>
                </a:lnTo>
                <a:cubicBezTo>
                  <a:pt x="9234" y="1787"/>
                  <a:pt x="9308" y="859"/>
                  <a:pt x="937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22"/>
          <p:cNvSpPr/>
          <p:nvPr/>
        </p:nvSpPr>
        <p:spPr>
          <a:xfrm flipH="1">
            <a:off x="162" y="4785500"/>
            <a:ext cx="9143961" cy="358000"/>
          </a:xfrm>
          <a:custGeom>
            <a:avLst/>
            <a:gdLst/>
            <a:ahLst/>
            <a:cxnLst/>
            <a:rect l="l" t="t" r="r" b="b"/>
            <a:pathLst>
              <a:path w="95148" h="14320" extrusionOk="0">
                <a:moveTo>
                  <a:pt x="95147" y="0"/>
                </a:moveTo>
                <a:cubicBezTo>
                  <a:pt x="95147" y="0"/>
                  <a:pt x="90783" y="1931"/>
                  <a:pt x="88922" y="2435"/>
                </a:cubicBezTo>
                <a:cubicBezTo>
                  <a:pt x="86986" y="2933"/>
                  <a:pt x="80473" y="5510"/>
                  <a:pt x="78967" y="5510"/>
                </a:cubicBezTo>
                <a:cubicBezTo>
                  <a:pt x="77415" y="5584"/>
                  <a:pt x="72802" y="7877"/>
                  <a:pt x="71847" y="7877"/>
                </a:cubicBezTo>
                <a:cubicBezTo>
                  <a:pt x="71833" y="7877"/>
                  <a:pt x="71820" y="7877"/>
                  <a:pt x="71808" y="7876"/>
                </a:cubicBezTo>
                <a:cubicBezTo>
                  <a:pt x="70997" y="7806"/>
                  <a:pt x="64961" y="4615"/>
                  <a:pt x="62540" y="4615"/>
                </a:cubicBezTo>
                <a:cubicBezTo>
                  <a:pt x="62395" y="4615"/>
                  <a:pt x="62262" y="4627"/>
                  <a:pt x="62145" y="4651"/>
                </a:cubicBezTo>
                <a:cubicBezTo>
                  <a:pt x="59997" y="5012"/>
                  <a:pt x="52763" y="5298"/>
                  <a:pt x="50690" y="5510"/>
                </a:cubicBezTo>
                <a:cubicBezTo>
                  <a:pt x="50628" y="5519"/>
                  <a:pt x="50558" y="5523"/>
                  <a:pt x="50479" y="5523"/>
                </a:cubicBezTo>
                <a:cubicBezTo>
                  <a:pt x="47983" y="5523"/>
                  <a:pt x="37006" y="1269"/>
                  <a:pt x="32287" y="642"/>
                </a:cubicBezTo>
                <a:cubicBezTo>
                  <a:pt x="31557" y="546"/>
                  <a:pt x="30726" y="504"/>
                  <a:pt x="29822" y="504"/>
                </a:cubicBezTo>
                <a:cubicBezTo>
                  <a:pt x="24697" y="504"/>
                  <a:pt x="17237" y="1842"/>
                  <a:pt x="12670" y="2148"/>
                </a:cubicBezTo>
                <a:cubicBezTo>
                  <a:pt x="12212" y="2178"/>
                  <a:pt x="11735" y="2191"/>
                  <a:pt x="11246" y="2191"/>
                </a:cubicBezTo>
                <a:cubicBezTo>
                  <a:pt x="6991" y="2191"/>
                  <a:pt x="1798" y="1170"/>
                  <a:pt x="1" y="785"/>
                </a:cubicBezTo>
                <a:lnTo>
                  <a:pt x="1" y="14319"/>
                </a:lnTo>
                <a:lnTo>
                  <a:pt x="95147" y="14319"/>
                </a:lnTo>
                <a:lnTo>
                  <a:pt x="9514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2" name="Google Shape;1332;p22"/>
          <p:cNvGrpSpPr/>
          <p:nvPr/>
        </p:nvGrpSpPr>
        <p:grpSpPr>
          <a:xfrm rot="-1560016" flipH="1">
            <a:off x="8144601" y="251542"/>
            <a:ext cx="873508" cy="575919"/>
            <a:chOff x="201499" y="3290704"/>
            <a:chExt cx="2376935" cy="1567156"/>
          </a:xfrm>
        </p:grpSpPr>
        <p:sp>
          <p:nvSpPr>
            <p:cNvPr id="1333" name="Google Shape;1333;p22"/>
            <p:cNvSpPr/>
            <p:nvPr/>
          </p:nvSpPr>
          <p:spPr>
            <a:xfrm rot="917509">
              <a:off x="298377" y="3560402"/>
              <a:ext cx="2183180" cy="1027760"/>
            </a:xfrm>
            <a:custGeom>
              <a:avLst/>
              <a:gdLst/>
              <a:ahLst/>
              <a:cxnLst/>
              <a:rect l="l" t="t" r="r" b="b"/>
              <a:pathLst>
                <a:path w="20839" h="9810" extrusionOk="0">
                  <a:moveTo>
                    <a:pt x="12937" y="4905"/>
                  </a:moveTo>
                  <a:lnTo>
                    <a:pt x="12937" y="4905"/>
                  </a:lnTo>
                  <a:cubicBezTo>
                    <a:pt x="12937" y="4924"/>
                    <a:pt x="12944" y="4944"/>
                    <a:pt x="12957" y="4967"/>
                  </a:cubicBezTo>
                  <a:lnTo>
                    <a:pt x="12957" y="4967"/>
                  </a:lnTo>
                  <a:cubicBezTo>
                    <a:pt x="12951" y="4946"/>
                    <a:pt x="12944" y="4925"/>
                    <a:pt x="12937" y="4905"/>
                  </a:cubicBezTo>
                  <a:close/>
                  <a:moveTo>
                    <a:pt x="20839" y="1"/>
                  </a:moveTo>
                  <a:lnTo>
                    <a:pt x="19346" y="3815"/>
                  </a:lnTo>
                  <a:cubicBezTo>
                    <a:pt x="19346" y="3815"/>
                    <a:pt x="18256" y="4633"/>
                    <a:pt x="17842" y="5047"/>
                  </a:cubicBezTo>
                  <a:cubicBezTo>
                    <a:pt x="17569" y="5319"/>
                    <a:pt x="16348" y="5723"/>
                    <a:pt x="15662" y="5995"/>
                  </a:cubicBezTo>
                  <a:cubicBezTo>
                    <a:pt x="15531" y="5995"/>
                    <a:pt x="15531" y="5864"/>
                    <a:pt x="15531" y="5864"/>
                  </a:cubicBezTo>
                  <a:lnTo>
                    <a:pt x="15531" y="5592"/>
                  </a:lnTo>
                  <a:cubicBezTo>
                    <a:pt x="15531" y="5178"/>
                    <a:pt x="15531" y="4502"/>
                    <a:pt x="15117" y="4088"/>
                  </a:cubicBezTo>
                  <a:lnTo>
                    <a:pt x="15117" y="4088"/>
                  </a:lnTo>
                  <a:cubicBezTo>
                    <a:pt x="15259" y="4230"/>
                    <a:pt x="14986" y="4905"/>
                    <a:pt x="14986" y="5047"/>
                  </a:cubicBezTo>
                  <a:cubicBezTo>
                    <a:pt x="14986" y="5178"/>
                    <a:pt x="14844" y="5178"/>
                    <a:pt x="14844" y="5319"/>
                  </a:cubicBezTo>
                  <a:cubicBezTo>
                    <a:pt x="14765" y="5291"/>
                    <a:pt x="14691" y="5280"/>
                    <a:pt x="14620" y="5280"/>
                  </a:cubicBezTo>
                  <a:cubicBezTo>
                    <a:pt x="14329" y="5280"/>
                    <a:pt x="14087" y="5478"/>
                    <a:pt x="13755" y="5592"/>
                  </a:cubicBezTo>
                  <a:lnTo>
                    <a:pt x="13755" y="5723"/>
                  </a:lnTo>
                  <a:cubicBezTo>
                    <a:pt x="13624" y="5592"/>
                    <a:pt x="13482" y="5450"/>
                    <a:pt x="13482" y="5319"/>
                  </a:cubicBezTo>
                  <a:cubicBezTo>
                    <a:pt x="13368" y="5319"/>
                    <a:pt x="13041" y="5114"/>
                    <a:pt x="12957" y="4967"/>
                  </a:cubicBezTo>
                  <a:lnTo>
                    <a:pt x="12957" y="4967"/>
                  </a:lnTo>
                  <a:cubicBezTo>
                    <a:pt x="13079" y="5372"/>
                    <a:pt x="13079" y="5884"/>
                    <a:pt x="13079" y="6268"/>
                  </a:cubicBezTo>
                  <a:lnTo>
                    <a:pt x="13210" y="6268"/>
                  </a:lnTo>
                  <a:cubicBezTo>
                    <a:pt x="12937" y="6540"/>
                    <a:pt x="12806" y="6682"/>
                    <a:pt x="12665" y="6954"/>
                  </a:cubicBezTo>
                  <a:cubicBezTo>
                    <a:pt x="12537" y="6985"/>
                    <a:pt x="12388" y="7001"/>
                    <a:pt x="12221" y="7001"/>
                  </a:cubicBezTo>
                  <a:cubicBezTo>
                    <a:pt x="11675" y="7001"/>
                    <a:pt x="10947" y="6827"/>
                    <a:pt x="10212" y="6409"/>
                  </a:cubicBezTo>
                  <a:cubicBezTo>
                    <a:pt x="8578" y="5319"/>
                    <a:pt x="8305" y="4774"/>
                    <a:pt x="8305" y="4774"/>
                  </a:cubicBezTo>
                  <a:cubicBezTo>
                    <a:pt x="8305" y="4774"/>
                    <a:pt x="7760" y="4774"/>
                    <a:pt x="6943" y="4360"/>
                  </a:cubicBezTo>
                  <a:cubicBezTo>
                    <a:pt x="6125" y="3815"/>
                    <a:pt x="3673" y="2453"/>
                    <a:pt x="3673" y="2453"/>
                  </a:cubicBezTo>
                  <a:cubicBezTo>
                    <a:pt x="3673" y="2453"/>
                    <a:pt x="2672" y="2167"/>
                    <a:pt x="1809" y="2167"/>
                  </a:cubicBezTo>
                  <a:cubicBezTo>
                    <a:pt x="1481" y="2167"/>
                    <a:pt x="1174" y="2208"/>
                    <a:pt x="949" y="2322"/>
                  </a:cubicBezTo>
                  <a:cubicBezTo>
                    <a:pt x="0" y="2725"/>
                    <a:pt x="0" y="2998"/>
                    <a:pt x="0" y="2998"/>
                  </a:cubicBezTo>
                  <a:cubicBezTo>
                    <a:pt x="0" y="2998"/>
                    <a:pt x="273" y="2862"/>
                    <a:pt x="630" y="2862"/>
                  </a:cubicBezTo>
                  <a:cubicBezTo>
                    <a:pt x="987" y="2862"/>
                    <a:pt x="1428" y="2998"/>
                    <a:pt x="1766" y="3543"/>
                  </a:cubicBezTo>
                  <a:cubicBezTo>
                    <a:pt x="2453" y="4774"/>
                    <a:pt x="2725" y="6137"/>
                    <a:pt x="2725" y="6137"/>
                  </a:cubicBezTo>
                  <a:cubicBezTo>
                    <a:pt x="2725" y="6137"/>
                    <a:pt x="3542" y="6137"/>
                    <a:pt x="4632" y="7085"/>
                  </a:cubicBezTo>
                  <a:cubicBezTo>
                    <a:pt x="5581" y="8175"/>
                    <a:pt x="5722" y="8720"/>
                    <a:pt x="5722" y="8720"/>
                  </a:cubicBezTo>
                  <a:cubicBezTo>
                    <a:pt x="5722" y="8720"/>
                    <a:pt x="5891" y="8699"/>
                    <a:pt x="6179" y="8699"/>
                  </a:cubicBezTo>
                  <a:cubicBezTo>
                    <a:pt x="6622" y="8699"/>
                    <a:pt x="7348" y="8748"/>
                    <a:pt x="8174" y="8992"/>
                  </a:cubicBezTo>
                  <a:cubicBezTo>
                    <a:pt x="9537" y="9406"/>
                    <a:pt x="9668" y="9810"/>
                    <a:pt x="9668" y="9810"/>
                  </a:cubicBezTo>
                  <a:cubicBezTo>
                    <a:pt x="9668" y="9810"/>
                    <a:pt x="10485" y="9406"/>
                    <a:pt x="11575" y="8992"/>
                  </a:cubicBezTo>
                  <a:cubicBezTo>
                    <a:pt x="11847" y="8861"/>
                    <a:pt x="12261" y="8720"/>
                    <a:pt x="12534" y="8589"/>
                  </a:cubicBezTo>
                  <a:cubicBezTo>
                    <a:pt x="12665" y="8720"/>
                    <a:pt x="12806" y="8720"/>
                    <a:pt x="12806" y="8720"/>
                  </a:cubicBezTo>
                  <a:cubicBezTo>
                    <a:pt x="13008" y="8791"/>
                    <a:pt x="13177" y="8826"/>
                    <a:pt x="13347" y="8826"/>
                  </a:cubicBezTo>
                  <a:cubicBezTo>
                    <a:pt x="13518" y="8826"/>
                    <a:pt x="13689" y="8791"/>
                    <a:pt x="13896" y="8720"/>
                  </a:cubicBezTo>
                  <a:cubicBezTo>
                    <a:pt x="14441" y="8589"/>
                    <a:pt x="14986" y="8175"/>
                    <a:pt x="15259" y="7499"/>
                  </a:cubicBezTo>
                  <a:cubicBezTo>
                    <a:pt x="16348" y="6954"/>
                    <a:pt x="17711" y="5864"/>
                    <a:pt x="17711" y="5864"/>
                  </a:cubicBezTo>
                  <a:cubicBezTo>
                    <a:pt x="17711" y="5864"/>
                    <a:pt x="19204" y="4774"/>
                    <a:pt x="19749" y="3957"/>
                  </a:cubicBezTo>
                  <a:cubicBezTo>
                    <a:pt x="20435" y="2998"/>
                    <a:pt x="20839" y="1"/>
                    <a:pt x="2083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4" name="Google Shape;1334;p22"/>
            <p:cNvGrpSpPr/>
            <p:nvPr/>
          </p:nvGrpSpPr>
          <p:grpSpPr>
            <a:xfrm rot="769064">
              <a:off x="1679606" y="4257440"/>
              <a:ext cx="171378" cy="93552"/>
              <a:chOff x="3467344" y="1694749"/>
              <a:chExt cx="114969" cy="62784"/>
            </a:xfrm>
          </p:grpSpPr>
          <p:sp>
            <p:nvSpPr>
              <p:cNvPr id="1335" name="Google Shape;1335;p22"/>
              <p:cNvSpPr/>
              <p:nvPr/>
            </p:nvSpPr>
            <p:spPr>
              <a:xfrm>
                <a:off x="3545727" y="1694749"/>
                <a:ext cx="36586" cy="56634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630" extrusionOk="0">
                    <a:moveTo>
                      <a:pt x="828" y="1"/>
                    </a:moveTo>
                    <a:cubicBezTo>
                      <a:pt x="627" y="552"/>
                      <a:pt x="76" y="853"/>
                      <a:pt x="76" y="853"/>
                    </a:cubicBezTo>
                    <a:cubicBezTo>
                      <a:pt x="51" y="1103"/>
                      <a:pt x="25" y="1379"/>
                      <a:pt x="0" y="1630"/>
                    </a:cubicBezTo>
                    <a:cubicBezTo>
                      <a:pt x="1053" y="1304"/>
                      <a:pt x="828" y="1"/>
                      <a:pt x="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>
                <a:off x="3467344" y="1713928"/>
                <a:ext cx="46211" cy="43605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25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18" y="1255"/>
                      <a:pt x="1268" y="1255"/>
                    </a:cubicBezTo>
                    <a:cubicBezTo>
                      <a:pt x="1288" y="1255"/>
                      <a:pt x="1308" y="1254"/>
                      <a:pt x="1329" y="1253"/>
                    </a:cubicBezTo>
                    <a:cubicBezTo>
                      <a:pt x="1204" y="1003"/>
                      <a:pt x="1104" y="777"/>
                      <a:pt x="978" y="526"/>
                    </a:cubicBezTo>
                    <a:cubicBezTo>
                      <a:pt x="978" y="526"/>
                      <a:pt x="377" y="45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37" name="Google Shape;1337;p22"/>
          <p:cNvSpPr/>
          <p:nvPr/>
        </p:nvSpPr>
        <p:spPr>
          <a:xfrm rot="844992">
            <a:off x="191264" y="165779"/>
            <a:ext cx="665998" cy="297649"/>
          </a:xfrm>
          <a:custGeom>
            <a:avLst/>
            <a:gdLst/>
            <a:ahLst/>
            <a:cxnLst/>
            <a:rect l="l" t="t" r="r" b="b"/>
            <a:pathLst>
              <a:path w="24333" h="9165" extrusionOk="0">
                <a:moveTo>
                  <a:pt x="305" y="1"/>
                </a:moveTo>
                <a:cubicBezTo>
                  <a:pt x="1" y="1"/>
                  <a:pt x="83" y="173"/>
                  <a:pt x="83" y="173"/>
                </a:cubicBezTo>
                <a:cubicBezTo>
                  <a:pt x="83" y="173"/>
                  <a:pt x="901" y="314"/>
                  <a:pt x="1315" y="1535"/>
                </a:cubicBezTo>
                <a:cubicBezTo>
                  <a:pt x="1860" y="2766"/>
                  <a:pt x="1718" y="3715"/>
                  <a:pt x="1718" y="3715"/>
                </a:cubicBezTo>
                <a:cubicBezTo>
                  <a:pt x="1718" y="3715"/>
                  <a:pt x="2808" y="4129"/>
                  <a:pt x="3353" y="4946"/>
                </a:cubicBezTo>
                <a:cubicBezTo>
                  <a:pt x="3898" y="5764"/>
                  <a:pt x="4170" y="6853"/>
                  <a:pt x="4170" y="6853"/>
                </a:cubicBezTo>
                <a:cubicBezTo>
                  <a:pt x="4170" y="6853"/>
                  <a:pt x="5533" y="6853"/>
                  <a:pt x="6492" y="7398"/>
                </a:cubicBezTo>
                <a:cubicBezTo>
                  <a:pt x="7309" y="8074"/>
                  <a:pt x="7712" y="8619"/>
                  <a:pt x="7712" y="8619"/>
                </a:cubicBezTo>
                <a:lnTo>
                  <a:pt x="9216" y="8347"/>
                </a:lnTo>
                <a:cubicBezTo>
                  <a:pt x="9489" y="8892"/>
                  <a:pt x="10034" y="9164"/>
                  <a:pt x="10709" y="9164"/>
                </a:cubicBezTo>
                <a:cubicBezTo>
                  <a:pt x="11527" y="9164"/>
                  <a:pt x="12072" y="8761"/>
                  <a:pt x="12344" y="8216"/>
                </a:cubicBezTo>
                <a:cubicBezTo>
                  <a:pt x="13303" y="8216"/>
                  <a:pt x="14666" y="8216"/>
                  <a:pt x="15756" y="7943"/>
                </a:cubicBezTo>
                <a:cubicBezTo>
                  <a:pt x="17794" y="7398"/>
                  <a:pt x="19701" y="6984"/>
                  <a:pt x="19701" y="6984"/>
                </a:cubicBezTo>
                <a:cubicBezTo>
                  <a:pt x="19701" y="6984"/>
                  <a:pt x="19973" y="6581"/>
                  <a:pt x="20518" y="5894"/>
                </a:cubicBezTo>
                <a:cubicBezTo>
                  <a:pt x="21063" y="5219"/>
                  <a:pt x="22153" y="4946"/>
                  <a:pt x="22153" y="4946"/>
                </a:cubicBezTo>
                <a:cubicBezTo>
                  <a:pt x="22153" y="4946"/>
                  <a:pt x="22153" y="4532"/>
                  <a:pt x="22295" y="3856"/>
                </a:cubicBezTo>
                <a:cubicBezTo>
                  <a:pt x="22426" y="3170"/>
                  <a:pt x="24333" y="1949"/>
                  <a:pt x="24333" y="1949"/>
                </a:cubicBezTo>
                <a:lnTo>
                  <a:pt x="24333" y="1949"/>
                </a:lnTo>
                <a:lnTo>
                  <a:pt x="21477" y="2766"/>
                </a:lnTo>
                <a:cubicBezTo>
                  <a:pt x="19570" y="3170"/>
                  <a:pt x="15483" y="5764"/>
                  <a:pt x="15483" y="5764"/>
                </a:cubicBezTo>
                <a:cubicBezTo>
                  <a:pt x="15483" y="5764"/>
                  <a:pt x="14666" y="6581"/>
                  <a:pt x="13303" y="6984"/>
                </a:cubicBezTo>
                <a:cubicBezTo>
                  <a:pt x="12758" y="7126"/>
                  <a:pt x="12344" y="7126"/>
                  <a:pt x="12072" y="7126"/>
                </a:cubicBezTo>
                <a:cubicBezTo>
                  <a:pt x="12072" y="6984"/>
                  <a:pt x="11941" y="6984"/>
                  <a:pt x="11941" y="6853"/>
                </a:cubicBezTo>
                <a:lnTo>
                  <a:pt x="11941" y="5894"/>
                </a:lnTo>
                <a:cubicBezTo>
                  <a:pt x="11669" y="6036"/>
                  <a:pt x="11396" y="6309"/>
                  <a:pt x="11124" y="6581"/>
                </a:cubicBezTo>
                <a:lnTo>
                  <a:pt x="10306" y="6581"/>
                </a:lnTo>
                <a:cubicBezTo>
                  <a:pt x="10034" y="6309"/>
                  <a:pt x="9620" y="6036"/>
                  <a:pt x="9347" y="5894"/>
                </a:cubicBezTo>
                <a:lnTo>
                  <a:pt x="9347" y="5894"/>
                </a:lnTo>
                <a:cubicBezTo>
                  <a:pt x="9489" y="6167"/>
                  <a:pt x="9489" y="6581"/>
                  <a:pt x="9489" y="6984"/>
                </a:cubicBezTo>
                <a:cubicBezTo>
                  <a:pt x="9347" y="7126"/>
                  <a:pt x="9347" y="7257"/>
                  <a:pt x="9216" y="7398"/>
                </a:cubicBezTo>
                <a:cubicBezTo>
                  <a:pt x="8671" y="7257"/>
                  <a:pt x="6895" y="6581"/>
                  <a:pt x="6078" y="5349"/>
                </a:cubicBezTo>
                <a:lnTo>
                  <a:pt x="5129" y="3856"/>
                </a:lnTo>
                <a:cubicBezTo>
                  <a:pt x="5129" y="3856"/>
                  <a:pt x="4312" y="3170"/>
                  <a:pt x="3898" y="2352"/>
                </a:cubicBezTo>
                <a:cubicBezTo>
                  <a:pt x="3353" y="1677"/>
                  <a:pt x="1446" y="42"/>
                  <a:pt x="628" y="42"/>
                </a:cubicBezTo>
                <a:cubicBezTo>
                  <a:pt x="489" y="13"/>
                  <a:pt x="384" y="1"/>
                  <a:pt x="30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22"/>
          <p:cNvSpPr/>
          <p:nvPr/>
        </p:nvSpPr>
        <p:spPr>
          <a:xfrm rot="-206078">
            <a:off x="133881" y="499749"/>
            <a:ext cx="348283" cy="155648"/>
          </a:xfrm>
          <a:custGeom>
            <a:avLst/>
            <a:gdLst/>
            <a:ahLst/>
            <a:cxnLst/>
            <a:rect l="l" t="t" r="r" b="b"/>
            <a:pathLst>
              <a:path w="24333" h="9165" extrusionOk="0">
                <a:moveTo>
                  <a:pt x="305" y="1"/>
                </a:moveTo>
                <a:cubicBezTo>
                  <a:pt x="1" y="1"/>
                  <a:pt x="83" y="173"/>
                  <a:pt x="83" y="173"/>
                </a:cubicBezTo>
                <a:cubicBezTo>
                  <a:pt x="83" y="173"/>
                  <a:pt x="901" y="314"/>
                  <a:pt x="1315" y="1535"/>
                </a:cubicBezTo>
                <a:cubicBezTo>
                  <a:pt x="1860" y="2766"/>
                  <a:pt x="1718" y="3715"/>
                  <a:pt x="1718" y="3715"/>
                </a:cubicBezTo>
                <a:cubicBezTo>
                  <a:pt x="1718" y="3715"/>
                  <a:pt x="2808" y="4129"/>
                  <a:pt x="3353" y="4946"/>
                </a:cubicBezTo>
                <a:cubicBezTo>
                  <a:pt x="3898" y="5764"/>
                  <a:pt x="4170" y="6853"/>
                  <a:pt x="4170" y="6853"/>
                </a:cubicBezTo>
                <a:cubicBezTo>
                  <a:pt x="4170" y="6853"/>
                  <a:pt x="5533" y="6853"/>
                  <a:pt x="6492" y="7398"/>
                </a:cubicBezTo>
                <a:cubicBezTo>
                  <a:pt x="7309" y="8074"/>
                  <a:pt x="7712" y="8619"/>
                  <a:pt x="7712" y="8619"/>
                </a:cubicBezTo>
                <a:lnTo>
                  <a:pt x="9216" y="8347"/>
                </a:lnTo>
                <a:cubicBezTo>
                  <a:pt x="9489" y="8892"/>
                  <a:pt x="10034" y="9164"/>
                  <a:pt x="10709" y="9164"/>
                </a:cubicBezTo>
                <a:cubicBezTo>
                  <a:pt x="11527" y="9164"/>
                  <a:pt x="12072" y="8761"/>
                  <a:pt x="12344" y="8216"/>
                </a:cubicBezTo>
                <a:cubicBezTo>
                  <a:pt x="13303" y="8216"/>
                  <a:pt x="14666" y="8216"/>
                  <a:pt x="15756" y="7943"/>
                </a:cubicBezTo>
                <a:cubicBezTo>
                  <a:pt x="17794" y="7398"/>
                  <a:pt x="19701" y="6984"/>
                  <a:pt x="19701" y="6984"/>
                </a:cubicBezTo>
                <a:cubicBezTo>
                  <a:pt x="19701" y="6984"/>
                  <a:pt x="19973" y="6581"/>
                  <a:pt x="20518" y="5894"/>
                </a:cubicBezTo>
                <a:cubicBezTo>
                  <a:pt x="21063" y="5219"/>
                  <a:pt x="22153" y="4946"/>
                  <a:pt x="22153" y="4946"/>
                </a:cubicBezTo>
                <a:cubicBezTo>
                  <a:pt x="22153" y="4946"/>
                  <a:pt x="22153" y="4532"/>
                  <a:pt x="22295" y="3856"/>
                </a:cubicBezTo>
                <a:cubicBezTo>
                  <a:pt x="22426" y="3170"/>
                  <a:pt x="24333" y="1949"/>
                  <a:pt x="24333" y="1949"/>
                </a:cubicBezTo>
                <a:lnTo>
                  <a:pt x="24333" y="1949"/>
                </a:lnTo>
                <a:lnTo>
                  <a:pt x="21477" y="2766"/>
                </a:lnTo>
                <a:cubicBezTo>
                  <a:pt x="19570" y="3170"/>
                  <a:pt x="15483" y="5764"/>
                  <a:pt x="15483" y="5764"/>
                </a:cubicBezTo>
                <a:cubicBezTo>
                  <a:pt x="15483" y="5764"/>
                  <a:pt x="14666" y="6581"/>
                  <a:pt x="13303" y="6984"/>
                </a:cubicBezTo>
                <a:cubicBezTo>
                  <a:pt x="12758" y="7126"/>
                  <a:pt x="12344" y="7126"/>
                  <a:pt x="12072" y="7126"/>
                </a:cubicBezTo>
                <a:cubicBezTo>
                  <a:pt x="12072" y="6984"/>
                  <a:pt x="11941" y="6984"/>
                  <a:pt x="11941" y="6853"/>
                </a:cubicBezTo>
                <a:lnTo>
                  <a:pt x="11941" y="5894"/>
                </a:lnTo>
                <a:cubicBezTo>
                  <a:pt x="11669" y="6036"/>
                  <a:pt x="11396" y="6309"/>
                  <a:pt x="11124" y="6581"/>
                </a:cubicBezTo>
                <a:lnTo>
                  <a:pt x="10306" y="6581"/>
                </a:lnTo>
                <a:cubicBezTo>
                  <a:pt x="10034" y="6309"/>
                  <a:pt x="9620" y="6036"/>
                  <a:pt x="9347" y="5894"/>
                </a:cubicBezTo>
                <a:lnTo>
                  <a:pt x="9347" y="5894"/>
                </a:lnTo>
                <a:cubicBezTo>
                  <a:pt x="9489" y="6167"/>
                  <a:pt x="9489" y="6581"/>
                  <a:pt x="9489" y="6984"/>
                </a:cubicBezTo>
                <a:cubicBezTo>
                  <a:pt x="9347" y="7126"/>
                  <a:pt x="9347" y="7257"/>
                  <a:pt x="9216" y="7398"/>
                </a:cubicBezTo>
                <a:cubicBezTo>
                  <a:pt x="8671" y="7257"/>
                  <a:pt x="6895" y="6581"/>
                  <a:pt x="6078" y="5349"/>
                </a:cubicBezTo>
                <a:lnTo>
                  <a:pt x="5129" y="3856"/>
                </a:lnTo>
                <a:cubicBezTo>
                  <a:pt x="5129" y="3856"/>
                  <a:pt x="4312" y="3170"/>
                  <a:pt x="3898" y="2352"/>
                </a:cubicBezTo>
                <a:cubicBezTo>
                  <a:pt x="3353" y="1677"/>
                  <a:pt x="1446" y="42"/>
                  <a:pt x="628" y="42"/>
                </a:cubicBezTo>
                <a:cubicBezTo>
                  <a:pt x="489" y="13"/>
                  <a:pt x="384" y="1"/>
                  <a:pt x="30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22"/>
          <p:cNvSpPr/>
          <p:nvPr/>
        </p:nvSpPr>
        <p:spPr>
          <a:xfrm rot="-206025">
            <a:off x="8070091" y="107012"/>
            <a:ext cx="602289" cy="269200"/>
          </a:xfrm>
          <a:custGeom>
            <a:avLst/>
            <a:gdLst/>
            <a:ahLst/>
            <a:cxnLst/>
            <a:rect l="l" t="t" r="r" b="b"/>
            <a:pathLst>
              <a:path w="24333" h="9165" extrusionOk="0">
                <a:moveTo>
                  <a:pt x="305" y="1"/>
                </a:moveTo>
                <a:cubicBezTo>
                  <a:pt x="1" y="1"/>
                  <a:pt x="83" y="173"/>
                  <a:pt x="83" y="173"/>
                </a:cubicBezTo>
                <a:cubicBezTo>
                  <a:pt x="83" y="173"/>
                  <a:pt x="901" y="314"/>
                  <a:pt x="1315" y="1535"/>
                </a:cubicBezTo>
                <a:cubicBezTo>
                  <a:pt x="1860" y="2766"/>
                  <a:pt x="1718" y="3715"/>
                  <a:pt x="1718" y="3715"/>
                </a:cubicBezTo>
                <a:cubicBezTo>
                  <a:pt x="1718" y="3715"/>
                  <a:pt x="2808" y="4129"/>
                  <a:pt x="3353" y="4946"/>
                </a:cubicBezTo>
                <a:cubicBezTo>
                  <a:pt x="3898" y="5764"/>
                  <a:pt x="4170" y="6853"/>
                  <a:pt x="4170" y="6853"/>
                </a:cubicBezTo>
                <a:cubicBezTo>
                  <a:pt x="4170" y="6853"/>
                  <a:pt x="5533" y="6853"/>
                  <a:pt x="6492" y="7398"/>
                </a:cubicBezTo>
                <a:cubicBezTo>
                  <a:pt x="7309" y="8074"/>
                  <a:pt x="7712" y="8619"/>
                  <a:pt x="7712" y="8619"/>
                </a:cubicBezTo>
                <a:lnTo>
                  <a:pt x="9216" y="8347"/>
                </a:lnTo>
                <a:cubicBezTo>
                  <a:pt x="9489" y="8892"/>
                  <a:pt x="10034" y="9164"/>
                  <a:pt x="10709" y="9164"/>
                </a:cubicBezTo>
                <a:cubicBezTo>
                  <a:pt x="11527" y="9164"/>
                  <a:pt x="12072" y="8761"/>
                  <a:pt x="12344" y="8216"/>
                </a:cubicBezTo>
                <a:cubicBezTo>
                  <a:pt x="13303" y="8216"/>
                  <a:pt x="14666" y="8216"/>
                  <a:pt x="15756" y="7943"/>
                </a:cubicBezTo>
                <a:cubicBezTo>
                  <a:pt x="17794" y="7398"/>
                  <a:pt x="19701" y="6984"/>
                  <a:pt x="19701" y="6984"/>
                </a:cubicBezTo>
                <a:cubicBezTo>
                  <a:pt x="19701" y="6984"/>
                  <a:pt x="19973" y="6581"/>
                  <a:pt x="20518" y="5894"/>
                </a:cubicBezTo>
                <a:cubicBezTo>
                  <a:pt x="21063" y="5219"/>
                  <a:pt x="22153" y="4946"/>
                  <a:pt x="22153" y="4946"/>
                </a:cubicBezTo>
                <a:cubicBezTo>
                  <a:pt x="22153" y="4946"/>
                  <a:pt x="22153" y="4532"/>
                  <a:pt x="22295" y="3856"/>
                </a:cubicBezTo>
                <a:cubicBezTo>
                  <a:pt x="22426" y="3170"/>
                  <a:pt x="24333" y="1949"/>
                  <a:pt x="24333" y="1949"/>
                </a:cubicBezTo>
                <a:lnTo>
                  <a:pt x="24333" y="1949"/>
                </a:lnTo>
                <a:lnTo>
                  <a:pt x="21477" y="2766"/>
                </a:lnTo>
                <a:cubicBezTo>
                  <a:pt x="19570" y="3170"/>
                  <a:pt x="15483" y="5764"/>
                  <a:pt x="15483" y="5764"/>
                </a:cubicBezTo>
                <a:cubicBezTo>
                  <a:pt x="15483" y="5764"/>
                  <a:pt x="14666" y="6581"/>
                  <a:pt x="13303" y="6984"/>
                </a:cubicBezTo>
                <a:cubicBezTo>
                  <a:pt x="12758" y="7126"/>
                  <a:pt x="12344" y="7126"/>
                  <a:pt x="12072" y="7126"/>
                </a:cubicBezTo>
                <a:cubicBezTo>
                  <a:pt x="12072" y="6984"/>
                  <a:pt x="11941" y="6984"/>
                  <a:pt x="11941" y="6853"/>
                </a:cubicBezTo>
                <a:lnTo>
                  <a:pt x="11941" y="5894"/>
                </a:lnTo>
                <a:cubicBezTo>
                  <a:pt x="11669" y="6036"/>
                  <a:pt x="11396" y="6309"/>
                  <a:pt x="11124" y="6581"/>
                </a:cubicBezTo>
                <a:lnTo>
                  <a:pt x="10306" y="6581"/>
                </a:lnTo>
                <a:cubicBezTo>
                  <a:pt x="10034" y="6309"/>
                  <a:pt x="9620" y="6036"/>
                  <a:pt x="9347" y="5894"/>
                </a:cubicBezTo>
                <a:lnTo>
                  <a:pt x="9347" y="5894"/>
                </a:lnTo>
                <a:cubicBezTo>
                  <a:pt x="9489" y="6167"/>
                  <a:pt x="9489" y="6581"/>
                  <a:pt x="9489" y="6984"/>
                </a:cubicBezTo>
                <a:cubicBezTo>
                  <a:pt x="9347" y="7126"/>
                  <a:pt x="9347" y="7257"/>
                  <a:pt x="9216" y="7398"/>
                </a:cubicBezTo>
                <a:cubicBezTo>
                  <a:pt x="8671" y="7257"/>
                  <a:pt x="6895" y="6581"/>
                  <a:pt x="6078" y="5349"/>
                </a:cubicBezTo>
                <a:lnTo>
                  <a:pt x="5129" y="3856"/>
                </a:lnTo>
                <a:cubicBezTo>
                  <a:pt x="5129" y="3856"/>
                  <a:pt x="4312" y="3170"/>
                  <a:pt x="3898" y="2352"/>
                </a:cubicBezTo>
                <a:cubicBezTo>
                  <a:pt x="3353" y="1677"/>
                  <a:pt x="1446" y="42"/>
                  <a:pt x="628" y="42"/>
                </a:cubicBezTo>
                <a:cubicBezTo>
                  <a:pt x="489" y="13"/>
                  <a:pt x="384" y="1"/>
                  <a:pt x="30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2"/>
          <p:cNvSpPr/>
          <p:nvPr/>
        </p:nvSpPr>
        <p:spPr>
          <a:xfrm rot="-658294" flipH="1">
            <a:off x="8077871" y="2911712"/>
            <a:ext cx="1145879" cy="1453509"/>
          </a:xfrm>
          <a:custGeom>
            <a:avLst/>
            <a:gdLst/>
            <a:ahLst/>
            <a:cxnLst/>
            <a:rect l="l" t="t" r="r" b="b"/>
            <a:pathLst>
              <a:path w="41699" h="38470" extrusionOk="0">
                <a:moveTo>
                  <a:pt x="22575" y="1"/>
                </a:moveTo>
                <a:lnTo>
                  <a:pt x="22575" y="1"/>
                </a:lnTo>
                <a:cubicBezTo>
                  <a:pt x="22237" y="223"/>
                  <a:pt x="21908" y="668"/>
                  <a:pt x="21793" y="1219"/>
                </a:cubicBezTo>
                <a:cubicBezTo>
                  <a:pt x="21686" y="1664"/>
                  <a:pt x="21686" y="2224"/>
                  <a:pt x="22015" y="2669"/>
                </a:cubicBezTo>
                <a:lnTo>
                  <a:pt x="22131" y="2553"/>
                </a:lnTo>
                <a:lnTo>
                  <a:pt x="22131" y="2553"/>
                </a:lnTo>
                <a:cubicBezTo>
                  <a:pt x="21908" y="2891"/>
                  <a:pt x="21686" y="3114"/>
                  <a:pt x="21463" y="3336"/>
                </a:cubicBezTo>
                <a:cubicBezTo>
                  <a:pt x="20681" y="4555"/>
                  <a:pt x="20236" y="6004"/>
                  <a:pt x="19907" y="7445"/>
                </a:cubicBezTo>
                <a:cubicBezTo>
                  <a:pt x="19791" y="7668"/>
                  <a:pt x="19791" y="8006"/>
                  <a:pt x="19685" y="8335"/>
                </a:cubicBezTo>
                <a:cubicBezTo>
                  <a:pt x="18902" y="6227"/>
                  <a:pt x="18457" y="4110"/>
                  <a:pt x="18128" y="1779"/>
                </a:cubicBezTo>
                <a:lnTo>
                  <a:pt x="18128" y="1779"/>
                </a:lnTo>
                <a:cubicBezTo>
                  <a:pt x="18235" y="4448"/>
                  <a:pt x="18679" y="7116"/>
                  <a:pt x="19462" y="9669"/>
                </a:cubicBezTo>
                <a:cubicBezTo>
                  <a:pt x="19462" y="10336"/>
                  <a:pt x="19347" y="11003"/>
                  <a:pt x="19240" y="11564"/>
                </a:cubicBezTo>
                <a:cubicBezTo>
                  <a:pt x="19017" y="12898"/>
                  <a:pt x="18795" y="14116"/>
                  <a:pt x="18350" y="15228"/>
                </a:cubicBezTo>
                <a:lnTo>
                  <a:pt x="17016" y="16233"/>
                </a:lnTo>
                <a:cubicBezTo>
                  <a:pt x="16678" y="16011"/>
                  <a:pt x="16571" y="15566"/>
                  <a:pt x="16456" y="15228"/>
                </a:cubicBezTo>
                <a:cubicBezTo>
                  <a:pt x="16233" y="14561"/>
                  <a:pt x="16349" y="13894"/>
                  <a:pt x="16678" y="13342"/>
                </a:cubicBezTo>
                <a:lnTo>
                  <a:pt x="16678" y="13342"/>
                </a:lnTo>
                <a:cubicBezTo>
                  <a:pt x="16233" y="13894"/>
                  <a:pt x="16011" y="14561"/>
                  <a:pt x="16011" y="15228"/>
                </a:cubicBezTo>
                <a:cubicBezTo>
                  <a:pt x="16127" y="15788"/>
                  <a:pt x="16233" y="16233"/>
                  <a:pt x="16456" y="16678"/>
                </a:cubicBezTo>
                <a:cubicBezTo>
                  <a:pt x="15122" y="17674"/>
                  <a:pt x="13787" y="18786"/>
                  <a:pt x="12453" y="19898"/>
                </a:cubicBezTo>
                <a:cubicBezTo>
                  <a:pt x="12124" y="18902"/>
                  <a:pt x="11786" y="17790"/>
                  <a:pt x="11679" y="16678"/>
                </a:cubicBezTo>
                <a:cubicBezTo>
                  <a:pt x="11564" y="16118"/>
                  <a:pt x="11564" y="15566"/>
                  <a:pt x="11564" y="15006"/>
                </a:cubicBezTo>
                <a:cubicBezTo>
                  <a:pt x="11786" y="14783"/>
                  <a:pt x="12008" y="14454"/>
                  <a:pt x="12346" y="14232"/>
                </a:cubicBezTo>
                <a:cubicBezTo>
                  <a:pt x="12898" y="13672"/>
                  <a:pt x="13343" y="13004"/>
                  <a:pt x="13787" y="12231"/>
                </a:cubicBezTo>
                <a:cubicBezTo>
                  <a:pt x="14232" y="11564"/>
                  <a:pt x="14570" y="10781"/>
                  <a:pt x="14792" y="10007"/>
                </a:cubicBezTo>
                <a:cubicBezTo>
                  <a:pt x="15015" y="9224"/>
                  <a:pt x="15122" y="8450"/>
                  <a:pt x="15122" y="7668"/>
                </a:cubicBezTo>
                <a:lnTo>
                  <a:pt x="15122" y="7668"/>
                </a:lnTo>
                <a:cubicBezTo>
                  <a:pt x="15015" y="8450"/>
                  <a:pt x="14899" y="9224"/>
                  <a:pt x="14570" y="10007"/>
                </a:cubicBezTo>
                <a:cubicBezTo>
                  <a:pt x="14348" y="10674"/>
                  <a:pt x="13903" y="11448"/>
                  <a:pt x="13458" y="12115"/>
                </a:cubicBezTo>
                <a:cubicBezTo>
                  <a:pt x="13014" y="12675"/>
                  <a:pt x="12453" y="13342"/>
                  <a:pt x="11902" y="13787"/>
                </a:cubicBezTo>
                <a:cubicBezTo>
                  <a:pt x="11786" y="14010"/>
                  <a:pt x="11679" y="14116"/>
                  <a:pt x="11457" y="14232"/>
                </a:cubicBezTo>
                <a:cubicBezTo>
                  <a:pt x="11457" y="13227"/>
                  <a:pt x="11457" y="12231"/>
                  <a:pt x="11564" y="11341"/>
                </a:cubicBezTo>
                <a:cubicBezTo>
                  <a:pt x="11679" y="9562"/>
                  <a:pt x="11902" y="7783"/>
                  <a:pt x="12124" y="6004"/>
                </a:cubicBezTo>
                <a:cubicBezTo>
                  <a:pt x="13343" y="4999"/>
                  <a:pt x="14125" y="3558"/>
                  <a:pt x="14232" y="2002"/>
                </a:cubicBezTo>
                <a:lnTo>
                  <a:pt x="14232" y="2002"/>
                </a:lnTo>
                <a:cubicBezTo>
                  <a:pt x="13903" y="3336"/>
                  <a:pt x="13236" y="4448"/>
                  <a:pt x="12231" y="5222"/>
                </a:cubicBezTo>
                <a:cubicBezTo>
                  <a:pt x="12346" y="3558"/>
                  <a:pt x="12453" y="1779"/>
                  <a:pt x="12453" y="107"/>
                </a:cubicBezTo>
                <a:lnTo>
                  <a:pt x="12231" y="107"/>
                </a:lnTo>
                <a:cubicBezTo>
                  <a:pt x="12124" y="1219"/>
                  <a:pt x="11902" y="2224"/>
                  <a:pt x="11786" y="3336"/>
                </a:cubicBezTo>
                <a:cubicBezTo>
                  <a:pt x="11235" y="2998"/>
                  <a:pt x="10790" y="2224"/>
                  <a:pt x="10790" y="1441"/>
                </a:cubicBezTo>
                <a:lnTo>
                  <a:pt x="10790" y="1441"/>
                </a:lnTo>
                <a:cubicBezTo>
                  <a:pt x="10568" y="2331"/>
                  <a:pt x="10790" y="3336"/>
                  <a:pt x="11564" y="4003"/>
                </a:cubicBezTo>
                <a:cubicBezTo>
                  <a:pt x="11564" y="4555"/>
                  <a:pt x="11457" y="5115"/>
                  <a:pt x="11341" y="5560"/>
                </a:cubicBezTo>
                <a:cubicBezTo>
                  <a:pt x="10897" y="7445"/>
                  <a:pt x="10452" y="9224"/>
                  <a:pt x="10123" y="11119"/>
                </a:cubicBezTo>
                <a:cubicBezTo>
                  <a:pt x="10123" y="11226"/>
                  <a:pt x="10123" y="11341"/>
                  <a:pt x="10007" y="11448"/>
                </a:cubicBezTo>
                <a:cubicBezTo>
                  <a:pt x="8789" y="11119"/>
                  <a:pt x="7561" y="10336"/>
                  <a:pt x="6787" y="9117"/>
                </a:cubicBezTo>
                <a:cubicBezTo>
                  <a:pt x="5898" y="7890"/>
                  <a:pt x="5560" y="6227"/>
                  <a:pt x="5782" y="4670"/>
                </a:cubicBezTo>
                <a:lnTo>
                  <a:pt x="5782" y="4670"/>
                </a:lnTo>
                <a:cubicBezTo>
                  <a:pt x="5453" y="6227"/>
                  <a:pt x="5675" y="7890"/>
                  <a:pt x="6449" y="9340"/>
                </a:cubicBezTo>
                <a:cubicBezTo>
                  <a:pt x="7232" y="10674"/>
                  <a:pt x="8451" y="11670"/>
                  <a:pt x="9900" y="12231"/>
                </a:cubicBezTo>
                <a:cubicBezTo>
                  <a:pt x="9678" y="13672"/>
                  <a:pt x="9562" y="15228"/>
                  <a:pt x="9678" y="16900"/>
                </a:cubicBezTo>
                <a:cubicBezTo>
                  <a:pt x="9678" y="18457"/>
                  <a:pt x="9900" y="20120"/>
                  <a:pt x="10452" y="21677"/>
                </a:cubicBezTo>
                <a:cubicBezTo>
                  <a:pt x="8566" y="23456"/>
                  <a:pt x="6672" y="25350"/>
                  <a:pt x="5115" y="27458"/>
                </a:cubicBezTo>
                <a:cubicBezTo>
                  <a:pt x="2891" y="30349"/>
                  <a:pt x="1006" y="33578"/>
                  <a:pt x="1" y="37358"/>
                </a:cubicBezTo>
                <a:lnTo>
                  <a:pt x="5337" y="38470"/>
                </a:lnTo>
                <a:cubicBezTo>
                  <a:pt x="5782" y="35579"/>
                  <a:pt x="6894" y="32573"/>
                  <a:pt x="8566" y="29797"/>
                </a:cubicBezTo>
                <a:cubicBezTo>
                  <a:pt x="9900" y="27351"/>
                  <a:pt x="11679" y="25128"/>
                  <a:pt x="13565" y="22904"/>
                </a:cubicBezTo>
                <a:cubicBezTo>
                  <a:pt x="13938" y="22917"/>
                  <a:pt x="14312" y="22924"/>
                  <a:pt x="14685" y="22924"/>
                </a:cubicBezTo>
                <a:cubicBezTo>
                  <a:pt x="17316" y="22924"/>
                  <a:pt x="19942" y="22599"/>
                  <a:pt x="22575" y="22015"/>
                </a:cubicBezTo>
                <a:cubicBezTo>
                  <a:pt x="22575" y="22015"/>
                  <a:pt x="22682" y="22015"/>
                  <a:pt x="22798" y="22121"/>
                </a:cubicBezTo>
                <a:cubicBezTo>
                  <a:pt x="23242" y="22344"/>
                  <a:pt x="23572" y="22566"/>
                  <a:pt x="24016" y="22904"/>
                </a:cubicBezTo>
                <a:cubicBezTo>
                  <a:pt x="24461" y="23233"/>
                  <a:pt x="24799" y="23456"/>
                  <a:pt x="25244" y="23794"/>
                </a:cubicBezTo>
                <a:cubicBezTo>
                  <a:pt x="25688" y="24123"/>
                  <a:pt x="26133" y="24345"/>
                  <a:pt x="26578" y="24567"/>
                </a:cubicBezTo>
                <a:cubicBezTo>
                  <a:pt x="27574" y="25012"/>
                  <a:pt x="28579" y="25128"/>
                  <a:pt x="29575" y="25128"/>
                </a:cubicBezTo>
                <a:cubicBezTo>
                  <a:pt x="30687" y="25128"/>
                  <a:pt x="31692" y="24790"/>
                  <a:pt x="32582" y="24345"/>
                </a:cubicBezTo>
                <a:lnTo>
                  <a:pt x="32582" y="24345"/>
                </a:lnTo>
                <a:cubicBezTo>
                  <a:pt x="31840" y="24716"/>
                  <a:pt x="30945" y="24932"/>
                  <a:pt x="30085" y="24932"/>
                </a:cubicBezTo>
                <a:cubicBezTo>
                  <a:pt x="29913" y="24932"/>
                  <a:pt x="29743" y="24923"/>
                  <a:pt x="29575" y="24905"/>
                </a:cubicBezTo>
                <a:cubicBezTo>
                  <a:pt x="28579" y="24905"/>
                  <a:pt x="27690" y="24683"/>
                  <a:pt x="26800" y="24238"/>
                </a:cubicBezTo>
                <a:cubicBezTo>
                  <a:pt x="25795" y="23794"/>
                  <a:pt x="25128" y="23127"/>
                  <a:pt x="24354" y="22459"/>
                </a:cubicBezTo>
                <a:cubicBezTo>
                  <a:pt x="24016" y="22237"/>
                  <a:pt x="23794" y="22015"/>
                  <a:pt x="23465" y="21792"/>
                </a:cubicBezTo>
                <a:cubicBezTo>
                  <a:pt x="25021" y="21454"/>
                  <a:pt x="26578" y="20903"/>
                  <a:pt x="28019" y="20342"/>
                </a:cubicBezTo>
                <a:cubicBezTo>
                  <a:pt x="28464" y="20236"/>
                  <a:pt x="28908" y="20013"/>
                  <a:pt x="29353" y="19898"/>
                </a:cubicBezTo>
                <a:cubicBezTo>
                  <a:pt x="29691" y="20120"/>
                  <a:pt x="30020" y="20458"/>
                  <a:pt x="30465" y="20565"/>
                </a:cubicBezTo>
                <a:cubicBezTo>
                  <a:pt x="30887" y="20819"/>
                  <a:pt x="31369" y="20943"/>
                  <a:pt x="31817" y="20943"/>
                </a:cubicBezTo>
                <a:cubicBezTo>
                  <a:pt x="31964" y="20943"/>
                  <a:pt x="32107" y="20929"/>
                  <a:pt x="32244" y="20903"/>
                </a:cubicBezTo>
                <a:cubicBezTo>
                  <a:pt x="32804" y="20903"/>
                  <a:pt x="33356" y="20787"/>
                  <a:pt x="33916" y="20565"/>
                </a:cubicBezTo>
                <a:cubicBezTo>
                  <a:pt x="34467" y="20342"/>
                  <a:pt x="35028" y="20120"/>
                  <a:pt x="35473" y="19898"/>
                </a:cubicBezTo>
                <a:lnTo>
                  <a:pt x="35473" y="19898"/>
                </a:lnTo>
                <a:cubicBezTo>
                  <a:pt x="34912" y="20120"/>
                  <a:pt x="34467" y="20236"/>
                  <a:pt x="33916" y="20458"/>
                </a:cubicBezTo>
                <a:cubicBezTo>
                  <a:pt x="33356" y="20565"/>
                  <a:pt x="32804" y="20565"/>
                  <a:pt x="32244" y="20565"/>
                </a:cubicBezTo>
                <a:cubicBezTo>
                  <a:pt x="31692" y="20565"/>
                  <a:pt x="31132" y="20458"/>
                  <a:pt x="30687" y="20120"/>
                </a:cubicBezTo>
                <a:cubicBezTo>
                  <a:pt x="30465" y="20013"/>
                  <a:pt x="30243" y="19791"/>
                  <a:pt x="30020" y="19569"/>
                </a:cubicBezTo>
                <a:cubicBezTo>
                  <a:pt x="30465" y="19346"/>
                  <a:pt x="30910" y="19231"/>
                  <a:pt x="31354" y="19008"/>
                </a:cubicBezTo>
                <a:lnTo>
                  <a:pt x="31470" y="19008"/>
                </a:lnTo>
                <a:cubicBezTo>
                  <a:pt x="31577" y="19008"/>
                  <a:pt x="31577" y="18902"/>
                  <a:pt x="31577" y="18902"/>
                </a:cubicBezTo>
                <a:cubicBezTo>
                  <a:pt x="33133" y="18119"/>
                  <a:pt x="34583" y="17345"/>
                  <a:pt x="36024" y="16340"/>
                </a:cubicBezTo>
                <a:cubicBezTo>
                  <a:pt x="36130" y="16345"/>
                  <a:pt x="36235" y="16348"/>
                  <a:pt x="36340" y="16348"/>
                </a:cubicBezTo>
                <a:cubicBezTo>
                  <a:pt x="38436" y="16348"/>
                  <a:pt x="40297" y="15259"/>
                  <a:pt x="41254" y="13565"/>
                </a:cubicBezTo>
                <a:lnTo>
                  <a:pt x="41254" y="13565"/>
                </a:lnTo>
                <a:cubicBezTo>
                  <a:pt x="40249" y="14899"/>
                  <a:pt x="38586" y="15673"/>
                  <a:pt x="37029" y="15673"/>
                </a:cubicBezTo>
                <a:cubicBezTo>
                  <a:pt x="38692" y="14561"/>
                  <a:pt x="40249" y="13342"/>
                  <a:pt x="41699" y="11893"/>
                </a:cubicBezTo>
                <a:lnTo>
                  <a:pt x="41583" y="11786"/>
                </a:lnTo>
                <a:cubicBezTo>
                  <a:pt x="38692" y="14232"/>
                  <a:pt x="35357" y="16233"/>
                  <a:pt x="31915" y="17674"/>
                </a:cubicBezTo>
                <a:cubicBezTo>
                  <a:pt x="32689" y="15228"/>
                  <a:pt x="34245" y="12898"/>
                  <a:pt x="36362" y="11226"/>
                </a:cubicBezTo>
                <a:lnTo>
                  <a:pt x="36362" y="11226"/>
                </a:lnTo>
                <a:cubicBezTo>
                  <a:pt x="33916" y="12898"/>
                  <a:pt x="32137" y="15344"/>
                  <a:pt x="31132" y="18012"/>
                </a:cubicBezTo>
                <a:cubicBezTo>
                  <a:pt x="28134" y="19231"/>
                  <a:pt x="25128" y="20120"/>
                  <a:pt x="22015" y="20565"/>
                </a:cubicBezTo>
                <a:cubicBezTo>
                  <a:pt x="22131" y="20458"/>
                  <a:pt x="22237" y="20458"/>
                  <a:pt x="22237" y="20342"/>
                </a:cubicBezTo>
                <a:cubicBezTo>
                  <a:pt x="22904" y="19791"/>
                  <a:pt x="23465" y="19124"/>
                  <a:pt x="23910" y="18341"/>
                </a:cubicBezTo>
                <a:cubicBezTo>
                  <a:pt x="24354" y="17674"/>
                  <a:pt x="24799" y="16900"/>
                  <a:pt x="25244" y="16233"/>
                </a:cubicBezTo>
                <a:cubicBezTo>
                  <a:pt x="25688" y="15566"/>
                  <a:pt x="26240" y="14783"/>
                  <a:pt x="26800" y="14339"/>
                </a:cubicBezTo>
                <a:lnTo>
                  <a:pt x="26800" y="14339"/>
                </a:lnTo>
                <a:cubicBezTo>
                  <a:pt x="26133" y="14783"/>
                  <a:pt x="25573" y="15450"/>
                  <a:pt x="25021" y="16118"/>
                </a:cubicBezTo>
                <a:cubicBezTo>
                  <a:pt x="24577" y="16785"/>
                  <a:pt x="24132" y="17452"/>
                  <a:pt x="23572" y="18119"/>
                </a:cubicBezTo>
                <a:cubicBezTo>
                  <a:pt x="23127" y="18786"/>
                  <a:pt x="22575" y="19453"/>
                  <a:pt x="21908" y="19898"/>
                </a:cubicBezTo>
                <a:cubicBezTo>
                  <a:pt x="21348" y="20342"/>
                  <a:pt x="20796" y="20680"/>
                  <a:pt x="20129" y="20787"/>
                </a:cubicBezTo>
                <a:cubicBezTo>
                  <a:pt x="18457" y="21010"/>
                  <a:pt x="16901" y="21010"/>
                  <a:pt x="15344" y="21010"/>
                </a:cubicBezTo>
                <a:cubicBezTo>
                  <a:pt x="17239" y="18902"/>
                  <a:pt x="19347" y="16900"/>
                  <a:pt x="21463" y="14783"/>
                </a:cubicBezTo>
                <a:cubicBezTo>
                  <a:pt x="21570" y="14783"/>
                  <a:pt x="21793" y="14783"/>
                  <a:pt x="22015" y="14677"/>
                </a:cubicBezTo>
                <a:lnTo>
                  <a:pt x="22798" y="14677"/>
                </a:lnTo>
                <a:cubicBezTo>
                  <a:pt x="23127" y="14677"/>
                  <a:pt x="23349" y="14561"/>
                  <a:pt x="23572" y="14454"/>
                </a:cubicBezTo>
                <a:cubicBezTo>
                  <a:pt x="24132" y="14339"/>
                  <a:pt x="24577" y="14116"/>
                  <a:pt x="25021" y="13787"/>
                </a:cubicBezTo>
                <a:cubicBezTo>
                  <a:pt x="25466" y="13449"/>
                  <a:pt x="25911" y="13120"/>
                  <a:pt x="26133" y="12675"/>
                </a:cubicBezTo>
                <a:lnTo>
                  <a:pt x="26133" y="12675"/>
                </a:lnTo>
                <a:cubicBezTo>
                  <a:pt x="25795" y="13004"/>
                  <a:pt x="25350" y="13342"/>
                  <a:pt x="24906" y="13565"/>
                </a:cubicBezTo>
                <a:cubicBezTo>
                  <a:pt x="24461" y="13894"/>
                  <a:pt x="24016" y="14010"/>
                  <a:pt x="23572" y="14116"/>
                </a:cubicBezTo>
                <a:cubicBezTo>
                  <a:pt x="23242" y="14232"/>
                  <a:pt x="23020" y="14232"/>
                  <a:pt x="22798" y="14232"/>
                </a:cubicBezTo>
                <a:lnTo>
                  <a:pt x="22131" y="14232"/>
                </a:lnTo>
                <a:cubicBezTo>
                  <a:pt x="22904" y="13342"/>
                  <a:pt x="23794" y="12453"/>
                  <a:pt x="24577" y="11564"/>
                </a:cubicBezTo>
                <a:lnTo>
                  <a:pt x="24683" y="11670"/>
                </a:lnTo>
                <a:cubicBezTo>
                  <a:pt x="26800" y="11226"/>
                  <a:pt x="28802" y="9891"/>
                  <a:pt x="30020" y="8112"/>
                </a:cubicBezTo>
                <a:lnTo>
                  <a:pt x="30020" y="8112"/>
                </a:lnTo>
                <a:cubicBezTo>
                  <a:pt x="28802" y="9562"/>
                  <a:pt x="27129" y="10452"/>
                  <a:pt x="25350" y="10781"/>
                </a:cubicBezTo>
                <a:cubicBezTo>
                  <a:pt x="26462" y="9669"/>
                  <a:pt x="27574" y="8450"/>
                  <a:pt x="28579" y="7116"/>
                </a:cubicBezTo>
                <a:lnTo>
                  <a:pt x="28357" y="7001"/>
                </a:lnTo>
                <a:cubicBezTo>
                  <a:pt x="26685" y="8673"/>
                  <a:pt x="24799" y="10229"/>
                  <a:pt x="22904" y="11670"/>
                </a:cubicBezTo>
                <a:cubicBezTo>
                  <a:pt x="22904" y="10674"/>
                  <a:pt x="23242" y="9562"/>
                  <a:pt x="23794" y="8557"/>
                </a:cubicBezTo>
                <a:lnTo>
                  <a:pt x="23794" y="8557"/>
                </a:lnTo>
                <a:cubicBezTo>
                  <a:pt x="23020" y="9562"/>
                  <a:pt x="22460" y="10781"/>
                  <a:pt x="22353" y="12115"/>
                </a:cubicBezTo>
                <a:cubicBezTo>
                  <a:pt x="21793" y="12560"/>
                  <a:pt x="21125" y="13120"/>
                  <a:pt x="20574" y="13565"/>
                </a:cubicBezTo>
                <a:cubicBezTo>
                  <a:pt x="20458" y="13672"/>
                  <a:pt x="20352" y="13672"/>
                  <a:pt x="20129" y="13787"/>
                </a:cubicBezTo>
                <a:lnTo>
                  <a:pt x="20458" y="11786"/>
                </a:lnTo>
                <a:cubicBezTo>
                  <a:pt x="20574" y="10336"/>
                  <a:pt x="20574" y="8895"/>
                  <a:pt x="20796" y="7561"/>
                </a:cubicBezTo>
                <a:lnTo>
                  <a:pt x="20796" y="7116"/>
                </a:lnTo>
                <a:cubicBezTo>
                  <a:pt x="21125" y="6894"/>
                  <a:pt x="21463" y="6671"/>
                  <a:pt x="21793" y="6556"/>
                </a:cubicBezTo>
                <a:cubicBezTo>
                  <a:pt x="22237" y="6449"/>
                  <a:pt x="22798" y="6227"/>
                  <a:pt x="23242" y="6111"/>
                </a:cubicBezTo>
                <a:cubicBezTo>
                  <a:pt x="23794" y="5889"/>
                  <a:pt x="24239" y="5666"/>
                  <a:pt x="24683" y="5337"/>
                </a:cubicBezTo>
                <a:cubicBezTo>
                  <a:pt x="25128" y="4999"/>
                  <a:pt x="25466" y="4555"/>
                  <a:pt x="25466" y="4003"/>
                </a:cubicBezTo>
                <a:lnTo>
                  <a:pt x="25466" y="4003"/>
                </a:lnTo>
                <a:cubicBezTo>
                  <a:pt x="25350" y="4448"/>
                  <a:pt x="25021" y="4893"/>
                  <a:pt x="24577" y="5115"/>
                </a:cubicBezTo>
                <a:cubicBezTo>
                  <a:pt x="24132" y="5444"/>
                  <a:pt x="23687" y="5666"/>
                  <a:pt x="23127" y="5782"/>
                </a:cubicBezTo>
                <a:cubicBezTo>
                  <a:pt x="22682" y="5889"/>
                  <a:pt x="22131" y="5889"/>
                  <a:pt x="21570" y="6111"/>
                </a:cubicBezTo>
                <a:cubicBezTo>
                  <a:pt x="21348" y="6111"/>
                  <a:pt x="21241" y="6227"/>
                  <a:pt x="21019" y="6227"/>
                </a:cubicBezTo>
                <a:cubicBezTo>
                  <a:pt x="21241" y="5337"/>
                  <a:pt x="21463" y="4448"/>
                  <a:pt x="22015" y="3665"/>
                </a:cubicBezTo>
                <a:cubicBezTo>
                  <a:pt x="22682" y="2553"/>
                  <a:pt x="23687" y="1441"/>
                  <a:pt x="25021" y="997"/>
                </a:cubicBezTo>
                <a:lnTo>
                  <a:pt x="24906" y="774"/>
                </a:lnTo>
                <a:cubicBezTo>
                  <a:pt x="24577" y="890"/>
                  <a:pt x="24239" y="997"/>
                  <a:pt x="23910" y="1219"/>
                </a:cubicBezTo>
                <a:cubicBezTo>
                  <a:pt x="23572" y="1335"/>
                  <a:pt x="23242" y="1557"/>
                  <a:pt x="23020" y="1779"/>
                </a:cubicBezTo>
                <a:cubicBezTo>
                  <a:pt x="22798" y="1886"/>
                  <a:pt x="22682" y="2109"/>
                  <a:pt x="22460" y="2224"/>
                </a:cubicBezTo>
                <a:cubicBezTo>
                  <a:pt x="22353" y="1886"/>
                  <a:pt x="22131" y="1557"/>
                  <a:pt x="22131" y="1219"/>
                </a:cubicBezTo>
                <a:cubicBezTo>
                  <a:pt x="22131" y="774"/>
                  <a:pt x="22237" y="330"/>
                  <a:pt x="2257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2" name="Google Shape;1342;p23"/>
          <p:cNvGrpSpPr/>
          <p:nvPr/>
        </p:nvGrpSpPr>
        <p:grpSpPr>
          <a:xfrm>
            <a:off x="519450" y="-159600"/>
            <a:ext cx="8357429" cy="5436439"/>
            <a:chOff x="519450" y="-159600"/>
            <a:chExt cx="8357429" cy="5436439"/>
          </a:xfrm>
        </p:grpSpPr>
        <p:sp>
          <p:nvSpPr>
            <p:cNvPr id="1343" name="Google Shape;1343;p23"/>
            <p:cNvSpPr/>
            <p:nvPr/>
          </p:nvSpPr>
          <p:spPr>
            <a:xfrm>
              <a:off x="519450" y="-13087"/>
              <a:ext cx="1544124" cy="5095817"/>
            </a:xfrm>
            <a:custGeom>
              <a:avLst/>
              <a:gdLst/>
              <a:ahLst/>
              <a:cxnLst/>
              <a:rect l="l" t="t" r="r" b="b"/>
              <a:pathLst>
                <a:path w="23410" h="62146" extrusionOk="0">
                  <a:moveTo>
                    <a:pt x="0" y="1"/>
                  </a:moveTo>
                  <a:cubicBezTo>
                    <a:pt x="287" y="1146"/>
                    <a:pt x="785" y="2790"/>
                    <a:pt x="1358" y="3581"/>
                  </a:cubicBezTo>
                  <a:cubicBezTo>
                    <a:pt x="2360" y="4869"/>
                    <a:pt x="5510" y="6656"/>
                    <a:pt x="6942" y="8163"/>
                  </a:cubicBezTo>
                  <a:cubicBezTo>
                    <a:pt x="8374" y="9738"/>
                    <a:pt x="8592" y="14102"/>
                    <a:pt x="8661" y="16324"/>
                  </a:cubicBezTo>
                  <a:cubicBezTo>
                    <a:pt x="8735" y="18472"/>
                    <a:pt x="9451" y="23410"/>
                    <a:pt x="9806" y="25557"/>
                  </a:cubicBezTo>
                  <a:cubicBezTo>
                    <a:pt x="10092" y="27350"/>
                    <a:pt x="9594" y="32860"/>
                    <a:pt x="9308" y="36440"/>
                  </a:cubicBezTo>
                  <a:lnTo>
                    <a:pt x="5224" y="34149"/>
                  </a:lnTo>
                  <a:lnTo>
                    <a:pt x="4869" y="34510"/>
                  </a:lnTo>
                  <a:lnTo>
                    <a:pt x="9308" y="37013"/>
                  </a:lnTo>
                  <a:cubicBezTo>
                    <a:pt x="9233" y="37728"/>
                    <a:pt x="9165" y="38301"/>
                    <a:pt x="9165" y="38731"/>
                  </a:cubicBezTo>
                  <a:cubicBezTo>
                    <a:pt x="8947" y="41595"/>
                    <a:pt x="9165" y="51904"/>
                    <a:pt x="8661" y="55484"/>
                  </a:cubicBezTo>
                  <a:cubicBezTo>
                    <a:pt x="8162" y="58995"/>
                    <a:pt x="4726" y="62145"/>
                    <a:pt x="4726" y="62145"/>
                  </a:cubicBezTo>
                  <a:lnTo>
                    <a:pt x="17470" y="61716"/>
                  </a:lnTo>
                  <a:cubicBezTo>
                    <a:pt x="17470" y="61716"/>
                    <a:pt x="14531" y="57993"/>
                    <a:pt x="14102" y="57134"/>
                  </a:cubicBezTo>
                  <a:cubicBezTo>
                    <a:pt x="13890" y="56630"/>
                    <a:pt x="13386" y="50186"/>
                    <a:pt x="13174" y="45249"/>
                  </a:cubicBezTo>
                  <a:lnTo>
                    <a:pt x="16038" y="43531"/>
                  </a:lnTo>
                  <a:lnTo>
                    <a:pt x="15677" y="43244"/>
                  </a:lnTo>
                  <a:lnTo>
                    <a:pt x="13099" y="44676"/>
                  </a:lnTo>
                  <a:cubicBezTo>
                    <a:pt x="12956" y="42242"/>
                    <a:pt x="12888" y="40163"/>
                    <a:pt x="12956" y="39521"/>
                  </a:cubicBezTo>
                  <a:cubicBezTo>
                    <a:pt x="13031" y="37517"/>
                    <a:pt x="13890" y="30214"/>
                    <a:pt x="14033" y="28209"/>
                  </a:cubicBezTo>
                  <a:lnTo>
                    <a:pt x="14033" y="27848"/>
                  </a:lnTo>
                  <a:lnTo>
                    <a:pt x="17968" y="25632"/>
                  </a:lnTo>
                  <a:lnTo>
                    <a:pt x="17613" y="25271"/>
                  </a:lnTo>
                  <a:lnTo>
                    <a:pt x="14102" y="27276"/>
                  </a:lnTo>
                  <a:cubicBezTo>
                    <a:pt x="14176" y="24916"/>
                    <a:pt x="14102" y="20763"/>
                    <a:pt x="14388" y="19687"/>
                  </a:cubicBezTo>
                  <a:cubicBezTo>
                    <a:pt x="14749" y="18398"/>
                    <a:pt x="17109" y="14675"/>
                    <a:pt x="17825" y="13243"/>
                  </a:cubicBezTo>
                  <a:cubicBezTo>
                    <a:pt x="18615" y="11811"/>
                    <a:pt x="20906" y="9451"/>
                    <a:pt x="21548" y="7802"/>
                  </a:cubicBezTo>
                  <a:cubicBezTo>
                    <a:pt x="22120" y="6370"/>
                    <a:pt x="23054" y="1576"/>
                    <a:pt x="23409" y="1"/>
                  </a:cubicBezTo>
                  <a:lnTo>
                    <a:pt x="21765" y="1"/>
                  </a:lnTo>
                  <a:cubicBezTo>
                    <a:pt x="21622" y="1433"/>
                    <a:pt x="21193" y="4297"/>
                    <a:pt x="20689" y="5940"/>
                  </a:cubicBezTo>
                  <a:cubicBezTo>
                    <a:pt x="20047" y="8088"/>
                    <a:pt x="18615" y="9234"/>
                    <a:pt x="16966" y="10809"/>
                  </a:cubicBezTo>
                  <a:cubicBezTo>
                    <a:pt x="15505" y="12269"/>
                    <a:pt x="14414" y="15452"/>
                    <a:pt x="13807" y="15452"/>
                  </a:cubicBezTo>
                  <a:cubicBezTo>
                    <a:pt x="13759" y="15452"/>
                    <a:pt x="13714" y="15433"/>
                    <a:pt x="13672" y="15391"/>
                  </a:cubicBezTo>
                  <a:cubicBezTo>
                    <a:pt x="13174" y="14749"/>
                    <a:pt x="12601" y="9234"/>
                    <a:pt x="11811" y="7160"/>
                  </a:cubicBezTo>
                  <a:cubicBezTo>
                    <a:pt x="11095" y="5156"/>
                    <a:pt x="8019" y="3649"/>
                    <a:pt x="6370" y="2435"/>
                  </a:cubicBezTo>
                  <a:cubicBezTo>
                    <a:pt x="5510" y="1862"/>
                    <a:pt x="4938" y="860"/>
                    <a:pt x="4508" y="1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23"/>
            <p:cNvSpPr/>
            <p:nvPr/>
          </p:nvSpPr>
          <p:spPr>
            <a:xfrm>
              <a:off x="5555722" y="0"/>
              <a:ext cx="1454677" cy="5143407"/>
            </a:xfrm>
            <a:custGeom>
              <a:avLst/>
              <a:gdLst/>
              <a:ahLst/>
              <a:cxnLst/>
              <a:rect l="l" t="t" r="r" b="b"/>
              <a:pathLst>
                <a:path w="21119" h="74672" extrusionOk="0">
                  <a:moveTo>
                    <a:pt x="3219" y="1"/>
                  </a:moveTo>
                  <a:cubicBezTo>
                    <a:pt x="3649" y="2074"/>
                    <a:pt x="4938" y="8947"/>
                    <a:pt x="4938" y="11954"/>
                  </a:cubicBezTo>
                  <a:cubicBezTo>
                    <a:pt x="4938" y="13673"/>
                    <a:pt x="4582" y="17968"/>
                    <a:pt x="4153" y="22482"/>
                  </a:cubicBezTo>
                  <a:lnTo>
                    <a:pt x="355" y="20403"/>
                  </a:lnTo>
                  <a:lnTo>
                    <a:pt x="0" y="20689"/>
                  </a:lnTo>
                  <a:lnTo>
                    <a:pt x="4078" y="23054"/>
                  </a:lnTo>
                  <a:cubicBezTo>
                    <a:pt x="3649" y="27992"/>
                    <a:pt x="3151" y="33078"/>
                    <a:pt x="3076" y="34865"/>
                  </a:cubicBezTo>
                  <a:cubicBezTo>
                    <a:pt x="2864" y="38444"/>
                    <a:pt x="3649" y="40735"/>
                    <a:pt x="4582" y="41669"/>
                  </a:cubicBezTo>
                  <a:cubicBezTo>
                    <a:pt x="5442" y="42528"/>
                    <a:pt x="9021" y="47253"/>
                    <a:pt x="9451" y="48113"/>
                  </a:cubicBezTo>
                  <a:cubicBezTo>
                    <a:pt x="9806" y="49040"/>
                    <a:pt x="10596" y="57489"/>
                    <a:pt x="10522" y="59997"/>
                  </a:cubicBezTo>
                  <a:cubicBezTo>
                    <a:pt x="10453" y="62288"/>
                    <a:pt x="10740" y="71521"/>
                    <a:pt x="10596" y="74671"/>
                  </a:cubicBezTo>
                  <a:lnTo>
                    <a:pt x="17681" y="74671"/>
                  </a:lnTo>
                  <a:cubicBezTo>
                    <a:pt x="17470" y="71664"/>
                    <a:pt x="16679" y="60427"/>
                    <a:pt x="16679" y="58491"/>
                  </a:cubicBezTo>
                  <a:cubicBezTo>
                    <a:pt x="16679" y="56200"/>
                    <a:pt x="17183" y="48611"/>
                    <a:pt x="17681" y="46824"/>
                  </a:cubicBezTo>
                  <a:cubicBezTo>
                    <a:pt x="18186" y="45174"/>
                    <a:pt x="17109" y="37872"/>
                    <a:pt x="16897" y="34006"/>
                  </a:cubicBezTo>
                  <a:lnTo>
                    <a:pt x="21118" y="31646"/>
                  </a:lnTo>
                  <a:lnTo>
                    <a:pt x="20763" y="31285"/>
                  </a:lnTo>
                  <a:lnTo>
                    <a:pt x="16897" y="33433"/>
                  </a:lnTo>
                  <a:lnTo>
                    <a:pt x="16897" y="33364"/>
                  </a:lnTo>
                  <a:cubicBezTo>
                    <a:pt x="16822" y="29784"/>
                    <a:pt x="16822" y="17756"/>
                    <a:pt x="16822" y="14177"/>
                  </a:cubicBezTo>
                  <a:cubicBezTo>
                    <a:pt x="16822" y="11095"/>
                    <a:pt x="16754" y="2435"/>
                    <a:pt x="16679" y="1"/>
                  </a:cubicBezTo>
                  <a:lnTo>
                    <a:pt x="14319" y="1"/>
                  </a:lnTo>
                  <a:cubicBezTo>
                    <a:pt x="14388" y="2790"/>
                    <a:pt x="14463" y="14102"/>
                    <a:pt x="14319" y="16250"/>
                  </a:cubicBezTo>
                  <a:cubicBezTo>
                    <a:pt x="14102" y="18759"/>
                    <a:pt x="13747" y="30214"/>
                    <a:pt x="13529" y="31789"/>
                  </a:cubicBezTo>
                  <a:cubicBezTo>
                    <a:pt x="13317" y="33364"/>
                    <a:pt x="14606" y="41881"/>
                    <a:pt x="14606" y="43742"/>
                  </a:cubicBezTo>
                  <a:cubicBezTo>
                    <a:pt x="14606" y="45678"/>
                    <a:pt x="14388" y="49115"/>
                    <a:pt x="13890" y="49613"/>
                  </a:cubicBezTo>
                  <a:cubicBezTo>
                    <a:pt x="13865" y="49638"/>
                    <a:pt x="13841" y="49650"/>
                    <a:pt x="13817" y="49650"/>
                  </a:cubicBezTo>
                  <a:cubicBezTo>
                    <a:pt x="13356" y="49650"/>
                    <a:pt x="13047" y="45205"/>
                    <a:pt x="12028" y="43026"/>
                  </a:cubicBezTo>
                  <a:cubicBezTo>
                    <a:pt x="10952" y="40735"/>
                    <a:pt x="7229" y="38158"/>
                    <a:pt x="7017" y="32791"/>
                  </a:cubicBezTo>
                  <a:cubicBezTo>
                    <a:pt x="6873" y="27419"/>
                    <a:pt x="9021" y="13386"/>
                    <a:pt x="9021" y="11238"/>
                  </a:cubicBezTo>
                  <a:cubicBezTo>
                    <a:pt x="9021" y="10167"/>
                    <a:pt x="8305" y="6874"/>
                    <a:pt x="7658" y="4079"/>
                  </a:cubicBezTo>
                  <a:lnTo>
                    <a:pt x="11599" y="1788"/>
                  </a:lnTo>
                  <a:lnTo>
                    <a:pt x="11169" y="1502"/>
                  </a:lnTo>
                  <a:lnTo>
                    <a:pt x="7515" y="3506"/>
                  </a:lnTo>
                  <a:cubicBezTo>
                    <a:pt x="7160" y="2074"/>
                    <a:pt x="6799" y="717"/>
                    <a:pt x="6587" y="1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3"/>
            <p:cNvSpPr/>
            <p:nvPr/>
          </p:nvSpPr>
          <p:spPr>
            <a:xfrm>
              <a:off x="2246825" y="-13075"/>
              <a:ext cx="503347" cy="5143407"/>
            </a:xfrm>
            <a:custGeom>
              <a:avLst/>
              <a:gdLst/>
              <a:ahLst/>
              <a:cxnLst/>
              <a:rect l="l" t="t" r="r" b="b"/>
              <a:pathLst>
                <a:path w="8804" h="74672" extrusionOk="0">
                  <a:moveTo>
                    <a:pt x="7801" y="1"/>
                  </a:moveTo>
                  <a:lnTo>
                    <a:pt x="1215" y="70"/>
                  </a:lnTo>
                  <a:cubicBezTo>
                    <a:pt x="1215" y="70"/>
                    <a:pt x="716" y="15105"/>
                    <a:pt x="573" y="23914"/>
                  </a:cubicBezTo>
                  <a:cubicBezTo>
                    <a:pt x="499" y="32717"/>
                    <a:pt x="1215" y="52047"/>
                    <a:pt x="1215" y="56200"/>
                  </a:cubicBezTo>
                  <a:cubicBezTo>
                    <a:pt x="1215" y="60352"/>
                    <a:pt x="0" y="74671"/>
                    <a:pt x="0" y="74671"/>
                  </a:cubicBezTo>
                  <a:lnTo>
                    <a:pt x="8804" y="74671"/>
                  </a:lnTo>
                  <a:cubicBezTo>
                    <a:pt x="8804" y="74671"/>
                    <a:pt x="6513" y="38662"/>
                    <a:pt x="6513" y="30712"/>
                  </a:cubicBezTo>
                  <a:cubicBezTo>
                    <a:pt x="6587" y="22837"/>
                    <a:pt x="7801" y="1"/>
                    <a:pt x="7801" y="1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3"/>
            <p:cNvSpPr/>
            <p:nvPr/>
          </p:nvSpPr>
          <p:spPr>
            <a:xfrm>
              <a:off x="4575675" y="0"/>
              <a:ext cx="678450" cy="5143407"/>
            </a:xfrm>
            <a:custGeom>
              <a:avLst/>
              <a:gdLst/>
              <a:ahLst/>
              <a:cxnLst/>
              <a:rect l="l" t="t" r="r" b="b"/>
              <a:pathLst>
                <a:path w="27138" h="74672" extrusionOk="0">
                  <a:moveTo>
                    <a:pt x="7017" y="1"/>
                  </a:moveTo>
                  <a:cubicBezTo>
                    <a:pt x="7017" y="1"/>
                    <a:pt x="7377" y="9451"/>
                    <a:pt x="7733" y="19400"/>
                  </a:cubicBezTo>
                  <a:lnTo>
                    <a:pt x="1289" y="16107"/>
                  </a:lnTo>
                  <a:lnTo>
                    <a:pt x="0" y="16107"/>
                  </a:lnTo>
                  <a:lnTo>
                    <a:pt x="7876" y="22625"/>
                  </a:lnTo>
                  <a:cubicBezTo>
                    <a:pt x="8162" y="30283"/>
                    <a:pt x="8448" y="37517"/>
                    <a:pt x="8592" y="40449"/>
                  </a:cubicBezTo>
                  <a:cubicBezTo>
                    <a:pt x="9021" y="47683"/>
                    <a:pt x="7303" y="74671"/>
                    <a:pt x="7303" y="74671"/>
                  </a:cubicBezTo>
                  <a:lnTo>
                    <a:pt x="21192" y="74671"/>
                  </a:lnTo>
                  <a:cubicBezTo>
                    <a:pt x="21192" y="74671"/>
                    <a:pt x="20333" y="63577"/>
                    <a:pt x="19692" y="52265"/>
                  </a:cubicBezTo>
                  <a:lnTo>
                    <a:pt x="27138" y="46033"/>
                  </a:lnTo>
                  <a:lnTo>
                    <a:pt x="25849" y="46033"/>
                  </a:lnTo>
                  <a:lnTo>
                    <a:pt x="19549" y="49258"/>
                  </a:lnTo>
                  <a:cubicBezTo>
                    <a:pt x="19262" y="42883"/>
                    <a:pt x="19045" y="36801"/>
                    <a:pt x="19188" y="32860"/>
                  </a:cubicBezTo>
                  <a:lnTo>
                    <a:pt x="23197" y="29498"/>
                  </a:lnTo>
                  <a:lnTo>
                    <a:pt x="21908" y="29498"/>
                  </a:lnTo>
                  <a:lnTo>
                    <a:pt x="19331" y="30855"/>
                  </a:lnTo>
                  <a:cubicBezTo>
                    <a:pt x="19978" y="20259"/>
                    <a:pt x="18260" y="1"/>
                    <a:pt x="18260" y="1"/>
                  </a:cubicBez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3"/>
            <p:cNvSpPr/>
            <p:nvPr/>
          </p:nvSpPr>
          <p:spPr>
            <a:xfrm>
              <a:off x="6781800" y="-159600"/>
              <a:ext cx="2095079" cy="5303100"/>
            </a:xfrm>
            <a:custGeom>
              <a:avLst/>
              <a:gdLst/>
              <a:ahLst/>
              <a:cxnLst/>
              <a:rect l="l" t="t" r="r" b="b"/>
              <a:pathLst>
                <a:path w="53865" h="136344" extrusionOk="0">
                  <a:moveTo>
                    <a:pt x="35495" y="0"/>
                  </a:moveTo>
                  <a:lnTo>
                    <a:pt x="29603" y="3086"/>
                  </a:lnTo>
                  <a:cubicBezTo>
                    <a:pt x="29603" y="3086"/>
                    <a:pt x="35495" y="45022"/>
                    <a:pt x="36617" y="54280"/>
                  </a:cubicBezTo>
                  <a:cubicBezTo>
                    <a:pt x="37699" y="63208"/>
                    <a:pt x="38520" y="77489"/>
                    <a:pt x="36061" y="77489"/>
                  </a:cubicBezTo>
                  <a:cubicBezTo>
                    <a:pt x="35970" y="77489"/>
                    <a:pt x="35875" y="77470"/>
                    <a:pt x="35775" y="77430"/>
                  </a:cubicBezTo>
                  <a:cubicBezTo>
                    <a:pt x="33104" y="76308"/>
                    <a:pt x="32409" y="73918"/>
                    <a:pt x="30860" y="68172"/>
                  </a:cubicBezTo>
                  <a:cubicBezTo>
                    <a:pt x="29323" y="62415"/>
                    <a:pt x="18516" y="53584"/>
                    <a:pt x="16137" y="50498"/>
                  </a:cubicBezTo>
                  <a:cubicBezTo>
                    <a:pt x="13893" y="47412"/>
                    <a:pt x="9258" y="14723"/>
                    <a:pt x="9258" y="14723"/>
                  </a:cubicBezTo>
                  <a:lnTo>
                    <a:pt x="6879" y="16968"/>
                  </a:lnTo>
                  <a:cubicBezTo>
                    <a:pt x="6879" y="16968"/>
                    <a:pt x="11929" y="32824"/>
                    <a:pt x="12344" y="40118"/>
                  </a:cubicBezTo>
                  <a:cubicBezTo>
                    <a:pt x="12634" y="45078"/>
                    <a:pt x="12141" y="47184"/>
                    <a:pt x="11223" y="47184"/>
                  </a:cubicBezTo>
                  <a:cubicBezTo>
                    <a:pt x="10792" y="47184"/>
                    <a:pt x="10266" y="46718"/>
                    <a:pt x="9685" y="45863"/>
                  </a:cubicBezTo>
                  <a:cubicBezTo>
                    <a:pt x="7721" y="43204"/>
                    <a:pt x="0" y="38569"/>
                    <a:pt x="0" y="38569"/>
                  </a:cubicBezTo>
                  <a:lnTo>
                    <a:pt x="0" y="40118"/>
                  </a:lnTo>
                  <a:cubicBezTo>
                    <a:pt x="0" y="40118"/>
                    <a:pt x="6172" y="43204"/>
                    <a:pt x="8417" y="46570"/>
                  </a:cubicBezTo>
                  <a:cubicBezTo>
                    <a:pt x="10807" y="50072"/>
                    <a:pt x="11222" y="50778"/>
                    <a:pt x="13466" y="52035"/>
                  </a:cubicBezTo>
                  <a:cubicBezTo>
                    <a:pt x="15857" y="53157"/>
                    <a:pt x="23846" y="60452"/>
                    <a:pt x="24969" y="62842"/>
                  </a:cubicBezTo>
                  <a:cubicBezTo>
                    <a:pt x="26237" y="65086"/>
                    <a:pt x="27359" y="68868"/>
                    <a:pt x="27359" y="68868"/>
                  </a:cubicBezTo>
                  <a:lnTo>
                    <a:pt x="17675" y="66208"/>
                  </a:lnTo>
                  <a:lnTo>
                    <a:pt x="17675" y="68587"/>
                  </a:lnTo>
                  <a:cubicBezTo>
                    <a:pt x="17675" y="68587"/>
                    <a:pt x="24969" y="69709"/>
                    <a:pt x="26932" y="70832"/>
                  </a:cubicBezTo>
                  <a:cubicBezTo>
                    <a:pt x="28896" y="71954"/>
                    <a:pt x="30445" y="72380"/>
                    <a:pt x="30860" y="74759"/>
                  </a:cubicBezTo>
                  <a:cubicBezTo>
                    <a:pt x="31141" y="77004"/>
                    <a:pt x="31567" y="78552"/>
                    <a:pt x="33946" y="80931"/>
                  </a:cubicBezTo>
                  <a:cubicBezTo>
                    <a:pt x="36190" y="83176"/>
                    <a:pt x="37032" y="83176"/>
                    <a:pt x="37032" y="89347"/>
                  </a:cubicBezTo>
                  <a:cubicBezTo>
                    <a:pt x="37032" y="95519"/>
                    <a:pt x="38861" y="136344"/>
                    <a:pt x="38861" y="136344"/>
                  </a:cubicBezTo>
                  <a:lnTo>
                    <a:pt x="48119" y="135917"/>
                  </a:lnTo>
                  <a:cubicBezTo>
                    <a:pt x="48119" y="135917"/>
                    <a:pt x="50083" y="134380"/>
                    <a:pt x="50083" y="132831"/>
                  </a:cubicBezTo>
                  <a:cubicBezTo>
                    <a:pt x="50083" y="131294"/>
                    <a:pt x="46570" y="81638"/>
                    <a:pt x="45448" y="74344"/>
                  </a:cubicBezTo>
                  <a:cubicBezTo>
                    <a:pt x="44326" y="67050"/>
                    <a:pt x="41947" y="47827"/>
                    <a:pt x="41947" y="47827"/>
                  </a:cubicBezTo>
                  <a:cubicBezTo>
                    <a:pt x="41947" y="47827"/>
                    <a:pt x="46997" y="46290"/>
                    <a:pt x="48961" y="38850"/>
                  </a:cubicBezTo>
                  <a:cubicBezTo>
                    <a:pt x="50779" y="31556"/>
                    <a:pt x="53865" y="17394"/>
                    <a:pt x="53865" y="17394"/>
                  </a:cubicBezTo>
                  <a:lnTo>
                    <a:pt x="51620" y="16552"/>
                  </a:lnTo>
                  <a:cubicBezTo>
                    <a:pt x="51620" y="16552"/>
                    <a:pt x="48534" y="28470"/>
                    <a:pt x="48119" y="33520"/>
                  </a:cubicBezTo>
                  <a:cubicBezTo>
                    <a:pt x="47693" y="38569"/>
                    <a:pt x="44607" y="41240"/>
                    <a:pt x="44607" y="41240"/>
                  </a:cubicBezTo>
                  <a:lnTo>
                    <a:pt x="41521" y="43484"/>
                  </a:lnTo>
                  <a:lnTo>
                    <a:pt x="35495" y="0"/>
                  </a:ln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23"/>
            <p:cNvSpPr/>
            <p:nvPr/>
          </p:nvSpPr>
          <p:spPr>
            <a:xfrm>
              <a:off x="2854025" y="-133350"/>
              <a:ext cx="1544164" cy="5410189"/>
            </a:xfrm>
            <a:custGeom>
              <a:avLst/>
              <a:gdLst/>
              <a:ahLst/>
              <a:cxnLst/>
              <a:rect l="l" t="t" r="r" b="b"/>
              <a:pathLst>
                <a:path w="33947" h="118951" extrusionOk="0">
                  <a:moveTo>
                    <a:pt x="31276" y="1"/>
                  </a:moveTo>
                  <a:cubicBezTo>
                    <a:pt x="31276" y="1"/>
                    <a:pt x="22444" y="21603"/>
                    <a:pt x="22018" y="26652"/>
                  </a:cubicBezTo>
                  <a:cubicBezTo>
                    <a:pt x="21603" y="31567"/>
                    <a:pt x="18090" y="35495"/>
                    <a:pt x="18090" y="35495"/>
                  </a:cubicBezTo>
                  <a:cubicBezTo>
                    <a:pt x="18090" y="35495"/>
                    <a:pt x="16968" y="1965"/>
                    <a:pt x="16968" y="427"/>
                  </a:cubicBezTo>
                  <a:cubicBezTo>
                    <a:pt x="16968" y="148"/>
                    <a:pt x="16803" y="33"/>
                    <a:pt x="16533" y="33"/>
                  </a:cubicBezTo>
                  <a:cubicBezTo>
                    <a:pt x="15309" y="33"/>
                    <a:pt x="11918" y="2391"/>
                    <a:pt x="11918" y="2391"/>
                  </a:cubicBezTo>
                  <a:cubicBezTo>
                    <a:pt x="11918" y="2391"/>
                    <a:pt x="14309" y="55829"/>
                    <a:pt x="13882" y="58915"/>
                  </a:cubicBezTo>
                  <a:cubicBezTo>
                    <a:pt x="13533" y="61509"/>
                    <a:pt x="13771" y="63810"/>
                    <a:pt x="12522" y="63810"/>
                  </a:cubicBezTo>
                  <a:cubicBezTo>
                    <a:pt x="12285" y="63810"/>
                    <a:pt x="11995" y="63728"/>
                    <a:pt x="11638" y="63549"/>
                  </a:cubicBezTo>
                  <a:cubicBezTo>
                    <a:pt x="9259" y="62427"/>
                    <a:pt x="842" y="42363"/>
                    <a:pt x="842" y="42363"/>
                  </a:cubicBezTo>
                  <a:lnTo>
                    <a:pt x="1" y="45033"/>
                  </a:lnTo>
                  <a:cubicBezTo>
                    <a:pt x="1" y="45033"/>
                    <a:pt x="13882" y="72381"/>
                    <a:pt x="13186" y="78979"/>
                  </a:cubicBezTo>
                  <a:cubicBezTo>
                    <a:pt x="12345" y="85566"/>
                    <a:pt x="13882" y="105204"/>
                    <a:pt x="14724" y="109412"/>
                  </a:cubicBezTo>
                  <a:lnTo>
                    <a:pt x="14724" y="118951"/>
                  </a:lnTo>
                  <a:lnTo>
                    <a:pt x="21603" y="117829"/>
                  </a:lnTo>
                  <a:cubicBezTo>
                    <a:pt x="21603" y="117829"/>
                    <a:pt x="18932" y="48535"/>
                    <a:pt x="19358" y="45033"/>
                  </a:cubicBezTo>
                  <a:cubicBezTo>
                    <a:pt x="19639" y="41667"/>
                    <a:pt x="20896" y="42789"/>
                    <a:pt x="22444" y="39277"/>
                  </a:cubicBezTo>
                  <a:cubicBezTo>
                    <a:pt x="23847" y="35910"/>
                    <a:pt x="23566" y="32824"/>
                    <a:pt x="25104" y="23566"/>
                  </a:cubicBezTo>
                  <a:cubicBezTo>
                    <a:pt x="26652" y="14308"/>
                    <a:pt x="33947" y="1269"/>
                    <a:pt x="33947" y="1269"/>
                  </a:cubicBezTo>
                  <a:lnTo>
                    <a:pt x="31276" y="1"/>
                  </a:lnTo>
                  <a:close/>
                </a:path>
              </a:pathLst>
            </a:custGeom>
            <a:solidFill>
              <a:srgbClr val="A07FBE">
                <a:alpha val="12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9" name="Google Shape;1349;p23"/>
          <p:cNvSpPr/>
          <p:nvPr/>
        </p:nvSpPr>
        <p:spPr>
          <a:xfrm>
            <a:off x="104125" y="1760775"/>
            <a:ext cx="794546" cy="3154847"/>
          </a:xfrm>
          <a:custGeom>
            <a:avLst/>
            <a:gdLst/>
            <a:ahLst/>
            <a:cxnLst/>
            <a:rect l="l" t="t" r="r" b="b"/>
            <a:pathLst>
              <a:path w="26518" h="96508" extrusionOk="0">
                <a:moveTo>
                  <a:pt x="842" y="1"/>
                </a:moveTo>
                <a:lnTo>
                  <a:pt x="842" y="1"/>
                </a:lnTo>
                <a:cubicBezTo>
                  <a:pt x="0" y="1684"/>
                  <a:pt x="1684" y="3929"/>
                  <a:pt x="1122" y="5747"/>
                </a:cubicBezTo>
                <a:cubicBezTo>
                  <a:pt x="707" y="5892"/>
                  <a:pt x="561" y="6308"/>
                  <a:pt x="561" y="6734"/>
                </a:cubicBezTo>
                <a:cubicBezTo>
                  <a:pt x="561" y="7149"/>
                  <a:pt x="842" y="7576"/>
                  <a:pt x="1122" y="7856"/>
                </a:cubicBezTo>
                <a:cubicBezTo>
                  <a:pt x="1829" y="8832"/>
                  <a:pt x="2806" y="9674"/>
                  <a:pt x="3367" y="10662"/>
                </a:cubicBezTo>
                <a:cubicBezTo>
                  <a:pt x="3793" y="11357"/>
                  <a:pt x="4074" y="12199"/>
                  <a:pt x="4354" y="13041"/>
                </a:cubicBezTo>
                <a:cubicBezTo>
                  <a:pt x="5611" y="15846"/>
                  <a:pt x="8001" y="17810"/>
                  <a:pt x="8282" y="21176"/>
                </a:cubicBezTo>
                <a:cubicBezTo>
                  <a:pt x="8282" y="22298"/>
                  <a:pt x="8136" y="23286"/>
                  <a:pt x="8417" y="24262"/>
                </a:cubicBezTo>
                <a:cubicBezTo>
                  <a:pt x="8697" y="25104"/>
                  <a:pt x="9404" y="25665"/>
                  <a:pt x="9965" y="26372"/>
                </a:cubicBezTo>
                <a:cubicBezTo>
                  <a:pt x="11368" y="28470"/>
                  <a:pt x="11222" y="31276"/>
                  <a:pt x="10942" y="33947"/>
                </a:cubicBezTo>
                <a:cubicBezTo>
                  <a:pt x="10807" y="36752"/>
                  <a:pt x="10942" y="39412"/>
                  <a:pt x="11087" y="42217"/>
                </a:cubicBezTo>
                <a:lnTo>
                  <a:pt x="11087" y="42778"/>
                </a:lnTo>
                <a:cubicBezTo>
                  <a:pt x="10979" y="42886"/>
                  <a:pt x="10871" y="42933"/>
                  <a:pt x="10770" y="42933"/>
                </a:cubicBezTo>
                <a:cubicBezTo>
                  <a:pt x="10610" y="42933"/>
                  <a:pt x="10470" y="42816"/>
                  <a:pt x="10380" y="42643"/>
                </a:cubicBezTo>
                <a:cubicBezTo>
                  <a:pt x="10100" y="42498"/>
                  <a:pt x="9965" y="42217"/>
                  <a:pt x="9819" y="42082"/>
                </a:cubicBezTo>
                <a:lnTo>
                  <a:pt x="9819" y="42082"/>
                </a:lnTo>
                <a:cubicBezTo>
                  <a:pt x="9539" y="42498"/>
                  <a:pt x="9685" y="43059"/>
                  <a:pt x="9965" y="43485"/>
                </a:cubicBezTo>
                <a:cubicBezTo>
                  <a:pt x="10246" y="43900"/>
                  <a:pt x="10661" y="44327"/>
                  <a:pt x="10942" y="44742"/>
                </a:cubicBezTo>
                <a:cubicBezTo>
                  <a:pt x="11087" y="45168"/>
                  <a:pt x="11222" y="45729"/>
                  <a:pt x="11368" y="46145"/>
                </a:cubicBezTo>
                <a:cubicBezTo>
                  <a:pt x="11783" y="48669"/>
                  <a:pt x="12210" y="51194"/>
                  <a:pt x="12490" y="53865"/>
                </a:cubicBezTo>
                <a:cubicBezTo>
                  <a:pt x="12625" y="54280"/>
                  <a:pt x="12625" y="54841"/>
                  <a:pt x="12905" y="55268"/>
                </a:cubicBezTo>
                <a:cubicBezTo>
                  <a:pt x="12905" y="55402"/>
                  <a:pt x="13051" y="55548"/>
                  <a:pt x="13051" y="55829"/>
                </a:cubicBezTo>
                <a:cubicBezTo>
                  <a:pt x="13186" y="56109"/>
                  <a:pt x="13186" y="56525"/>
                  <a:pt x="13186" y="56951"/>
                </a:cubicBezTo>
                <a:cubicBezTo>
                  <a:pt x="13051" y="57232"/>
                  <a:pt x="13051" y="57512"/>
                  <a:pt x="12905" y="57793"/>
                </a:cubicBezTo>
                <a:cubicBezTo>
                  <a:pt x="12806" y="57999"/>
                  <a:pt x="12629" y="58126"/>
                  <a:pt x="12431" y="58126"/>
                </a:cubicBezTo>
                <a:cubicBezTo>
                  <a:pt x="12359" y="58126"/>
                  <a:pt x="12284" y="58109"/>
                  <a:pt x="12210" y="58073"/>
                </a:cubicBezTo>
                <a:cubicBezTo>
                  <a:pt x="12210" y="57647"/>
                  <a:pt x="11783" y="57366"/>
                  <a:pt x="11503" y="57086"/>
                </a:cubicBezTo>
                <a:cubicBezTo>
                  <a:pt x="10661" y="56244"/>
                  <a:pt x="10661" y="54987"/>
                  <a:pt x="9819" y="54280"/>
                </a:cubicBezTo>
                <a:cubicBezTo>
                  <a:pt x="9539" y="53865"/>
                  <a:pt x="9124" y="53585"/>
                  <a:pt x="8978" y="53158"/>
                </a:cubicBezTo>
                <a:cubicBezTo>
                  <a:pt x="8978" y="52878"/>
                  <a:pt x="8978" y="52597"/>
                  <a:pt x="8843" y="52317"/>
                </a:cubicBezTo>
                <a:cubicBezTo>
                  <a:pt x="8697" y="51194"/>
                  <a:pt x="8001" y="50218"/>
                  <a:pt x="7440" y="49376"/>
                </a:cubicBezTo>
                <a:cubicBezTo>
                  <a:pt x="6733" y="48108"/>
                  <a:pt x="6599" y="46706"/>
                  <a:pt x="5757" y="45449"/>
                </a:cubicBezTo>
                <a:lnTo>
                  <a:pt x="4489" y="44181"/>
                </a:lnTo>
                <a:cubicBezTo>
                  <a:pt x="4489" y="44046"/>
                  <a:pt x="4354" y="44046"/>
                  <a:pt x="4208" y="43900"/>
                </a:cubicBezTo>
                <a:lnTo>
                  <a:pt x="3793" y="43900"/>
                </a:lnTo>
                <a:cubicBezTo>
                  <a:pt x="3513" y="43766"/>
                  <a:pt x="3086" y="43766"/>
                  <a:pt x="2671" y="43766"/>
                </a:cubicBezTo>
                <a:cubicBezTo>
                  <a:pt x="2525" y="43900"/>
                  <a:pt x="2525" y="44181"/>
                  <a:pt x="2525" y="44327"/>
                </a:cubicBezTo>
                <a:cubicBezTo>
                  <a:pt x="2587" y="44311"/>
                  <a:pt x="2649" y="44303"/>
                  <a:pt x="2711" y="44303"/>
                </a:cubicBezTo>
                <a:cubicBezTo>
                  <a:pt x="3207" y="44303"/>
                  <a:pt x="3678" y="44789"/>
                  <a:pt x="3928" y="45168"/>
                </a:cubicBezTo>
                <a:cubicBezTo>
                  <a:pt x="4354" y="45449"/>
                  <a:pt x="4635" y="45864"/>
                  <a:pt x="5050" y="46290"/>
                </a:cubicBezTo>
                <a:cubicBezTo>
                  <a:pt x="5196" y="46425"/>
                  <a:pt x="5331" y="46571"/>
                  <a:pt x="5331" y="46706"/>
                </a:cubicBezTo>
                <a:cubicBezTo>
                  <a:pt x="5477" y="46986"/>
                  <a:pt x="5611" y="47267"/>
                  <a:pt x="5611" y="47547"/>
                </a:cubicBezTo>
                <a:cubicBezTo>
                  <a:pt x="5757" y="48108"/>
                  <a:pt x="6879" y="50499"/>
                  <a:pt x="6038" y="50914"/>
                </a:cubicBezTo>
                <a:lnTo>
                  <a:pt x="5611" y="50914"/>
                </a:lnTo>
                <a:cubicBezTo>
                  <a:pt x="5363" y="50957"/>
                  <a:pt x="5114" y="50975"/>
                  <a:pt x="4862" y="50975"/>
                </a:cubicBezTo>
                <a:cubicBezTo>
                  <a:pt x="4261" y="50975"/>
                  <a:pt x="3640" y="50874"/>
                  <a:pt x="2952" y="50779"/>
                </a:cubicBezTo>
                <a:lnTo>
                  <a:pt x="2525" y="50779"/>
                </a:lnTo>
                <a:cubicBezTo>
                  <a:pt x="2391" y="50779"/>
                  <a:pt x="2245" y="50914"/>
                  <a:pt x="2391" y="51060"/>
                </a:cubicBezTo>
                <a:cubicBezTo>
                  <a:pt x="2391" y="51194"/>
                  <a:pt x="2391" y="51340"/>
                  <a:pt x="2525" y="51475"/>
                </a:cubicBezTo>
                <a:cubicBezTo>
                  <a:pt x="3513" y="52036"/>
                  <a:pt x="4635" y="51901"/>
                  <a:pt x="5477" y="52462"/>
                </a:cubicBezTo>
                <a:cubicBezTo>
                  <a:pt x="6172" y="53023"/>
                  <a:pt x="7014" y="53304"/>
                  <a:pt x="7575" y="54000"/>
                </a:cubicBezTo>
                <a:cubicBezTo>
                  <a:pt x="9124" y="55964"/>
                  <a:pt x="10526" y="58073"/>
                  <a:pt x="11222" y="60452"/>
                </a:cubicBezTo>
                <a:cubicBezTo>
                  <a:pt x="11783" y="62281"/>
                  <a:pt x="11648" y="64099"/>
                  <a:pt x="11648" y="65928"/>
                </a:cubicBezTo>
                <a:cubicBezTo>
                  <a:pt x="11222" y="76163"/>
                  <a:pt x="10942" y="86408"/>
                  <a:pt x="10661" y="96508"/>
                </a:cubicBezTo>
                <a:cubicBezTo>
                  <a:pt x="12490" y="96081"/>
                  <a:pt x="14173" y="95520"/>
                  <a:pt x="15991" y="94959"/>
                </a:cubicBezTo>
                <a:cubicBezTo>
                  <a:pt x="16418" y="94824"/>
                  <a:pt x="16698" y="94824"/>
                  <a:pt x="16979" y="94398"/>
                </a:cubicBezTo>
                <a:cubicBezTo>
                  <a:pt x="17113" y="94117"/>
                  <a:pt x="17259" y="93702"/>
                  <a:pt x="17259" y="93422"/>
                </a:cubicBezTo>
                <a:cubicBezTo>
                  <a:pt x="17394" y="87945"/>
                  <a:pt x="17540" y="82615"/>
                  <a:pt x="16979" y="77285"/>
                </a:cubicBezTo>
                <a:cubicBezTo>
                  <a:pt x="16698" y="75040"/>
                  <a:pt x="16418" y="72796"/>
                  <a:pt x="16418" y="70552"/>
                </a:cubicBezTo>
                <a:cubicBezTo>
                  <a:pt x="16418" y="67331"/>
                  <a:pt x="17113" y="63965"/>
                  <a:pt x="17820" y="60879"/>
                </a:cubicBezTo>
                <a:cubicBezTo>
                  <a:pt x="18236" y="59476"/>
                  <a:pt x="18662" y="58073"/>
                  <a:pt x="18943" y="56805"/>
                </a:cubicBezTo>
                <a:cubicBezTo>
                  <a:pt x="19223" y="55829"/>
                  <a:pt x="19358" y="54841"/>
                  <a:pt x="19504" y="53865"/>
                </a:cubicBezTo>
                <a:cubicBezTo>
                  <a:pt x="19638" y="52597"/>
                  <a:pt x="19919" y="51621"/>
                  <a:pt x="20199" y="50499"/>
                </a:cubicBezTo>
                <a:cubicBezTo>
                  <a:pt x="20345" y="49792"/>
                  <a:pt x="20345" y="49096"/>
                  <a:pt x="20626" y="48389"/>
                </a:cubicBezTo>
                <a:cubicBezTo>
                  <a:pt x="20906" y="47547"/>
                  <a:pt x="21322" y="46852"/>
                  <a:pt x="22029" y="46290"/>
                </a:cubicBezTo>
                <a:cubicBezTo>
                  <a:pt x="22444" y="46010"/>
                  <a:pt x="23005" y="45864"/>
                  <a:pt x="23431" y="45449"/>
                </a:cubicBezTo>
                <a:cubicBezTo>
                  <a:pt x="23712" y="44888"/>
                  <a:pt x="23846" y="44181"/>
                  <a:pt x="23431" y="43766"/>
                </a:cubicBezTo>
                <a:cubicBezTo>
                  <a:pt x="22870" y="44181"/>
                  <a:pt x="22309" y="44461"/>
                  <a:pt x="21748" y="44888"/>
                </a:cubicBezTo>
                <a:cubicBezTo>
                  <a:pt x="22029" y="43766"/>
                  <a:pt x="22163" y="42778"/>
                  <a:pt x="22444" y="41656"/>
                </a:cubicBezTo>
                <a:cubicBezTo>
                  <a:pt x="22590" y="41095"/>
                  <a:pt x="22724" y="40680"/>
                  <a:pt x="22724" y="40119"/>
                </a:cubicBezTo>
                <a:cubicBezTo>
                  <a:pt x="22724" y="39557"/>
                  <a:pt x="22444" y="38850"/>
                  <a:pt x="22163" y="38435"/>
                </a:cubicBezTo>
                <a:lnTo>
                  <a:pt x="21748" y="38435"/>
                </a:lnTo>
                <a:cubicBezTo>
                  <a:pt x="22029" y="42363"/>
                  <a:pt x="19077" y="44888"/>
                  <a:pt x="18382" y="48389"/>
                </a:cubicBezTo>
                <a:cubicBezTo>
                  <a:pt x="18236" y="49231"/>
                  <a:pt x="18101" y="50072"/>
                  <a:pt x="17820" y="50779"/>
                </a:cubicBezTo>
                <a:cubicBezTo>
                  <a:pt x="17675" y="51194"/>
                  <a:pt x="17394" y="51475"/>
                  <a:pt x="17394" y="51901"/>
                </a:cubicBezTo>
                <a:cubicBezTo>
                  <a:pt x="17259" y="52462"/>
                  <a:pt x="17259" y="53158"/>
                  <a:pt x="17113" y="53719"/>
                </a:cubicBezTo>
                <a:cubicBezTo>
                  <a:pt x="16979" y="54280"/>
                  <a:pt x="16698" y="54841"/>
                  <a:pt x="16418" y="55268"/>
                </a:cubicBezTo>
                <a:cubicBezTo>
                  <a:pt x="16272" y="54426"/>
                  <a:pt x="16418" y="53439"/>
                  <a:pt x="16552" y="52597"/>
                </a:cubicBezTo>
                <a:cubicBezTo>
                  <a:pt x="16272" y="52182"/>
                  <a:pt x="16137" y="51621"/>
                  <a:pt x="16272" y="51194"/>
                </a:cubicBezTo>
                <a:cubicBezTo>
                  <a:pt x="16418" y="50779"/>
                  <a:pt x="16698" y="50499"/>
                  <a:pt x="16833" y="50072"/>
                </a:cubicBezTo>
                <a:cubicBezTo>
                  <a:pt x="17394" y="48950"/>
                  <a:pt x="17394" y="47693"/>
                  <a:pt x="17675" y="46571"/>
                </a:cubicBezTo>
                <a:cubicBezTo>
                  <a:pt x="17955" y="45303"/>
                  <a:pt x="18382" y="44181"/>
                  <a:pt x="18516" y="42924"/>
                </a:cubicBezTo>
                <a:cubicBezTo>
                  <a:pt x="18797" y="41375"/>
                  <a:pt x="18516" y="39838"/>
                  <a:pt x="18797" y="38289"/>
                </a:cubicBezTo>
                <a:cubicBezTo>
                  <a:pt x="18943" y="37448"/>
                  <a:pt x="19223" y="36606"/>
                  <a:pt x="19919" y="36045"/>
                </a:cubicBezTo>
                <a:lnTo>
                  <a:pt x="20626" y="35349"/>
                </a:lnTo>
                <a:cubicBezTo>
                  <a:pt x="20761" y="35069"/>
                  <a:pt x="20906" y="34788"/>
                  <a:pt x="20761" y="34362"/>
                </a:cubicBezTo>
                <a:cubicBezTo>
                  <a:pt x="20480" y="34362"/>
                  <a:pt x="20199" y="34642"/>
                  <a:pt x="19919" y="34923"/>
                </a:cubicBezTo>
                <a:cubicBezTo>
                  <a:pt x="19821" y="35128"/>
                  <a:pt x="19566" y="35261"/>
                  <a:pt x="19327" y="35261"/>
                </a:cubicBezTo>
                <a:cubicBezTo>
                  <a:pt x="19239" y="35261"/>
                  <a:pt x="19153" y="35243"/>
                  <a:pt x="19077" y="35203"/>
                </a:cubicBezTo>
                <a:cubicBezTo>
                  <a:pt x="19504" y="33947"/>
                  <a:pt x="20065" y="32679"/>
                  <a:pt x="20345" y="31276"/>
                </a:cubicBezTo>
                <a:cubicBezTo>
                  <a:pt x="20626" y="30154"/>
                  <a:pt x="21602" y="29458"/>
                  <a:pt x="22590" y="28897"/>
                </a:cubicBezTo>
                <a:cubicBezTo>
                  <a:pt x="22870" y="28751"/>
                  <a:pt x="23431" y="28470"/>
                  <a:pt x="23566" y="28055"/>
                </a:cubicBezTo>
                <a:cubicBezTo>
                  <a:pt x="23566" y="27909"/>
                  <a:pt x="23566" y="27775"/>
                  <a:pt x="23712" y="27629"/>
                </a:cubicBezTo>
                <a:cubicBezTo>
                  <a:pt x="23712" y="27561"/>
                  <a:pt x="23782" y="27561"/>
                  <a:pt x="23869" y="27561"/>
                </a:cubicBezTo>
                <a:cubicBezTo>
                  <a:pt x="23956" y="27561"/>
                  <a:pt x="24060" y="27561"/>
                  <a:pt x="24127" y="27494"/>
                </a:cubicBezTo>
                <a:lnTo>
                  <a:pt x="24553" y="27068"/>
                </a:lnTo>
                <a:cubicBezTo>
                  <a:pt x="24688" y="26933"/>
                  <a:pt x="24834" y="26933"/>
                  <a:pt x="24969" y="26933"/>
                </a:cubicBezTo>
                <a:cubicBezTo>
                  <a:pt x="25395" y="26787"/>
                  <a:pt x="25956" y="26507"/>
                  <a:pt x="26517" y="26226"/>
                </a:cubicBezTo>
                <a:cubicBezTo>
                  <a:pt x="26237" y="26226"/>
                  <a:pt x="26237" y="25946"/>
                  <a:pt x="26091" y="25946"/>
                </a:cubicBezTo>
                <a:cubicBezTo>
                  <a:pt x="26046" y="25901"/>
                  <a:pt x="26000" y="25886"/>
                  <a:pt x="25953" y="25886"/>
                </a:cubicBezTo>
                <a:cubicBezTo>
                  <a:pt x="25860" y="25886"/>
                  <a:pt x="25765" y="25946"/>
                  <a:pt x="25676" y="25946"/>
                </a:cubicBezTo>
                <a:cubicBezTo>
                  <a:pt x="24834" y="26091"/>
                  <a:pt x="23992" y="26372"/>
                  <a:pt x="23285" y="26933"/>
                </a:cubicBezTo>
                <a:cubicBezTo>
                  <a:pt x="23151" y="27068"/>
                  <a:pt x="22870" y="27348"/>
                  <a:pt x="22724" y="27348"/>
                </a:cubicBezTo>
                <a:cubicBezTo>
                  <a:pt x="22444" y="27494"/>
                  <a:pt x="22163" y="27494"/>
                  <a:pt x="22029" y="27629"/>
                </a:cubicBezTo>
                <a:cubicBezTo>
                  <a:pt x="21748" y="27629"/>
                  <a:pt x="21602" y="27909"/>
                  <a:pt x="21467" y="28055"/>
                </a:cubicBezTo>
                <a:cubicBezTo>
                  <a:pt x="21322" y="28190"/>
                  <a:pt x="21041" y="28190"/>
                  <a:pt x="20906" y="28190"/>
                </a:cubicBezTo>
                <a:cubicBezTo>
                  <a:pt x="20906" y="27629"/>
                  <a:pt x="20906" y="27068"/>
                  <a:pt x="21041" y="26507"/>
                </a:cubicBezTo>
                <a:cubicBezTo>
                  <a:pt x="21187" y="25946"/>
                  <a:pt x="21041" y="25250"/>
                  <a:pt x="21322" y="24689"/>
                </a:cubicBezTo>
                <a:lnTo>
                  <a:pt x="21748" y="24262"/>
                </a:lnTo>
                <a:cubicBezTo>
                  <a:pt x="21883" y="24128"/>
                  <a:pt x="22029" y="23847"/>
                  <a:pt x="21883" y="23701"/>
                </a:cubicBezTo>
                <a:cubicBezTo>
                  <a:pt x="21748" y="23567"/>
                  <a:pt x="21602" y="23567"/>
                  <a:pt x="21467" y="23421"/>
                </a:cubicBezTo>
                <a:lnTo>
                  <a:pt x="21467" y="23005"/>
                </a:lnTo>
                <a:cubicBezTo>
                  <a:pt x="21187" y="21176"/>
                  <a:pt x="21322" y="19078"/>
                  <a:pt x="21883" y="17249"/>
                </a:cubicBezTo>
                <a:cubicBezTo>
                  <a:pt x="22163" y="16407"/>
                  <a:pt x="22590" y="15431"/>
                  <a:pt x="22163" y="14589"/>
                </a:cubicBezTo>
                <a:lnTo>
                  <a:pt x="22163" y="14589"/>
                </a:lnTo>
                <a:cubicBezTo>
                  <a:pt x="21467" y="15711"/>
                  <a:pt x="20906" y="16968"/>
                  <a:pt x="20761" y="18371"/>
                </a:cubicBezTo>
                <a:cubicBezTo>
                  <a:pt x="20626" y="19078"/>
                  <a:pt x="20626" y="19639"/>
                  <a:pt x="20626" y="20335"/>
                </a:cubicBezTo>
                <a:cubicBezTo>
                  <a:pt x="20480" y="21457"/>
                  <a:pt x="20345" y="22444"/>
                  <a:pt x="20199" y="23567"/>
                </a:cubicBezTo>
                <a:cubicBezTo>
                  <a:pt x="20199" y="24262"/>
                  <a:pt x="20065" y="24969"/>
                  <a:pt x="19919" y="25665"/>
                </a:cubicBezTo>
                <a:cubicBezTo>
                  <a:pt x="19919" y="26226"/>
                  <a:pt x="19784" y="26787"/>
                  <a:pt x="19638" y="27348"/>
                </a:cubicBezTo>
                <a:cubicBezTo>
                  <a:pt x="19358" y="29032"/>
                  <a:pt x="18516" y="30434"/>
                  <a:pt x="17820" y="31983"/>
                </a:cubicBezTo>
                <a:cubicBezTo>
                  <a:pt x="17113" y="33520"/>
                  <a:pt x="16833" y="34923"/>
                  <a:pt x="16552" y="36606"/>
                </a:cubicBezTo>
                <a:cubicBezTo>
                  <a:pt x="16552" y="37728"/>
                  <a:pt x="16552" y="39277"/>
                  <a:pt x="15991" y="40253"/>
                </a:cubicBezTo>
                <a:cubicBezTo>
                  <a:pt x="15711" y="40534"/>
                  <a:pt x="15296" y="40960"/>
                  <a:pt x="15296" y="41375"/>
                </a:cubicBezTo>
                <a:lnTo>
                  <a:pt x="15296" y="42082"/>
                </a:lnTo>
                <a:cubicBezTo>
                  <a:pt x="15430" y="43059"/>
                  <a:pt x="15015" y="43900"/>
                  <a:pt x="15015" y="44888"/>
                </a:cubicBezTo>
                <a:cubicBezTo>
                  <a:pt x="14869" y="45168"/>
                  <a:pt x="15015" y="45449"/>
                  <a:pt x="15015" y="45864"/>
                </a:cubicBezTo>
                <a:cubicBezTo>
                  <a:pt x="15015" y="46145"/>
                  <a:pt x="14869" y="46425"/>
                  <a:pt x="14734" y="46706"/>
                </a:cubicBezTo>
                <a:cubicBezTo>
                  <a:pt x="14589" y="46706"/>
                  <a:pt x="14308" y="46571"/>
                  <a:pt x="14173" y="46290"/>
                </a:cubicBezTo>
                <a:lnTo>
                  <a:pt x="14173" y="45449"/>
                </a:lnTo>
                <a:cubicBezTo>
                  <a:pt x="14173" y="44888"/>
                  <a:pt x="13893" y="44327"/>
                  <a:pt x="13747" y="43766"/>
                </a:cubicBezTo>
                <a:cubicBezTo>
                  <a:pt x="13332" y="42363"/>
                  <a:pt x="13466" y="41095"/>
                  <a:pt x="13466" y="39838"/>
                </a:cubicBezTo>
                <a:cubicBezTo>
                  <a:pt x="13466" y="38289"/>
                  <a:pt x="13332" y="36752"/>
                  <a:pt x="13332" y="35349"/>
                </a:cubicBezTo>
                <a:cubicBezTo>
                  <a:pt x="13466" y="32398"/>
                  <a:pt x="13747" y="29312"/>
                  <a:pt x="13051" y="26507"/>
                </a:cubicBezTo>
                <a:cubicBezTo>
                  <a:pt x="12344" y="24128"/>
                  <a:pt x="10942" y="22444"/>
                  <a:pt x="10380" y="20054"/>
                </a:cubicBezTo>
                <a:cubicBezTo>
                  <a:pt x="10246" y="19078"/>
                  <a:pt x="10100" y="18236"/>
                  <a:pt x="9965" y="17249"/>
                </a:cubicBezTo>
                <a:cubicBezTo>
                  <a:pt x="9685" y="15150"/>
                  <a:pt x="9539" y="13041"/>
                  <a:pt x="9539" y="10942"/>
                </a:cubicBezTo>
                <a:cubicBezTo>
                  <a:pt x="9539" y="10381"/>
                  <a:pt x="9685" y="9820"/>
                  <a:pt x="9965" y="9259"/>
                </a:cubicBezTo>
                <a:cubicBezTo>
                  <a:pt x="10100" y="8978"/>
                  <a:pt x="10380" y="8698"/>
                  <a:pt x="10526" y="8417"/>
                </a:cubicBezTo>
                <a:cubicBezTo>
                  <a:pt x="10661" y="8137"/>
                  <a:pt x="10807" y="7710"/>
                  <a:pt x="10526" y="7430"/>
                </a:cubicBezTo>
                <a:cubicBezTo>
                  <a:pt x="10246" y="7576"/>
                  <a:pt x="9819" y="7856"/>
                  <a:pt x="9685" y="8271"/>
                </a:cubicBezTo>
                <a:cubicBezTo>
                  <a:pt x="8978" y="8137"/>
                  <a:pt x="8562" y="7430"/>
                  <a:pt x="8417" y="6734"/>
                </a:cubicBezTo>
                <a:cubicBezTo>
                  <a:pt x="8282" y="5892"/>
                  <a:pt x="8282" y="5185"/>
                  <a:pt x="8282" y="4490"/>
                </a:cubicBezTo>
                <a:cubicBezTo>
                  <a:pt x="8282" y="3087"/>
                  <a:pt x="8001" y="1684"/>
                  <a:pt x="7440" y="562"/>
                </a:cubicBezTo>
                <a:cubicBezTo>
                  <a:pt x="7294" y="2941"/>
                  <a:pt x="7160" y="5331"/>
                  <a:pt x="7160" y="7710"/>
                </a:cubicBezTo>
                <a:cubicBezTo>
                  <a:pt x="7160" y="8271"/>
                  <a:pt x="7160" y="8698"/>
                  <a:pt x="7294" y="9259"/>
                </a:cubicBezTo>
                <a:lnTo>
                  <a:pt x="7721" y="10101"/>
                </a:lnTo>
                <a:cubicBezTo>
                  <a:pt x="8282" y="11503"/>
                  <a:pt x="8136" y="12906"/>
                  <a:pt x="7856" y="14309"/>
                </a:cubicBezTo>
                <a:cubicBezTo>
                  <a:pt x="6599" y="12199"/>
                  <a:pt x="5050" y="10235"/>
                  <a:pt x="3928" y="7991"/>
                </a:cubicBezTo>
                <a:cubicBezTo>
                  <a:pt x="2671" y="5466"/>
                  <a:pt x="1549" y="2806"/>
                  <a:pt x="84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23"/>
          <p:cNvSpPr/>
          <p:nvPr/>
        </p:nvSpPr>
        <p:spPr>
          <a:xfrm>
            <a:off x="8613900" y="0"/>
            <a:ext cx="396021" cy="4915611"/>
          </a:xfrm>
          <a:custGeom>
            <a:avLst/>
            <a:gdLst/>
            <a:ahLst/>
            <a:cxnLst/>
            <a:rect l="l" t="t" r="r" b="b"/>
            <a:pathLst>
              <a:path w="5692" h="41247" extrusionOk="0">
                <a:moveTo>
                  <a:pt x="2217" y="1"/>
                </a:moveTo>
                <a:cubicBezTo>
                  <a:pt x="2217" y="1"/>
                  <a:pt x="2647" y="6375"/>
                  <a:pt x="2578" y="9022"/>
                </a:cubicBezTo>
                <a:cubicBezTo>
                  <a:pt x="2504" y="10024"/>
                  <a:pt x="2504" y="11101"/>
                  <a:pt x="2435" y="12246"/>
                </a:cubicBezTo>
                <a:lnTo>
                  <a:pt x="1003" y="11387"/>
                </a:lnTo>
                <a:lnTo>
                  <a:pt x="785" y="11530"/>
                </a:lnTo>
                <a:lnTo>
                  <a:pt x="2435" y="12458"/>
                </a:lnTo>
                <a:cubicBezTo>
                  <a:pt x="2435" y="14176"/>
                  <a:pt x="2361" y="16038"/>
                  <a:pt x="2435" y="17756"/>
                </a:cubicBezTo>
                <a:cubicBezTo>
                  <a:pt x="2504" y="20620"/>
                  <a:pt x="2361" y="22556"/>
                  <a:pt x="2149" y="24560"/>
                </a:cubicBezTo>
                <a:lnTo>
                  <a:pt x="1003" y="23913"/>
                </a:lnTo>
                <a:lnTo>
                  <a:pt x="785" y="24056"/>
                </a:lnTo>
                <a:lnTo>
                  <a:pt x="2149" y="24772"/>
                </a:lnTo>
                <a:lnTo>
                  <a:pt x="2149" y="24916"/>
                </a:lnTo>
                <a:cubicBezTo>
                  <a:pt x="1931" y="27138"/>
                  <a:pt x="2074" y="31434"/>
                  <a:pt x="2074" y="32722"/>
                </a:cubicBezTo>
                <a:cubicBezTo>
                  <a:pt x="2074" y="34011"/>
                  <a:pt x="2292" y="36016"/>
                  <a:pt x="2149" y="36944"/>
                </a:cubicBezTo>
                <a:cubicBezTo>
                  <a:pt x="2074" y="37946"/>
                  <a:pt x="1576" y="39595"/>
                  <a:pt x="1433" y="39882"/>
                </a:cubicBezTo>
                <a:cubicBezTo>
                  <a:pt x="1289" y="40168"/>
                  <a:pt x="1" y="40523"/>
                  <a:pt x="69" y="40598"/>
                </a:cubicBezTo>
                <a:cubicBezTo>
                  <a:pt x="183" y="40598"/>
                  <a:pt x="975" y="40688"/>
                  <a:pt x="1403" y="40688"/>
                </a:cubicBezTo>
                <a:cubicBezTo>
                  <a:pt x="1514" y="40688"/>
                  <a:pt x="1601" y="40682"/>
                  <a:pt x="1645" y="40666"/>
                </a:cubicBezTo>
                <a:cubicBezTo>
                  <a:pt x="1918" y="40601"/>
                  <a:pt x="2322" y="39877"/>
                  <a:pt x="2607" y="39877"/>
                </a:cubicBezTo>
                <a:cubicBezTo>
                  <a:pt x="2621" y="39877"/>
                  <a:pt x="2634" y="39878"/>
                  <a:pt x="2647" y="39882"/>
                </a:cubicBezTo>
                <a:cubicBezTo>
                  <a:pt x="2933" y="39950"/>
                  <a:pt x="2647" y="40380"/>
                  <a:pt x="2647" y="40598"/>
                </a:cubicBezTo>
                <a:cubicBezTo>
                  <a:pt x="2647" y="40795"/>
                  <a:pt x="2771" y="41247"/>
                  <a:pt x="2904" y="41247"/>
                </a:cubicBezTo>
                <a:cubicBezTo>
                  <a:pt x="2914" y="41247"/>
                  <a:pt x="2924" y="41244"/>
                  <a:pt x="2933" y="41239"/>
                </a:cubicBezTo>
                <a:cubicBezTo>
                  <a:pt x="3008" y="41170"/>
                  <a:pt x="3294" y="40455"/>
                  <a:pt x="3437" y="40380"/>
                </a:cubicBezTo>
                <a:cubicBezTo>
                  <a:pt x="3452" y="40373"/>
                  <a:pt x="3474" y="40370"/>
                  <a:pt x="3502" y="40370"/>
                </a:cubicBezTo>
                <a:cubicBezTo>
                  <a:pt x="3739" y="40370"/>
                  <a:pt x="4395" y="40613"/>
                  <a:pt x="4652" y="40741"/>
                </a:cubicBezTo>
                <a:cubicBezTo>
                  <a:pt x="4918" y="40792"/>
                  <a:pt x="5415" y="40961"/>
                  <a:pt x="5600" y="40961"/>
                </a:cubicBezTo>
                <a:cubicBezTo>
                  <a:pt x="5665" y="40961"/>
                  <a:pt x="5691" y="40940"/>
                  <a:pt x="5654" y="40884"/>
                </a:cubicBezTo>
                <a:cubicBezTo>
                  <a:pt x="5511" y="40666"/>
                  <a:pt x="4726" y="40025"/>
                  <a:pt x="4440" y="39595"/>
                </a:cubicBezTo>
                <a:cubicBezTo>
                  <a:pt x="4153" y="39091"/>
                  <a:pt x="4079" y="36371"/>
                  <a:pt x="4010" y="35013"/>
                </a:cubicBezTo>
                <a:cubicBezTo>
                  <a:pt x="3936" y="33650"/>
                  <a:pt x="3581" y="29211"/>
                  <a:pt x="3437" y="27493"/>
                </a:cubicBezTo>
                <a:lnTo>
                  <a:pt x="5299" y="26491"/>
                </a:lnTo>
                <a:lnTo>
                  <a:pt x="5081" y="26347"/>
                </a:lnTo>
                <a:lnTo>
                  <a:pt x="3437" y="27281"/>
                </a:lnTo>
                <a:cubicBezTo>
                  <a:pt x="3363" y="25488"/>
                  <a:pt x="3581" y="19692"/>
                  <a:pt x="3581" y="17115"/>
                </a:cubicBezTo>
                <a:lnTo>
                  <a:pt x="4938" y="16255"/>
                </a:lnTo>
                <a:lnTo>
                  <a:pt x="4795" y="16181"/>
                </a:lnTo>
                <a:lnTo>
                  <a:pt x="3581" y="16828"/>
                </a:lnTo>
                <a:cubicBezTo>
                  <a:pt x="3581" y="16685"/>
                  <a:pt x="3506" y="16467"/>
                  <a:pt x="3506" y="16324"/>
                </a:cubicBezTo>
                <a:cubicBezTo>
                  <a:pt x="3506" y="14251"/>
                  <a:pt x="3867" y="11456"/>
                  <a:pt x="3936" y="8953"/>
                </a:cubicBezTo>
                <a:cubicBezTo>
                  <a:pt x="4010" y="7521"/>
                  <a:pt x="4010" y="4726"/>
                  <a:pt x="4010" y="2652"/>
                </a:cubicBezTo>
                <a:lnTo>
                  <a:pt x="5299" y="1862"/>
                </a:lnTo>
                <a:lnTo>
                  <a:pt x="5081" y="1719"/>
                </a:lnTo>
                <a:lnTo>
                  <a:pt x="4010" y="2366"/>
                </a:lnTo>
                <a:cubicBezTo>
                  <a:pt x="3936" y="1003"/>
                  <a:pt x="3936" y="1"/>
                  <a:pt x="393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23"/>
          <p:cNvSpPr/>
          <p:nvPr/>
        </p:nvSpPr>
        <p:spPr>
          <a:xfrm rot="-1365735">
            <a:off x="7636596" y="3185461"/>
            <a:ext cx="1093459" cy="1666921"/>
          </a:xfrm>
          <a:custGeom>
            <a:avLst/>
            <a:gdLst/>
            <a:ahLst/>
            <a:cxnLst/>
            <a:rect l="l" t="t" r="r" b="b"/>
            <a:pathLst>
              <a:path w="37581" h="55931" extrusionOk="0">
                <a:moveTo>
                  <a:pt x="32128" y="13237"/>
                </a:moveTo>
                <a:cubicBezTo>
                  <a:pt x="32140" y="13341"/>
                  <a:pt x="32146" y="13445"/>
                  <a:pt x="32146" y="13551"/>
                </a:cubicBezTo>
                <a:lnTo>
                  <a:pt x="32146" y="13551"/>
                </a:lnTo>
                <a:cubicBezTo>
                  <a:pt x="32146" y="13447"/>
                  <a:pt x="32140" y="13343"/>
                  <a:pt x="32128" y="13237"/>
                </a:cubicBezTo>
                <a:close/>
                <a:moveTo>
                  <a:pt x="18564" y="1"/>
                </a:moveTo>
                <a:cubicBezTo>
                  <a:pt x="18902" y="446"/>
                  <a:pt x="18902" y="890"/>
                  <a:pt x="18902" y="1451"/>
                </a:cubicBezTo>
                <a:cubicBezTo>
                  <a:pt x="18786" y="1895"/>
                  <a:pt x="18564" y="2340"/>
                  <a:pt x="18457" y="2892"/>
                </a:cubicBezTo>
                <a:cubicBezTo>
                  <a:pt x="18341" y="3114"/>
                  <a:pt x="18341" y="3336"/>
                  <a:pt x="18234" y="3674"/>
                </a:cubicBezTo>
                <a:cubicBezTo>
                  <a:pt x="18234" y="3897"/>
                  <a:pt x="18234" y="4226"/>
                  <a:pt x="18341" y="4564"/>
                </a:cubicBezTo>
                <a:cubicBezTo>
                  <a:pt x="18341" y="4893"/>
                  <a:pt x="18457" y="5115"/>
                  <a:pt x="18679" y="5338"/>
                </a:cubicBezTo>
                <a:cubicBezTo>
                  <a:pt x="18902" y="5560"/>
                  <a:pt x="19008" y="5676"/>
                  <a:pt x="19231" y="5782"/>
                </a:cubicBezTo>
                <a:cubicBezTo>
                  <a:pt x="19008" y="6449"/>
                  <a:pt x="19008" y="7010"/>
                  <a:pt x="18902" y="7677"/>
                </a:cubicBezTo>
                <a:lnTo>
                  <a:pt x="18564" y="11342"/>
                </a:lnTo>
                <a:cubicBezTo>
                  <a:pt x="18564" y="12231"/>
                  <a:pt x="18457" y="13120"/>
                  <a:pt x="18341" y="14010"/>
                </a:cubicBezTo>
                <a:cubicBezTo>
                  <a:pt x="17896" y="13565"/>
                  <a:pt x="17567" y="13014"/>
                  <a:pt x="17229" y="12453"/>
                </a:cubicBezTo>
                <a:cubicBezTo>
                  <a:pt x="16678" y="11680"/>
                  <a:pt x="16233" y="10897"/>
                  <a:pt x="15895" y="10123"/>
                </a:cubicBezTo>
                <a:cubicBezTo>
                  <a:pt x="16678" y="8789"/>
                  <a:pt x="16785" y="7339"/>
                  <a:pt x="16233" y="6120"/>
                </a:cubicBezTo>
                <a:lnTo>
                  <a:pt x="16233" y="6120"/>
                </a:lnTo>
                <a:cubicBezTo>
                  <a:pt x="16456" y="7232"/>
                  <a:pt x="16118" y="8344"/>
                  <a:pt x="15566" y="9118"/>
                </a:cubicBezTo>
                <a:cubicBezTo>
                  <a:pt x="15566" y="9011"/>
                  <a:pt x="15450" y="9011"/>
                  <a:pt x="15450" y="9011"/>
                </a:cubicBezTo>
                <a:cubicBezTo>
                  <a:pt x="15121" y="8006"/>
                  <a:pt x="14899" y="7117"/>
                  <a:pt x="14783" y="6120"/>
                </a:cubicBezTo>
                <a:lnTo>
                  <a:pt x="14783" y="6005"/>
                </a:lnTo>
                <a:cubicBezTo>
                  <a:pt x="14677" y="5782"/>
                  <a:pt x="14677" y="5453"/>
                  <a:pt x="14677" y="5115"/>
                </a:cubicBezTo>
                <a:cubicBezTo>
                  <a:pt x="14677" y="4786"/>
                  <a:pt x="14561" y="4448"/>
                  <a:pt x="14561" y="4119"/>
                </a:cubicBezTo>
                <a:cubicBezTo>
                  <a:pt x="14561" y="3781"/>
                  <a:pt x="14677" y="3452"/>
                  <a:pt x="14677" y="3114"/>
                </a:cubicBezTo>
                <a:cubicBezTo>
                  <a:pt x="14783" y="2785"/>
                  <a:pt x="14899" y="2563"/>
                  <a:pt x="15006" y="2225"/>
                </a:cubicBezTo>
                <a:cubicBezTo>
                  <a:pt x="15228" y="2002"/>
                  <a:pt x="15450" y="1780"/>
                  <a:pt x="15788" y="1673"/>
                </a:cubicBezTo>
                <a:lnTo>
                  <a:pt x="15673" y="1451"/>
                </a:lnTo>
                <a:cubicBezTo>
                  <a:pt x="15344" y="1557"/>
                  <a:pt x="15006" y="1780"/>
                  <a:pt x="14783" y="2118"/>
                </a:cubicBezTo>
                <a:cubicBezTo>
                  <a:pt x="14561" y="2340"/>
                  <a:pt x="14339" y="2669"/>
                  <a:pt x="14232" y="3007"/>
                </a:cubicBezTo>
                <a:cubicBezTo>
                  <a:pt x="14116" y="3336"/>
                  <a:pt x="14009" y="3674"/>
                  <a:pt x="14009" y="4119"/>
                </a:cubicBezTo>
                <a:lnTo>
                  <a:pt x="14009" y="4893"/>
                </a:lnTo>
                <a:cubicBezTo>
                  <a:pt x="13565" y="4119"/>
                  <a:pt x="13342" y="3114"/>
                  <a:pt x="13449" y="2225"/>
                </a:cubicBezTo>
                <a:lnTo>
                  <a:pt x="13449" y="2225"/>
                </a:lnTo>
                <a:cubicBezTo>
                  <a:pt x="13004" y="3559"/>
                  <a:pt x="13227" y="5231"/>
                  <a:pt x="14009" y="6565"/>
                </a:cubicBezTo>
                <a:cubicBezTo>
                  <a:pt x="14009" y="7455"/>
                  <a:pt x="14116" y="8344"/>
                  <a:pt x="14339" y="9233"/>
                </a:cubicBezTo>
                <a:cubicBezTo>
                  <a:pt x="14561" y="10230"/>
                  <a:pt x="14899" y="11235"/>
                  <a:pt x="15228" y="12231"/>
                </a:cubicBezTo>
                <a:cubicBezTo>
                  <a:pt x="14899" y="12347"/>
                  <a:pt x="14454" y="12453"/>
                  <a:pt x="14116" y="12453"/>
                </a:cubicBezTo>
                <a:cubicBezTo>
                  <a:pt x="13342" y="12347"/>
                  <a:pt x="12675" y="12009"/>
                  <a:pt x="12231" y="11457"/>
                </a:cubicBezTo>
                <a:lnTo>
                  <a:pt x="12231" y="11457"/>
                </a:lnTo>
                <a:cubicBezTo>
                  <a:pt x="12560" y="12124"/>
                  <a:pt x="13227" y="12676"/>
                  <a:pt x="14009" y="12898"/>
                </a:cubicBezTo>
                <a:cubicBezTo>
                  <a:pt x="14232" y="12956"/>
                  <a:pt x="14481" y="12985"/>
                  <a:pt x="14744" y="12985"/>
                </a:cubicBezTo>
                <a:cubicBezTo>
                  <a:pt x="15008" y="12985"/>
                  <a:pt x="15286" y="12956"/>
                  <a:pt x="15566" y="12898"/>
                </a:cubicBezTo>
                <a:cubicBezTo>
                  <a:pt x="15673" y="13014"/>
                  <a:pt x="15673" y="13120"/>
                  <a:pt x="15788" y="13236"/>
                </a:cubicBezTo>
                <a:cubicBezTo>
                  <a:pt x="16340" y="14455"/>
                  <a:pt x="17123" y="15682"/>
                  <a:pt x="18012" y="16678"/>
                </a:cubicBezTo>
                <a:cubicBezTo>
                  <a:pt x="17567" y="19240"/>
                  <a:pt x="17007" y="21686"/>
                  <a:pt x="16233" y="24132"/>
                </a:cubicBezTo>
                <a:lnTo>
                  <a:pt x="15566" y="23465"/>
                </a:lnTo>
                <a:cubicBezTo>
                  <a:pt x="15228" y="23127"/>
                  <a:pt x="14899" y="22798"/>
                  <a:pt x="14561" y="22353"/>
                </a:cubicBezTo>
                <a:cubicBezTo>
                  <a:pt x="14454" y="22237"/>
                  <a:pt x="14454" y="22131"/>
                  <a:pt x="14339" y="22131"/>
                </a:cubicBezTo>
                <a:cubicBezTo>
                  <a:pt x="15228" y="20903"/>
                  <a:pt x="15788" y="19569"/>
                  <a:pt x="16233" y="18128"/>
                </a:cubicBezTo>
                <a:lnTo>
                  <a:pt x="16233" y="18128"/>
                </a:lnTo>
                <a:cubicBezTo>
                  <a:pt x="15673" y="19347"/>
                  <a:pt x="14899" y="20458"/>
                  <a:pt x="14009" y="21464"/>
                </a:cubicBezTo>
                <a:cubicBezTo>
                  <a:pt x="13671" y="21019"/>
                  <a:pt x="13449" y="20458"/>
                  <a:pt x="13342" y="19907"/>
                </a:cubicBezTo>
                <a:cubicBezTo>
                  <a:pt x="13787" y="19018"/>
                  <a:pt x="13894" y="18012"/>
                  <a:pt x="13787" y="17016"/>
                </a:cubicBezTo>
                <a:lnTo>
                  <a:pt x="13787" y="17016"/>
                </a:lnTo>
                <a:cubicBezTo>
                  <a:pt x="13787" y="17790"/>
                  <a:pt x="13449" y="18573"/>
                  <a:pt x="13120" y="19124"/>
                </a:cubicBezTo>
                <a:cubicBezTo>
                  <a:pt x="13004" y="18350"/>
                  <a:pt x="12898" y="17461"/>
                  <a:pt x="13004" y="16572"/>
                </a:cubicBezTo>
                <a:lnTo>
                  <a:pt x="12782" y="16572"/>
                </a:lnTo>
                <a:cubicBezTo>
                  <a:pt x="12560" y="17123"/>
                  <a:pt x="12453" y="17683"/>
                  <a:pt x="12337" y="18350"/>
                </a:cubicBezTo>
                <a:lnTo>
                  <a:pt x="11670" y="16572"/>
                </a:lnTo>
                <a:lnTo>
                  <a:pt x="12337" y="18680"/>
                </a:lnTo>
                <a:lnTo>
                  <a:pt x="12337" y="19791"/>
                </a:lnTo>
                <a:cubicBezTo>
                  <a:pt x="12453" y="20903"/>
                  <a:pt x="12675" y="22131"/>
                  <a:pt x="13227" y="23127"/>
                </a:cubicBezTo>
                <a:cubicBezTo>
                  <a:pt x="13449" y="23687"/>
                  <a:pt x="13787" y="24239"/>
                  <a:pt x="14116" y="24683"/>
                </a:cubicBezTo>
                <a:cubicBezTo>
                  <a:pt x="14454" y="25128"/>
                  <a:pt x="14677" y="25573"/>
                  <a:pt x="14899" y="25911"/>
                </a:cubicBezTo>
                <a:cubicBezTo>
                  <a:pt x="15006" y="26133"/>
                  <a:pt x="15121" y="26356"/>
                  <a:pt x="15228" y="26462"/>
                </a:cubicBezTo>
                <a:lnTo>
                  <a:pt x="15228" y="26907"/>
                </a:lnTo>
                <a:cubicBezTo>
                  <a:pt x="15121" y="27467"/>
                  <a:pt x="14899" y="27912"/>
                  <a:pt x="14677" y="28357"/>
                </a:cubicBezTo>
                <a:cubicBezTo>
                  <a:pt x="14232" y="29469"/>
                  <a:pt x="13787" y="30465"/>
                  <a:pt x="13227" y="31577"/>
                </a:cubicBezTo>
                <a:lnTo>
                  <a:pt x="11563" y="34583"/>
                </a:lnTo>
                <a:cubicBezTo>
                  <a:pt x="10452" y="36584"/>
                  <a:pt x="9117" y="38470"/>
                  <a:pt x="7668" y="40471"/>
                </a:cubicBezTo>
                <a:cubicBezTo>
                  <a:pt x="6333" y="42473"/>
                  <a:pt x="4999" y="44474"/>
                  <a:pt x="3665" y="46591"/>
                </a:cubicBezTo>
                <a:cubicBezTo>
                  <a:pt x="2331" y="48815"/>
                  <a:pt x="1112" y="51038"/>
                  <a:pt x="0" y="53591"/>
                </a:cubicBezTo>
                <a:lnTo>
                  <a:pt x="7000" y="55930"/>
                </a:lnTo>
                <a:cubicBezTo>
                  <a:pt x="7561" y="53813"/>
                  <a:pt x="8335" y="51812"/>
                  <a:pt x="9340" y="49704"/>
                </a:cubicBezTo>
                <a:cubicBezTo>
                  <a:pt x="10229" y="47587"/>
                  <a:pt x="11341" y="45479"/>
                  <a:pt x="12453" y="43362"/>
                </a:cubicBezTo>
                <a:cubicBezTo>
                  <a:pt x="13565" y="41254"/>
                  <a:pt x="14783" y="39030"/>
                  <a:pt x="15788" y="36691"/>
                </a:cubicBezTo>
                <a:lnTo>
                  <a:pt x="17123" y="33356"/>
                </a:lnTo>
                <a:cubicBezTo>
                  <a:pt x="17229" y="33249"/>
                  <a:pt x="17452" y="33133"/>
                  <a:pt x="17567" y="33133"/>
                </a:cubicBezTo>
                <a:cubicBezTo>
                  <a:pt x="18457" y="32804"/>
                  <a:pt x="19453" y="32466"/>
                  <a:pt x="20458" y="32359"/>
                </a:cubicBezTo>
                <a:cubicBezTo>
                  <a:pt x="22237" y="32021"/>
                  <a:pt x="24238" y="32021"/>
                  <a:pt x="26124" y="31915"/>
                </a:cubicBezTo>
                <a:cubicBezTo>
                  <a:pt x="26569" y="32804"/>
                  <a:pt x="27129" y="33578"/>
                  <a:pt x="27903" y="34138"/>
                </a:cubicBezTo>
                <a:cubicBezTo>
                  <a:pt x="28241" y="34468"/>
                  <a:pt x="28686" y="34805"/>
                  <a:pt x="29130" y="34912"/>
                </a:cubicBezTo>
                <a:cubicBezTo>
                  <a:pt x="29270" y="34941"/>
                  <a:pt x="29409" y="34956"/>
                  <a:pt x="29546" y="34956"/>
                </a:cubicBezTo>
                <a:cubicBezTo>
                  <a:pt x="29950" y="34956"/>
                  <a:pt x="30325" y="34829"/>
                  <a:pt x="30571" y="34583"/>
                </a:cubicBezTo>
                <a:lnTo>
                  <a:pt x="30571" y="34583"/>
                </a:lnTo>
                <a:cubicBezTo>
                  <a:pt x="30391" y="34764"/>
                  <a:pt x="30140" y="34845"/>
                  <a:pt x="29878" y="34845"/>
                </a:cubicBezTo>
                <a:cubicBezTo>
                  <a:pt x="29662" y="34845"/>
                  <a:pt x="29438" y="34790"/>
                  <a:pt x="29237" y="34690"/>
                </a:cubicBezTo>
                <a:cubicBezTo>
                  <a:pt x="28792" y="34583"/>
                  <a:pt x="28463" y="34245"/>
                  <a:pt x="28125" y="33916"/>
                </a:cubicBezTo>
                <a:cubicBezTo>
                  <a:pt x="27574" y="33249"/>
                  <a:pt x="27129" y="32582"/>
                  <a:pt x="26907" y="31799"/>
                </a:cubicBezTo>
                <a:cubicBezTo>
                  <a:pt x="27796" y="31799"/>
                  <a:pt x="28792" y="31577"/>
                  <a:pt x="29682" y="31470"/>
                </a:cubicBezTo>
                <a:cubicBezTo>
                  <a:pt x="29904" y="31354"/>
                  <a:pt x="30127" y="31354"/>
                  <a:pt x="30349" y="31248"/>
                </a:cubicBezTo>
                <a:lnTo>
                  <a:pt x="30349" y="31470"/>
                </a:lnTo>
                <a:cubicBezTo>
                  <a:pt x="31221" y="31746"/>
                  <a:pt x="32136" y="31882"/>
                  <a:pt x="33043" y="31882"/>
                </a:cubicBezTo>
                <a:cubicBezTo>
                  <a:pt x="34680" y="31882"/>
                  <a:pt x="36292" y="31439"/>
                  <a:pt x="37580" y="30581"/>
                </a:cubicBezTo>
                <a:lnTo>
                  <a:pt x="37580" y="30581"/>
                </a:lnTo>
                <a:cubicBezTo>
                  <a:pt x="36393" y="31171"/>
                  <a:pt x="35087" y="31490"/>
                  <a:pt x="33804" y="31490"/>
                </a:cubicBezTo>
                <a:cubicBezTo>
                  <a:pt x="32923" y="31490"/>
                  <a:pt x="32053" y="31340"/>
                  <a:pt x="31238" y="31025"/>
                </a:cubicBezTo>
                <a:cubicBezTo>
                  <a:pt x="31799" y="30803"/>
                  <a:pt x="32244" y="30581"/>
                  <a:pt x="32795" y="30358"/>
                </a:cubicBezTo>
                <a:cubicBezTo>
                  <a:pt x="33684" y="29913"/>
                  <a:pt x="34574" y="29246"/>
                  <a:pt x="35357" y="28464"/>
                </a:cubicBezTo>
                <a:cubicBezTo>
                  <a:pt x="36024" y="27574"/>
                  <a:pt x="36575" y="26685"/>
                  <a:pt x="36798" y="25573"/>
                </a:cubicBezTo>
                <a:lnTo>
                  <a:pt x="36575" y="25573"/>
                </a:lnTo>
                <a:cubicBezTo>
                  <a:pt x="36246" y="26578"/>
                  <a:pt x="35686" y="27352"/>
                  <a:pt x="35019" y="28135"/>
                </a:cubicBezTo>
                <a:cubicBezTo>
                  <a:pt x="34690" y="28464"/>
                  <a:pt x="34245" y="28686"/>
                  <a:pt x="33907" y="29024"/>
                </a:cubicBezTo>
                <a:cubicBezTo>
                  <a:pt x="33907" y="28241"/>
                  <a:pt x="34245" y="27467"/>
                  <a:pt x="34690" y="26907"/>
                </a:cubicBezTo>
                <a:lnTo>
                  <a:pt x="34690" y="26907"/>
                </a:lnTo>
                <a:cubicBezTo>
                  <a:pt x="33907" y="27467"/>
                  <a:pt x="33355" y="28357"/>
                  <a:pt x="33133" y="29353"/>
                </a:cubicBezTo>
                <a:lnTo>
                  <a:pt x="32466" y="29691"/>
                </a:lnTo>
                <a:cubicBezTo>
                  <a:pt x="31576" y="30136"/>
                  <a:pt x="30571" y="30358"/>
                  <a:pt x="29575" y="30465"/>
                </a:cubicBezTo>
                <a:cubicBezTo>
                  <a:pt x="29237" y="30465"/>
                  <a:pt x="28908" y="30581"/>
                  <a:pt x="28570" y="30581"/>
                </a:cubicBezTo>
                <a:cubicBezTo>
                  <a:pt x="29015" y="29691"/>
                  <a:pt x="29460" y="28908"/>
                  <a:pt x="30127" y="28241"/>
                </a:cubicBezTo>
                <a:lnTo>
                  <a:pt x="30127" y="28241"/>
                </a:lnTo>
                <a:cubicBezTo>
                  <a:pt x="29237" y="28908"/>
                  <a:pt x="28570" y="29691"/>
                  <a:pt x="27903" y="30581"/>
                </a:cubicBezTo>
                <a:lnTo>
                  <a:pt x="24345" y="30581"/>
                </a:lnTo>
                <a:lnTo>
                  <a:pt x="25235" y="29575"/>
                </a:lnTo>
                <a:cubicBezTo>
                  <a:pt x="25679" y="28908"/>
                  <a:pt x="26240" y="28135"/>
                  <a:pt x="26907" y="27574"/>
                </a:cubicBezTo>
                <a:cubicBezTo>
                  <a:pt x="27236" y="27245"/>
                  <a:pt x="27574" y="27023"/>
                  <a:pt x="27903" y="26800"/>
                </a:cubicBezTo>
                <a:cubicBezTo>
                  <a:pt x="28348" y="26578"/>
                  <a:pt x="28686" y="26356"/>
                  <a:pt x="29130" y="26133"/>
                </a:cubicBezTo>
                <a:cubicBezTo>
                  <a:pt x="29575" y="26018"/>
                  <a:pt x="29904" y="25795"/>
                  <a:pt x="30349" y="25573"/>
                </a:cubicBezTo>
                <a:cubicBezTo>
                  <a:pt x="30687" y="25351"/>
                  <a:pt x="31016" y="25022"/>
                  <a:pt x="31238" y="24684"/>
                </a:cubicBezTo>
                <a:lnTo>
                  <a:pt x="31238" y="24684"/>
                </a:lnTo>
                <a:cubicBezTo>
                  <a:pt x="31016" y="25022"/>
                  <a:pt x="30687" y="25244"/>
                  <a:pt x="30242" y="25466"/>
                </a:cubicBezTo>
                <a:cubicBezTo>
                  <a:pt x="29904" y="25689"/>
                  <a:pt x="29460" y="25795"/>
                  <a:pt x="29015" y="26018"/>
                </a:cubicBezTo>
                <a:cubicBezTo>
                  <a:pt x="28686" y="26133"/>
                  <a:pt x="28241" y="26356"/>
                  <a:pt x="27796" y="26578"/>
                </a:cubicBezTo>
                <a:cubicBezTo>
                  <a:pt x="27458" y="26800"/>
                  <a:pt x="27013" y="27023"/>
                  <a:pt x="26684" y="27352"/>
                </a:cubicBezTo>
                <a:cubicBezTo>
                  <a:pt x="26017" y="27912"/>
                  <a:pt x="25350" y="28579"/>
                  <a:pt x="24790" y="29246"/>
                </a:cubicBezTo>
                <a:lnTo>
                  <a:pt x="23571" y="30581"/>
                </a:lnTo>
                <a:lnTo>
                  <a:pt x="20236" y="30581"/>
                </a:lnTo>
                <a:cubicBezTo>
                  <a:pt x="19569" y="30687"/>
                  <a:pt x="19008" y="30803"/>
                  <a:pt x="18341" y="30910"/>
                </a:cubicBezTo>
                <a:lnTo>
                  <a:pt x="18679" y="30581"/>
                </a:lnTo>
                <a:cubicBezTo>
                  <a:pt x="20787" y="28908"/>
                  <a:pt x="23233" y="27467"/>
                  <a:pt x="25235" y="25573"/>
                </a:cubicBezTo>
                <a:cubicBezTo>
                  <a:pt x="25457" y="25466"/>
                  <a:pt x="25573" y="25244"/>
                  <a:pt x="25679" y="25128"/>
                </a:cubicBezTo>
                <a:cubicBezTo>
                  <a:pt x="27236" y="24799"/>
                  <a:pt x="28570" y="23910"/>
                  <a:pt x="29575" y="22905"/>
                </a:cubicBezTo>
                <a:cubicBezTo>
                  <a:pt x="30571" y="21793"/>
                  <a:pt x="31238" y="20352"/>
                  <a:pt x="31461" y="18902"/>
                </a:cubicBezTo>
                <a:lnTo>
                  <a:pt x="31461" y="18902"/>
                </a:lnTo>
                <a:cubicBezTo>
                  <a:pt x="31132" y="20352"/>
                  <a:pt x="30242" y="21570"/>
                  <a:pt x="29237" y="22575"/>
                </a:cubicBezTo>
                <a:cubicBezTo>
                  <a:pt x="28570" y="23127"/>
                  <a:pt x="27681" y="23572"/>
                  <a:pt x="26907" y="23910"/>
                </a:cubicBezTo>
                <a:cubicBezTo>
                  <a:pt x="28241" y="22353"/>
                  <a:pt x="29237" y="20681"/>
                  <a:pt x="30020" y="18795"/>
                </a:cubicBezTo>
                <a:cubicBezTo>
                  <a:pt x="30465" y="17906"/>
                  <a:pt x="30687" y="16901"/>
                  <a:pt x="31016" y="16011"/>
                </a:cubicBezTo>
                <a:cubicBezTo>
                  <a:pt x="31717" y="15414"/>
                  <a:pt x="32147" y="14459"/>
                  <a:pt x="32146" y="13551"/>
                </a:cubicBezTo>
                <a:lnTo>
                  <a:pt x="32146" y="13551"/>
                </a:lnTo>
                <a:cubicBezTo>
                  <a:pt x="32145" y="14418"/>
                  <a:pt x="31715" y="15181"/>
                  <a:pt x="31016" y="15682"/>
                </a:cubicBezTo>
                <a:cubicBezTo>
                  <a:pt x="31461" y="14010"/>
                  <a:pt x="31576" y="12453"/>
                  <a:pt x="31576" y="10790"/>
                </a:cubicBezTo>
                <a:lnTo>
                  <a:pt x="31576" y="10790"/>
                </a:lnTo>
                <a:cubicBezTo>
                  <a:pt x="31461" y="12569"/>
                  <a:pt x="31238" y="14232"/>
                  <a:pt x="30687" y="15904"/>
                </a:cubicBezTo>
                <a:lnTo>
                  <a:pt x="30571" y="15904"/>
                </a:lnTo>
                <a:lnTo>
                  <a:pt x="30687" y="16011"/>
                </a:lnTo>
                <a:cubicBezTo>
                  <a:pt x="30349" y="16901"/>
                  <a:pt x="30020" y="17790"/>
                  <a:pt x="29575" y="18573"/>
                </a:cubicBezTo>
                <a:cubicBezTo>
                  <a:pt x="29460" y="18902"/>
                  <a:pt x="29237" y="19124"/>
                  <a:pt x="29130" y="19347"/>
                </a:cubicBezTo>
                <a:cubicBezTo>
                  <a:pt x="28241" y="18350"/>
                  <a:pt x="27796" y="16794"/>
                  <a:pt x="28125" y="15344"/>
                </a:cubicBezTo>
                <a:lnTo>
                  <a:pt x="28125" y="15344"/>
                </a:lnTo>
                <a:cubicBezTo>
                  <a:pt x="27574" y="16901"/>
                  <a:pt x="27681" y="18680"/>
                  <a:pt x="28686" y="20129"/>
                </a:cubicBezTo>
                <a:cubicBezTo>
                  <a:pt x="27574" y="21908"/>
                  <a:pt x="26240" y="23572"/>
                  <a:pt x="24567" y="24799"/>
                </a:cubicBezTo>
                <a:cubicBezTo>
                  <a:pt x="24238" y="25128"/>
                  <a:pt x="23794" y="25466"/>
                  <a:pt x="23349" y="25689"/>
                </a:cubicBezTo>
                <a:cubicBezTo>
                  <a:pt x="22904" y="23794"/>
                  <a:pt x="23127" y="21686"/>
                  <a:pt x="24123" y="19907"/>
                </a:cubicBezTo>
                <a:lnTo>
                  <a:pt x="24123" y="19907"/>
                </a:lnTo>
                <a:cubicBezTo>
                  <a:pt x="22789" y="21686"/>
                  <a:pt x="22237" y="24016"/>
                  <a:pt x="22682" y="26240"/>
                </a:cubicBezTo>
                <a:cubicBezTo>
                  <a:pt x="21348" y="27129"/>
                  <a:pt x="19898" y="27912"/>
                  <a:pt x="18457" y="28908"/>
                </a:cubicBezTo>
                <a:cubicBezTo>
                  <a:pt x="19675" y="24354"/>
                  <a:pt x="20342" y="19569"/>
                  <a:pt x="20342" y="15015"/>
                </a:cubicBezTo>
                <a:lnTo>
                  <a:pt x="20342" y="14793"/>
                </a:lnTo>
                <a:cubicBezTo>
                  <a:pt x="20458" y="14677"/>
                  <a:pt x="20680" y="14570"/>
                  <a:pt x="21010" y="14455"/>
                </a:cubicBezTo>
                <a:cubicBezTo>
                  <a:pt x="21454" y="14232"/>
                  <a:pt x="22015" y="14010"/>
                  <a:pt x="22566" y="13788"/>
                </a:cubicBezTo>
                <a:cubicBezTo>
                  <a:pt x="23127" y="13565"/>
                  <a:pt x="23678" y="13236"/>
                  <a:pt x="24016" y="12791"/>
                </a:cubicBezTo>
                <a:cubicBezTo>
                  <a:pt x="24345" y="12231"/>
                  <a:pt x="24567" y="11680"/>
                  <a:pt x="24461" y="11119"/>
                </a:cubicBezTo>
                <a:lnTo>
                  <a:pt x="24461" y="11119"/>
                </a:lnTo>
                <a:cubicBezTo>
                  <a:pt x="24461" y="11680"/>
                  <a:pt x="24238" y="12231"/>
                  <a:pt x="23794" y="12569"/>
                </a:cubicBezTo>
                <a:cubicBezTo>
                  <a:pt x="23456" y="13014"/>
                  <a:pt x="22904" y="13120"/>
                  <a:pt x="22344" y="13343"/>
                </a:cubicBezTo>
                <a:cubicBezTo>
                  <a:pt x="21899" y="13458"/>
                  <a:pt x="21348" y="13565"/>
                  <a:pt x="20680" y="13788"/>
                </a:cubicBezTo>
                <a:cubicBezTo>
                  <a:pt x="20565" y="13788"/>
                  <a:pt x="20458" y="13903"/>
                  <a:pt x="20236" y="13903"/>
                </a:cubicBezTo>
                <a:cubicBezTo>
                  <a:pt x="20236" y="13014"/>
                  <a:pt x="20236" y="12124"/>
                  <a:pt x="20120" y="11342"/>
                </a:cubicBezTo>
                <a:lnTo>
                  <a:pt x="20120" y="9678"/>
                </a:lnTo>
                <a:cubicBezTo>
                  <a:pt x="20236" y="9563"/>
                  <a:pt x="20458" y="9456"/>
                  <a:pt x="20787" y="9340"/>
                </a:cubicBezTo>
                <a:cubicBezTo>
                  <a:pt x="20903" y="9233"/>
                  <a:pt x="21010" y="9118"/>
                  <a:pt x="21232" y="9118"/>
                </a:cubicBezTo>
                <a:cubicBezTo>
                  <a:pt x="21348" y="9011"/>
                  <a:pt x="21570" y="8895"/>
                  <a:pt x="21677" y="8789"/>
                </a:cubicBezTo>
                <a:cubicBezTo>
                  <a:pt x="22015" y="8673"/>
                  <a:pt x="22237" y="8344"/>
                  <a:pt x="22459" y="8122"/>
                </a:cubicBezTo>
                <a:cubicBezTo>
                  <a:pt x="23011" y="7561"/>
                  <a:pt x="23349" y="7010"/>
                  <a:pt x="23456" y="6343"/>
                </a:cubicBezTo>
                <a:cubicBezTo>
                  <a:pt x="23571" y="6005"/>
                  <a:pt x="23678" y="5676"/>
                  <a:pt x="23678" y="5338"/>
                </a:cubicBezTo>
                <a:cubicBezTo>
                  <a:pt x="23678" y="5009"/>
                  <a:pt x="23571" y="4671"/>
                  <a:pt x="23571" y="4341"/>
                </a:cubicBezTo>
                <a:lnTo>
                  <a:pt x="23571" y="5338"/>
                </a:lnTo>
                <a:cubicBezTo>
                  <a:pt x="23456" y="5560"/>
                  <a:pt x="23349" y="5898"/>
                  <a:pt x="23233" y="6227"/>
                </a:cubicBezTo>
                <a:cubicBezTo>
                  <a:pt x="23011" y="6787"/>
                  <a:pt x="22682" y="7339"/>
                  <a:pt x="22121" y="7784"/>
                </a:cubicBezTo>
                <a:cubicBezTo>
                  <a:pt x="21899" y="8006"/>
                  <a:pt x="21677" y="8122"/>
                  <a:pt x="21348" y="8344"/>
                </a:cubicBezTo>
                <a:cubicBezTo>
                  <a:pt x="21232" y="8344"/>
                  <a:pt x="21125" y="8451"/>
                  <a:pt x="21010" y="8451"/>
                </a:cubicBezTo>
                <a:cubicBezTo>
                  <a:pt x="20787" y="8566"/>
                  <a:pt x="20680" y="8566"/>
                  <a:pt x="20458" y="8566"/>
                </a:cubicBezTo>
                <a:cubicBezTo>
                  <a:pt x="20342" y="8673"/>
                  <a:pt x="20236" y="8673"/>
                  <a:pt x="20013" y="8789"/>
                </a:cubicBezTo>
                <a:lnTo>
                  <a:pt x="20013" y="7784"/>
                </a:lnTo>
                <a:cubicBezTo>
                  <a:pt x="20013" y="6565"/>
                  <a:pt x="20120" y="5338"/>
                  <a:pt x="20342" y="4226"/>
                </a:cubicBezTo>
                <a:cubicBezTo>
                  <a:pt x="20680" y="3114"/>
                  <a:pt x="21125" y="2002"/>
                  <a:pt x="21899" y="1113"/>
                </a:cubicBezTo>
                <a:lnTo>
                  <a:pt x="21677" y="1006"/>
                </a:lnTo>
                <a:cubicBezTo>
                  <a:pt x="20787" y="1780"/>
                  <a:pt x="20120" y="2892"/>
                  <a:pt x="19675" y="4003"/>
                </a:cubicBezTo>
                <a:cubicBezTo>
                  <a:pt x="19569" y="4341"/>
                  <a:pt x="19569" y="4564"/>
                  <a:pt x="19453" y="4893"/>
                </a:cubicBezTo>
                <a:cubicBezTo>
                  <a:pt x="19453" y="4893"/>
                  <a:pt x="19346" y="4893"/>
                  <a:pt x="19346" y="4786"/>
                </a:cubicBezTo>
                <a:cubicBezTo>
                  <a:pt x="19231" y="4671"/>
                  <a:pt x="19124" y="4564"/>
                  <a:pt x="19008" y="4341"/>
                </a:cubicBezTo>
                <a:cubicBezTo>
                  <a:pt x="18786" y="4003"/>
                  <a:pt x="18902" y="3452"/>
                  <a:pt x="18902" y="3007"/>
                </a:cubicBezTo>
                <a:cubicBezTo>
                  <a:pt x="19008" y="2447"/>
                  <a:pt x="19124" y="2002"/>
                  <a:pt x="19124" y="1451"/>
                </a:cubicBezTo>
                <a:cubicBezTo>
                  <a:pt x="19124" y="890"/>
                  <a:pt x="18902" y="339"/>
                  <a:pt x="185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2" name="Google Shape;1352;p23"/>
          <p:cNvSpPr/>
          <p:nvPr/>
        </p:nvSpPr>
        <p:spPr>
          <a:xfrm>
            <a:off x="1293345" y="4605750"/>
            <a:ext cx="7850761" cy="535999"/>
          </a:xfrm>
          <a:custGeom>
            <a:avLst/>
            <a:gdLst/>
            <a:ahLst/>
            <a:cxnLst/>
            <a:rect l="l" t="t" r="r" b="b"/>
            <a:pathLst>
              <a:path w="285742" h="49028" extrusionOk="0">
                <a:moveTo>
                  <a:pt x="285741" y="0"/>
                </a:moveTo>
                <a:cubicBezTo>
                  <a:pt x="271732" y="1779"/>
                  <a:pt x="253276" y="5559"/>
                  <a:pt x="229820" y="13004"/>
                </a:cubicBezTo>
                <a:cubicBezTo>
                  <a:pt x="174541" y="30372"/>
                  <a:pt x="125139" y="32997"/>
                  <a:pt x="88077" y="32997"/>
                </a:cubicBezTo>
                <a:cubicBezTo>
                  <a:pt x="81010" y="32997"/>
                  <a:pt x="74392" y="32902"/>
                  <a:pt x="68267" y="32795"/>
                </a:cubicBezTo>
                <a:cubicBezTo>
                  <a:pt x="67584" y="32781"/>
                  <a:pt x="66901" y="32774"/>
                  <a:pt x="66218" y="32774"/>
                </a:cubicBezTo>
                <a:cubicBezTo>
                  <a:pt x="39336" y="32774"/>
                  <a:pt x="12795" y="43172"/>
                  <a:pt x="0" y="49027"/>
                </a:cubicBezTo>
                <a:lnTo>
                  <a:pt x="285741" y="49027"/>
                </a:lnTo>
                <a:lnTo>
                  <a:pt x="28574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3" name="Google Shape;1353;p23"/>
          <p:cNvSpPr/>
          <p:nvPr/>
        </p:nvSpPr>
        <p:spPr>
          <a:xfrm>
            <a:off x="0" y="4604000"/>
            <a:ext cx="5472440" cy="539493"/>
          </a:xfrm>
          <a:custGeom>
            <a:avLst/>
            <a:gdLst/>
            <a:ahLst/>
            <a:cxnLst/>
            <a:rect l="l" t="t" r="r" b="b"/>
            <a:pathLst>
              <a:path w="71596" h="16017" extrusionOk="0">
                <a:moveTo>
                  <a:pt x="19034" y="0"/>
                </a:moveTo>
                <a:cubicBezTo>
                  <a:pt x="16196" y="0"/>
                  <a:pt x="12934" y="573"/>
                  <a:pt x="9738" y="1337"/>
                </a:cubicBezTo>
                <a:cubicBezTo>
                  <a:pt x="6370" y="2127"/>
                  <a:pt x="2218" y="2700"/>
                  <a:pt x="1" y="2986"/>
                </a:cubicBezTo>
                <a:lnTo>
                  <a:pt x="1" y="16017"/>
                </a:lnTo>
                <a:lnTo>
                  <a:pt x="71596" y="16017"/>
                </a:lnTo>
                <a:lnTo>
                  <a:pt x="71596" y="14012"/>
                </a:lnTo>
                <a:cubicBezTo>
                  <a:pt x="70737" y="14078"/>
                  <a:pt x="69679" y="14128"/>
                  <a:pt x="68535" y="14128"/>
                </a:cubicBezTo>
                <a:cubicBezTo>
                  <a:pt x="67200" y="14128"/>
                  <a:pt x="65750" y="14060"/>
                  <a:pt x="64362" y="13869"/>
                </a:cubicBezTo>
                <a:cubicBezTo>
                  <a:pt x="60141" y="13365"/>
                  <a:pt x="54413" y="9355"/>
                  <a:pt x="51904" y="8353"/>
                </a:cubicBezTo>
                <a:cubicBezTo>
                  <a:pt x="49470" y="7282"/>
                  <a:pt x="44459" y="6423"/>
                  <a:pt x="41956" y="4630"/>
                </a:cubicBezTo>
                <a:cubicBezTo>
                  <a:pt x="39447" y="2912"/>
                  <a:pt x="37156" y="2414"/>
                  <a:pt x="34006" y="2414"/>
                </a:cubicBezTo>
                <a:cubicBezTo>
                  <a:pt x="30930" y="2414"/>
                  <a:pt x="26348" y="1554"/>
                  <a:pt x="22911" y="478"/>
                </a:cubicBezTo>
                <a:cubicBezTo>
                  <a:pt x="21766" y="144"/>
                  <a:pt x="20453" y="0"/>
                  <a:pt x="190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23"/>
          <p:cNvSpPr/>
          <p:nvPr/>
        </p:nvSpPr>
        <p:spPr>
          <a:xfrm rot="-700499">
            <a:off x="133165" y="298079"/>
            <a:ext cx="975827" cy="386721"/>
          </a:xfrm>
          <a:custGeom>
            <a:avLst/>
            <a:gdLst/>
            <a:ahLst/>
            <a:cxnLst/>
            <a:rect l="l" t="t" r="r" b="b"/>
            <a:pathLst>
              <a:path w="37188" h="14739" extrusionOk="0">
                <a:moveTo>
                  <a:pt x="6922" y="1"/>
                </a:moveTo>
                <a:cubicBezTo>
                  <a:pt x="4515" y="1"/>
                  <a:pt x="1" y="4385"/>
                  <a:pt x="1" y="4385"/>
                </a:cubicBezTo>
                <a:cubicBezTo>
                  <a:pt x="1" y="4385"/>
                  <a:pt x="29" y="4382"/>
                  <a:pt x="81" y="4382"/>
                </a:cubicBezTo>
                <a:cubicBezTo>
                  <a:pt x="402" y="4382"/>
                  <a:pt x="1626" y="4479"/>
                  <a:pt x="2453" y="5889"/>
                </a:cubicBezTo>
                <a:cubicBezTo>
                  <a:pt x="3401" y="7382"/>
                  <a:pt x="2856" y="8613"/>
                  <a:pt x="2856" y="8613"/>
                </a:cubicBezTo>
                <a:cubicBezTo>
                  <a:pt x="2856" y="8613"/>
                  <a:pt x="4330" y="7631"/>
                  <a:pt x="5881" y="7631"/>
                </a:cubicBezTo>
                <a:cubicBezTo>
                  <a:pt x="6331" y="7631"/>
                  <a:pt x="6787" y="7713"/>
                  <a:pt x="7216" y="7927"/>
                </a:cubicBezTo>
                <a:cubicBezTo>
                  <a:pt x="9265" y="8886"/>
                  <a:pt x="9265" y="11065"/>
                  <a:pt x="9265" y="11065"/>
                </a:cubicBezTo>
                <a:cubicBezTo>
                  <a:pt x="9265" y="11065"/>
                  <a:pt x="10148" y="10067"/>
                  <a:pt x="11613" y="10067"/>
                </a:cubicBezTo>
                <a:cubicBezTo>
                  <a:pt x="11775" y="10067"/>
                  <a:pt x="11944" y="10079"/>
                  <a:pt x="12120" y="10106"/>
                </a:cubicBezTo>
                <a:cubicBezTo>
                  <a:pt x="13897" y="10379"/>
                  <a:pt x="14572" y="12831"/>
                  <a:pt x="14572" y="12831"/>
                </a:cubicBezTo>
                <a:cubicBezTo>
                  <a:pt x="14572" y="12831"/>
                  <a:pt x="15115" y="11970"/>
                  <a:pt x="15618" y="11970"/>
                </a:cubicBezTo>
                <a:cubicBezTo>
                  <a:pt x="15681" y="11970"/>
                  <a:pt x="15743" y="11983"/>
                  <a:pt x="15804" y="12014"/>
                </a:cubicBezTo>
                <a:cubicBezTo>
                  <a:pt x="16207" y="12155"/>
                  <a:pt x="17166" y="14193"/>
                  <a:pt x="18659" y="14738"/>
                </a:cubicBezTo>
                <a:cubicBezTo>
                  <a:pt x="20022" y="14193"/>
                  <a:pt x="20981" y="12155"/>
                  <a:pt x="21384" y="12014"/>
                </a:cubicBezTo>
                <a:cubicBezTo>
                  <a:pt x="21445" y="11983"/>
                  <a:pt x="21507" y="11970"/>
                  <a:pt x="21570" y="11970"/>
                </a:cubicBezTo>
                <a:cubicBezTo>
                  <a:pt x="22073" y="11970"/>
                  <a:pt x="22616" y="12831"/>
                  <a:pt x="22616" y="12831"/>
                </a:cubicBezTo>
                <a:cubicBezTo>
                  <a:pt x="22616" y="12831"/>
                  <a:pt x="23291" y="10379"/>
                  <a:pt x="25068" y="10106"/>
                </a:cubicBezTo>
                <a:cubicBezTo>
                  <a:pt x="25244" y="10079"/>
                  <a:pt x="25413" y="10067"/>
                  <a:pt x="25575" y="10067"/>
                </a:cubicBezTo>
                <a:cubicBezTo>
                  <a:pt x="27040" y="10067"/>
                  <a:pt x="27923" y="11065"/>
                  <a:pt x="27923" y="11065"/>
                </a:cubicBezTo>
                <a:cubicBezTo>
                  <a:pt x="27923" y="11065"/>
                  <a:pt x="27923" y="8886"/>
                  <a:pt x="29972" y="7927"/>
                </a:cubicBezTo>
                <a:cubicBezTo>
                  <a:pt x="30401" y="7713"/>
                  <a:pt x="30857" y="7631"/>
                  <a:pt x="31307" y="7631"/>
                </a:cubicBezTo>
                <a:cubicBezTo>
                  <a:pt x="32858" y="7631"/>
                  <a:pt x="34332" y="8613"/>
                  <a:pt x="34332" y="8613"/>
                </a:cubicBezTo>
                <a:cubicBezTo>
                  <a:pt x="34332" y="8613"/>
                  <a:pt x="33787" y="7382"/>
                  <a:pt x="34735" y="5889"/>
                </a:cubicBezTo>
                <a:cubicBezTo>
                  <a:pt x="35562" y="4479"/>
                  <a:pt x="36785" y="4382"/>
                  <a:pt x="37107" y="4382"/>
                </a:cubicBezTo>
                <a:cubicBezTo>
                  <a:pt x="37159" y="4382"/>
                  <a:pt x="37187" y="4385"/>
                  <a:pt x="37187" y="4385"/>
                </a:cubicBezTo>
                <a:cubicBezTo>
                  <a:pt x="37187" y="4385"/>
                  <a:pt x="32673" y="1"/>
                  <a:pt x="30266" y="1"/>
                </a:cubicBezTo>
                <a:cubicBezTo>
                  <a:pt x="30164" y="1"/>
                  <a:pt x="30066" y="9"/>
                  <a:pt x="29972" y="25"/>
                </a:cubicBezTo>
                <a:cubicBezTo>
                  <a:pt x="27520" y="439"/>
                  <a:pt x="25068" y="3709"/>
                  <a:pt x="23291" y="5202"/>
                </a:cubicBezTo>
                <a:cubicBezTo>
                  <a:pt x="21995" y="6306"/>
                  <a:pt x="21063" y="6453"/>
                  <a:pt x="20659" y="6453"/>
                </a:cubicBezTo>
                <a:cubicBezTo>
                  <a:pt x="20513" y="6453"/>
                  <a:pt x="20436" y="6433"/>
                  <a:pt x="20436" y="6433"/>
                </a:cubicBezTo>
                <a:cubicBezTo>
                  <a:pt x="20436" y="6433"/>
                  <a:pt x="21929" y="3840"/>
                  <a:pt x="21253" y="3022"/>
                </a:cubicBezTo>
                <a:lnTo>
                  <a:pt x="21253" y="3022"/>
                </a:lnTo>
                <a:cubicBezTo>
                  <a:pt x="20436" y="3436"/>
                  <a:pt x="19749" y="4657"/>
                  <a:pt x="19749" y="4657"/>
                </a:cubicBezTo>
                <a:cubicBezTo>
                  <a:pt x="19379" y="4508"/>
                  <a:pt x="18967" y="4401"/>
                  <a:pt x="18536" y="4401"/>
                </a:cubicBezTo>
                <a:cubicBezTo>
                  <a:pt x="18179" y="4401"/>
                  <a:pt x="17809" y="4474"/>
                  <a:pt x="17439" y="4657"/>
                </a:cubicBezTo>
                <a:cubicBezTo>
                  <a:pt x="17439" y="4657"/>
                  <a:pt x="16752" y="3436"/>
                  <a:pt x="15935" y="3022"/>
                </a:cubicBezTo>
                <a:lnTo>
                  <a:pt x="15935" y="3022"/>
                </a:lnTo>
                <a:cubicBezTo>
                  <a:pt x="15259" y="3840"/>
                  <a:pt x="16752" y="6433"/>
                  <a:pt x="16752" y="6433"/>
                </a:cubicBezTo>
                <a:cubicBezTo>
                  <a:pt x="16752" y="6433"/>
                  <a:pt x="16675" y="6453"/>
                  <a:pt x="16529" y="6453"/>
                </a:cubicBezTo>
                <a:cubicBezTo>
                  <a:pt x="16125" y="6453"/>
                  <a:pt x="15193" y="6306"/>
                  <a:pt x="13897" y="5202"/>
                </a:cubicBezTo>
                <a:cubicBezTo>
                  <a:pt x="12120" y="3709"/>
                  <a:pt x="9668" y="439"/>
                  <a:pt x="7216" y="25"/>
                </a:cubicBezTo>
                <a:cubicBezTo>
                  <a:pt x="7122" y="9"/>
                  <a:pt x="7024" y="1"/>
                  <a:pt x="69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23"/>
          <p:cNvSpPr/>
          <p:nvPr/>
        </p:nvSpPr>
        <p:spPr>
          <a:xfrm rot="-165714">
            <a:off x="8179401" y="215322"/>
            <a:ext cx="502752" cy="236671"/>
          </a:xfrm>
          <a:custGeom>
            <a:avLst/>
            <a:gdLst/>
            <a:ahLst/>
            <a:cxnLst/>
            <a:rect l="l" t="t" r="r" b="b"/>
            <a:pathLst>
              <a:path w="20839" h="9810" extrusionOk="0">
                <a:moveTo>
                  <a:pt x="12937" y="4905"/>
                </a:moveTo>
                <a:lnTo>
                  <a:pt x="12937" y="4905"/>
                </a:lnTo>
                <a:cubicBezTo>
                  <a:pt x="12937" y="4924"/>
                  <a:pt x="12944" y="4944"/>
                  <a:pt x="12957" y="4967"/>
                </a:cubicBezTo>
                <a:lnTo>
                  <a:pt x="12957" y="4967"/>
                </a:lnTo>
                <a:cubicBezTo>
                  <a:pt x="12951" y="4946"/>
                  <a:pt x="12944" y="4925"/>
                  <a:pt x="12937" y="4905"/>
                </a:cubicBezTo>
                <a:close/>
                <a:moveTo>
                  <a:pt x="20839" y="1"/>
                </a:moveTo>
                <a:lnTo>
                  <a:pt x="19346" y="3815"/>
                </a:lnTo>
                <a:cubicBezTo>
                  <a:pt x="19346" y="3815"/>
                  <a:pt x="18256" y="4633"/>
                  <a:pt x="17842" y="5047"/>
                </a:cubicBezTo>
                <a:cubicBezTo>
                  <a:pt x="17569" y="5319"/>
                  <a:pt x="16348" y="5723"/>
                  <a:pt x="15662" y="5995"/>
                </a:cubicBezTo>
                <a:cubicBezTo>
                  <a:pt x="15531" y="5995"/>
                  <a:pt x="15531" y="5864"/>
                  <a:pt x="15531" y="5864"/>
                </a:cubicBezTo>
                <a:lnTo>
                  <a:pt x="15531" y="5592"/>
                </a:lnTo>
                <a:cubicBezTo>
                  <a:pt x="15531" y="5178"/>
                  <a:pt x="15531" y="4502"/>
                  <a:pt x="15117" y="4088"/>
                </a:cubicBezTo>
                <a:lnTo>
                  <a:pt x="15117" y="4088"/>
                </a:lnTo>
                <a:cubicBezTo>
                  <a:pt x="15259" y="4230"/>
                  <a:pt x="14986" y="4905"/>
                  <a:pt x="14986" y="5047"/>
                </a:cubicBezTo>
                <a:cubicBezTo>
                  <a:pt x="14986" y="5178"/>
                  <a:pt x="14844" y="5178"/>
                  <a:pt x="14844" y="5319"/>
                </a:cubicBezTo>
                <a:cubicBezTo>
                  <a:pt x="14765" y="5291"/>
                  <a:pt x="14691" y="5280"/>
                  <a:pt x="14620" y="5280"/>
                </a:cubicBezTo>
                <a:cubicBezTo>
                  <a:pt x="14329" y="5280"/>
                  <a:pt x="14087" y="5478"/>
                  <a:pt x="13755" y="5592"/>
                </a:cubicBezTo>
                <a:lnTo>
                  <a:pt x="13755" y="5723"/>
                </a:lnTo>
                <a:cubicBezTo>
                  <a:pt x="13624" y="5592"/>
                  <a:pt x="13482" y="5450"/>
                  <a:pt x="13482" y="5319"/>
                </a:cubicBezTo>
                <a:cubicBezTo>
                  <a:pt x="13368" y="5319"/>
                  <a:pt x="13041" y="5114"/>
                  <a:pt x="12957" y="4967"/>
                </a:cubicBezTo>
                <a:lnTo>
                  <a:pt x="12957" y="4967"/>
                </a:lnTo>
                <a:cubicBezTo>
                  <a:pt x="13079" y="5372"/>
                  <a:pt x="13079" y="5884"/>
                  <a:pt x="13079" y="6268"/>
                </a:cubicBezTo>
                <a:lnTo>
                  <a:pt x="13210" y="6268"/>
                </a:lnTo>
                <a:cubicBezTo>
                  <a:pt x="12937" y="6540"/>
                  <a:pt x="12806" y="6682"/>
                  <a:pt x="12665" y="6954"/>
                </a:cubicBezTo>
                <a:cubicBezTo>
                  <a:pt x="12537" y="6985"/>
                  <a:pt x="12388" y="7001"/>
                  <a:pt x="12221" y="7001"/>
                </a:cubicBezTo>
                <a:cubicBezTo>
                  <a:pt x="11675" y="7001"/>
                  <a:pt x="10947" y="6827"/>
                  <a:pt x="10212" y="6409"/>
                </a:cubicBezTo>
                <a:cubicBezTo>
                  <a:pt x="8578" y="5319"/>
                  <a:pt x="8305" y="4774"/>
                  <a:pt x="8305" y="4774"/>
                </a:cubicBezTo>
                <a:cubicBezTo>
                  <a:pt x="8305" y="4774"/>
                  <a:pt x="7760" y="4774"/>
                  <a:pt x="6943" y="4360"/>
                </a:cubicBezTo>
                <a:cubicBezTo>
                  <a:pt x="6125" y="3815"/>
                  <a:pt x="3673" y="2453"/>
                  <a:pt x="3673" y="2453"/>
                </a:cubicBezTo>
                <a:cubicBezTo>
                  <a:pt x="3673" y="2453"/>
                  <a:pt x="2672" y="2167"/>
                  <a:pt x="1809" y="2167"/>
                </a:cubicBezTo>
                <a:cubicBezTo>
                  <a:pt x="1481" y="2167"/>
                  <a:pt x="1174" y="2208"/>
                  <a:pt x="949" y="2322"/>
                </a:cubicBezTo>
                <a:cubicBezTo>
                  <a:pt x="0" y="2725"/>
                  <a:pt x="0" y="2998"/>
                  <a:pt x="0" y="2998"/>
                </a:cubicBezTo>
                <a:cubicBezTo>
                  <a:pt x="0" y="2998"/>
                  <a:pt x="273" y="2862"/>
                  <a:pt x="630" y="2862"/>
                </a:cubicBezTo>
                <a:cubicBezTo>
                  <a:pt x="987" y="2862"/>
                  <a:pt x="1428" y="2998"/>
                  <a:pt x="1766" y="3543"/>
                </a:cubicBezTo>
                <a:cubicBezTo>
                  <a:pt x="2453" y="4774"/>
                  <a:pt x="2725" y="6137"/>
                  <a:pt x="2725" y="6137"/>
                </a:cubicBezTo>
                <a:cubicBezTo>
                  <a:pt x="2725" y="6137"/>
                  <a:pt x="3542" y="6137"/>
                  <a:pt x="4632" y="7085"/>
                </a:cubicBezTo>
                <a:cubicBezTo>
                  <a:pt x="5581" y="8175"/>
                  <a:pt x="5722" y="8720"/>
                  <a:pt x="5722" y="8720"/>
                </a:cubicBezTo>
                <a:cubicBezTo>
                  <a:pt x="5722" y="8720"/>
                  <a:pt x="5891" y="8699"/>
                  <a:pt x="6179" y="8699"/>
                </a:cubicBezTo>
                <a:cubicBezTo>
                  <a:pt x="6622" y="8699"/>
                  <a:pt x="7348" y="8748"/>
                  <a:pt x="8174" y="8992"/>
                </a:cubicBezTo>
                <a:cubicBezTo>
                  <a:pt x="9537" y="9406"/>
                  <a:pt x="9668" y="9810"/>
                  <a:pt x="9668" y="9810"/>
                </a:cubicBezTo>
                <a:cubicBezTo>
                  <a:pt x="9668" y="9810"/>
                  <a:pt x="10485" y="9406"/>
                  <a:pt x="11575" y="8992"/>
                </a:cubicBezTo>
                <a:cubicBezTo>
                  <a:pt x="11847" y="8861"/>
                  <a:pt x="12261" y="8720"/>
                  <a:pt x="12534" y="8589"/>
                </a:cubicBezTo>
                <a:cubicBezTo>
                  <a:pt x="12665" y="8720"/>
                  <a:pt x="12806" y="8720"/>
                  <a:pt x="12806" y="8720"/>
                </a:cubicBezTo>
                <a:cubicBezTo>
                  <a:pt x="13008" y="8791"/>
                  <a:pt x="13177" y="8826"/>
                  <a:pt x="13347" y="8826"/>
                </a:cubicBezTo>
                <a:cubicBezTo>
                  <a:pt x="13518" y="8826"/>
                  <a:pt x="13689" y="8791"/>
                  <a:pt x="13896" y="8720"/>
                </a:cubicBezTo>
                <a:cubicBezTo>
                  <a:pt x="14441" y="8589"/>
                  <a:pt x="14986" y="8175"/>
                  <a:pt x="15259" y="7499"/>
                </a:cubicBezTo>
                <a:cubicBezTo>
                  <a:pt x="16348" y="6954"/>
                  <a:pt x="17711" y="5864"/>
                  <a:pt x="17711" y="5864"/>
                </a:cubicBezTo>
                <a:cubicBezTo>
                  <a:pt x="17711" y="5864"/>
                  <a:pt x="19204" y="4774"/>
                  <a:pt x="19749" y="3957"/>
                </a:cubicBezTo>
                <a:cubicBezTo>
                  <a:pt x="20435" y="2998"/>
                  <a:pt x="20839" y="1"/>
                  <a:pt x="208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6" name="Google Shape;1356;p23"/>
          <p:cNvSpPr/>
          <p:nvPr/>
        </p:nvSpPr>
        <p:spPr>
          <a:xfrm rot="1077675">
            <a:off x="147025" y="801741"/>
            <a:ext cx="433837" cy="171911"/>
          </a:xfrm>
          <a:custGeom>
            <a:avLst/>
            <a:gdLst/>
            <a:ahLst/>
            <a:cxnLst/>
            <a:rect l="l" t="t" r="r" b="b"/>
            <a:pathLst>
              <a:path w="37188" h="14739" extrusionOk="0">
                <a:moveTo>
                  <a:pt x="6922" y="1"/>
                </a:moveTo>
                <a:cubicBezTo>
                  <a:pt x="4515" y="1"/>
                  <a:pt x="1" y="4385"/>
                  <a:pt x="1" y="4385"/>
                </a:cubicBezTo>
                <a:cubicBezTo>
                  <a:pt x="1" y="4385"/>
                  <a:pt x="29" y="4382"/>
                  <a:pt x="81" y="4382"/>
                </a:cubicBezTo>
                <a:cubicBezTo>
                  <a:pt x="402" y="4382"/>
                  <a:pt x="1626" y="4479"/>
                  <a:pt x="2453" y="5889"/>
                </a:cubicBezTo>
                <a:cubicBezTo>
                  <a:pt x="3401" y="7382"/>
                  <a:pt x="2856" y="8613"/>
                  <a:pt x="2856" y="8613"/>
                </a:cubicBezTo>
                <a:cubicBezTo>
                  <a:pt x="2856" y="8613"/>
                  <a:pt x="4330" y="7631"/>
                  <a:pt x="5881" y="7631"/>
                </a:cubicBezTo>
                <a:cubicBezTo>
                  <a:pt x="6331" y="7631"/>
                  <a:pt x="6787" y="7713"/>
                  <a:pt x="7216" y="7927"/>
                </a:cubicBezTo>
                <a:cubicBezTo>
                  <a:pt x="9265" y="8886"/>
                  <a:pt x="9265" y="11065"/>
                  <a:pt x="9265" y="11065"/>
                </a:cubicBezTo>
                <a:cubicBezTo>
                  <a:pt x="9265" y="11065"/>
                  <a:pt x="10148" y="10067"/>
                  <a:pt x="11613" y="10067"/>
                </a:cubicBezTo>
                <a:cubicBezTo>
                  <a:pt x="11775" y="10067"/>
                  <a:pt x="11944" y="10079"/>
                  <a:pt x="12120" y="10106"/>
                </a:cubicBezTo>
                <a:cubicBezTo>
                  <a:pt x="13897" y="10379"/>
                  <a:pt x="14572" y="12831"/>
                  <a:pt x="14572" y="12831"/>
                </a:cubicBezTo>
                <a:cubicBezTo>
                  <a:pt x="14572" y="12831"/>
                  <a:pt x="15115" y="11970"/>
                  <a:pt x="15618" y="11970"/>
                </a:cubicBezTo>
                <a:cubicBezTo>
                  <a:pt x="15681" y="11970"/>
                  <a:pt x="15743" y="11983"/>
                  <a:pt x="15804" y="12014"/>
                </a:cubicBezTo>
                <a:cubicBezTo>
                  <a:pt x="16207" y="12155"/>
                  <a:pt x="17166" y="14193"/>
                  <a:pt x="18659" y="14738"/>
                </a:cubicBezTo>
                <a:cubicBezTo>
                  <a:pt x="20022" y="14193"/>
                  <a:pt x="20981" y="12155"/>
                  <a:pt x="21384" y="12014"/>
                </a:cubicBezTo>
                <a:cubicBezTo>
                  <a:pt x="21445" y="11983"/>
                  <a:pt x="21507" y="11970"/>
                  <a:pt x="21570" y="11970"/>
                </a:cubicBezTo>
                <a:cubicBezTo>
                  <a:pt x="22073" y="11970"/>
                  <a:pt x="22616" y="12831"/>
                  <a:pt x="22616" y="12831"/>
                </a:cubicBezTo>
                <a:cubicBezTo>
                  <a:pt x="22616" y="12831"/>
                  <a:pt x="23291" y="10379"/>
                  <a:pt x="25068" y="10106"/>
                </a:cubicBezTo>
                <a:cubicBezTo>
                  <a:pt x="25244" y="10079"/>
                  <a:pt x="25413" y="10067"/>
                  <a:pt x="25575" y="10067"/>
                </a:cubicBezTo>
                <a:cubicBezTo>
                  <a:pt x="27040" y="10067"/>
                  <a:pt x="27923" y="11065"/>
                  <a:pt x="27923" y="11065"/>
                </a:cubicBezTo>
                <a:cubicBezTo>
                  <a:pt x="27923" y="11065"/>
                  <a:pt x="27923" y="8886"/>
                  <a:pt x="29972" y="7927"/>
                </a:cubicBezTo>
                <a:cubicBezTo>
                  <a:pt x="30401" y="7713"/>
                  <a:pt x="30857" y="7631"/>
                  <a:pt x="31307" y="7631"/>
                </a:cubicBezTo>
                <a:cubicBezTo>
                  <a:pt x="32858" y="7631"/>
                  <a:pt x="34332" y="8613"/>
                  <a:pt x="34332" y="8613"/>
                </a:cubicBezTo>
                <a:cubicBezTo>
                  <a:pt x="34332" y="8613"/>
                  <a:pt x="33787" y="7382"/>
                  <a:pt x="34735" y="5889"/>
                </a:cubicBezTo>
                <a:cubicBezTo>
                  <a:pt x="35562" y="4479"/>
                  <a:pt x="36785" y="4382"/>
                  <a:pt x="37107" y="4382"/>
                </a:cubicBezTo>
                <a:cubicBezTo>
                  <a:pt x="37159" y="4382"/>
                  <a:pt x="37187" y="4385"/>
                  <a:pt x="37187" y="4385"/>
                </a:cubicBezTo>
                <a:cubicBezTo>
                  <a:pt x="37187" y="4385"/>
                  <a:pt x="32673" y="1"/>
                  <a:pt x="30266" y="1"/>
                </a:cubicBezTo>
                <a:cubicBezTo>
                  <a:pt x="30164" y="1"/>
                  <a:pt x="30066" y="9"/>
                  <a:pt x="29972" y="25"/>
                </a:cubicBezTo>
                <a:cubicBezTo>
                  <a:pt x="27520" y="439"/>
                  <a:pt x="25068" y="3709"/>
                  <a:pt x="23291" y="5202"/>
                </a:cubicBezTo>
                <a:cubicBezTo>
                  <a:pt x="21995" y="6306"/>
                  <a:pt x="21063" y="6453"/>
                  <a:pt x="20659" y="6453"/>
                </a:cubicBezTo>
                <a:cubicBezTo>
                  <a:pt x="20513" y="6453"/>
                  <a:pt x="20436" y="6433"/>
                  <a:pt x="20436" y="6433"/>
                </a:cubicBezTo>
                <a:cubicBezTo>
                  <a:pt x="20436" y="6433"/>
                  <a:pt x="21929" y="3840"/>
                  <a:pt x="21253" y="3022"/>
                </a:cubicBezTo>
                <a:lnTo>
                  <a:pt x="21253" y="3022"/>
                </a:lnTo>
                <a:cubicBezTo>
                  <a:pt x="20436" y="3436"/>
                  <a:pt x="19749" y="4657"/>
                  <a:pt x="19749" y="4657"/>
                </a:cubicBezTo>
                <a:cubicBezTo>
                  <a:pt x="19379" y="4508"/>
                  <a:pt x="18967" y="4401"/>
                  <a:pt x="18536" y="4401"/>
                </a:cubicBezTo>
                <a:cubicBezTo>
                  <a:pt x="18179" y="4401"/>
                  <a:pt x="17809" y="4474"/>
                  <a:pt x="17439" y="4657"/>
                </a:cubicBezTo>
                <a:cubicBezTo>
                  <a:pt x="17439" y="4657"/>
                  <a:pt x="16752" y="3436"/>
                  <a:pt x="15935" y="3022"/>
                </a:cubicBezTo>
                <a:lnTo>
                  <a:pt x="15935" y="3022"/>
                </a:lnTo>
                <a:cubicBezTo>
                  <a:pt x="15259" y="3840"/>
                  <a:pt x="16752" y="6433"/>
                  <a:pt x="16752" y="6433"/>
                </a:cubicBezTo>
                <a:cubicBezTo>
                  <a:pt x="16752" y="6433"/>
                  <a:pt x="16675" y="6453"/>
                  <a:pt x="16529" y="6453"/>
                </a:cubicBezTo>
                <a:cubicBezTo>
                  <a:pt x="16125" y="6453"/>
                  <a:pt x="15193" y="6306"/>
                  <a:pt x="13897" y="5202"/>
                </a:cubicBezTo>
                <a:cubicBezTo>
                  <a:pt x="12120" y="3709"/>
                  <a:pt x="9668" y="439"/>
                  <a:pt x="7216" y="25"/>
                </a:cubicBezTo>
                <a:cubicBezTo>
                  <a:pt x="7122" y="9"/>
                  <a:pt x="7024" y="1"/>
                  <a:pt x="692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7000">
              <a:schemeClr val="dk2"/>
            </a:gs>
            <a:gs pos="100000">
              <a:schemeClr val="l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  <a:effectLst>
            <a:outerShdw blurRad="57150" dist="28575" dir="54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8" r:id="rId5"/>
    <p:sldLayoutId id="2147483667" r:id="rId6"/>
    <p:sldLayoutId id="2147483668" r:id="rId7"/>
    <p:sldLayoutId id="214748366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27"/>
          <p:cNvSpPr txBox="1">
            <a:spLocks noGrp="1"/>
          </p:cNvSpPr>
          <p:nvPr>
            <p:ph type="ctrTitle"/>
          </p:nvPr>
        </p:nvSpPr>
        <p:spPr>
          <a:xfrm>
            <a:off x="1610800" y="1209325"/>
            <a:ext cx="5922300" cy="19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4"/>
                </a:solidFill>
              </a:rPr>
              <a:t>Canadian Bat Phenology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1368" name="Google Shape;1368;p27"/>
          <p:cNvSpPr txBox="1">
            <a:spLocks noGrp="1"/>
          </p:cNvSpPr>
          <p:nvPr>
            <p:ph type="subTitle" idx="1"/>
          </p:nvPr>
        </p:nvSpPr>
        <p:spPr>
          <a:xfrm>
            <a:off x="1610850" y="3049313"/>
            <a:ext cx="59223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BIS 15L Winter Group 7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By: Darius Arasteh, Wenliang Weng, and Zirui(Andrew) Zheng</a:t>
            </a:r>
            <a:endParaRPr dirty="0"/>
          </a:p>
        </p:txBody>
      </p:sp>
      <p:grpSp>
        <p:nvGrpSpPr>
          <p:cNvPr id="1369" name="Google Shape;1369;p27"/>
          <p:cNvGrpSpPr/>
          <p:nvPr/>
        </p:nvGrpSpPr>
        <p:grpSpPr>
          <a:xfrm rot="1800063">
            <a:off x="6598207" y="1188140"/>
            <a:ext cx="1790946" cy="578970"/>
            <a:chOff x="2759921" y="986271"/>
            <a:chExt cx="1597969" cy="516585"/>
          </a:xfrm>
        </p:grpSpPr>
        <p:grpSp>
          <p:nvGrpSpPr>
            <p:cNvPr id="1370" name="Google Shape;1370;p27"/>
            <p:cNvGrpSpPr/>
            <p:nvPr/>
          </p:nvGrpSpPr>
          <p:grpSpPr>
            <a:xfrm>
              <a:off x="2759921" y="986271"/>
              <a:ext cx="1597969" cy="516585"/>
              <a:chOff x="2706275" y="1417700"/>
              <a:chExt cx="1597969" cy="516585"/>
            </a:xfrm>
          </p:grpSpPr>
          <p:sp>
            <p:nvSpPr>
              <p:cNvPr id="1371" name="Google Shape;1371;p27"/>
              <p:cNvSpPr/>
              <p:nvPr/>
            </p:nvSpPr>
            <p:spPr>
              <a:xfrm>
                <a:off x="3396814" y="1599828"/>
                <a:ext cx="217747" cy="289461"/>
              </a:xfrm>
              <a:custGeom>
                <a:avLst/>
                <a:gdLst/>
                <a:ahLst/>
                <a:cxnLst/>
                <a:rect l="l" t="t" r="r" b="b"/>
                <a:pathLst>
                  <a:path w="6267" h="8331" extrusionOk="0">
                    <a:moveTo>
                      <a:pt x="6266" y="1"/>
                    </a:moveTo>
                    <a:cubicBezTo>
                      <a:pt x="5314" y="76"/>
                      <a:pt x="4863" y="953"/>
                      <a:pt x="4712" y="1429"/>
                    </a:cubicBezTo>
                    <a:cubicBezTo>
                      <a:pt x="4401" y="1340"/>
                      <a:pt x="4084" y="1316"/>
                      <a:pt x="3828" y="1316"/>
                    </a:cubicBezTo>
                    <a:cubicBezTo>
                      <a:pt x="3508" y="1316"/>
                      <a:pt x="3284" y="1354"/>
                      <a:pt x="3284" y="1354"/>
                    </a:cubicBezTo>
                    <a:cubicBezTo>
                      <a:pt x="3284" y="1354"/>
                      <a:pt x="2557" y="1480"/>
                      <a:pt x="1981" y="1906"/>
                    </a:cubicBezTo>
                    <a:cubicBezTo>
                      <a:pt x="1721" y="1581"/>
                      <a:pt x="1126" y="1034"/>
                      <a:pt x="373" y="1034"/>
                    </a:cubicBezTo>
                    <a:cubicBezTo>
                      <a:pt x="253" y="1034"/>
                      <a:pt x="128" y="1048"/>
                      <a:pt x="1" y="1079"/>
                    </a:cubicBezTo>
                    <a:cubicBezTo>
                      <a:pt x="26" y="1079"/>
                      <a:pt x="427" y="1279"/>
                      <a:pt x="527" y="1805"/>
                    </a:cubicBezTo>
                    <a:cubicBezTo>
                      <a:pt x="627" y="2131"/>
                      <a:pt x="953" y="2858"/>
                      <a:pt x="1304" y="3409"/>
                    </a:cubicBezTo>
                    <a:cubicBezTo>
                      <a:pt x="1329" y="3535"/>
                      <a:pt x="2206" y="6116"/>
                      <a:pt x="2256" y="6242"/>
                    </a:cubicBezTo>
                    <a:cubicBezTo>
                      <a:pt x="2638" y="7172"/>
                      <a:pt x="3725" y="8331"/>
                      <a:pt x="4412" y="8331"/>
                    </a:cubicBezTo>
                    <a:cubicBezTo>
                      <a:pt x="4446" y="8331"/>
                      <a:pt x="4480" y="8328"/>
                      <a:pt x="4512" y="8322"/>
                    </a:cubicBezTo>
                    <a:cubicBezTo>
                      <a:pt x="5164" y="8221"/>
                      <a:pt x="5865" y="6668"/>
                      <a:pt x="5890" y="5615"/>
                    </a:cubicBezTo>
                    <a:cubicBezTo>
                      <a:pt x="5890" y="5465"/>
                      <a:pt x="5865" y="2733"/>
                      <a:pt x="5840" y="2607"/>
                    </a:cubicBezTo>
                    <a:cubicBezTo>
                      <a:pt x="5966" y="1981"/>
                      <a:pt x="6066" y="1204"/>
                      <a:pt x="6016" y="853"/>
                    </a:cubicBezTo>
                    <a:cubicBezTo>
                      <a:pt x="5966" y="327"/>
                      <a:pt x="6266" y="1"/>
                      <a:pt x="626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7"/>
              <p:cNvSpPr/>
              <p:nvPr/>
            </p:nvSpPr>
            <p:spPr>
              <a:xfrm>
                <a:off x="2706275" y="1558031"/>
                <a:ext cx="793089" cy="376254"/>
              </a:xfrm>
              <a:custGeom>
                <a:avLst/>
                <a:gdLst/>
                <a:ahLst/>
                <a:cxnLst/>
                <a:rect l="l" t="t" r="r" b="b"/>
                <a:pathLst>
                  <a:path w="22826" h="10829" extrusionOk="0">
                    <a:moveTo>
                      <a:pt x="14663" y="1"/>
                    </a:moveTo>
                    <a:cubicBezTo>
                      <a:pt x="14663" y="1"/>
                      <a:pt x="14663" y="1"/>
                      <a:pt x="14663" y="1"/>
                    </a:cubicBezTo>
                    <a:lnTo>
                      <a:pt x="14663" y="1"/>
                    </a:lnTo>
                    <a:cubicBezTo>
                      <a:pt x="14663" y="1"/>
                      <a:pt x="14663" y="1"/>
                      <a:pt x="14663" y="1"/>
                    </a:cubicBezTo>
                    <a:close/>
                    <a:moveTo>
                      <a:pt x="142" y="5494"/>
                    </a:moveTo>
                    <a:lnTo>
                      <a:pt x="142" y="5494"/>
                    </a:lnTo>
                    <a:cubicBezTo>
                      <a:pt x="92" y="5532"/>
                      <a:pt x="45" y="5572"/>
                      <a:pt x="1" y="5615"/>
                    </a:cubicBezTo>
                    <a:cubicBezTo>
                      <a:pt x="18" y="5609"/>
                      <a:pt x="65" y="5566"/>
                      <a:pt x="142" y="5494"/>
                    </a:cubicBezTo>
                    <a:close/>
                    <a:moveTo>
                      <a:pt x="22762" y="10652"/>
                    </a:moveTo>
                    <a:lnTo>
                      <a:pt x="22762" y="10652"/>
                    </a:lnTo>
                    <a:cubicBezTo>
                      <a:pt x="22777" y="10685"/>
                      <a:pt x="22792" y="10719"/>
                      <a:pt x="22808" y="10753"/>
                    </a:cubicBezTo>
                    <a:cubicBezTo>
                      <a:pt x="22825" y="10747"/>
                      <a:pt x="22807" y="10710"/>
                      <a:pt x="22762" y="10652"/>
                    </a:cubicBezTo>
                    <a:close/>
                    <a:moveTo>
                      <a:pt x="14663" y="1"/>
                    </a:moveTo>
                    <a:lnTo>
                      <a:pt x="14663" y="1"/>
                    </a:lnTo>
                    <a:cubicBezTo>
                      <a:pt x="5587" y="231"/>
                      <a:pt x="998" y="4694"/>
                      <a:pt x="142" y="5494"/>
                    </a:cubicBezTo>
                    <a:lnTo>
                      <a:pt x="142" y="5494"/>
                    </a:lnTo>
                    <a:cubicBezTo>
                      <a:pt x="639" y="5117"/>
                      <a:pt x="1442" y="4960"/>
                      <a:pt x="2355" y="4960"/>
                    </a:cubicBezTo>
                    <a:cubicBezTo>
                      <a:pt x="3410" y="4960"/>
                      <a:pt x="4613" y="5169"/>
                      <a:pt x="5665" y="5490"/>
                    </a:cubicBezTo>
                    <a:cubicBezTo>
                      <a:pt x="7744" y="6084"/>
                      <a:pt x="9261" y="7069"/>
                      <a:pt x="9371" y="7069"/>
                    </a:cubicBezTo>
                    <a:cubicBezTo>
                      <a:pt x="9372" y="7069"/>
                      <a:pt x="9373" y="7069"/>
                      <a:pt x="9374" y="7069"/>
                    </a:cubicBezTo>
                    <a:cubicBezTo>
                      <a:pt x="8903" y="6126"/>
                      <a:pt x="9383" y="5751"/>
                      <a:pt x="10245" y="5751"/>
                    </a:cubicBezTo>
                    <a:cubicBezTo>
                      <a:pt x="11033" y="5751"/>
                      <a:pt x="12141" y="6064"/>
                      <a:pt x="13134" y="6542"/>
                    </a:cubicBezTo>
                    <a:cubicBezTo>
                      <a:pt x="15307" y="7506"/>
                      <a:pt x="16994" y="9175"/>
                      <a:pt x="17139" y="9175"/>
                    </a:cubicBezTo>
                    <a:cubicBezTo>
                      <a:pt x="17141" y="9175"/>
                      <a:pt x="17142" y="9175"/>
                      <a:pt x="17144" y="9174"/>
                    </a:cubicBezTo>
                    <a:cubicBezTo>
                      <a:pt x="16855" y="8334"/>
                      <a:pt x="17089" y="8010"/>
                      <a:pt x="17538" y="8010"/>
                    </a:cubicBezTo>
                    <a:cubicBezTo>
                      <a:pt x="17948" y="8010"/>
                      <a:pt x="18536" y="8278"/>
                      <a:pt x="19074" y="8673"/>
                    </a:cubicBezTo>
                    <a:cubicBezTo>
                      <a:pt x="20241" y="9492"/>
                      <a:pt x="21162" y="10828"/>
                      <a:pt x="21203" y="10828"/>
                    </a:cubicBezTo>
                    <a:cubicBezTo>
                      <a:pt x="21203" y="10828"/>
                      <a:pt x="21204" y="10828"/>
                      <a:pt x="21204" y="10828"/>
                    </a:cubicBezTo>
                    <a:cubicBezTo>
                      <a:pt x="20937" y="9950"/>
                      <a:pt x="21061" y="9660"/>
                      <a:pt x="21331" y="9660"/>
                    </a:cubicBezTo>
                    <a:cubicBezTo>
                      <a:pt x="21758" y="9660"/>
                      <a:pt x="22553" y="10381"/>
                      <a:pt x="22762" y="10652"/>
                    </a:cubicBezTo>
                    <a:lnTo>
                      <a:pt x="22762" y="10652"/>
                    </a:lnTo>
                    <a:cubicBezTo>
                      <a:pt x="22065" y="9078"/>
                      <a:pt x="22285" y="8005"/>
                      <a:pt x="22457" y="7269"/>
                    </a:cubicBezTo>
                    <a:cubicBezTo>
                      <a:pt x="22432" y="7194"/>
                      <a:pt x="22382" y="7119"/>
                      <a:pt x="22357" y="7043"/>
                    </a:cubicBezTo>
                    <a:cubicBezTo>
                      <a:pt x="21881" y="5840"/>
                      <a:pt x="21329" y="4612"/>
                      <a:pt x="20953" y="3635"/>
                    </a:cubicBezTo>
                    <a:cubicBezTo>
                      <a:pt x="17671" y="2758"/>
                      <a:pt x="14639" y="2"/>
                      <a:pt x="146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7"/>
              <p:cNvSpPr/>
              <p:nvPr/>
            </p:nvSpPr>
            <p:spPr>
              <a:xfrm>
                <a:off x="3589261" y="1417700"/>
                <a:ext cx="714983" cy="493066"/>
              </a:xfrm>
              <a:custGeom>
                <a:avLst/>
                <a:gdLst/>
                <a:ahLst/>
                <a:cxnLst/>
                <a:rect l="l" t="t" r="r" b="b"/>
                <a:pathLst>
                  <a:path w="20578" h="14191" extrusionOk="0">
                    <a:moveTo>
                      <a:pt x="20402" y="1544"/>
                    </a:moveTo>
                    <a:cubicBezTo>
                      <a:pt x="20500" y="1585"/>
                      <a:pt x="20558" y="1609"/>
                      <a:pt x="20577" y="1609"/>
                    </a:cubicBezTo>
                    <a:cubicBezTo>
                      <a:pt x="20521" y="1584"/>
                      <a:pt x="20463" y="1563"/>
                      <a:pt x="20402" y="1544"/>
                    </a:cubicBezTo>
                    <a:close/>
                    <a:moveTo>
                      <a:pt x="12648" y="1"/>
                    </a:moveTo>
                    <a:cubicBezTo>
                      <a:pt x="10436" y="1"/>
                      <a:pt x="7823" y="335"/>
                      <a:pt x="4888" y="1308"/>
                    </a:cubicBezTo>
                    <a:cubicBezTo>
                      <a:pt x="4888" y="1308"/>
                      <a:pt x="2958" y="4917"/>
                      <a:pt x="176" y="6847"/>
                    </a:cubicBezTo>
                    <a:cubicBezTo>
                      <a:pt x="151" y="7900"/>
                      <a:pt x="51" y="9253"/>
                      <a:pt x="1" y="10531"/>
                    </a:cubicBezTo>
                    <a:cubicBezTo>
                      <a:pt x="1" y="10631"/>
                      <a:pt x="1" y="10707"/>
                      <a:pt x="1" y="10807"/>
                    </a:cubicBezTo>
                    <a:cubicBezTo>
                      <a:pt x="418" y="11421"/>
                      <a:pt x="981" y="12373"/>
                      <a:pt x="837" y="14087"/>
                    </a:cubicBezTo>
                    <a:lnTo>
                      <a:pt x="837" y="14087"/>
                    </a:lnTo>
                    <a:cubicBezTo>
                      <a:pt x="952" y="13741"/>
                      <a:pt x="1548" y="12645"/>
                      <a:pt x="1967" y="12645"/>
                    </a:cubicBezTo>
                    <a:cubicBezTo>
                      <a:pt x="2178" y="12645"/>
                      <a:pt x="2344" y="12923"/>
                      <a:pt x="2382" y="13714"/>
                    </a:cubicBezTo>
                    <a:cubicBezTo>
                      <a:pt x="2432" y="13714"/>
                      <a:pt x="2833" y="12135"/>
                      <a:pt x="3660" y="10982"/>
                    </a:cubicBezTo>
                    <a:cubicBezTo>
                      <a:pt x="4108" y="10303"/>
                      <a:pt x="4689" y="9774"/>
                      <a:pt x="5105" y="9774"/>
                    </a:cubicBezTo>
                    <a:cubicBezTo>
                      <a:pt x="5412" y="9774"/>
                      <a:pt x="5629" y="10060"/>
                      <a:pt x="5640" y="10782"/>
                    </a:cubicBezTo>
                    <a:cubicBezTo>
                      <a:pt x="5640" y="10782"/>
                      <a:pt x="5641" y="10782"/>
                      <a:pt x="5641" y="10782"/>
                    </a:cubicBezTo>
                    <a:cubicBezTo>
                      <a:pt x="5752" y="10782"/>
                      <a:pt x="6777" y="8592"/>
                      <a:pt x="8522" y="6947"/>
                    </a:cubicBezTo>
                    <a:cubicBezTo>
                      <a:pt x="9520" y="5918"/>
                      <a:pt x="10809" y="5093"/>
                      <a:pt x="11580" y="5093"/>
                    </a:cubicBezTo>
                    <a:cubicBezTo>
                      <a:pt x="12048" y="5093"/>
                      <a:pt x="12326" y="5397"/>
                      <a:pt x="12231" y="6145"/>
                    </a:cubicBezTo>
                    <a:cubicBezTo>
                      <a:pt x="12232" y="6145"/>
                      <a:pt x="12233" y="6145"/>
                      <a:pt x="12234" y="6145"/>
                    </a:cubicBezTo>
                    <a:cubicBezTo>
                      <a:pt x="12350" y="6145"/>
                      <a:pt x="13424" y="4681"/>
                      <a:pt x="15189" y="3438"/>
                    </a:cubicBezTo>
                    <a:cubicBezTo>
                      <a:pt x="16600" y="2375"/>
                      <a:pt x="18462" y="1461"/>
                      <a:pt x="19781" y="1461"/>
                    </a:cubicBezTo>
                    <a:cubicBezTo>
                      <a:pt x="20005" y="1461"/>
                      <a:pt x="20214" y="1488"/>
                      <a:pt x="20402" y="1544"/>
                    </a:cubicBezTo>
                    <a:lnTo>
                      <a:pt x="20402" y="1544"/>
                    </a:lnTo>
                    <a:cubicBezTo>
                      <a:pt x="19691" y="1245"/>
                      <a:pt x="16916" y="1"/>
                      <a:pt x="12648" y="1"/>
                    </a:cubicBezTo>
                    <a:close/>
                    <a:moveTo>
                      <a:pt x="837" y="14087"/>
                    </a:moveTo>
                    <a:cubicBezTo>
                      <a:pt x="816" y="14152"/>
                      <a:pt x="811" y="14190"/>
                      <a:pt x="828" y="14190"/>
                    </a:cubicBezTo>
                    <a:cubicBezTo>
                      <a:pt x="831" y="14156"/>
                      <a:pt x="834" y="14121"/>
                      <a:pt x="837" y="1408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74" name="Google Shape;1374;p27"/>
            <p:cNvGrpSpPr/>
            <p:nvPr/>
          </p:nvGrpSpPr>
          <p:grpSpPr>
            <a:xfrm>
              <a:off x="3518934" y="1237549"/>
              <a:ext cx="114969" cy="62784"/>
              <a:chOff x="3467344" y="1694749"/>
              <a:chExt cx="114969" cy="62784"/>
            </a:xfrm>
          </p:grpSpPr>
          <p:sp>
            <p:nvSpPr>
              <p:cNvPr id="1375" name="Google Shape;1375;p27"/>
              <p:cNvSpPr/>
              <p:nvPr/>
            </p:nvSpPr>
            <p:spPr>
              <a:xfrm>
                <a:off x="3545727" y="1694749"/>
                <a:ext cx="36586" cy="56634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630" extrusionOk="0">
                    <a:moveTo>
                      <a:pt x="828" y="1"/>
                    </a:moveTo>
                    <a:cubicBezTo>
                      <a:pt x="627" y="552"/>
                      <a:pt x="76" y="853"/>
                      <a:pt x="76" y="853"/>
                    </a:cubicBezTo>
                    <a:cubicBezTo>
                      <a:pt x="51" y="1103"/>
                      <a:pt x="25" y="1379"/>
                      <a:pt x="0" y="1630"/>
                    </a:cubicBezTo>
                    <a:cubicBezTo>
                      <a:pt x="1053" y="1304"/>
                      <a:pt x="828" y="1"/>
                      <a:pt x="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7"/>
              <p:cNvSpPr/>
              <p:nvPr/>
            </p:nvSpPr>
            <p:spPr>
              <a:xfrm>
                <a:off x="3467344" y="1713928"/>
                <a:ext cx="46211" cy="43605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25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18" y="1255"/>
                      <a:pt x="1268" y="1255"/>
                    </a:cubicBezTo>
                    <a:cubicBezTo>
                      <a:pt x="1288" y="1255"/>
                      <a:pt x="1308" y="1254"/>
                      <a:pt x="1329" y="1253"/>
                    </a:cubicBezTo>
                    <a:cubicBezTo>
                      <a:pt x="1204" y="1003"/>
                      <a:pt x="1104" y="777"/>
                      <a:pt x="978" y="526"/>
                    </a:cubicBezTo>
                    <a:cubicBezTo>
                      <a:pt x="978" y="526"/>
                      <a:pt x="377" y="45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7" name="Google Shape;1377;p27"/>
          <p:cNvGrpSpPr/>
          <p:nvPr/>
        </p:nvGrpSpPr>
        <p:grpSpPr>
          <a:xfrm>
            <a:off x="1201717" y="1268983"/>
            <a:ext cx="1368847" cy="864923"/>
            <a:chOff x="1201717" y="1268983"/>
            <a:chExt cx="1368847" cy="864923"/>
          </a:xfrm>
        </p:grpSpPr>
        <p:sp>
          <p:nvSpPr>
            <p:cNvPr id="1378" name="Google Shape;1378;p27"/>
            <p:cNvSpPr/>
            <p:nvPr/>
          </p:nvSpPr>
          <p:spPr>
            <a:xfrm rot="-1046606">
              <a:off x="1248174" y="1448595"/>
              <a:ext cx="1275932" cy="505700"/>
            </a:xfrm>
            <a:custGeom>
              <a:avLst/>
              <a:gdLst/>
              <a:ahLst/>
              <a:cxnLst/>
              <a:rect l="l" t="t" r="r" b="b"/>
              <a:pathLst>
                <a:path w="37188" h="14739" extrusionOk="0">
                  <a:moveTo>
                    <a:pt x="6922" y="1"/>
                  </a:moveTo>
                  <a:cubicBezTo>
                    <a:pt x="4515" y="1"/>
                    <a:pt x="1" y="4385"/>
                    <a:pt x="1" y="4385"/>
                  </a:cubicBezTo>
                  <a:cubicBezTo>
                    <a:pt x="1" y="4385"/>
                    <a:pt x="29" y="4382"/>
                    <a:pt x="81" y="4382"/>
                  </a:cubicBezTo>
                  <a:cubicBezTo>
                    <a:pt x="402" y="4382"/>
                    <a:pt x="1626" y="4479"/>
                    <a:pt x="2453" y="5889"/>
                  </a:cubicBezTo>
                  <a:cubicBezTo>
                    <a:pt x="3401" y="7382"/>
                    <a:pt x="2856" y="8613"/>
                    <a:pt x="2856" y="8613"/>
                  </a:cubicBezTo>
                  <a:cubicBezTo>
                    <a:pt x="2856" y="8613"/>
                    <a:pt x="4330" y="7631"/>
                    <a:pt x="5881" y="7631"/>
                  </a:cubicBezTo>
                  <a:cubicBezTo>
                    <a:pt x="6331" y="7631"/>
                    <a:pt x="6787" y="7713"/>
                    <a:pt x="7216" y="7927"/>
                  </a:cubicBezTo>
                  <a:cubicBezTo>
                    <a:pt x="9265" y="8886"/>
                    <a:pt x="9265" y="11065"/>
                    <a:pt x="9265" y="11065"/>
                  </a:cubicBezTo>
                  <a:cubicBezTo>
                    <a:pt x="9265" y="11065"/>
                    <a:pt x="10148" y="10067"/>
                    <a:pt x="11613" y="10067"/>
                  </a:cubicBezTo>
                  <a:cubicBezTo>
                    <a:pt x="11775" y="10067"/>
                    <a:pt x="11944" y="10079"/>
                    <a:pt x="12120" y="10106"/>
                  </a:cubicBezTo>
                  <a:cubicBezTo>
                    <a:pt x="13897" y="10379"/>
                    <a:pt x="14572" y="12831"/>
                    <a:pt x="14572" y="12831"/>
                  </a:cubicBezTo>
                  <a:cubicBezTo>
                    <a:pt x="14572" y="12831"/>
                    <a:pt x="15115" y="11970"/>
                    <a:pt x="15618" y="11970"/>
                  </a:cubicBezTo>
                  <a:cubicBezTo>
                    <a:pt x="15681" y="11970"/>
                    <a:pt x="15743" y="11983"/>
                    <a:pt x="15804" y="12014"/>
                  </a:cubicBezTo>
                  <a:cubicBezTo>
                    <a:pt x="16207" y="12155"/>
                    <a:pt x="17166" y="14193"/>
                    <a:pt x="18659" y="14738"/>
                  </a:cubicBezTo>
                  <a:cubicBezTo>
                    <a:pt x="20022" y="14193"/>
                    <a:pt x="20981" y="12155"/>
                    <a:pt x="21384" y="12014"/>
                  </a:cubicBezTo>
                  <a:cubicBezTo>
                    <a:pt x="21445" y="11983"/>
                    <a:pt x="21507" y="11970"/>
                    <a:pt x="21570" y="11970"/>
                  </a:cubicBezTo>
                  <a:cubicBezTo>
                    <a:pt x="22073" y="11970"/>
                    <a:pt x="22616" y="12831"/>
                    <a:pt x="22616" y="12831"/>
                  </a:cubicBezTo>
                  <a:cubicBezTo>
                    <a:pt x="22616" y="12831"/>
                    <a:pt x="23291" y="10379"/>
                    <a:pt x="25068" y="10106"/>
                  </a:cubicBezTo>
                  <a:cubicBezTo>
                    <a:pt x="25244" y="10079"/>
                    <a:pt x="25413" y="10067"/>
                    <a:pt x="25575" y="10067"/>
                  </a:cubicBezTo>
                  <a:cubicBezTo>
                    <a:pt x="27040" y="10067"/>
                    <a:pt x="27923" y="11065"/>
                    <a:pt x="27923" y="11065"/>
                  </a:cubicBezTo>
                  <a:cubicBezTo>
                    <a:pt x="27923" y="11065"/>
                    <a:pt x="27923" y="8886"/>
                    <a:pt x="29972" y="7927"/>
                  </a:cubicBezTo>
                  <a:cubicBezTo>
                    <a:pt x="30401" y="7713"/>
                    <a:pt x="30857" y="7631"/>
                    <a:pt x="31307" y="7631"/>
                  </a:cubicBezTo>
                  <a:cubicBezTo>
                    <a:pt x="32858" y="7631"/>
                    <a:pt x="34332" y="8613"/>
                    <a:pt x="34332" y="8613"/>
                  </a:cubicBezTo>
                  <a:cubicBezTo>
                    <a:pt x="34332" y="8613"/>
                    <a:pt x="33787" y="7382"/>
                    <a:pt x="34735" y="5889"/>
                  </a:cubicBezTo>
                  <a:cubicBezTo>
                    <a:pt x="35562" y="4479"/>
                    <a:pt x="36785" y="4382"/>
                    <a:pt x="37107" y="4382"/>
                  </a:cubicBezTo>
                  <a:cubicBezTo>
                    <a:pt x="37159" y="4382"/>
                    <a:pt x="37187" y="4385"/>
                    <a:pt x="37187" y="4385"/>
                  </a:cubicBezTo>
                  <a:cubicBezTo>
                    <a:pt x="37187" y="4385"/>
                    <a:pt x="32673" y="1"/>
                    <a:pt x="30266" y="1"/>
                  </a:cubicBezTo>
                  <a:cubicBezTo>
                    <a:pt x="30164" y="1"/>
                    <a:pt x="30066" y="9"/>
                    <a:pt x="29972" y="25"/>
                  </a:cubicBezTo>
                  <a:cubicBezTo>
                    <a:pt x="27520" y="439"/>
                    <a:pt x="25068" y="3709"/>
                    <a:pt x="23291" y="5202"/>
                  </a:cubicBezTo>
                  <a:cubicBezTo>
                    <a:pt x="21995" y="6306"/>
                    <a:pt x="21063" y="6453"/>
                    <a:pt x="20659" y="6453"/>
                  </a:cubicBezTo>
                  <a:cubicBezTo>
                    <a:pt x="20513" y="6453"/>
                    <a:pt x="20436" y="6433"/>
                    <a:pt x="20436" y="6433"/>
                  </a:cubicBezTo>
                  <a:cubicBezTo>
                    <a:pt x="20436" y="6433"/>
                    <a:pt x="21929" y="3840"/>
                    <a:pt x="21253" y="3022"/>
                  </a:cubicBezTo>
                  <a:lnTo>
                    <a:pt x="21253" y="3022"/>
                  </a:lnTo>
                  <a:cubicBezTo>
                    <a:pt x="20436" y="3436"/>
                    <a:pt x="19749" y="4657"/>
                    <a:pt x="19749" y="4657"/>
                  </a:cubicBezTo>
                  <a:cubicBezTo>
                    <a:pt x="19379" y="4508"/>
                    <a:pt x="18967" y="4401"/>
                    <a:pt x="18536" y="4401"/>
                  </a:cubicBezTo>
                  <a:cubicBezTo>
                    <a:pt x="18179" y="4401"/>
                    <a:pt x="17809" y="4474"/>
                    <a:pt x="17439" y="4657"/>
                  </a:cubicBezTo>
                  <a:cubicBezTo>
                    <a:pt x="17439" y="4657"/>
                    <a:pt x="16752" y="3436"/>
                    <a:pt x="15935" y="3022"/>
                  </a:cubicBezTo>
                  <a:lnTo>
                    <a:pt x="15935" y="3022"/>
                  </a:lnTo>
                  <a:cubicBezTo>
                    <a:pt x="15259" y="3840"/>
                    <a:pt x="16752" y="6433"/>
                    <a:pt x="16752" y="6433"/>
                  </a:cubicBezTo>
                  <a:cubicBezTo>
                    <a:pt x="16752" y="6433"/>
                    <a:pt x="16675" y="6453"/>
                    <a:pt x="16529" y="6453"/>
                  </a:cubicBezTo>
                  <a:cubicBezTo>
                    <a:pt x="16125" y="6453"/>
                    <a:pt x="15193" y="6306"/>
                    <a:pt x="13897" y="5202"/>
                  </a:cubicBezTo>
                  <a:cubicBezTo>
                    <a:pt x="12120" y="3709"/>
                    <a:pt x="9668" y="439"/>
                    <a:pt x="7216" y="25"/>
                  </a:cubicBezTo>
                  <a:cubicBezTo>
                    <a:pt x="7122" y="9"/>
                    <a:pt x="7024" y="1"/>
                    <a:pt x="69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9" name="Google Shape;1379;p27"/>
            <p:cNvGrpSpPr/>
            <p:nvPr/>
          </p:nvGrpSpPr>
          <p:grpSpPr>
            <a:xfrm rot="-586787">
              <a:off x="1821950" y="1627359"/>
              <a:ext cx="93810" cy="51229"/>
              <a:chOff x="3467344" y="1694749"/>
              <a:chExt cx="114969" cy="62784"/>
            </a:xfrm>
          </p:grpSpPr>
          <p:sp>
            <p:nvSpPr>
              <p:cNvPr id="1380" name="Google Shape;1380;p27"/>
              <p:cNvSpPr/>
              <p:nvPr/>
            </p:nvSpPr>
            <p:spPr>
              <a:xfrm>
                <a:off x="3545727" y="1694749"/>
                <a:ext cx="36586" cy="56634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630" extrusionOk="0">
                    <a:moveTo>
                      <a:pt x="828" y="1"/>
                    </a:moveTo>
                    <a:cubicBezTo>
                      <a:pt x="627" y="552"/>
                      <a:pt x="76" y="853"/>
                      <a:pt x="76" y="853"/>
                    </a:cubicBezTo>
                    <a:cubicBezTo>
                      <a:pt x="51" y="1103"/>
                      <a:pt x="25" y="1379"/>
                      <a:pt x="0" y="1630"/>
                    </a:cubicBezTo>
                    <a:cubicBezTo>
                      <a:pt x="1053" y="1304"/>
                      <a:pt x="828" y="1"/>
                      <a:pt x="82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7"/>
              <p:cNvSpPr/>
              <p:nvPr/>
            </p:nvSpPr>
            <p:spPr>
              <a:xfrm>
                <a:off x="3467344" y="1713928"/>
                <a:ext cx="46211" cy="43605"/>
              </a:xfrm>
              <a:custGeom>
                <a:avLst/>
                <a:gdLst/>
                <a:ahLst/>
                <a:cxnLst/>
                <a:rect l="l" t="t" r="r" b="b"/>
                <a:pathLst>
                  <a:path w="1330" h="125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0"/>
                      <a:pt x="218" y="1255"/>
                      <a:pt x="1268" y="1255"/>
                    </a:cubicBezTo>
                    <a:cubicBezTo>
                      <a:pt x="1288" y="1255"/>
                      <a:pt x="1308" y="1254"/>
                      <a:pt x="1329" y="1253"/>
                    </a:cubicBezTo>
                    <a:cubicBezTo>
                      <a:pt x="1204" y="1003"/>
                      <a:pt x="1104" y="777"/>
                      <a:pt x="978" y="526"/>
                    </a:cubicBezTo>
                    <a:cubicBezTo>
                      <a:pt x="978" y="526"/>
                      <a:pt x="377" y="451"/>
                      <a:pt x="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82" name="Google Shape;1382;p27"/>
          <p:cNvSpPr/>
          <p:nvPr/>
        </p:nvSpPr>
        <p:spPr>
          <a:xfrm rot="1449643">
            <a:off x="1114915" y="660757"/>
            <a:ext cx="442025" cy="175191"/>
          </a:xfrm>
          <a:custGeom>
            <a:avLst/>
            <a:gdLst/>
            <a:ahLst/>
            <a:cxnLst/>
            <a:rect l="l" t="t" r="r" b="b"/>
            <a:pathLst>
              <a:path w="37188" h="14739" extrusionOk="0">
                <a:moveTo>
                  <a:pt x="6922" y="1"/>
                </a:moveTo>
                <a:cubicBezTo>
                  <a:pt x="4515" y="1"/>
                  <a:pt x="1" y="4385"/>
                  <a:pt x="1" y="4385"/>
                </a:cubicBezTo>
                <a:cubicBezTo>
                  <a:pt x="1" y="4385"/>
                  <a:pt x="29" y="4382"/>
                  <a:pt x="81" y="4382"/>
                </a:cubicBezTo>
                <a:cubicBezTo>
                  <a:pt x="402" y="4382"/>
                  <a:pt x="1626" y="4479"/>
                  <a:pt x="2453" y="5889"/>
                </a:cubicBezTo>
                <a:cubicBezTo>
                  <a:pt x="3401" y="7382"/>
                  <a:pt x="2856" y="8613"/>
                  <a:pt x="2856" y="8613"/>
                </a:cubicBezTo>
                <a:cubicBezTo>
                  <a:pt x="2856" y="8613"/>
                  <a:pt x="4330" y="7631"/>
                  <a:pt x="5881" y="7631"/>
                </a:cubicBezTo>
                <a:cubicBezTo>
                  <a:pt x="6331" y="7631"/>
                  <a:pt x="6787" y="7713"/>
                  <a:pt x="7216" y="7927"/>
                </a:cubicBezTo>
                <a:cubicBezTo>
                  <a:pt x="9265" y="8886"/>
                  <a:pt x="9265" y="11065"/>
                  <a:pt x="9265" y="11065"/>
                </a:cubicBezTo>
                <a:cubicBezTo>
                  <a:pt x="9265" y="11065"/>
                  <a:pt x="10148" y="10067"/>
                  <a:pt x="11613" y="10067"/>
                </a:cubicBezTo>
                <a:cubicBezTo>
                  <a:pt x="11775" y="10067"/>
                  <a:pt x="11944" y="10079"/>
                  <a:pt x="12120" y="10106"/>
                </a:cubicBezTo>
                <a:cubicBezTo>
                  <a:pt x="13897" y="10379"/>
                  <a:pt x="14572" y="12831"/>
                  <a:pt x="14572" y="12831"/>
                </a:cubicBezTo>
                <a:cubicBezTo>
                  <a:pt x="14572" y="12831"/>
                  <a:pt x="15115" y="11970"/>
                  <a:pt x="15618" y="11970"/>
                </a:cubicBezTo>
                <a:cubicBezTo>
                  <a:pt x="15681" y="11970"/>
                  <a:pt x="15743" y="11983"/>
                  <a:pt x="15804" y="12014"/>
                </a:cubicBezTo>
                <a:cubicBezTo>
                  <a:pt x="16207" y="12155"/>
                  <a:pt x="17166" y="14193"/>
                  <a:pt x="18659" y="14738"/>
                </a:cubicBezTo>
                <a:cubicBezTo>
                  <a:pt x="20022" y="14193"/>
                  <a:pt x="20981" y="12155"/>
                  <a:pt x="21384" y="12014"/>
                </a:cubicBezTo>
                <a:cubicBezTo>
                  <a:pt x="21445" y="11983"/>
                  <a:pt x="21507" y="11970"/>
                  <a:pt x="21570" y="11970"/>
                </a:cubicBezTo>
                <a:cubicBezTo>
                  <a:pt x="22073" y="11970"/>
                  <a:pt x="22616" y="12831"/>
                  <a:pt x="22616" y="12831"/>
                </a:cubicBezTo>
                <a:cubicBezTo>
                  <a:pt x="22616" y="12831"/>
                  <a:pt x="23291" y="10379"/>
                  <a:pt x="25068" y="10106"/>
                </a:cubicBezTo>
                <a:cubicBezTo>
                  <a:pt x="25244" y="10079"/>
                  <a:pt x="25413" y="10067"/>
                  <a:pt x="25575" y="10067"/>
                </a:cubicBezTo>
                <a:cubicBezTo>
                  <a:pt x="27040" y="10067"/>
                  <a:pt x="27923" y="11065"/>
                  <a:pt x="27923" y="11065"/>
                </a:cubicBezTo>
                <a:cubicBezTo>
                  <a:pt x="27923" y="11065"/>
                  <a:pt x="27923" y="8886"/>
                  <a:pt x="29972" y="7927"/>
                </a:cubicBezTo>
                <a:cubicBezTo>
                  <a:pt x="30401" y="7713"/>
                  <a:pt x="30857" y="7631"/>
                  <a:pt x="31307" y="7631"/>
                </a:cubicBezTo>
                <a:cubicBezTo>
                  <a:pt x="32858" y="7631"/>
                  <a:pt x="34332" y="8613"/>
                  <a:pt x="34332" y="8613"/>
                </a:cubicBezTo>
                <a:cubicBezTo>
                  <a:pt x="34332" y="8613"/>
                  <a:pt x="33787" y="7382"/>
                  <a:pt x="34735" y="5889"/>
                </a:cubicBezTo>
                <a:cubicBezTo>
                  <a:pt x="35562" y="4479"/>
                  <a:pt x="36785" y="4382"/>
                  <a:pt x="37107" y="4382"/>
                </a:cubicBezTo>
                <a:cubicBezTo>
                  <a:pt x="37159" y="4382"/>
                  <a:pt x="37187" y="4385"/>
                  <a:pt x="37187" y="4385"/>
                </a:cubicBezTo>
                <a:cubicBezTo>
                  <a:pt x="37187" y="4385"/>
                  <a:pt x="32673" y="1"/>
                  <a:pt x="30266" y="1"/>
                </a:cubicBezTo>
                <a:cubicBezTo>
                  <a:pt x="30164" y="1"/>
                  <a:pt x="30066" y="9"/>
                  <a:pt x="29972" y="25"/>
                </a:cubicBezTo>
                <a:cubicBezTo>
                  <a:pt x="27520" y="439"/>
                  <a:pt x="25068" y="3709"/>
                  <a:pt x="23291" y="5202"/>
                </a:cubicBezTo>
                <a:cubicBezTo>
                  <a:pt x="21995" y="6306"/>
                  <a:pt x="21063" y="6453"/>
                  <a:pt x="20659" y="6453"/>
                </a:cubicBezTo>
                <a:cubicBezTo>
                  <a:pt x="20513" y="6453"/>
                  <a:pt x="20436" y="6433"/>
                  <a:pt x="20436" y="6433"/>
                </a:cubicBezTo>
                <a:cubicBezTo>
                  <a:pt x="20436" y="6433"/>
                  <a:pt x="21929" y="3840"/>
                  <a:pt x="21253" y="3022"/>
                </a:cubicBezTo>
                <a:lnTo>
                  <a:pt x="21253" y="3022"/>
                </a:lnTo>
                <a:cubicBezTo>
                  <a:pt x="20436" y="3436"/>
                  <a:pt x="19749" y="4657"/>
                  <a:pt x="19749" y="4657"/>
                </a:cubicBezTo>
                <a:cubicBezTo>
                  <a:pt x="19379" y="4508"/>
                  <a:pt x="18967" y="4401"/>
                  <a:pt x="18536" y="4401"/>
                </a:cubicBezTo>
                <a:cubicBezTo>
                  <a:pt x="18179" y="4401"/>
                  <a:pt x="17809" y="4474"/>
                  <a:pt x="17439" y="4657"/>
                </a:cubicBezTo>
                <a:cubicBezTo>
                  <a:pt x="17439" y="4657"/>
                  <a:pt x="16752" y="3436"/>
                  <a:pt x="15935" y="3022"/>
                </a:cubicBezTo>
                <a:lnTo>
                  <a:pt x="15935" y="3022"/>
                </a:lnTo>
                <a:cubicBezTo>
                  <a:pt x="15259" y="3840"/>
                  <a:pt x="16752" y="6433"/>
                  <a:pt x="16752" y="6433"/>
                </a:cubicBezTo>
                <a:cubicBezTo>
                  <a:pt x="16752" y="6433"/>
                  <a:pt x="16675" y="6453"/>
                  <a:pt x="16529" y="6453"/>
                </a:cubicBezTo>
                <a:cubicBezTo>
                  <a:pt x="16125" y="6453"/>
                  <a:pt x="15193" y="6306"/>
                  <a:pt x="13897" y="5202"/>
                </a:cubicBezTo>
                <a:cubicBezTo>
                  <a:pt x="12120" y="3709"/>
                  <a:pt x="9668" y="439"/>
                  <a:pt x="7216" y="25"/>
                </a:cubicBezTo>
                <a:cubicBezTo>
                  <a:pt x="7122" y="9"/>
                  <a:pt x="7024" y="1"/>
                  <a:pt x="692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1919000">
            <a:off x="8172440" y="1233610"/>
            <a:ext cx="516674" cy="243225"/>
          </a:xfrm>
          <a:custGeom>
            <a:avLst/>
            <a:gdLst/>
            <a:ahLst/>
            <a:cxnLst/>
            <a:rect l="l" t="t" r="r" b="b"/>
            <a:pathLst>
              <a:path w="20839" h="9810" extrusionOk="0">
                <a:moveTo>
                  <a:pt x="12937" y="4905"/>
                </a:moveTo>
                <a:lnTo>
                  <a:pt x="12937" y="4905"/>
                </a:lnTo>
                <a:cubicBezTo>
                  <a:pt x="12937" y="4924"/>
                  <a:pt x="12944" y="4944"/>
                  <a:pt x="12957" y="4967"/>
                </a:cubicBezTo>
                <a:lnTo>
                  <a:pt x="12957" y="4967"/>
                </a:lnTo>
                <a:cubicBezTo>
                  <a:pt x="12951" y="4946"/>
                  <a:pt x="12944" y="4925"/>
                  <a:pt x="12937" y="4905"/>
                </a:cubicBezTo>
                <a:close/>
                <a:moveTo>
                  <a:pt x="20839" y="1"/>
                </a:moveTo>
                <a:lnTo>
                  <a:pt x="19346" y="3815"/>
                </a:lnTo>
                <a:cubicBezTo>
                  <a:pt x="19346" y="3815"/>
                  <a:pt x="18256" y="4633"/>
                  <a:pt x="17842" y="5047"/>
                </a:cubicBezTo>
                <a:cubicBezTo>
                  <a:pt x="17569" y="5319"/>
                  <a:pt x="16348" y="5723"/>
                  <a:pt x="15662" y="5995"/>
                </a:cubicBezTo>
                <a:cubicBezTo>
                  <a:pt x="15531" y="5995"/>
                  <a:pt x="15531" y="5864"/>
                  <a:pt x="15531" y="5864"/>
                </a:cubicBezTo>
                <a:lnTo>
                  <a:pt x="15531" y="5592"/>
                </a:lnTo>
                <a:cubicBezTo>
                  <a:pt x="15531" y="5178"/>
                  <a:pt x="15531" y="4502"/>
                  <a:pt x="15117" y="4088"/>
                </a:cubicBezTo>
                <a:lnTo>
                  <a:pt x="15117" y="4088"/>
                </a:lnTo>
                <a:cubicBezTo>
                  <a:pt x="15259" y="4230"/>
                  <a:pt x="14986" y="4905"/>
                  <a:pt x="14986" y="5047"/>
                </a:cubicBezTo>
                <a:cubicBezTo>
                  <a:pt x="14986" y="5178"/>
                  <a:pt x="14844" y="5178"/>
                  <a:pt x="14844" y="5319"/>
                </a:cubicBezTo>
                <a:cubicBezTo>
                  <a:pt x="14765" y="5291"/>
                  <a:pt x="14691" y="5280"/>
                  <a:pt x="14620" y="5280"/>
                </a:cubicBezTo>
                <a:cubicBezTo>
                  <a:pt x="14329" y="5280"/>
                  <a:pt x="14087" y="5478"/>
                  <a:pt x="13755" y="5592"/>
                </a:cubicBezTo>
                <a:lnTo>
                  <a:pt x="13755" y="5723"/>
                </a:lnTo>
                <a:cubicBezTo>
                  <a:pt x="13624" y="5592"/>
                  <a:pt x="13482" y="5450"/>
                  <a:pt x="13482" y="5319"/>
                </a:cubicBezTo>
                <a:cubicBezTo>
                  <a:pt x="13368" y="5319"/>
                  <a:pt x="13041" y="5114"/>
                  <a:pt x="12957" y="4967"/>
                </a:cubicBezTo>
                <a:lnTo>
                  <a:pt x="12957" y="4967"/>
                </a:lnTo>
                <a:cubicBezTo>
                  <a:pt x="13079" y="5372"/>
                  <a:pt x="13079" y="5884"/>
                  <a:pt x="13079" y="6268"/>
                </a:cubicBezTo>
                <a:lnTo>
                  <a:pt x="13210" y="6268"/>
                </a:lnTo>
                <a:cubicBezTo>
                  <a:pt x="12937" y="6540"/>
                  <a:pt x="12806" y="6682"/>
                  <a:pt x="12665" y="6954"/>
                </a:cubicBezTo>
                <a:cubicBezTo>
                  <a:pt x="12537" y="6985"/>
                  <a:pt x="12388" y="7001"/>
                  <a:pt x="12221" y="7001"/>
                </a:cubicBezTo>
                <a:cubicBezTo>
                  <a:pt x="11675" y="7001"/>
                  <a:pt x="10947" y="6827"/>
                  <a:pt x="10212" y="6409"/>
                </a:cubicBezTo>
                <a:cubicBezTo>
                  <a:pt x="8578" y="5319"/>
                  <a:pt x="8305" y="4774"/>
                  <a:pt x="8305" y="4774"/>
                </a:cubicBezTo>
                <a:cubicBezTo>
                  <a:pt x="8305" y="4774"/>
                  <a:pt x="7760" y="4774"/>
                  <a:pt x="6943" y="4360"/>
                </a:cubicBezTo>
                <a:cubicBezTo>
                  <a:pt x="6125" y="3815"/>
                  <a:pt x="3673" y="2453"/>
                  <a:pt x="3673" y="2453"/>
                </a:cubicBezTo>
                <a:cubicBezTo>
                  <a:pt x="3673" y="2453"/>
                  <a:pt x="2672" y="2167"/>
                  <a:pt x="1809" y="2167"/>
                </a:cubicBezTo>
                <a:cubicBezTo>
                  <a:pt x="1481" y="2167"/>
                  <a:pt x="1174" y="2208"/>
                  <a:pt x="949" y="2322"/>
                </a:cubicBezTo>
                <a:cubicBezTo>
                  <a:pt x="0" y="2725"/>
                  <a:pt x="0" y="2998"/>
                  <a:pt x="0" y="2998"/>
                </a:cubicBezTo>
                <a:cubicBezTo>
                  <a:pt x="0" y="2998"/>
                  <a:pt x="273" y="2862"/>
                  <a:pt x="630" y="2862"/>
                </a:cubicBezTo>
                <a:cubicBezTo>
                  <a:pt x="987" y="2862"/>
                  <a:pt x="1428" y="2998"/>
                  <a:pt x="1766" y="3543"/>
                </a:cubicBezTo>
                <a:cubicBezTo>
                  <a:pt x="2453" y="4774"/>
                  <a:pt x="2725" y="6137"/>
                  <a:pt x="2725" y="6137"/>
                </a:cubicBezTo>
                <a:cubicBezTo>
                  <a:pt x="2725" y="6137"/>
                  <a:pt x="3542" y="6137"/>
                  <a:pt x="4632" y="7085"/>
                </a:cubicBezTo>
                <a:cubicBezTo>
                  <a:pt x="5581" y="8175"/>
                  <a:pt x="5722" y="8720"/>
                  <a:pt x="5722" y="8720"/>
                </a:cubicBezTo>
                <a:cubicBezTo>
                  <a:pt x="5722" y="8720"/>
                  <a:pt x="5891" y="8699"/>
                  <a:pt x="6179" y="8699"/>
                </a:cubicBezTo>
                <a:cubicBezTo>
                  <a:pt x="6622" y="8699"/>
                  <a:pt x="7348" y="8748"/>
                  <a:pt x="8174" y="8992"/>
                </a:cubicBezTo>
                <a:cubicBezTo>
                  <a:pt x="9537" y="9406"/>
                  <a:pt x="9668" y="9810"/>
                  <a:pt x="9668" y="9810"/>
                </a:cubicBezTo>
                <a:cubicBezTo>
                  <a:pt x="9668" y="9810"/>
                  <a:pt x="10485" y="9406"/>
                  <a:pt x="11575" y="8992"/>
                </a:cubicBezTo>
                <a:cubicBezTo>
                  <a:pt x="11847" y="8861"/>
                  <a:pt x="12261" y="8720"/>
                  <a:pt x="12534" y="8589"/>
                </a:cubicBezTo>
                <a:cubicBezTo>
                  <a:pt x="12665" y="8720"/>
                  <a:pt x="12806" y="8720"/>
                  <a:pt x="12806" y="8720"/>
                </a:cubicBezTo>
                <a:cubicBezTo>
                  <a:pt x="13008" y="8791"/>
                  <a:pt x="13177" y="8826"/>
                  <a:pt x="13347" y="8826"/>
                </a:cubicBezTo>
                <a:cubicBezTo>
                  <a:pt x="13518" y="8826"/>
                  <a:pt x="13689" y="8791"/>
                  <a:pt x="13896" y="8720"/>
                </a:cubicBezTo>
                <a:cubicBezTo>
                  <a:pt x="14441" y="8589"/>
                  <a:pt x="14986" y="8175"/>
                  <a:pt x="15259" y="7499"/>
                </a:cubicBezTo>
                <a:cubicBezTo>
                  <a:pt x="16348" y="6954"/>
                  <a:pt x="17711" y="5864"/>
                  <a:pt x="17711" y="5864"/>
                </a:cubicBezTo>
                <a:cubicBezTo>
                  <a:pt x="17711" y="5864"/>
                  <a:pt x="19204" y="4774"/>
                  <a:pt x="19749" y="3957"/>
                </a:cubicBezTo>
                <a:cubicBezTo>
                  <a:pt x="20435" y="2998"/>
                  <a:pt x="20839" y="1"/>
                  <a:pt x="208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2">
          <a:extLst>
            <a:ext uri="{FF2B5EF4-FFF2-40B4-BE49-F238E27FC236}">
              <a16:creationId xmlns:a16="http://schemas.microsoft.com/office/drawing/2014/main" id="{E9234FDF-4DD2-7482-C818-074C65E1B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32">
            <a:extLst>
              <a:ext uri="{FF2B5EF4-FFF2-40B4-BE49-F238E27FC236}">
                <a16:creationId xmlns:a16="http://schemas.microsoft.com/office/drawing/2014/main" id="{DE8E8973-1153-C9FE-8439-9FB9A2B776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 &amp; Explorations</a:t>
            </a:r>
            <a:endParaRPr dirty="0"/>
          </a:p>
        </p:txBody>
      </p:sp>
      <p:pic>
        <p:nvPicPr>
          <p:cNvPr id="2" name="Picture 2" descr="Myotis lucifugus - Bat Conservation ...">
            <a:extLst>
              <a:ext uri="{FF2B5EF4-FFF2-40B4-BE49-F238E27FC236}">
                <a16:creationId xmlns:a16="http://schemas.microsoft.com/office/drawing/2014/main" id="{226DAC97-38F7-081E-C17B-CE184C045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82" y="1202528"/>
            <a:ext cx="2549518" cy="174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5DCB93-41BD-3707-D9E5-3DA71B340F5D}"/>
              </a:ext>
            </a:extLst>
          </p:cNvPr>
          <p:cNvSpPr txBox="1"/>
          <p:nvPr/>
        </p:nvSpPr>
        <p:spPr>
          <a:xfrm>
            <a:off x="1042960" y="3058990"/>
            <a:ext cx="1662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/>
                </a:solidFill>
              </a:rPr>
              <a:t>Myotis </a:t>
            </a:r>
            <a:r>
              <a:rPr lang="en-US" dirty="0" err="1">
                <a:solidFill>
                  <a:schemeClr val="accent4"/>
                </a:solidFill>
              </a:rPr>
              <a:t>Lucifugus</a:t>
            </a:r>
            <a:r>
              <a:rPr lang="en-US" dirty="0">
                <a:solidFill>
                  <a:schemeClr val="accent4"/>
                </a:solidFill>
              </a:rPr>
              <a:t> (Little Brown Bat)</a:t>
            </a:r>
          </a:p>
        </p:txBody>
      </p:sp>
      <p:sp>
        <p:nvSpPr>
          <p:cNvPr id="6" name="Google Shape;1419;p30">
            <a:extLst>
              <a:ext uri="{FF2B5EF4-FFF2-40B4-BE49-F238E27FC236}">
                <a16:creationId xmlns:a16="http://schemas.microsoft.com/office/drawing/2014/main" id="{C20535B6-9B3E-3991-78D0-1AEDD8FF117D}"/>
              </a:ext>
            </a:extLst>
          </p:cNvPr>
          <p:cNvSpPr txBox="1">
            <a:spLocks/>
          </p:cNvSpPr>
          <p:nvPr/>
        </p:nvSpPr>
        <p:spPr>
          <a:xfrm>
            <a:off x="3775647" y="849567"/>
            <a:ext cx="4967548" cy="403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pPr marL="0" indent="0">
              <a:buFont typeface="Darker Grotesque Medium"/>
              <a:buNone/>
            </a:pPr>
            <a:r>
              <a:rPr lang="en-US" sz="1800" b="1" dirty="0">
                <a:solidFill>
                  <a:schemeClr val="accent4"/>
                </a:solidFill>
              </a:rPr>
              <a:t>Data Explorations:</a:t>
            </a:r>
          </a:p>
          <a:p>
            <a:pPr marL="0" indent="0">
              <a:buFont typeface="Darker Grotesque Medium"/>
              <a:buNone/>
            </a:pPr>
            <a:r>
              <a:rPr lang="en-US" sz="1800" b="1" dirty="0">
                <a:solidFill>
                  <a:schemeClr val="accent4"/>
                </a:solidFill>
              </a:rPr>
              <a:t>1. Site (Types) &amp; Activities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800" dirty="0">
                <a:solidFill>
                  <a:schemeClr val="accent4"/>
                </a:solidFill>
              </a:rPr>
              <a:t>How does bat acoustic activity change across the season?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800" dirty="0">
                <a:solidFill>
                  <a:schemeClr val="accent4"/>
                </a:solidFill>
              </a:rPr>
              <a:t>Which sites have the highest total activity?</a:t>
            </a:r>
          </a:p>
          <a:p>
            <a:pPr marL="0" indent="0">
              <a:buNone/>
            </a:pPr>
            <a:endParaRPr lang="en-US" sz="1800" b="1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2. Reproductive Status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800" dirty="0">
                <a:solidFill>
                  <a:schemeClr val="accent4"/>
                </a:solidFill>
              </a:rPr>
              <a:t>When are the timings of key reproductive events?</a:t>
            </a:r>
          </a:p>
          <a:p>
            <a:pPr marL="400050" indent="-400050">
              <a:buFont typeface="+mj-lt"/>
              <a:buAutoNum type="romanUcPeriod"/>
            </a:pPr>
            <a:endParaRPr lang="en-US" sz="1800" b="1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3. Morphology &amp; Spatial Interpretations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800" dirty="0">
                <a:solidFill>
                  <a:schemeClr val="accent4"/>
                </a:solidFill>
              </a:rPr>
              <a:t>Investigate Mass &amp; Forearm &amp; Ear associations with Regions and Seasons</a:t>
            </a:r>
          </a:p>
        </p:txBody>
      </p:sp>
    </p:spTree>
    <p:extLst>
      <p:ext uri="{BB962C8B-B14F-4D97-AF65-F5344CB8AC3E}">
        <p14:creationId xmlns:p14="http://schemas.microsoft.com/office/powerpoint/2010/main" val="160852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79CB88-2B91-10BF-3AFF-4FE21C842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95" y="287242"/>
            <a:ext cx="8444755" cy="4439705"/>
          </a:xfrm>
          <a:prstGeom prst="rect">
            <a:avLst/>
          </a:prstGeom>
        </p:spPr>
      </p:pic>
      <p:sp>
        <p:nvSpPr>
          <p:cNvPr id="1713" name="Google Shape;1713;p39"/>
          <p:cNvSpPr txBox="1">
            <a:spLocks noGrp="1"/>
          </p:cNvSpPr>
          <p:nvPr>
            <p:ph type="title"/>
          </p:nvPr>
        </p:nvSpPr>
        <p:spPr>
          <a:xfrm>
            <a:off x="266495" y="222074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Canada</a:t>
            </a:r>
            <a:endParaRPr b="1" dirty="0"/>
          </a:p>
        </p:txBody>
      </p:sp>
      <p:sp>
        <p:nvSpPr>
          <p:cNvPr id="1715" name="Google Shape;1715;p39"/>
          <p:cNvSpPr txBox="1"/>
          <p:nvPr/>
        </p:nvSpPr>
        <p:spPr>
          <a:xfrm>
            <a:off x="6486050" y="1362325"/>
            <a:ext cx="1799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Aclonica"/>
              <a:ea typeface="Aclonica"/>
              <a:cs typeface="Aclonica"/>
              <a:sym typeface="Aclonic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32"/>
          <p:cNvSpPr txBox="1">
            <a:spLocks noGrp="1"/>
          </p:cNvSpPr>
          <p:nvPr>
            <p:ph type="title"/>
          </p:nvPr>
        </p:nvSpPr>
        <p:spPr>
          <a:xfrm>
            <a:off x="715382" y="1554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Intro</a:t>
            </a:r>
            <a:endParaRPr dirty="0"/>
          </a:p>
        </p:txBody>
      </p:sp>
      <p:sp>
        <p:nvSpPr>
          <p:cNvPr id="5" name="Google Shape;1419;p30">
            <a:extLst>
              <a:ext uri="{FF2B5EF4-FFF2-40B4-BE49-F238E27FC236}">
                <a16:creationId xmlns:a16="http://schemas.microsoft.com/office/drawing/2014/main" id="{0902E198-04CF-DCA1-8746-A68600E8C481}"/>
              </a:ext>
            </a:extLst>
          </p:cNvPr>
          <p:cNvSpPr txBox="1">
            <a:spLocks/>
          </p:cNvSpPr>
          <p:nvPr/>
        </p:nvSpPr>
        <p:spPr>
          <a:xfrm>
            <a:off x="833718" y="925036"/>
            <a:ext cx="7826188" cy="2800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1. Myotis </a:t>
            </a:r>
            <a:r>
              <a:rPr lang="en-US" sz="3200" b="1" dirty="0">
                <a:solidFill>
                  <a:srgbClr val="FF0000"/>
                </a:solidFill>
              </a:rPr>
              <a:t>Acoustic</a:t>
            </a:r>
            <a:r>
              <a:rPr lang="en-US" sz="3200" b="1" dirty="0">
                <a:solidFill>
                  <a:schemeClr val="accent4"/>
                </a:solidFill>
              </a:rPr>
              <a:t> Dataset – Bat </a:t>
            </a:r>
            <a:r>
              <a:rPr lang="en-US" sz="3200" b="1" dirty="0">
                <a:solidFill>
                  <a:srgbClr val="FF0000"/>
                </a:solidFill>
              </a:rPr>
              <a:t>Activities</a:t>
            </a:r>
            <a:endParaRPr lang="en-US" sz="2400" b="1" dirty="0">
              <a:solidFill>
                <a:srgbClr val="FF0000"/>
              </a:solidFill>
            </a:endParaRPr>
          </a:p>
          <a:p>
            <a:pPr marL="0" indent="0">
              <a:buFont typeface="Darker Grotesque Medium"/>
              <a:buNone/>
            </a:pPr>
            <a:r>
              <a:rPr lang="en-US" sz="2400" b="1" dirty="0">
                <a:solidFill>
                  <a:schemeClr val="accent4"/>
                </a:solidFill>
              </a:rPr>
              <a:t>Ultrasonic Sensor data from 5 sites filtered to isolate Myotis calls. (Exploration 1)</a:t>
            </a:r>
          </a:p>
          <a:p>
            <a:pPr marL="0" indent="0">
              <a:buFont typeface="Darker Grotesque Medium"/>
              <a:buNone/>
            </a:pPr>
            <a:endParaRPr lang="en-US" sz="2400" b="1" dirty="0">
              <a:solidFill>
                <a:schemeClr val="accent4"/>
              </a:solidFill>
            </a:endParaRPr>
          </a:p>
          <a:p>
            <a:pPr marL="0" indent="0">
              <a:buFont typeface="Darker Grotesque Medium"/>
              <a:buNone/>
            </a:pPr>
            <a:r>
              <a:rPr lang="en-US" sz="3200" b="1" dirty="0">
                <a:solidFill>
                  <a:schemeClr val="accent4"/>
                </a:solidFill>
              </a:rPr>
              <a:t>2. Myotis </a:t>
            </a:r>
            <a:r>
              <a:rPr lang="en-US" sz="3200" b="1" dirty="0">
                <a:solidFill>
                  <a:srgbClr val="FF0000"/>
                </a:solidFill>
              </a:rPr>
              <a:t>Capture</a:t>
            </a:r>
            <a:r>
              <a:rPr lang="en-US" sz="3200" b="1" dirty="0">
                <a:solidFill>
                  <a:schemeClr val="accent4"/>
                </a:solidFill>
              </a:rPr>
              <a:t> Dataset – </a:t>
            </a:r>
            <a:r>
              <a:rPr lang="en-US" sz="3200" b="1" dirty="0">
                <a:solidFill>
                  <a:srgbClr val="FF0000"/>
                </a:solidFill>
              </a:rPr>
              <a:t>Biological &amp; Demographic</a:t>
            </a:r>
            <a:r>
              <a:rPr lang="en-US" sz="3200" b="1" dirty="0">
                <a:solidFill>
                  <a:schemeClr val="accent4"/>
                </a:solidFill>
              </a:rPr>
              <a:t> Data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Records of individual bats captured during emergence, analyzed for health, reproductive status, and dimensions, and tagged for future ID. (Exploration 2 &amp; 3.)</a:t>
            </a:r>
          </a:p>
          <a:p>
            <a:pPr marL="0" indent="0">
              <a:buFont typeface="Darker Grotesque Medium"/>
              <a:buNone/>
            </a:pPr>
            <a:endParaRPr lang="en-US" sz="3200" b="1" dirty="0">
              <a:solidFill>
                <a:schemeClr val="accent4"/>
              </a:solidFill>
            </a:endParaRPr>
          </a:p>
          <a:p>
            <a:pPr marL="0" indent="0">
              <a:buFont typeface="Darker Grotesque Medium"/>
              <a:buNone/>
            </a:pPr>
            <a:endParaRPr lang="en-US" sz="2400" b="1" dirty="0">
              <a:solidFill>
                <a:schemeClr val="accent4"/>
              </a:solidFill>
            </a:endParaRPr>
          </a:p>
          <a:p>
            <a:pPr marL="0" indent="0">
              <a:buFont typeface="Darker Grotesque Medium"/>
              <a:buNone/>
            </a:pPr>
            <a:endParaRPr lang="en-US" sz="20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4" name="Google Shape;1424;p30"/>
          <p:cNvGrpSpPr/>
          <p:nvPr/>
        </p:nvGrpSpPr>
        <p:grpSpPr>
          <a:xfrm rot="-188488">
            <a:off x="4215113" y="4054316"/>
            <a:ext cx="84756" cy="46284"/>
            <a:chOff x="3467344" y="1694749"/>
            <a:chExt cx="114969" cy="62784"/>
          </a:xfrm>
        </p:grpSpPr>
        <p:sp>
          <p:nvSpPr>
            <p:cNvPr id="1425" name="Google Shape;1425;p30"/>
            <p:cNvSpPr/>
            <p:nvPr/>
          </p:nvSpPr>
          <p:spPr>
            <a:xfrm>
              <a:off x="3545727" y="1694749"/>
              <a:ext cx="36586" cy="56634"/>
            </a:xfrm>
            <a:custGeom>
              <a:avLst/>
              <a:gdLst/>
              <a:ahLst/>
              <a:cxnLst/>
              <a:rect l="l" t="t" r="r" b="b"/>
              <a:pathLst>
                <a:path w="1053" h="1630" extrusionOk="0">
                  <a:moveTo>
                    <a:pt x="828" y="1"/>
                  </a:moveTo>
                  <a:cubicBezTo>
                    <a:pt x="627" y="552"/>
                    <a:pt x="76" y="853"/>
                    <a:pt x="76" y="853"/>
                  </a:cubicBezTo>
                  <a:cubicBezTo>
                    <a:pt x="51" y="1103"/>
                    <a:pt x="25" y="1379"/>
                    <a:pt x="0" y="1630"/>
                  </a:cubicBezTo>
                  <a:cubicBezTo>
                    <a:pt x="1053" y="1304"/>
                    <a:pt x="828" y="1"/>
                    <a:pt x="8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0"/>
            <p:cNvSpPr/>
            <p:nvPr/>
          </p:nvSpPr>
          <p:spPr>
            <a:xfrm>
              <a:off x="3467344" y="1713928"/>
              <a:ext cx="46211" cy="43605"/>
            </a:xfrm>
            <a:custGeom>
              <a:avLst/>
              <a:gdLst/>
              <a:ahLst/>
              <a:cxnLst/>
              <a:rect l="l" t="t" r="r" b="b"/>
              <a:pathLst>
                <a:path w="1330" h="1255" extrusionOk="0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218" y="1255"/>
                    <a:pt x="1268" y="1255"/>
                  </a:cubicBezTo>
                  <a:cubicBezTo>
                    <a:pt x="1288" y="1255"/>
                    <a:pt x="1308" y="1254"/>
                    <a:pt x="1329" y="1253"/>
                  </a:cubicBezTo>
                  <a:cubicBezTo>
                    <a:pt x="1204" y="1003"/>
                    <a:pt x="1104" y="777"/>
                    <a:pt x="978" y="526"/>
                  </a:cubicBezTo>
                  <a:cubicBezTo>
                    <a:pt x="978" y="526"/>
                    <a:pt x="377" y="451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47B137A-128F-D2B0-1C0C-64139A1C7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94" y="1229089"/>
            <a:ext cx="4536428" cy="28661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1E325B-773C-786B-8686-B46F99425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907" y="1229089"/>
            <a:ext cx="4016334" cy="2873799"/>
          </a:xfrm>
          <a:prstGeom prst="rect">
            <a:avLst/>
          </a:prstGeom>
        </p:spPr>
      </p:pic>
      <p:sp>
        <p:nvSpPr>
          <p:cNvPr id="6" name="Google Shape;1420;p30">
            <a:extLst>
              <a:ext uri="{FF2B5EF4-FFF2-40B4-BE49-F238E27FC236}">
                <a16:creationId xmlns:a16="http://schemas.microsoft.com/office/drawing/2014/main" id="{031FDFE7-4804-B2A7-8CCD-1B9B78BE5E14}"/>
              </a:ext>
            </a:extLst>
          </p:cNvPr>
          <p:cNvSpPr txBox="1">
            <a:spLocks/>
          </p:cNvSpPr>
          <p:nvPr/>
        </p:nvSpPr>
        <p:spPr>
          <a:xfrm>
            <a:off x="157881" y="0"/>
            <a:ext cx="8285887" cy="592956"/>
          </a:xfrm>
          <a:prstGeom prst="rect">
            <a:avLst/>
          </a:prstGeom>
          <a:noFill/>
          <a:ln>
            <a:noFill/>
          </a:ln>
          <a:effectLst>
            <a:outerShdw blurRad="57150" dist="28575" dir="54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9pPr>
          </a:lstStyle>
          <a:p>
            <a:r>
              <a:rPr lang="en-US" sz="3600" b="1" dirty="0"/>
              <a:t>Site (Types) &amp; Activities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>
          <a:extLst>
            <a:ext uri="{FF2B5EF4-FFF2-40B4-BE49-F238E27FC236}">
              <a16:creationId xmlns:a16="http://schemas.microsoft.com/office/drawing/2014/main" id="{C37B8BA6-7534-D1BA-29C8-3065F47D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30">
            <a:extLst>
              <a:ext uri="{FF2B5EF4-FFF2-40B4-BE49-F238E27FC236}">
                <a16:creationId xmlns:a16="http://schemas.microsoft.com/office/drawing/2014/main" id="{2C2F6675-BDC8-13B9-0506-57F798FB7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6991" y="127530"/>
            <a:ext cx="8285887" cy="5929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800" b="1" dirty="0"/>
              <a:t>Reproductive Status and Timing</a:t>
            </a:r>
            <a:endParaRPr sz="2800" dirty="0"/>
          </a:p>
        </p:txBody>
      </p:sp>
      <p:sp>
        <p:nvSpPr>
          <p:cNvPr id="1422" name="Google Shape;1422;p30">
            <a:extLst>
              <a:ext uri="{FF2B5EF4-FFF2-40B4-BE49-F238E27FC236}">
                <a16:creationId xmlns:a16="http://schemas.microsoft.com/office/drawing/2014/main" id="{C092FAF5-17AE-EC4A-76B9-1E90899621C4}"/>
              </a:ext>
            </a:extLst>
          </p:cNvPr>
          <p:cNvSpPr/>
          <p:nvPr/>
        </p:nvSpPr>
        <p:spPr>
          <a:xfrm rot="675023" flipH="1">
            <a:off x="446821" y="4207119"/>
            <a:ext cx="602735" cy="303280"/>
          </a:xfrm>
          <a:custGeom>
            <a:avLst/>
            <a:gdLst/>
            <a:ahLst/>
            <a:cxnLst/>
            <a:rect l="l" t="t" r="r" b="b"/>
            <a:pathLst>
              <a:path w="24109" h="12131" extrusionOk="0">
                <a:moveTo>
                  <a:pt x="273" y="0"/>
                </a:moveTo>
                <a:cubicBezTo>
                  <a:pt x="273" y="1"/>
                  <a:pt x="2453" y="3412"/>
                  <a:pt x="1" y="4502"/>
                </a:cubicBezTo>
                <a:cubicBezTo>
                  <a:pt x="949" y="4502"/>
                  <a:pt x="2856" y="6136"/>
                  <a:pt x="2039" y="8044"/>
                </a:cubicBezTo>
                <a:cubicBezTo>
                  <a:pt x="2117" y="7925"/>
                  <a:pt x="2339" y="7863"/>
                  <a:pt x="2659" y="7863"/>
                </a:cubicBezTo>
                <a:cubicBezTo>
                  <a:pt x="3458" y="7863"/>
                  <a:pt x="4864" y="8254"/>
                  <a:pt x="6126" y="9134"/>
                </a:cubicBezTo>
                <a:cubicBezTo>
                  <a:pt x="7902" y="10223"/>
                  <a:pt x="7902" y="11989"/>
                  <a:pt x="7902" y="11989"/>
                </a:cubicBezTo>
                <a:cubicBezTo>
                  <a:pt x="7902" y="11989"/>
                  <a:pt x="8589" y="10735"/>
                  <a:pt x="9333" y="10735"/>
                </a:cubicBezTo>
                <a:cubicBezTo>
                  <a:pt x="9401" y="10735"/>
                  <a:pt x="9469" y="10746"/>
                  <a:pt x="9537" y="10768"/>
                </a:cubicBezTo>
                <a:cubicBezTo>
                  <a:pt x="10355" y="11041"/>
                  <a:pt x="10758" y="11989"/>
                  <a:pt x="10758" y="11989"/>
                </a:cubicBezTo>
                <a:cubicBezTo>
                  <a:pt x="10758" y="11989"/>
                  <a:pt x="11008" y="10619"/>
                  <a:pt x="11393" y="10619"/>
                </a:cubicBezTo>
                <a:cubicBezTo>
                  <a:pt x="11410" y="10619"/>
                  <a:pt x="11427" y="10621"/>
                  <a:pt x="11445" y="10627"/>
                </a:cubicBezTo>
                <a:cubicBezTo>
                  <a:pt x="11717" y="10768"/>
                  <a:pt x="12120" y="12131"/>
                  <a:pt x="12120" y="12131"/>
                </a:cubicBezTo>
                <a:cubicBezTo>
                  <a:pt x="12120" y="12131"/>
                  <a:pt x="12393" y="10627"/>
                  <a:pt x="13210" y="10627"/>
                </a:cubicBezTo>
                <a:cubicBezTo>
                  <a:pt x="14028" y="10627"/>
                  <a:pt x="14845" y="11989"/>
                  <a:pt x="14845" y="11989"/>
                </a:cubicBezTo>
                <a:cubicBezTo>
                  <a:pt x="14845" y="11989"/>
                  <a:pt x="14987" y="9951"/>
                  <a:pt x="16621" y="9134"/>
                </a:cubicBezTo>
                <a:cubicBezTo>
                  <a:pt x="17387" y="8685"/>
                  <a:pt x="18419" y="8565"/>
                  <a:pt x="19301" y="8565"/>
                </a:cubicBezTo>
                <a:cubicBezTo>
                  <a:pt x="20304" y="8565"/>
                  <a:pt x="21112" y="8719"/>
                  <a:pt x="21112" y="8719"/>
                </a:cubicBezTo>
                <a:cubicBezTo>
                  <a:pt x="21112" y="8719"/>
                  <a:pt x="20294" y="7226"/>
                  <a:pt x="20981" y="6136"/>
                </a:cubicBezTo>
                <a:cubicBezTo>
                  <a:pt x="21657" y="5177"/>
                  <a:pt x="23019" y="4774"/>
                  <a:pt x="23019" y="4774"/>
                </a:cubicBezTo>
                <a:cubicBezTo>
                  <a:pt x="23019" y="4774"/>
                  <a:pt x="21384" y="1635"/>
                  <a:pt x="24109" y="142"/>
                </a:cubicBezTo>
                <a:cubicBezTo>
                  <a:pt x="23996" y="78"/>
                  <a:pt x="23851" y="49"/>
                  <a:pt x="23681" y="49"/>
                </a:cubicBezTo>
                <a:cubicBezTo>
                  <a:pt x="22013" y="49"/>
                  <a:pt x="17895" y="2890"/>
                  <a:pt x="17025" y="4502"/>
                </a:cubicBezTo>
                <a:cubicBezTo>
                  <a:pt x="16238" y="6201"/>
                  <a:pt x="14069" y="7779"/>
                  <a:pt x="12809" y="7779"/>
                </a:cubicBezTo>
                <a:cubicBezTo>
                  <a:pt x="12760" y="7779"/>
                  <a:pt x="12712" y="7776"/>
                  <a:pt x="12665" y="7771"/>
                </a:cubicBezTo>
                <a:cubicBezTo>
                  <a:pt x="12807" y="7771"/>
                  <a:pt x="13079" y="6540"/>
                  <a:pt x="12665" y="5319"/>
                </a:cubicBezTo>
                <a:lnTo>
                  <a:pt x="11990" y="6409"/>
                </a:lnTo>
                <a:lnTo>
                  <a:pt x="11303" y="6540"/>
                </a:lnTo>
                <a:lnTo>
                  <a:pt x="10485" y="5177"/>
                </a:lnTo>
                <a:cubicBezTo>
                  <a:pt x="10485" y="5177"/>
                  <a:pt x="10485" y="7226"/>
                  <a:pt x="10213" y="7499"/>
                </a:cubicBezTo>
                <a:cubicBezTo>
                  <a:pt x="10181" y="7514"/>
                  <a:pt x="10133" y="7522"/>
                  <a:pt x="10070" y="7522"/>
                </a:cubicBezTo>
                <a:cubicBezTo>
                  <a:pt x="9598" y="7522"/>
                  <a:pt x="8335" y="7067"/>
                  <a:pt x="7488" y="5864"/>
                </a:cubicBezTo>
                <a:cubicBezTo>
                  <a:pt x="6813" y="4905"/>
                  <a:pt x="3543" y="818"/>
                  <a:pt x="27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805B65BF-CF98-5BB0-33DB-E4CDC5BE4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377" y="861124"/>
            <a:ext cx="5863326" cy="393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02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>
          <a:extLst>
            <a:ext uri="{FF2B5EF4-FFF2-40B4-BE49-F238E27FC236}">
              <a16:creationId xmlns:a16="http://schemas.microsoft.com/office/drawing/2014/main" id="{B68C8213-6933-739C-EBB5-E58CFE91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30">
            <a:extLst>
              <a:ext uri="{FF2B5EF4-FFF2-40B4-BE49-F238E27FC236}">
                <a16:creationId xmlns:a16="http://schemas.microsoft.com/office/drawing/2014/main" id="{9938A9B5-BFB0-5ED6-C1D5-B3E4F15EAC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419650" y="63836"/>
            <a:ext cx="963586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b="1" dirty="0"/>
              <a:t>Forearm – Seasons &amp; Regions</a:t>
            </a:r>
            <a:endParaRPr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59FDF-3088-CFCD-0D1F-ECDF5EFD9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59" y="758418"/>
            <a:ext cx="4032802" cy="37229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E0FF43-A6EE-F94C-E635-58C2E14678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706"/>
          <a:stretch>
            <a:fillRect/>
          </a:stretch>
        </p:blipFill>
        <p:spPr>
          <a:xfrm>
            <a:off x="4398280" y="758418"/>
            <a:ext cx="4709751" cy="3617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132004-BC0D-30A9-E3E5-2778281ABFE2}"/>
              </a:ext>
            </a:extLst>
          </p:cNvPr>
          <p:cNvSpPr txBox="1"/>
          <p:nvPr/>
        </p:nvSpPr>
        <p:spPr>
          <a:xfrm>
            <a:off x="5698620" y="1072235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 Difference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72B80-75E7-ECBA-9EC7-DCAF3F22C640}"/>
              </a:ext>
            </a:extLst>
          </p:cNvPr>
          <p:cNvSpPr txBox="1"/>
          <p:nvPr/>
        </p:nvSpPr>
        <p:spPr>
          <a:xfrm>
            <a:off x="1405878" y="1072235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 Difference</a:t>
            </a:r>
          </a:p>
        </p:txBody>
      </p:sp>
    </p:spTree>
    <p:extLst>
      <p:ext uri="{BB962C8B-B14F-4D97-AF65-F5344CB8AC3E}">
        <p14:creationId xmlns:p14="http://schemas.microsoft.com/office/powerpoint/2010/main" val="425992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>
          <a:extLst>
            <a:ext uri="{FF2B5EF4-FFF2-40B4-BE49-F238E27FC236}">
              <a16:creationId xmlns:a16="http://schemas.microsoft.com/office/drawing/2014/main" id="{55C55CDC-86E5-C5C9-2334-D1DDD6580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30">
            <a:extLst>
              <a:ext uri="{FF2B5EF4-FFF2-40B4-BE49-F238E27FC236}">
                <a16:creationId xmlns:a16="http://schemas.microsoft.com/office/drawing/2014/main" id="{F95369E7-CD8A-1A00-990A-60E7768CA49E}"/>
              </a:ext>
            </a:extLst>
          </p:cNvPr>
          <p:cNvSpPr/>
          <p:nvPr/>
        </p:nvSpPr>
        <p:spPr>
          <a:xfrm rot="-416317">
            <a:off x="7349926" y="4245054"/>
            <a:ext cx="1772431" cy="465786"/>
          </a:xfrm>
          <a:custGeom>
            <a:avLst/>
            <a:gdLst/>
            <a:ahLst/>
            <a:cxnLst/>
            <a:rect l="l" t="t" r="r" b="b"/>
            <a:pathLst>
              <a:path w="35421" h="9308" extrusionOk="0">
                <a:moveTo>
                  <a:pt x="28528" y="0"/>
                </a:moveTo>
                <a:cubicBezTo>
                  <a:pt x="26812" y="0"/>
                  <a:pt x="24725" y="270"/>
                  <a:pt x="22212" y="992"/>
                </a:cubicBezTo>
                <a:cubicBezTo>
                  <a:pt x="22212" y="992"/>
                  <a:pt x="21798" y="2899"/>
                  <a:pt x="19759" y="3989"/>
                </a:cubicBezTo>
                <a:lnTo>
                  <a:pt x="19759" y="3586"/>
                </a:lnTo>
                <a:cubicBezTo>
                  <a:pt x="19618" y="3313"/>
                  <a:pt x="19890" y="3172"/>
                  <a:pt x="19890" y="3172"/>
                </a:cubicBezTo>
                <a:cubicBezTo>
                  <a:pt x="19215" y="3172"/>
                  <a:pt x="18942" y="3717"/>
                  <a:pt x="18800" y="3989"/>
                </a:cubicBezTo>
                <a:cubicBezTo>
                  <a:pt x="18255" y="3858"/>
                  <a:pt x="17711" y="3858"/>
                  <a:pt x="17711" y="3858"/>
                </a:cubicBezTo>
                <a:cubicBezTo>
                  <a:pt x="17711" y="3858"/>
                  <a:pt x="17166" y="3858"/>
                  <a:pt x="16621" y="4131"/>
                </a:cubicBezTo>
                <a:cubicBezTo>
                  <a:pt x="16508" y="3896"/>
                  <a:pt x="16186" y="3557"/>
                  <a:pt x="15668" y="3557"/>
                </a:cubicBezTo>
                <a:cubicBezTo>
                  <a:pt x="15584" y="3557"/>
                  <a:pt x="15494" y="3566"/>
                  <a:pt x="15400" y="3586"/>
                </a:cubicBezTo>
                <a:cubicBezTo>
                  <a:pt x="15400" y="3586"/>
                  <a:pt x="15672" y="3717"/>
                  <a:pt x="15672" y="3989"/>
                </a:cubicBezTo>
                <a:lnTo>
                  <a:pt x="15672" y="4403"/>
                </a:lnTo>
                <a:cubicBezTo>
                  <a:pt x="13493" y="3717"/>
                  <a:pt x="12806" y="1809"/>
                  <a:pt x="12806" y="1809"/>
                </a:cubicBezTo>
                <a:cubicBezTo>
                  <a:pt x="11979" y="1745"/>
                  <a:pt x="11203" y="1715"/>
                  <a:pt x="10475" y="1715"/>
                </a:cubicBezTo>
                <a:cubicBezTo>
                  <a:pt x="1970" y="1715"/>
                  <a:pt x="0" y="5766"/>
                  <a:pt x="0" y="5766"/>
                </a:cubicBezTo>
                <a:cubicBezTo>
                  <a:pt x="1059" y="5253"/>
                  <a:pt x="1869" y="5057"/>
                  <a:pt x="2488" y="5057"/>
                </a:cubicBezTo>
                <a:cubicBezTo>
                  <a:pt x="4501" y="5057"/>
                  <a:pt x="4501" y="7128"/>
                  <a:pt x="4501" y="7128"/>
                </a:cubicBezTo>
                <a:cubicBezTo>
                  <a:pt x="5476" y="6188"/>
                  <a:pt x="6288" y="5843"/>
                  <a:pt x="6954" y="5843"/>
                </a:cubicBezTo>
                <a:cubicBezTo>
                  <a:pt x="8801" y="5843"/>
                  <a:pt x="9536" y="8490"/>
                  <a:pt x="9536" y="8490"/>
                </a:cubicBezTo>
                <a:cubicBezTo>
                  <a:pt x="10181" y="7733"/>
                  <a:pt x="10752" y="7460"/>
                  <a:pt x="11240" y="7460"/>
                </a:cubicBezTo>
                <a:cubicBezTo>
                  <a:pt x="12510" y="7460"/>
                  <a:pt x="13220" y="9308"/>
                  <a:pt x="13220" y="9308"/>
                </a:cubicBezTo>
                <a:cubicBezTo>
                  <a:pt x="13524" y="8648"/>
                  <a:pt x="13920" y="8441"/>
                  <a:pt x="14299" y="8441"/>
                </a:cubicBezTo>
                <a:cubicBezTo>
                  <a:pt x="14941" y="8441"/>
                  <a:pt x="15531" y="9035"/>
                  <a:pt x="15531" y="9035"/>
                </a:cubicBezTo>
                <a:cubicBezTo>
                  <a:pt x="15400" y="8218"/>
                  <a:pt x="15803" y="7673"/>
                  <a:pt x="16076" y="7128"/>
                </a:cubicBezTo>
                <a:cubicBezTo>
                  <a:pt x="16348" y="7673"/>
                  <a:pt x="17307" y="8218"/>
                  <a:pt x="18125" y="8218"/>
                </a:cubicBezTo>
                <a:cubicBezTo>
                  <a:pt x="18942" y="8076"/>
                  <a:pt x="19759" y="7400"/>
                  <a:pt x="19890" y="6855"/>
                </a:cubicBezTo>
                <a:cubicBezTo>
                  <a:pt x="20304" y="7259"/>
                  <a:pt x="20708" y="7804"/>
                  <a:pt x="20708" y="8621"/>
                </a:cubicBezTo>
                <a:cubicBezTo>
                  <a:pt x="20708" y="8621"/>
                  <a:pt x="21311" y="7686"/>
                  <a:pt x="22092" y="7686"/>
                </a:cubicBezTo>
                <a:cubicBezTo>
                  <a:pt x="22427" y="7686"/>
                  <a:pt x="22794" y="7858"/>
                  <a:pt x="23160" y="8349"/>
                </a:cubicBezTo>
                <a:cubicBezTo>
                  <a:pt x="23160" y="8349"/>
                  <a:pt x="23480" y="6106"/>
                  <a:pt x="24922" y="6106"/>
                </a:cubicBezTo>
                <a:cubicBezTo>
                  <a:pt x="25360" y="6106"/>
                  <a:pt x="25902" y="6314"/>
                  <a:pt x="26571" y="6855"/>
                </a:cubicBezTo>
                <a:cubicBezTo>
                  <a:pt x="26571" y="6855"/>
                  <a:pt x="26821" y="3727"/>
                  <a:pt x="28992" y="3727"/>
                </a:cubicBezTo>
                <a:cubicBezTo>
                  <a:pt x="29578" y="3727"/>
                  <a:pt x="30304" y="3955"/>
                  <a:pt x="31203" y="4534"/>
                </a:cubicBezTo>
                <a:cubicBezTo>
                  <a:pt x="31203" y="4534"/>
                  <a:pt x="30710" y="2090"/>
                  <a:pt x="33548" y="2090"/>
                </a:cubicBezTo>
                <a:cubicBezTo>
                  <a:pt x="34058" y="2090"/>
                  <a:pt x="34675" y="2169"/>
                  <a:pt x="35421" y="2354"/>
                </a:cubicBezTo>
                <a:cubicBezTo>
                  <a:pt x="35421" y="2354"/>
                  <a:pt x="33596" y="0"/>
                  <a:pt x="2852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D46309-852B-8875-D6FA-06282D01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401"/>
          <a:stretch>
            <a:fillRect/>
          </a:stretch>
        </p:blipFill>
        <p:spPr>
          <a:xfrm>
            <a:off x="4557733" y="1197964"/>
            <a:ext cx="4586267" cy="2692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785D46C-D51F-4070-B890-3967565068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829"/>
          <a:stretch>
            <a:fillRect/>
          </a:stretch>
        </p:blipFill>
        <p:spPr>
          <a:xfrm>
            <a:off x="220729" y="1179889"/>
            <a:ext cx="4147164" cy="2711044"/>
          </a:xfrm>
          <a:prstGeom prst="rect">
            <a:avLst/>
          </a:prstGeom>
        </p:spPr>
      </p:pic>
      <p:sp>
        <p:nvSpPr>
          <p:cNvPr id="6" name="Google Shape;1420;p30">
            <a:extLst>
              <a:ext uri="{FF2B5EF4-FFF2-40B4-BE49-F238E27FC236}">
                <a16:creationId xmlns:a16="http://schemas.microsoft.com/office/drawing/2014/main" id="{91D88095-DAF8-5C7E-E387-0BD111C445CD}"/>
              </a:ext>
            </a:extLst>
          </p:cNvPr>
          <p:cNvSpPr txBox="1">
            <a:spLocks/>
          </p:cNvSpPr>
          <p:nvPr/>
        </p:nvSpPr>
        <p:spPr>
          <a:xfrm>
            <a:off x="-419650" y="232058"/>
            <a:ext cx="9635861" cy="572700"/>
          </a:xfrm>
          <a:prstGeom prst="rect">
            <a:avLst/>
          </a:prstGeom>
          <a:noFill/>
          <a:ln>
            <a:noFill/>
          </a:ln>
          <a:effectLst>
            <a:outerShdw blurRad="57150" dist="28575" dir="54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9pPr>
          </a:lstStyle>
          <a:p>
            <a:r>
              <a:rPr lang="en-US" sz="3200" b="1" dirty="0"/>
              <a:t>Ear length – Seasons &amp; Regions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08E21-F110-148C-6AB6-932F8463725C}"/>
              </a:ext>
            </a:extLst>
          </p:cNvPr>
          <p:cNvSpPr txBox="1"/>
          <p:nvPr/>
        </p:nvSpPr>
        <p:spPr>
          <a:xfrm>
            <a:off x="1187865" y="2730121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SIG Difference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DFE1C-A868-88F6-8997-847D53636CE5}"/>
              </a:ext>
            </a:extLst>
          </p:cNvPr>
          <p:cNvSpPr txBox="1"/>
          <p:nvPr/>
        </p:nvSpPr>
        <p:spPr>
          <a:xfrm>
            <a:off x="5469308" y="2824125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SIG Difference</a:t>
            </a:r>
          </a:p>
        </p:txBody>
      </p:sp>
    </p:spTree>
    <p:extLst>
      <p:ext uri="{BB962C8B-B14F-4D97-AF65-F5344CB8AC3E}">
        <p14:creationId xmlns:p14="http://schemas.microsoft.com/office/powerpoint/2010/main" val="619446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>
          <a:extLst>
            <a:ext uri="{FF2B5EF4-FFF2-40B4-BE49-F238E27FC236}">
              <a16:creationId xmlns:a16="http://schemas.microsoft.com/office/drawing/2014/main" id="{738E39DC-2175-2032-32CC-D6FF2DFCE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0">
            <a:extLst>
              <a:ext uri="{FF2B5EF4-FFF2-40B4-BE49-F238E27FC236}">
                <a16:creationId xmlns:a16="http://schemas.microsoft.com/office/drawing/2014/main" id="{7096DF9A-95A2-4B8E-ECE4-89074247ABDD}"/>
              </a:ext>
            </a:extLst>
          </p:cNvPr>
          <p:cNvSpPr/>
          <p:nvPr/>
        </p:nvSpPr>
        <p:spPr>
          <a:xfrm rot="675023" flipH="1">
            <a:off x="3931204" y="3900389"/>
            <a:ext cx="602735" cy="303280"/>
          </a:xfrm>
          <a:custGeom>
            <a:avLst/>
            <a:gdLst/>
            <a:ahLst/>
            <a:cxnLst/>
            <a:rect l="l" t="t" r="r" b="b"/>
            <a:pathLst>
              <a:path w="24109" h="12131" extrusionOk="0">
                <a:moveTo>
                  <a:pt x="273" y="0"/>
                </a:moveTo>
                <a:cubicBezTo>
                  <a:pt x="273" y="1"/>
                  <a:pt x="2453" y="3412"/>
                  <a:pt x="1" y="4502"/>
                </a:cubicBezTo>
                <a:cubicBezTo>
                  <a:pt x="949" y="4502"/>
                  <a:pt x="2856" y="6136"/>
                  <a:pt x="2039" y="8044"/>
                </a:cubicBezTo>
                <a:cubicBezTo>
                  <a:pt x="2117" y="7925"/>
                  <a:pt x="2339" y="7863"/>
                  <a:pt x="2659" y="7863"/>
                </a:cubicBezTo>
                <a:cubicBezTo>
                  <a:pt x="3458" y="7863"/>
                  <a:pt x="4864" y="8254"/>
                  <a:pt x="6126" y="9134"/>
                </a:cubicBezTo>
                <a:cubicBezTo>
                  <a:pt x="7902" y="10223"/>
                  <a:pt x="7902" y="11989"/>
                  <a:pt x="7902" y="11989"/>
                </a:cubicBezTo>
                <a:cubicBezTo>
                  <a:pt x="7902" y="11989"/>
                  <a:pt x="8589" y="10735"/>
                  <a:pt x="9333" y="10735"/>
                </a:cubicBezTo>
                <a:cubicBezTo>
                  <a:pt x="9401" y="10735"/>
                  <a:pt x="9469" y="10746"/>
                  <a:pt x="9537" y="10768"/>
                </a:cubicBezTo>
                <a:cubicBezTo>
                  <a:pt x="10355" y="11041"/>
                  <a:pt x="10758" y="11989"/>
                  <a:pt x="10758" y="11989"/>
                </a:cubicBezTo>
                <a:cubicBezTo>
                  <a:pt x="10758" y="11989"/>
                  <a:pt x="11008" y="10619"/>
                  <a:pt x="11393" y="10619"/>
                </a:cubicBezTo>
                <a:cubicBezTo>
                  <a:pt x="11410" y="10619"/>
                  <a:pt x="11427" y="10621"/>
                  <a:pt x="11445" y="10627"/>
                </a:cubicBezTo>
                <a:cubicBezTo>
                  <a:pt x="11717" y="10768"/>
                  <a:pt x="12120" y="12131"/>
                  <a:pt x="12120" y="12131"/>
                </a:cubicBezTo>
                <a:cubicBezTo>
                  <a:pt x="12120" y="12131"/>
                  <a:pt x="12393" y="10627"/>
                  <a:pt x="13210" y="10627"/>
                </a:cubicBezTo>
                <a:cubicBezTo>
                  <a:pt x="14028" y="10627"/>
                  <a:pt x="14845" y="11989"/>
                  <a:pt x="14845" y="11989"/>
                </a:cubicBezTo>
                <a:cubicBezTo>
                  <a:pt x="14845" y="11989"/>
                  <a:pt x="14987" y="9951"/>
                  <a:pt x="16621" y="9134"/>
                </a:cubicBezTo>
                <a:cubicBezTo>
                  <a:pt x="17387" y="8685"/>
                  <a:pt x="18419" y="8565"/>
                  <a:pt x="19301" y="8565"/>
                </a:cubicBezTo>
                <a:cubicBezTo>
                  <a:pt x="20304" y="8565"/>
                  <a:pt x="21112" y="8719"/>
                  <a:pt x="21112" y="8719"/>
                </a:cubicBezTo>
                <a:cubicBezTo>
                  <a:pt x="21112" y="8719"/>
                  <a:pt x="20294" y="7226"/>
                  <a:pt x="20981" y="6136"/>
                </a:cubicBezTo>
                <a:cubicBezTo>
                  <a:pt x="21657" y="5177"/>
                  <a:pt x="23019" y="4774"/>
                  <a:pt x="23019" y="4774"/>
                </a:cubicBezTo>
                <a:cubicBezTo>
                  <a:pt x="23019" y="4774"/>
                  <a:pt x="21384" y="1635"/>
                  <a:pt x="24109" y="142"/>
                </a:cubicBezTo>
                <a:cubicBezTo>
                  <a:pt x="23996" y="78"/>
                  <a:pt x="23851" y="49"/>
                  <a:pt x="23681" y="49"/>
                </a:cubicBezTo>
                <a:cubicBezTo>
                  <a:pt x="22013" y="49"/>
                  <a:pt x="17895" y="2890"/>
                  <a:pt x="17025" y="4502"/>
                </a:cubicBezTo>
                <a:cubicBezTo>
                  <a:pt x="16238" y="6201"/>
                  <a:pt x="14069" y="7779"/>
                  <a:pt x="12809" y="7779"/>
                </a:cubicBezTo>
                <a:cubicBezTo>
                  <a:pt x="12760" y="7779"/>
                  <a:pt x="12712" y="7776"/>
                  <a:pt x="12665" y="7771"/>
                </a:cubicBezTo>
                <a:cubicBezTo>
                  <a:pt x="12807" y="7771"/>
                  <a:pt x="13079" y="6540"/>
                  <a:pt x="12665" y="5319"/>
                </a:cubicBezTo>
                <a:lnTo>
                  <a:pt x="11990" y="6409"/>
                </a:lnTo>
                <a:lnTo>
                  <a:pt x="11303" y="6540"/>
                </a:lnTo>
                <a:lnTo>
                  <a:pt x="10485" y="5177"/>
                </a:lnTo>
                <a:cubicBezTo>
                  <a:pt x="10485" y="5177"/>
                  <a:pt x="10485" y="7226"/>
                  <a:pt x="10213" y="7499"/>
                </a:cubicBezTo>
                <a:cubicBezTo>
                  <a:pt x="10181" y="7514"/>
                  <a:pt x="10133" y="7522"/>
                  <a:pt x="10070" y="7522"/>
                </a:cubicBezTo>
                <a:cubicBezTo>
                  <a:pt x="9598" y="7522"/>
                  <a:pt x="8335" y="7067"/>
                  <a:pt x="7488" y="5864"/>
                </a:cubicBezTo>
                <a:cubicBezTo>
                  <a:pt x="6813" y="4905"/>
                  <a:pt x="3543" y="818"/>
                  <a:pt x="27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30">
            <a:extLst>
              <a:ext uri="{FF2B5EF4-FFF2-40B4-BE49-F238E27FC236}">
                <a16:creationId xmlns:a16="http://schemas.microsoft.com/office/drawing/2014/main" id="{8B85F2AD-5865-3E28-4AAB-402B0DC26600}"/>
              </a:ext>
            </a:extLst>
          </p:cNvPr>
          <p:cNvSpPr/>
          <p:nvPr/>
        </p:nvSpPr>
        <p:spPr>
          <a:xfrm rot="-416317">
            <a:off x="7349926" y="4245054"/>
            <a:ext cx="1772431" cy="465786"/>
          </a:xfrm>
          <a:custGeom>
            <a:avLst/>
            <a:gdLst/>
            <a:ahLst/>
            <a:cxnLst/>
            <a:rect l="l" t="t" r="r" b="b"/>
            <a:pathLst>
              <a:path w="35421" h="9308" extrusionOk="0">
                <a:moveTo>
                  <a:pt x="28528" y="0"/>
                </a:moveTo>
                <a:cubicBezTo>
                  <a:pt x="26812" y="0"/>
                  <a:pt x="24725" y="270"/>
                  <a:pt x="22212" y="992"/>
                </a:cubicBezTo>
                <a:cubicBezTo>
                  <a:pt x="22212" y="992"/>
                  <a:pt x="21798" y="2899"/>
                  <a:pt x="19759" y="3989"/>
                </a:cubicBezTo>
                <a:lnTo>
                  <a:pt x="19759" y="3586"/>
                </a:lnTo>
                <a:cubicBezTo>
                  <a:pt x="19618" y="3313"/>
                  <a:pt x="19890" y="3172"/>
                  <a:pt x="19890" y="3172"/>
                </a:cubicBezTo>
                <a:cubicBezTo>
                  <a:pt x="19215" y="3172"/>
                  <a:pt x="18942" y="3717"/>
                  <a:pt x="18800" y="3989"/>
                </a:cubicBezTo>
                <a:cubicBezTo>
                  <a:pt x="18255" y="3858"/>
                  <a:pt x="17711" y="3858"/>
                  <a:pt x="17711" y="3858"/>
                </a:cubicBezTo>
                <a:cubicBezTo>
                  <a:pt x="17711" y="3858"/>
                  <a:pt x="17166" y="3858"/>
                  <a:pt x="16621" y="4131"/>
                </a:cubicBezTo>
                <a:cubicBezTo>
                  <a:pt x="16508" y="3896"/>
                  <a:pt x="16186" y="3557"/>
                  <a:pt x="15668" y="3557"/>
                </a:cubicBezTo>
                <a:cubicBezTo>
                  <a:pt x="15584" y="3557"/>
                  <a:pt x="15494" y="3566"/>
                  <a:pt x="15400" y="3586"/>
                </a:cubicBezTo>
                <a:cubicBezTo>
                  <a:pt x="15400" y="3586"/>
                  <a:pt x="15672" y="3717"/>
                  <a:pt x="15672" y="3989"/>
                </a:cubicBezTo>
                <a:lnTo>
                  <a:pt x="15672" y="4403"/>
                </a:lnTo>
                <a:cubicBezTo>
                  <a:pt x="13493" y="3717"/>
                  <a:pt x="12806" y="1809"/>
                  <a:pt x="12806" y="1809"/>
                </a:cubicBezTo>
                <a:cubicBezTo>
                  <a:pt x="11979" y="1745"/>
                  <a:pt x="11203" y="1715"/>
                  <a:pt x="10475" y="1715"/>
                </a:cubicBezTo>
                <a:cubicBezTo>
                  <a:pt x="1970" y="1715"/>
                  <a:pt x="0" y="5766"/>
                  <a:pt x="0" y="5766"/>
                </a:cubicBezTo>
                <a:cubicBezTo>
                  <a:pt x="1059" y="5253"/>
                  <a:pt x="1869" y="5057"/>
                  <a:pt x="2488" y="5057"/>
                </a:cubicBezTo>
                <a:cubicBezTo>
                  <a:pt x="4501" y="5057"/>
                  <a:pt x="4501" y="7128"/>
                  <a:pt x="4501" y="7128"/>
                </a:cubicBezTo>
                <a:cubicBezTo>
                  <a:pt x="5476" y="6188"/>
                  <a:pt x="6288" y="5843"/>
                  <a:pt x="6954" y="5843"/>
                </a:cubicBezTo>
                <a:cubicBezTo>
                  <a:pt x="8801" y="5843"/>
                  <a:pt x="9536" y="8490"/>
                  <a:pt x="9536" y="8490"/>
                </a:cubicBezTo>
                <a:cubicBezTo>
                  <a:pt x="10181" y="7733"/>
                  <a:pt x="10752" y="7460"/>
                  <a:pt x="11240" y="7460"/>
                </a:cubicBezTo>
                <a:cubicBezTo>
                  <a:pt x="12510" y="7460"/>
                  <a:pt x="13220" y="9308"/>
                  <a:pt x="13220" y="9308"/>
                </a:cubicBezTo>
                <a:cubicBezTo>
                  <a:pt x="13524" y="8648"/>
                  <a:pt x="13920" y="8441"/>
                  <a:pt x="14299" y="8441"/>
                </a:cubicBezTo>
                <a:cubicBezTo>
                  <a:pt x="14941" y="8441"/>
                  <a:pt x="15531" y="9035"/>
                  <a:pt x="15531" y="9035"/>
                </a:cubicBezTo>
                <a:cubicBezTo>
                  <a:pt x="15400" y="8218"/>
                  <a:pt x="15803" y="7673"/>
                  <a:pt x="16076" y="7128"/>
                </a:cubicBezTo>
                <a:cubicBezTo>
                  <a:pt x="16348" y="7673"/>
                  <a:pt x="17307" y="8218"/>
                  <a:pt x="18125" y="8218"/>
                </a:cubicBezTo>
                <a:cubicBezTo>
                  <a:pt x="18942" y="8076"/>
                  <a:pt x="19759" y="7400"/>
                  <a:pt x="19890" y="6855"/>
                </a:cubicBezTo>
                <a:cubicBezTo>
                  <a:pt x="20304" y="7259"/>
                  <a:pt x="20708" y="7804"/>
                  <a:pt x="20708" y="8621"/>
                </a:cubicBezTo>
                <a:cubicBezTo>
                  <a:pt x="20708" y="8621"/>
                  <a:pt x="21311" y="7686"/>
                  <a:pt x="22092" y="7686"/>
                </a:cubicBezTo>
                <a:cubicBezTo>
                  <a:pt x="22427" y="7686"/>
                  <a:pt x="22794" y="7858"/>
                  <a:pt x="23160" y="8349"/>
                </a:cubicBezTo>
                <a:cubicBezTo>
                  <a:pt x="23160" y="8349"/>
                  <a:pt x="23480" y="6106"/>
                  <a:pt x="24922" y="6106"/>
                </a:cubicBezTo>
                <a:cubicBezTo>
                  <a:pt x="25360" y="6106"/>
                  <a:pt x="25902" y="6314"/>
                  <a:pt x="26571" y="6855"/>
                </a:cubicBezTo>
                <a:cubicBezTo>
                  <a:pt x="26571" y="6855"/>
                  <a:pt x="26821" y="3727"/>
                  <a:pt x="28992" y="3727"/>
                </a:cubicBezTo>
                <a:cubicBezTo>
                  <a:pt x="29578" y="3727"/>
                  <a:pt x="30304" y="3955"/>
                  <a:pt x="31203" y="4534"/>
                </a:cubicBezTo>
                <a:cubicBezTo>
                  <a:pt x="31203" y="4534"/>
                  <a:pt x="30710" y="2090"/>
                  <a:pt x="33548" y="2090"/>
                </a:cubicBezTo>
                <a:cubicBezTo>
                  <a:pt x="34058" y="2090"/>
                  <a:pt x="34675" y="2169"/>
                  <a:pt x="35421" y="2354"/>
                </a:cubicBezTo>
                <a:cubicBezTo>
                  <a:pt x="35421" y="2354"/>
                  <a:pt x="33596" y="0"/>
                  <a:pt x="2852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83053-BDE6-1634-AFAF-736C9271F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61" y="764521"/>
            <a:ext cx="3259849" cy="4051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BECA75-F476-31BB-6341-FDB456574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8746" y="851609"/>
            <a:ext cx="4572527" cy="3440282"/>
          </a:xfrm>
          <a:prstGeom prst="rect">
            <a:avLst/>
          </a:prstGeom>
        </p:spPr>
      </p:pic>
      <p:sp>
        <p:nvSpPr>
          <p:cNvPr id="8" name="Google Shape;1420;p30">
            <a:extLst>
              <a:ext uri="{FF2B5EF4-FFF2-40B4-BE49-F238E27FC236}">
                <a16:creationId xmlns:a16="http://schemas.microsoft.com/office/drawing/2014/main" id="{3DD99B92-8FE8-4E9F-9524-36390DE1E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91821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57150" dist="28575" dir="54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9pPr>
          </a:lstStyle>
          <a:p>
            <a:r>
              <a:rPr lang="en-US" sz="3200" b="1" dirty="0"/>
              <a:t>Mass– Seasons &amp; Regions</a:t>
            </a:r>
            <a:endParaRPr 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85BD33-02EB-DC17-E9F0-5A01BA091292}"/>
              </a:ext>
            </a:extLst>
          </p:cNvPr>
          <p:cNvSpPr txBox="1"/>
          <p:nvPr/>
        </p:nvSpPr>
        <p:spPr>
          <a:xfrm>
            <a:off x="1264777" y="1183332"/>
            <a:ext cx="1678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SIG Difference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E3B709-17F2-34B2-28C8-0FA224557949}"/>
              </a:ext>
            </a:extLst>
          </p:cNvPr>
          <p:cNvSpPr txBox="1"/>
          <p:nvPr/>
        </p:nvSpPr>
        <p:spPr>
          <a:xfrm>
            <a:off x="5237147" y="1183331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 Difference</a:t>
            </a:r>
          </a:p>
        </p:txBody>
      </p:sp>
    </p:spTree>
    <p:extLst>
      <p:ext uri="{BB962C8B-B14F-4D97-AF65-F5344CB8AC3E}">
        <p14:creationId xmlns:p14="http://schemas.microsoft.com/office/powerpoint/2010/main" val="2469059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>
          <a:extLst>
            <a:ext uri="{FF2B5EF4-FFF2-40B4-BE49-F238E27FC236}">
              <a16:creationId xmlns:a16="http://schemas.microsoft.com/office/drawing/2014/main" id="{D7E64C50-E7E0-BB50-44B6-30F6BF7AA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0">
            <a:extLst>
              <a:ext uri="{FF2B5EF4-FFF2-40B4-BE49-F238E27FC236}">
                <a16:creationId xmlns:a16="http://schemas.microsoft.com/office/drawing/2014/main" id="{1CDADEF9-4F4B-D648-7C7A-0588D1B78E33}"/>
              </a:ext>
            </a:extLst>
          </p:cNvPr>
          <p:cNvSpPr/>
          <p:nvPr/>
        </p:nvSpPr>
        <p:spPr>
          <a:xfrm rot="675023" flipH="1">
            <a:off x="3931204" y="3900389"/>
            <a:ext cx="602735" cy="303280"/>
          </a:xfrm>
          <a:custGeom>
            <a:avLst/>
            <a:gdLst/>
            <a:ahLst/>
            <a:cxnLst/>
            <a:rect l="l" t="t" r="r" b="b"/>
            <a:pathLst>
              <a:path w="24109" h="12131" extrusionOk="0">
                <a:moveTo>
                  <a:pt x="273" y="0"/>
                </a:moveTo>
                <a:cubicBezTo>
                  <a:pt x="273" y="1"/>
                  <a:pt x="2453" y="3412"/>
                  <a:pt x="1" y="4502"/>
                </a:cubicBezTo>
                <a:cubicBezTo>
                  <a:pt x="949" y="4502"/>
                  <a:pt x="2856" y="6136"/>
                  <a:pt x="2039" y="8044"/>
                </a:cubicBezTo>
                <a:cubicBezTo>
                  <a:pt x="2117" y="7925"/>
                  <a:pt x="2339" y="7863"/>
                  <a:pt x="2659" y="7863"/>
                </a:cubicBezTo>
                <a:cubicBezTo>
                  <a:pt x="3458" y="7863"/>
                  <a:pt x="4864" y="8254"/>
                  <a:pt x="6126" y="9134"/>
                </a:cubicBezTo>
                <a:cubicBezTo>
                  <a:pt x="7902" y="10223"/>
                  <a:pt x="7902" y="11989"/>
                  <a:pt x="7902" y="11989"/>
                </a:cubicBezTo>
                <a:cubicBezTo>
                  <a:pt x="7902" y="11989"/>
                  <a:pt x="8589" y="10735"/>
                  <a:pt x="9333" y="10735"/>
                </a:cubicBezTo>
                <a:cubicBezTo>
                  <a:pt x="9401" y="10735"/>
                  <a:pt x="9469" y="10746"/>
                  <a:pt x="9537" y="10768"/>
                </a:cubicBezTo>
                <a:cubicBezTo>
                  <a:pt x="10355" y="11041"/>
                  <a:pt x="10758" y="11989"/>
                  <a:pt x="10758" y="11989"/>
                </a:cubicBezTo>
                <a:cubicBezTo>
                  <a:pt x="10758" y="11989"/>
                  <a:pt x="11008" y="10619"/>
                  <a:pt x="11393" y="10619"/>
                </a:cubicBezTo>
                <a:cubicBezTo>
                  <a:pt x="11410" y="10619"/>
                  <a:pt x="11427" y="10621"/>
                  <a:pt x="11445" y="10627"/>
                </a:cubicBezTo>
                <a:cubicBezTo>
                  <a:pt x="11717" y="10768"/>
                  <a:pt x="12120" y="12131"/>
                  <a:pt x="12120" y="12131"/>
                </a:cubicBezTo>
                <a:cubicBezTo>
                  <a:pt x="12120" y="12131"/>
                  <a:pt x="12393" y="10627"/>
                  <a:pt x="13210" y="10627"/>
                </a:cubicBezTo>
                <a:cubicBezTo>
                  <a:pt x="14028" y="10627"/>
                  <a:pt x="14845" y="11989"/>
                  <a:pt x="14845" y="11989"/>
                </a:cubicBezTo>
                <a:cubicBezTo>
                  <a:pt x="14845" y="11989"/>
                  <a:pt x="14987" y="9951"/>
                  <a:pt x="16621" y="9134"/>
                </a:cubicBezTo>
                <a:cubicBezTo>
                  <a:pt x="17387" y="8685"/>
                  <a:pt x="18419" y="8565"/>
                  <a:pt x="19301" y="8565"/>
                </a:cubicBezTo>
                <a:cubicBezTo>
                  <a:pt x="20304" y="8565"/>
                  <a:pt x="21112" y="8719"/>
                  <a:pt x="21112" y="8719"/>
                </a:cubicBezTo>
                <a:cubicBezTo>
                  <a:pt x="21112" y="8719"/>
                  <a:pt x="20294" y="7226"/>
                  <a:pt x="20981" y="6136"/>
                </a:cubicBezTo>
                <a:cubicBezTo>
                  <a:pt x="21657" y="5177"/>
                  <a:pt x="23019" y="4774"/>
                  <a:pt x="23019" y="4774"/>
                </a:cubicBezTo>
                <a:cubicBezTo>
                  <a:pt x="23019" y="4774"/>
                  <a:pt x="21384" y="1635"/>
                  <a:pt x="24109" y="142"/>
                </a:cubicBezTo>
                <a:cubicBezTo>
                  <a:pt x="23996" y="78"/>
                  <a:pt x="23851" y="49"/>
                  <a:pt x="23681" y="49"/>
                </a:cubicBezTo>
                <a:cubicBezTo>
                  <a:pt x="22013" y="49"/>
                  <a:pt x="17895" y="2890"/>
                  <a:pt x="17025" y="4502"/>
                </a:cubicBezTo>
                <a:cubicBezTo>
                  <a:pt x="16238" y="6201"/>
                  <a:pt x="14069" y="7779"/>
                  <a:pt x="12809" y="7779"/>
                </a:cubicBezTo>
                <a:cubicBezTo>
                  <a:pt x="12760" y="7779"/>
                  <a:pt x="12712" y="7776"/>
                  <a:pt x="12665" y="7771"/>
                </a:cubicBezTo>
                <a:cubicBezTo>
                  <a:pt x="12807" y="7771"/>
                  <a:pt x="13079" y="6540"/>
                  <a:pt x="12665" y="5319"/>
                </a:cubicBezTo>
                <a:lnTo>
                  <a:pt x="11990" y="6409"/>
                </a:lnTo>
                <a:lnTo>
                  <a:pt x="11303" y="6540"/>
                </a:lnTo>
                <a:lnTo>
                  <a:pt x="10485" y="5177"/>
                </a:lnTo>
                <a:cubicBezTo>
                  <a:pt x="10485" y="5177"/>
                  <a:pt x="10485" y="7226"/>
                  <a:pt x="10213" y="7499"/>
                </a:cubicBezTo>
                <a:cubicBezTo>
                  <a:pt x="10181" y="7514"/>
                  <a:pt x="10133" y="7522"/>
                  <a:pt x="10070" y="7522"/>
                </a:cubicBezTo>
                <a:cubicBezTo>
                  <a:pt x="9598" y="7522"/>
                  <a:pt x="8335" y="7067"/>
                  <a:pt x="7488" y="5864"/>
                </a:cubicBezTo>
                <a:cubicBezTo>
                  <a:pt x="6813" y="4905"/>
                  <a:pt x="3543" y="818"/>
                  <a:pt x="273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3" name="Google Shape;1423;p30">
            <a:extLst>
              <a:ext uri="{FF2B5EF4-FFF2-40B4-BE49-F238E27FC236}">
                <a16:creationId xmlns:a16="http://schemas.microsoft.com/office/drawing/2014/main" id="{4711E85F-43DE-3B09-002C-3455EAA93D82}"/>
              </a:ext>
            </a:extLst>
          </p:cNvPr>
          <p:cNvSpPr/>
          <p:nvPr/>
        </p:nvSpPr>
        <p:spPr>
          <a:xfrm rot="-416317">
            <a:off x="7349926" y="4245054"/>
            <a:ext cx="1772431" cy="465786"/>
          </a:xfrm>
          <a:custGeom>
            <a:avLst/>
            <a:gdLst/>
            <a:ahLst/>
            <a:cxnLst/>
            <a:rect l="l" t="t" r="r" b="b"/>
            <a:pathLst>
              <a:path w="35421" h="9308" extrusionOk="0">
                <a:moveTo>
                  <a:pt x="28528" y="0"/>
                </a:moveTo>
                <a:cubicBezTo>
                  <a:pt x="26812" y="0"/>
                  <a:pt x="24725" y="270"/>
                  <a:pt x="22212" y="992"/>
                </a:cubicBezTo>
                <a:cubicBezTo>
                  <a:pt x="22212" y="992"/>
                  <a:pt x="21798" y="2899"/>
                  <a:pt x="19759" y="3989"/>
                </a:cubicBezTo>
                <a:lnTo>
                  <a:pt x="19759" y="3586"/>
                </a:lnTo>
                <a:cubicBezTo>
                  <a:pt x="19618" y="3313"/>
                  <a:pt x="19890" y="3172"/>
                  <a:pt x="19890" y="3172"/>
                </a:cubicBezTo>
                <a:cubicBezTo>
                  <a:pt x="19215" y="3172"/>
                  <a:pt x="18942" y="3717"/>
                  <a:pt x="18800" y="3989"/>
                </a:cubicBezTo>
                <a:cubicBezTo>
                  <a:pt x="18255" y="3858"/>
                  <a:pt x="17711" y="3858"/>
                  <a:pt x="17711" y="3858"/>
                </a:cubicBezTo>
                <a:cubicBezTo>
                  <a:pt x="17711" y="3858"/>
                  <a:pt x="17166" y="3858"/>
                  <a:pt x="16621" y="4131"/>
                </a:cubicBezTo>
                <a:cubicBezTo>
                  <a:pt x="16508" y="3896"/>
                  <a:pt x="16186" y="3557"/>
                  <a:pt x="15668" y="3557"/>
                </a:cubicBezTo>
                <a:cubicBezTo>
                  <a:pt x="15584" y="3557"/>
                  <a:pt x="15494" y="3566"/>
                  <a:pt x="15400" y="3586"/>
                </a:cubicBezTo>
                <a:cubicBezTo>
                  <a:pt x="15400" y="3586"/>
                  <a:pt x="15672" y="3717"/>
                  <a:pt x="15672" y="3989"/>
                </a:cubicBezTo>
                <a:lnTo>
                  <a:pt x="15672" y="4403"/>
                </a:lnTo>
                <a:cubicBezTo>
                  <a:pt x="13493" y="3717"/>
                  <a:pt x="12806" y="1809"/>
                  <a:pt x="12806" y="1809"/>
                </a:cubicBezTo>
                <a:cubicBezTo>
                  <a:pt x="11979" y="1745"/>
                  <a:pt x="11203" y="1715"/>
                  <a:pt x="10475" y="1715"/>
                </a:cubicBezTo>
                <a:cubicBezTo>
                  <a:pt x="1970" y="1715"/>
                  <a:pt x="0" y="5766"/>
                  <a:pt x="0" y="5766"/>
                </a:cubicBezTo>
                <a:cubicBezTo>
                  <a:pt x="1059" y="5253"/>
                  <a:pt x="1869" y="5057"/>
                  <a:pt x="2488" y="5057"/>
                </a:cubicBezTo>
                <a:cubicBezTo>
                  <a:pt x="4501" y="5057"/>
                  <a:pt x="4501" y="7128"/>
                  <a:pt x="4501" y="7128"/>
                </a:cubicBezTo>
                <a:cubicBezTo>
                  <a:pt x="5476" y="6188"/>
                  <a:pt x="6288" y="5843"/>
                  <a:pt x="6954" y="5843"/>
                </a:cubicBezTo>
                <a:cubicBezTo>
                  <a:pt x="8801" y="5843"/>
                  <a:pt x="9536" y="8490"/>
                  <a:pt x="9536" y="8490"/>
                </a:cubicBezTo>
                <a:cubicBezTo>
                  <a:pt x="10181" y="7733"/>
                  <a:pt x="10752" y="7460"/>
                  <a:pt x="11240" y="7460"/>
                </a:cubicBezTo>
                <a:cubicBezTo>
                  <a:pt x="12510" y="7460"/>
                  <a:pt x="13220" y="9308"/>
                  <a:pt x="13220" y="9308"/>
                </a:cubicBezTo>
                <a:cubicBezTo>
                  <a:pt x="13524" y="8648"/>
                  <a:pt x="13920" y="8441"/>
                  <a:pt x="14299" y="8441"/>
                </a:cubicBezTo>
                <a:cubicBezTo>
                  <a:pt x="14941" y="8441"/>
                  <a:pt x="15531" y="9035"/>
                  <a:pt x="15531" y="9035"/>
                </a:cubicBezTo>
                <a:cubicBezTo>
                  <a:pt x="15400" y="8218"/>
                  <a:pt x="15803" y="7673"/>
                  <a:pt x="16076" y="7128"/>
                </a:cubicBezTo>
                <a:cubicBezTo>
                  <a:pt x="16348" y="7673"/>
                  <a:pt x="17307" y="8218"/>
                  <a:pt x="18125" y="8218"/>
                </a:cubicBezTo>
                <a:cubicBezTo>
                  <a:pt x="18942" y="8076"/>
                  <a:pt x="19759" y="7400"/>
                  <a:pt x="19890" y="6855"/>
                </a:cubicBezTo>
                <a:cubicBezTo>
                  <a:pt x="20304" y="7259"/>
                  <a:pt x="20708" y="7804"/>
                  <a:pt x="20708" y="8621"/>
                </a:cubicBezTo>
                <a:cubicBezTo>
                  <a:pt x="20708" y="8621"/>
                  <a:pt x="21311" y="7686"/>
                  <a:pt x="22092" y="7686"/>
                </a:cubicBezTo>
                <a:cubicBezTo>
                  <a:pt x="22427" y="7686"/>
                  <a:pt x="22794" y="7858"/>
                  <a:pt x="23160" y="8349"/>
                </a:cubicBezTo>
                <a:cubicBezTo>
                  <a:pt x="23160" y="8349"/>
                  <a:pt x="23480" y="6106"/>
                  <a:pt x="24922" y="6106"/>
                </a:cubicBezTo>
                <a:cubicBezTo>
                  <a:pt x="25360" y="6106"/>
                  <a:pt x="25902" y="6314"/>
                  <a:pt x="26571" y="6855"/>
                </a:cubicBezTo>
                <a:cubicBezTo>
                  <a:pt x="26571" y="6855"/>
                  <a:pt x="26821" y="3727"/>
                  <a:pt x="28992" y="3727"/>
                </a:cubicBezTo>
                <a:cubicBezTo>
                  <a:pt x="29578" y="3727"/>
                  <a:pt x="30304" y="3955"/>
                  <a:pt x="31203" y="4534"/>
                </a:cubicBezTo>
                <a:cubicBezTo>
                  <a:pt x="31203" y="4534"/>
                  <a:pt x="30710" y="2090"/>
                  <a:pt x="33548" y="2090"/>
                </a:cubicBezTo>
                <a:cubicBezTo>
                  <a:pt x="34058" y="2090"/>
                  <a:pt x="34675" y="2169"/>
                  <a:pt x="35421" y="2354"/>
                </a:cubicBezTo>
                <a:cubicBezTo>
                  <a:pt x="35421" y="2354"/>
                  <a:pt x="33596" y="0"/>
                  <a:pt x="2852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420;p30">
            <a:extLst>
              <a:ext uri="{FF2B5EF4-FFF2-40B4-BE49-F238E27FC236}">
                <a16:creationId xmlns:a16="http://schemas.microsoft.com/office/drawing/2014/main" id="{54BCA9FB-905C-1345-D500-32BC75713D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91821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57150" dist="28575" dir="54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9pPr>
          </a:lstStyle>
          <a:p>
            <a:r>
              <a:rPr lang="en-US" sz="3200" dirty="0"/>
              <a:t>Mass &amp; Forearm &amp; Ear Length</a:t>
            </a:r>
          </a:p>
        </p:txBody>
      </p:sp>
      <p:pic>
        <p:nvPicPr>
          <p:cNvPr id="3" name="Picture 2" descr="A graph with a line of dots&#10;&#10;AI-generated content may be incorrect.">
            <a:extLst>
              <a:ext uri="{FF2B5EF4-FFF2-40B4-BE49-F238E27FC236}">
                <a16:creationId xmlns:a16="http://schemas.microsoft.com/office/drawing/2014/main" id="{DDFCC29D-DD12-D94A-8555-C22A98B6B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" y="1137646"/>
            <a:ext cx="2969100" cy="2868208"/>
          </a:xfrm>
          <a:prstGeom prst="rect">
            <a:avLst/>
          </a:prstGeom>
        </p:spPr>
      </p:pic>
      <p:pic>
        <p:nvPicPr>
          <p:cNvPr id="6" name="Picture 5" descr="A graph with green dots&#10;&#10;AI-generated content may be incorrect.">
            <a:extLst>
              <a:ext uri="{FF2B5EF4-FFF2-40B4-BE49-F238E27FC236}">
                <a16:creationId xmlns:a16="http://schemas.microsoft.com/office/drawing/2014/main" id="{5D6EED3F-56FF-11ED-05E3-0C9A9540B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9816" y="1123408"/>
            <a:ext cx="2969099" cy="2896683"/>
          </a:xfrm>
          <a:prstGeom prst="rect">
            <a:avLst/>
          </a:prstGeom>
        </p:spPr>
      </p:pic>
      <p:pic>
        <p:nvPicPr>
          <p:cNvPr id="10" name="Picture 9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14C7E66F-622B-38D9-181D-AB478F7DC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915" y="1120353"/>
            <a:ext cx="2969100" cy="290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40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8">
          <a:extLst>
            <a:ext uri="{FF2B5EF4-FFF2-40B4-BE49-F238E27FC236}">
              <a16:creationId xmlns:a16="http://schemas.microsoft.com/office/drawing/2014/main" id="{E5BC7E9C-562A-C7D3-896A-3CDE5469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420;p30">
            <a:extLst>
              <a:ext uri="{FF2B5EF4-FFF2-40B4-BE49-F238E27FC236}">
                <a16:creationId xmlns:a16="http://schemas.microsoft.com/office/drawing/2014/main" id="{7483F14C-3E5A-7809-2339-49DED44FC5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91821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blurRad="57150" dist="28575" dir="5400000" algn="bl" rotWithShape="0">
              <a:schemeClr val="dk1">
                <a:alpha val="4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clonica"/>
              <a:buNone/>
              <a:defRPr sz="3500" b="0" i="0" u="none" strike="noStrike" cap="none">
                <a:solidFill>
                  <a:schemeClr val="dk1"/>
                </a:solidFill>
                <a:latin typeface="Aclonica"/>
                <a:ea typeface="Aclonica"/>
                <a:cs typeface="Aclonica"/>
                <a:sym typeface="Aclonica"/>
              </a:defRPr>
            </a:lvl9pPr>
          </a:lstStyle>
          <a:p>
            <a:r>
              <a:rPr lang="en-US" sz="3200" dirty="0"/>
              <a:t>Conclusion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62D9D4-7E65-5502-A882-8AD5C1F5C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479660"/>
              </p:ext>
            </p:extLst>
          </p:nvPr>
        </p:nvGraphicFramePr>
        <p:xfrm>
          <a:off x="1247686" y="2855148"/>
          <a:ext cx="6648627" cy="1606612"/>
        </p:xfrm>
        <a:graphic>
          <a:graphicData uri="http://schemas.openxmlformats.org/drawingml/2006/table">
            <a:tbl>
              <a:tblPr firstRow="1" bandRow="1">
                <a:tableStyleId>{C45671E9-3E22-431C-94F4-C79F7631B32A}</a:tableStyleId>
              </a:tblPr>
              <a:tblGrid>
                <a:gridCol w="2216209">
                  <a:extLst>
                    <a:ext uri="{9D8B030D-6E8A-4147-A177-3AD203B41FA5}">
                      <a16:colId xmlns:a16="http://schemas.microsoft.com/office/drawing/2014/main" val="17568186"/>
                    </a:ext>
                  </a:extLst>
                </a:gridCol>
                <a:gridCol w="2216209">
                  <a:extLst>
                    <a:ext uri="{9D8B030D-6E8A-4147-A177-3AD203B41FA5}">
                      <a16:colId xmlns:a16="http://schemas.microsoft.com/office/drawing/2014/main" val="1082554715"/>
                    </a:ext>
                  </a:extLst>
                </a:gridCol>
                <a:gridCol w="2216209">
                  <a:extLst>
                    <a:ext uri="{9D8B030D-6E8A-4147-A177-3AD203B41FA5}">
                      <a16:colId xmlns:a16="http://schemas.microsoft.com/office/drawing/2014/main" val="984992686"/>
                    </a:ext>
                  </a:extLst>
                </a:gridCol>
              </a:tblGrid>
              <a:tr h="401653">
                <a:tc>
                  <a:txBody>
                    <a:bodyPr/>
                    <a:lstStyle/>
                    <a:p>
                      <a:endParaRPr lang="en-US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623334"/>
                  </a:ext>
                </a:extLst>
              </a:tr>
              <a:tr h="401653">
                <a:tc>
                  <a:txBody>
                    <a:bodyPr/>
                    <a:lstStyle/>
                    <a:p>
                      <a:r>
                        <a:rPr lang="en-US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Forearm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  <a:sym typeface="Arial"/>
                        </a:rPr>
                        <a:t>✔</a:t>
                      </a:r>
                      <a:endParaRPr lang="en-US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  <a:sym typeface="Arial"/>
                        </a:rPr>
                        <a:t>✔</a:t>
                      </a:r>
                      <a:endParaRPr lang="en-US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122627"/>
                  </a:ext>
                </a:extLst>
              </a:tr>
              <a:tr h="401653">
                <a:tc>
                  <a:txBody>
                    <a:bodyPr/>
                    <a:lstStyle/>
                    <a:p>
                      <a:r>
                        <a:rPr lang="en-US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Ear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  <a:sym typeface="Arial"/>
                        </a:rPr>
                        <a:t>✗ </a:t>
                      </a:r>
                      <a:endParaRPr lang="en-US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  <a:sym typeface="Arial"/>
                        </a:rPr>
                        <a:t>✗ </a:t>
                      </a:r>
                      <a:endParaRPr lang="en-US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750195"/>
                  </a:ext>
                </a:extLst>
              </a:tr>
              <a:tr h="401653">
                <a:tc>
                  <a:txBody>
                    <a:bodyPr/>
                    <a:lstStyle/>
                    <a:p>
                      <a:r>
                        <a:rPr lang="en-US" dirty="0"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</a:rPr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  <a:sym typeface="Arial"/>
                        </a:rPr>
                        <a:t>✗ </a:t>
                      </a:r>
                      <a:endParaRPr lang="en-US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DLaM Display" panose="02010000000000000000" pitchFamily="2" charset="77"/>
                          <a:ea typeface="ADLaM Display" panose="02010000000000000000" pitchFamily="2" charset="77"/>
                          <a:cs typeface="ADLaM Display" panose="02010000000000000000" pitchFamily="2" charset="77"/>
                          <a:sym typeface="Arial"/>
                        </a:rPr>
                        <a:t>✔</a:t>
                      </a:r>
                      <a:endParaRPr lang="en-US" dirty="0">
                        <a:latin typeface="ADLaM Display" panose="02010000000000000000" pitchFamily="2" charset="77"/>
                        <a:ea typeface="ADLaM Display" panose="02010000000000000000" pitchFamily="2" charset="77"/>
                        <a:cs typeface="ADLaM Display" panose="02010000000000000000" pitchFamily="2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818063"/>
                  </a:ext>
                </a:extLst>
              </a:tr>
            </a:tbl>
          </a:graphicData>
        </a:graphic>
      </p:graphicFrame>
      <p:sp>
        <p:nvSpPr>
          <p:cNvPr id="5" name="Google Shape;1419;p30">
            <a:extLst>
              <a:ext uri="{FF2B5EF4-FFF2-40B4-BE49-F238E27FC236}">
                <a16:creationId xmlns:a16="http://schemas.microsoft.com/office/drawing/2014/main" id="{933B062F-0657-53F8-47B1-BFA542230728}"/>
              </a:ext>
            </a:extLst>
          </p:cNvPr>
          <p:cNvSpPr txBox="1">
            <a:spLocks/>
          </p:cNvSpPr>
          <p:nvPr/>
        </p:nvSpPr>
        <p:spPr>
          <a:xfrm>
            <a:off x="1307508" y="681740"/>
            <a:ext cx="8417608" cy="2785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●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○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arker Grotesque Medium"/>
              <a:buChar char="■"/>
              <a:defRPr sz="1400" b="0" i="0" u="none" strike="noStrike" cap="none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9pPr>
          </a:lstStyle>
          <a:p>
            <a:pPr marL="0" indent="0">
              <a:buFont typeface="Darker Grotesque Medium"/>
              <a:buNone/>
            </a:pPr>
            <a:r>
              <a:rPr lang="en-US" sz="1800" b="1" dirty="0">
                <a:solidFill>
                  <a:schemeClr val="accent4"/>
                </a:solidFill>
              </a:rPr>
              <a:t>1. Site (Types) &amp; Activities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800" b="1" dirty="0"/>
              <a:t>Activity changes across the season</a:t>
            </a:r>
          </a:p>
          <a:p>
            <a:pPr marL="400050" indent="-400050">
              <a:buFont typeface="+mj-lt"/>
              <a:buAutoNum type="romanUcPeriod"/>
            </a:pPr>
            <a:r>
              <a:rPr lang="en-US" sz="1800" b="1" dirty="0"/>
              <a:t>Maternity </a:t>
            </a:r>
            <a:r>
              <a:rPr lang="en-US" sz="1800" b="1"/>
              <a:t>and Hibernaculum sites </a:t>
            </a:r>
            <a:r>
              <a:rPr lang="en-US" sz="1800" b="1" dirty="0"/>
              <a:t>show the highest activity</a:t>
            </a:r>
          </a:p>
          <a:p>
            <a:pPr marL="0" indent="0">
              <a:buNone/>
            </a:pPr>
            <a:endParaRPr lang="en-US" sz="1800" b="1" dirty="0">
              <a:solidFill>
                <a:schemeClr val="accent4"/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2. Reproductive Status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June - Pregnant; July - Lactating; Aug – Post-lactating (Northern Hemisphere)</a:t>
            </a:r>
          </a:p>
          <a:p>
            <a:pPr marL="400050" indent="-400050">
              <a:buFont typeface="+mj-lt"/>
              <a:buAutoNum type="romanUcPeriod"/>
            </a:pPr>
            <a:endParaRPr lang="en-US" sz="18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889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46"/>
          <p:cNvSpPr txBox="1">
            <a:spLocks noGrp="1"/>
          </p:cNvSpPr>
          <p:nvPr>
            <p:ph type="title"/>
          </p:nvPr>
        </p:nvSpPr>
        <p:spPr>
          <a:xfrm>
            <a:off x="939900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1911" name="Google Shape;1911;p46"/>
          <p:cNvSpPr txBox="1"/>
          <p:nvPr/>
        </p:nvSpPr>
        <p:spPr>
          <a:xfrm>
            <a:off x="939900" y="416551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Please keep this slide for attribution</a:t>
            </a:r>
            <a:endParaRPr sz="1200">
              <a:solidFill>
                <a:schemeClr val="dk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grpSp>
        <p:nvGrpSpPr>
          <p:cNvPr id="1923" name="Google Shape;1923;p46"/>
          <p:cNvGrpSpPr/>
          <p:nvPr/>
        </p:nvGrpSpPr>
        <p:grpSpPr>
          <a:xfrm>
            <a:off x="5661649" y="1177634"/>
            <a:ext cx="3226709" cy="3275787"/>
            <a:chOff x="5661649" y="1177634"/>
            <a:chExt cx="3226709" cy="3275787"/>
          </a:xfrm>
        </p:grpSpPr>
        <p:grpSp>
          <p:nvGrpSpPr>
            <p:cNvPr id="1924" name="Google Shape;1924;p46"/>
            <p:cNvGrpSpPr/>
            <p:nvPr/>
          </p:nvGrpSpPr>
          <p:grpSpPr>
            <a:xfrm rot="-277786">
              <a:off x="5735159" y="2386453"/>
              <a:ext cx="3079688" cy="1945853"/>
              <a:chOff x="1201717" y="1268983"/>
              <a:chExt cx="1368847" cy="864923"/>
            </a:xfrm>
          </p:grpSpPr>
          <p:sp>
            <p:nvSpPr>
              <p:cNvPr id="1925" name="Google Shape;1925;p46"/>
              <p:cNvSpPr/>
              <p:nvPr/>
            </p:nvSpPr>
            <p:spPr>
              <a:xfrm rot="-1046606">
                <a:off x="1248174" y="1448595"/>
                <a:ext cx="1275932" cy="505700"/>
              </a:xfrm>
              <a:custGeom>
                <a:avLst/>
                <a:gdLst/>
                <a:ahLst/>
                <a:cxnLst/>
                <a:rect l="l" t="t" r="r" b="b"/>
                <a:pathLst>
                  <a:path w="37188" h="14739" extrusionOk="0">
                    <a:moveTo>
                      <a:pt x="6922" y="1"/>
                    </a:moveTo>
                    <a:cubicBezTo>
                      <a:pt x="4515" y="1"/>
                      <a:pt x="1" y="4385"/>
                      <a:pt x="1" y="4385"/>
                    </a:cubicBezTo>
                    <a:cubicBezTo>
                      <a:pt x="1" y="4385"/>
                      <a:pt x="29" y="4382"/>
                      <a:pt x="81" y="4382"/>
                    </a:cubicBezTo>
                    <a:cubicBezTo>
                      <a:pt x="402" y="4382"/>
                      <a:pt x="1626" y="4479"/>
                      <a:pt x="2453" y="5889"/>
                    </a:cubicBezTo>
                    <a:cubicBezTo>
                      <a:pt x="3401" y="7382"/>
                      <a:pt x="2856" y="8613"/>
                      <a:pt x="2856" y="8613"/>
                    </a:cubicBezTo>
                    <a:cubicBezTo>
                      <a:pt x="2856" y="8613"/>
                      <a:pt x="4330" y="7631"/>
                      <a:pt x="5881" y="7631"/>
                    </a:cubicBezTo>
                    <a:cubicBezTo>
                      <a:pt x="6331" y="7631"/>
                      <a:pt x="6787" y="7713"/>
                      <a:pt x="7216" y="7927"/>
                    </a:cubicBezTo>
                    <a:cubicBezTo>
                      <a:pt x="9265" y="8886"/>
                      <a:pt x="9265" y="11065"/>
                      <a:pt x="9265" y="11065"/>
                    </a:cubicBezTo>
                    <a:cubicBezTo>
                      <a:pt x="9265" y="11065"/>
                      <a:pt x="10148" y="10067"/>
                      <a:pt x="11613" y="10067"/>
                    </a:cubicBezTo>
                    <a:cubicBezTo>
                      <a:pt x="11775" y="10067"/>
                      <a:pt x="11944" y="10079"/>
                      <a:pt x="12120" y="10106"/>
                    </a:cubicBezTo>
                    <a:cubicBezTo>
                      <a:pt x="13897" y="10379"/>
                      <a:pt x="14572" y="12831"/>
                      <a:pt x="14572" y="12831"/>
                    </a:cubicBezTo>
                    <a:cubicBezTo>
                      <a:pt x="14572" y="12831"/>
                      <a:pt x="15115" y="11970"/>
                      <a:pt x="15618" y="11970"/>
                    </a:cubicBezTo>
                    <a:cubicBezTo>
                      <a:pt x="15681" y="11970"/>
                      <a:pt x="15743" y="11983"/>
                      <a:pt x="15804" y="12014"/>
                    </a:cubicBezTo>
                    <a:cubicBezTo>
                      <a:pt x="16207" y="12155"/>
                      <a:pt x="17166" y="14193"/>
                      <a:pt x="18659" y="14738"/>
                    </a:cubicBezTo>
                    <a:cubicBezTo>
                      <a:pt x="20022" y="14193"/>
                      <a:pt x="20981" y="12155"/>
                      <a:pt x="21384" y="12014"/>
                    </a:cubicBezTo>
                    <a:cubicBezTo>
                      <a:pt x="21445" y="11983"/>
                      <a:pt x="21507" y="11970"/>
                      <a:pt x="21570" y="11970"/>
                    </a:cubicBezTo>
                    <a:cubicBezTo>
                      <a:pt x="22073" y="11970"/>
                      <a:pt x="22616" y="12831"/>
                      <a:pt x="22616" y="12831"/>
                    </a:cubicBezTo>
                    <a:cubicBezTo>
                      <a:pt x="22616" y="12831"/>
                      <a:pt x="23291" y="10379"/>
                      <a:pt x="25068" y="10106"/>
                    </a:cubicBezTo>
                    <a:cubicBezTo>
                      <a:pt x="25244" y="10079"/>
                      <a:pt x="25413" y="10067"/>
                      <a:pt x="25575" y="10067"/>
                    </a:cubicBezTo>
                    <a:cubicBezTo>
                      <a:pt x="27040" y="10067"/>
                      <a:pt x="27923" y="11065"/>
                      <a:pt x="27923" y="11065"/>
                    </a:cubicBezTo>
                    <a:cubicBezTo>
                      <a:pt x="27923" y="11065"/>
                      <a:pt x="27923" y="8886"/>
                      <a:pt x="29972" y="7927"/>
                    </a:cubicBezTo>
                    <a:cubicBezTo>
                      <a:pt x="30401" y="7713"/>
                      <a:pt x="30857" y="7631"/>
                      <a:pt x="31307" y="7631"/>
                    </a:cubicBezTo>
                    <a:cubicBezTo>
                      <a:pt x="32858" y="7631"/>
                      <a:pt x="34332" y="8613"/>
                      <a:pt x="34332" y="8613"/>
                    </a:cubicBezTo>
                    <a:cubicBezTo>
                      <a:pt x="34332" y="8613"/>
                      <a:pt x="33787" y="7382"/>
                      <a:pt x="34735" y="5889"/>
                    </a:cubicBezTo>
                    <a:cubicBezTo>
                      <a:pt x="35562" y="4479"/>
                      <a:pt x="36785" y="4382"/>
                      <a:pt x="37107" y="4382"/>
                    </a:cubicBezTo>
                    <a:cubicBezTo>
                      <a:pt x="37159" y="4382"/>
                      <a:pt x="37187" y="4385"/>
                      <a:pt x="37187" y="4385"/>
                    </a:cubicBezTo>
                    <a:cubicBezTo>
                      <a:pt x="37187" y="4385"/>
                      <a:pt x="32673" y="1"/>
                      <a:pt x="30266" y="1"/>
                    </a:cubicBezTo>
                    <a:cubicBezTo>
                      <a:pt x="30164" y="1"/>
                      <a:pt x="30066" y="9"/>
                      <a:pt x="29972" y="25"/>
                    </a:cubicBezTo>
                    <a:cubicBezTo>
                      <a:pt x="27520" y="439"/>
                      <a:pt x="25068" y="3709"/>
                      <a:pt x="23291" y="5202"/>
                    </a:cubicBezTo>
                    <a:cubicBezTo>
                      <a:pt x="21995" y="6306"/>
                      <a:pt x="21063" y="6453"/>
                      <a:pt x="20659" y="6453"/>
                    </a:cubicBezTo>
                    <a:cubicBezTo>
                      <a:pt x="20513" y="6453"/>
                      <a:pt x="20436" y="6433"/>
                      <a:pt x="20436" y="6433"/>
                    </a:cubicBezTo>
                    <a:cubicBezTo>
                      <a:pt x="20436" y="6433"/>
                      <a:pt x="21929" y="3840"/>
                      <a:pt x="21253" y="3022"/>
                    </a:cubicBezTo>
                    <a:lnTo>
                      <a:pt x="21253" y="3022"/>
                    </a:lnTo>
                    <a:cubicBezTo>
                      <a:pt x="20436" y="3436"/>
                      <a:pt x="19749" y="4657"/>
                      <a:pt x="19749" y="4657"/>
                    </a:cubicBezTo>
                    <a:cubicBezTo>
                      <a:pt x="19379" y="4508"/>
                      <a:pt x="18967" y="4401"/>
                      <a:pt x="18536" y="4401"/>
                    </a:cubicBezTo>
                    <a:cubicBezTo>
                      <a:pt x="18179" y="4401"/>
                      <a:pt x="17809" y="4474"/>
                      <a:pt x="17439" y="4657"/>
                    </a:cubicBezTo>
                    <a:cubicBezTo>
                      <a:pt x="17439" y="4657"/>
                      <a:pt x="16752" y="3436"/>
                      <a:pt x="15935" y="3022"/>
                    </a:cubicBezTo>
                    <a:lnTo>
                      <a:pt x="15935" y="3022"/>
                    </a:lnTo>
                    <a:cubicBezTo>
                      <a:pt x="15259" y="3840"/>
                      <a:pt x="16752" y="6433"/>
                      <a:pt x="16752" y="6433"/>
                    </a:cubicBezTo>
                    <a:cubicBezTo>
                      <a:pt x="16752" y="6433"/>
                      <a:pt x="16675" y="6453"/>
                      <a:pt x="16529" y="6453"/>
                    </a:cubicBezTo>
                    <a:cubicBezTo>
                      <a:pt x="16125" y="6453"/>
                      <a:pt x="15193" y="6306"/>
                      <a:pt x="13897" y="5202"/>
                    </a:cubicBezTo>
                    <a:cubicBezTo>
                      <a:pt x="12120" y="3709"/>
                      <a:pt x="9668" y="439"/>
                      <a:pt x="7216" y="25"/>
                    </a:cubicBezTo>
                    <a:cubicBezTo>
                      <a:pt x="7122" y="9"/>
                      <a:pt x="7024" y="1"/>
                      <a:pt x="69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26" name="Google Shape;1926;p46"/>
              <p:cNvGrpSpPr/>
              <p:nvPr/>
            </p:nvGrpSpPr>
            <p:grpSpPr>
              <a:xfrm rot="-586787">
                <a:off x="1821950" y="1627359"/>
                <a:ext cx="93810" cy="51229"/>
                <a:chOff x="3467344" y="1694749"/>
                <a:chExt cx="114969" cy="62784"/>
              </a:xfrm>
            </p:grpSpPr>
            <p:sp>
              <p:nvSpPr>
                <p:cNvPr id="1927" name="Google Shape;1927;p46"/>
                <p:cNvSpPr/>
                <p:nvPr/>
              </p:nvSpPr>
              <p:spPr>
                <a:xfrm>
                  <a:off x="3545727" y="1694749"/>
                  <a:ext cx="36586" cy="56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1630" extrusionOk="0">
                      <a:moveTo>
                        <a:pt x="828" y="1"/>
                      </a:moveTo>
                      <a:cubicBezTo>
                        <a:pt x="627" y="552"/>
                        <a:pt x="76" y="853"/>
                        <a:pt x="76" y="853"/>
                      </a:cubicBezTo>
                      <a:cubicBezTo>
                        <a:pt x="51" y="1103"/>
                        <a:pt x="25" y="1379"/>
                        <a:pt x="0" y="1630"/>
                      </a:cubicBezTo>
                      <a:cubicBezTo>
                        <a:pt x="1053" y="1304"/>
                        <a:pt x="828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8" name="Google Shape;1928;p46"/>
                <p:cNvSpPr/>
                <p:nvPr/>
              </p:nvSpPr>
              <p:spPr>
                <a:xfrm>
                  <a:off x="3467344" y="1713928"/>
                  <a:ext cx="46211" cy="4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0" h="1255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1" y="0"/>
                        <a:pt x="218" y="1255"/>
                        <a:pt x="1268" y="1255"/>
                      </a:cubicBezTo>
                      <a:cubicBezTo>
                        <a:pt x="1288" y="1255"/>
                        <a:pt x="1308" y="1254"/>
                        <a:pt x="1329" y="1253"/>
                      </a:cubicBezTo>
                      <a:cubicBezTo>
                        <a:pt x="1204" y="1003"/>
                        <a:pt x="1104" y="777"/>
                        <a:pt x="978" y="526"/>
                      </a:cubicBezTo>
                      <a:cubicBezTo>
                        <a:pt x="978" y="526"/>
                        <a:pt x="377" y="451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29" name="Google Shape;1929;p46"/>
            <p:cNvGrpSpPr/>
            <p:nvPr/>
          </p:nvGrpSpPr>
          <p:grpSpPr>
            <a:xfrm>
              <a:off x="6056730" y="1177634"/>
              <a:ext cx="2242883" cy="1514029"/>
              <a:chOff x="6056730" y="1177634"/>
              <a:chExt cx="2242883" cy="1514029"/>
            </a:xfrm>
          </p:grpSpPr>
          <p:sp>
            <p:nvSpPr>
              <p:cNvPr id="1930" name="Google Shape;1930;p46"/>
              <p:cNvSpPr/>
              <p:nvPr/>
            </p:nvSpPr>
            <p:spPr>
              <a:xfrm rot="821656">
                <a:off x="6152912" y="1405305"/>
                <a:ext cx="2050519" cy="1058688"/>
              </a:xfrm>
              <a:custGeom>
                <a:avLst/>
                <a:gdLst/>
                <a:ahLst/>
                <a:cxnLst/>
                <a:rect l="l" t="t" r="r" b="b"/>
                <a:pathLst>
                  <a:path w="21798" h="11254" extrusionOk="0">
                    <a:moveTo>
                      <a:pt x="3058" y="0"/>
                    </a:moveTo>
                    <a:cubicBezTo>
                      <a:pt x="1309" y="0"/>
                      <a:pt x="0" y="899"/>
                      <a:pt x="0" y="899"/>
                    </a:cubicBezTo>
                    <a:cubicBezTo>
                      <a:pt x="0" y="899"/>
                      <a:pt x="1635" y="899"/>
                      <a:pt x="2049" y="1858"/>
                    </a:cubicBezTo>
                    <a:cubicBezTo>
                      <a:pt x="2594" y="2807"/>
                      <a:pt x="1777" y="3896"/>
                      <a:pt x="1777" y="3896"/>
                    </a:cubicBezTo>
                    <a:cubicBezTo>
                      <a:pt x="1777" y="3896"/>
                      <a:pt x="1938" y="3777"/>
                      <a:pt x="2217" y="3777"/>
                    </a:cubicBezTo>
                    <a:cubicBezTo>
                      <a:pt x="2451" y="3777"/>
                      <a:pt x="2767" y="3861"/>
                      <a:pt x="3139" y="4169"/>
                    </a:cubicBezTo>
                    <a:cubicBezTo>
                      <a:pt x="4087" y="4855"/>
                      <a:pt x="3684" y="6218"/>
                      <a:pt x="3684" y="6218"/>
                    </a:cubicBezTo>
                    <a:cubicBezTo>
                      <a:pt x="3684" y="6218"/>
                      <a:pt x="4164" y="5948"/>
                      <a:pt x="4892" y="5948"/>
                    </a:cubicBezTo>
                    <a:cubicBezTo>
                      <a:pt x="5326" y="5948"/>
                      <a:pt x="5848" y="6044"/>
                      <a:pt x="6409" y="6349"/>
                    </a:cubicBezTo>
                    <a:cubicBezTo>
                      <a:pt x="7902" y="7035"/>
                      <a:pt x="8447" y="9215"/>
                      <a:pt x="8447" y="9215"/>
                    </a:cubicBezTo>
                    <a:cubicBezTo>
                      <a:pt x="8447" y="9215"/>
                      <a:pt x="8584" y="9125"/>
                      <a:pt x="8855" y="9125"/>
                    </a:cubicBezTo>
                    <a:cubicBezTo>
                      <a:pt x="9056" y="9125"/>
                      <a:pt x="9331" y="9174"/>
                      <a:pt x="9678" y="9346"/>
                    </a:cubicBezTo>
                    <a:cubicBezTo>
                      <a:pt x="10496" y="9760"/>
                      <a:pt x="10627" y="11253"/>
                      <a:pt x="10627" y="11253"/>
                    </a:cubicBezTo>
                    <a:cubicBezTo>
                      <a:pt x="10627" y="11253"/>
                      <a:pt x="11172" y="9487"/>
                      <a:pt x="11716" y="9346"/>
                    </a:cubicBezTo>
                    <a:cubicBezTo>
                      <a:pt x="11765" y="9334"/>
                      <a:pt x="11814" y="9329"/>
                      <a:pt x="11863" y="9329"/>
                    </a:cubicBezTo>
                    <a:cubicBezTo>
                      <a:pt x="12377" y="9329"/>
                      <a:pt x="12948" y="9891"/>
                      <a:pt x="12948" y="9891"/>
                    </a:cubicBezTo>
                    <a:cubicBezTo>
                      <a:pt x="12948" y="9891"/>
                      <a:pt x="13493" y="7853"/>
                      <a:pt x="14583" y="7166"/>
                    </a:cubicBezTo>
                    <a:cubicBezTo>
                      <a:pt x="15186" y="6792"/>
                      <a:pt x="16164" y="6708"/>
                      <a:pt x="16916" y="6708"/>
                    </a:cubicBezTo>
                    <a:cubicBezTo>
                      <a:pt x="17523" y="6708"/>
                      <a:pt x="17983" y="6763"/>
                      <a:pt x="17983" y="6763"/>
                    </a:cubicBezTo>
                    <a:cubicBezTo>
                      <a:pt x="17983" y="6763"/>
                      <a:pt x="17308" y="5804"/>
                      <a:pt x="17852" y="4986"/>
                    </a:cubicBezTo>
                    <a:cubicBezTo>
                      <a:pt x="18199" y="4384"/>
                      <a:pt x="19094" y="4274"/>
                      <a:pt x="19701" y="4274"/>
                    </a:cubicBezTo>
                    <a:cubicBezTo>
                      <a:pt x="20051" y="4274"/>
                      <a:pt x="20305" y="4311"/>
                      <a:pt x="20305" y="4311"/>
                    </a:cubicBezTo>
                    <a:cubicBezTo>
                      <a:pt x="20305" y="4311"/>
                      <a:pt x="19487" y="2948"/>
                      <a:pt x="19891" y="2262"/>
                    </a:cubicBezTo>
                    <a:cubicBezTo>
                      <a:pt x="20435" y="1717"/>
                      <a:pt x="21798" y="1586"/>
                      <a:pt x="21798" y="1586"/>
                    </a:cubicBezTo>
                    <a:cubicBezTo>
                      <a:pt x="21798" y="1586"/>
                      <a:pt x="20313" y="721"/>
                      <a:pt x="18701" y="721"/>
                    </a:cubicBezTo>
                    <a:cubicBezTo>
                      <a:pt x="18188" y="721"/>
                      <a:pt x="17661" y="809"/>
                      <a:pt x="17166" y="1041"/>
                    </a:cubicBezTo>
                    <a:cubicBezTo>
                      <a:pt x="14986" y="1858"/>
                      <a:pt x="13221" y="5259"/>
                      <a:pt x="12261" y="5531"/>
                    </a:cubicBezTo>
                    <a:lnTo>
                      <a:pt x="12261" y="4038"/>
                    </a:lnTo>
                    <a:lnTo>
                      <a:pt x="10768" y="5804"/>
                    </a:lnTo>
                    <a:lnTo>
                      <a:pt x="9406" y="3766"/>
                    </a:lnTo>
                    <a:lnTo>
                      <a:pt x="9406" y="5128"/>
                    </a:lnTo>
                    <a:cubicBezTo>
                      <a:pt x="9406" y="5128"/>
                      <a:pt x="8719" y="5128"/>
                      <a:pt x="8044" y="3624"/>
                    </a:cubicBezTo>
                    <a:cubicBezTo>
                      <a:pt x="7499" y="2262"/>
                      <a:pt x="5995" y="496"/>
                      <a:pt x="3957" y="82"/>
                    </a:cubicBezTo>
                    <a:cubicBezTo>
                      <a:pt x="3648" y="25"/>
                      <a:pt x="3347" y="0"/>
                      <a:pt x="30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31" name="Google Shape;1931;p46"/>
              <p:cNvGrpSpPr/>
              <p:nvPr/>
            </p:nvGrpSpPr>
            <p:grpSpPr>
              <a:xfrm rot="1433704">
                <a:off x="7038764" y="1970559"/>
                <a:ext cx="231123" cy="126200"/>
                <a:chOff x="3467344" y="1694749"/>
                <a:chExt cx="114969" cy="62784"/>
              </a:xfrm>
            </p:grpSpPr>
            <p:sp>
              <p:nvSpPr>
                <p:cNvPr id="1932" name="Google Shape;1932;p46"/>
                <p:cNvSpPr/>
                <p:nvPr/>
              </p:nvSpPr>
              <p:spPr>
                <a:xfrm>
                  <a:off x="3545727" y="1694749"/>
                  <a:ext cx="36586" cy="56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" h="1630" extrusionOk="0">
                      <a:moveTo>
                        <a:pt x="828" y="1"/>
                      </a:moveTo>
                      <a:cubicBezTo>
                        <a:pt x="627" y="552"/>
                        <a:pt x="76" y="853"/>
                        <a:pt x="76" y="853"/>
                      </a:cubicBezTo>
                      <a:cubicBezTo>
                        <a:pt x="51" y="1103"/>
                        <a:pt x="25" y="1379"/>
                        <a:pt x="0" y="1630"/>
                      </a:cubicBezTo>
                      <a:cubicBezTo>
                        <a:pt x="1053" y="1304"/>
                        <a:pt x="828" y="1"/>
                        <a:pt x="82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3" name="Google Shape;1933;p46"/>
                <p:cNvSpPr/>
                <p:nvPr/>
              </p:nvSpPr>
              <p:spPr>
                <a:xfrm>
                  <a:off x="3467344" y="1713928"/>
                  <a:ext cx="46211" cy="43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0" h="1255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1" y="0"/>
                        <a:pt x="218" y="1255"/>
                        <a:pt x="1268" y="1255"/>
                      </a:cubicBezTo>
                      <a:cubicBezTo>
                        <a:pt x="1288" y="1255"/>
                        <a:pt x="1308" y="1254"/>
                        <a:pt x="1329" y="1253"/>
                      </a:cubicBezTo>
                      <a:cubicBezTo>
                        <a:pt x="1204" y="1003"/>
                        <a:pt x="1104" y="777"/>
                        <a:pt x="978" y="526"/>
                      </a:cubicBezTo>
                      <a:cubicBezTo>
                        <a:pt x="978" y="526"/>
                        <a:pt x="377" y="451"/>
                        <a:pt x="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934" name="Google Shape;1934;p46"/>
            <p:cNvSpPr/>
            <p:nvPr/>
          </p:nvSpPr>
          <p:spPr>
            <a:xfrm rot="-1324100">
              <a:off x="6258548" y="2536731"/>
              <a:ext cx="611449" cy="242354"/>
            </a:xfrm>
            <a:custGeom>
              <a:avLst/>
              <a:gdLst/>
              <a:ahLst/>
              <a:cxnLst/>
              <a:rect l="l" t="t" r="r" b="b"/>
              <a:pathLst>
                <a:path w="37188" h="14739" extrusionOk="0">
                  <a:moveTo>
                    <a:pt x="6922" y="1"/>
                  </a:moveTo>
                  <a:cubicBezTo>
                    <a:pt x="4515" y="1"/>
                    <a:pt x="1" y="4385"/>
                    <a:pt x="1" y="4385"/>
                  </a:cubicBezTo>
                  <a:cubicBezTo>
                    <a:pt x="1" y="4385"/>
                    <a:pt x="29" y="4382"/>
                    <a:pt x="81" y="4382"/>
                  </a:cubicBezTo>
                  <a:cubicBezTo>
                    <a:pt x="402" y="4382"/>
                    <a:pt x="1626" y="4479"/>
                    <a:pt x="2453" y="5889"/>
                  </a:cubicBezTo>
                  <a:cubicBezTo>
                    <a:pt x="3401" y="7382"/>
                    <a:pt x="2856" y="8613"/>
                    <a:pt x="2856" y="8613"/>
                  </a:cubicBezTo>
                  <a:cubicBezTo>
                    <a:pt x="2856" y="8613"/>
                    <a:pt x="4330" y="7631"/>
                    <a:pt x="5881" y="7631"/>
                  </a:cubicBezTo>
                  <a:cubicBezTo>
                    <a:pt x="6331" y="7631"/>
                    <a:pt x="6787" y="7713"/>
                    <a:pt x="7216" y="7927"/>
                  </a:cubicBezTo>
                  <a:cubicBezTo>
                    <a:pt x="9265" y="8886"/>
                    <a:pt x="9265" y="11065"/>
                    <a:pt x="9265" y="11065"/>
                  </a:cubicBezTo>
                  <a:cubicBezTo>
                    <a:pt x="9265" y="11065"/>
                    <a:pt x="10148" y="10067"/>
                    <a:pt x="11613" y="10067"/>
                  </a:cubicBezTo>
                  <a:cubicBezTo>
                    <a:pt x="11775" y="10067"/>
                    <a:pt x="11944" y="10079"/>
                    <a:pt x="12120" y="10106"/>
                  </a:cubicBezTo>
                  <a:cubicBezTo>
                    <a:pt x="13897" y="10379"/>
                    <a:pt x="14572" y="12831"/>
                    <a:pt x="14572" y="12831"/>
                  </a:cubicBezTo>
                  <a:cubicBezTo>
                    <a:pt x="14572" y="12831"/>
                    <a:pt x="15115" y="11970"/>
                    <a:pt x="15618" y="11970"/>
                  </a:cubicBezTo>
                  <a:cubicBezTo>
                    <a:pt x="15681" y="11970"/>
                    <a:pt x="15743" y="11983"/>
                    <a:pt x="15804" y="12014"/>
                  </a:cubicBezTo>
                  <a:cubicBezTo>
                    <a:pt x="16207" y="12155"/>
                    <a:pt x="17166" y="14193"/>
                    <a:pt x="18659" y="14738"/>
                  </a:cubicBezTo>
                  <a:cubicBezTo>
                    <a:pt x="20022" y="14193"/>
                    <a:pt x="20981" y="12155"/>
                    <a:pt x="21384" y="12014"/>
                  </a:cubicBezTo>
                  <a:cubicBezTo>
                    <a:pt x="21445" y="11983"/>
                    <a:pt x="21507" y="11970"/>
                    <a:pt x="21570" y="11970"/>
                  </a:cubicBezTo>
                  <a:cubicBezTo>
                    <a:pt x="22073" y="11970"/>
                    <a:pt x="22616" y="12831"/>
                    <a:pt x="22616" y="12831"/>
                  </a:cubicBezTo>
                  <a:cubicBezTo>
                    <a:pt x="22616" y="12831"/>
                    <a:pt x="23291" y="10379"/>
                    <a:pt x="25068" y="10106"/>
                  </a:cubicBezTo>
                  <a:cubicBezTo>
                    <a:pt x="25244" y="10079"/>
                    <a:pt x="25413" y="10067"/>
                    <a:pt x="25575" y="10067"/>
                  </a:cubicBezTo>
                  <a:cubicBezTo>
                    <a:pt x="27040" y="10067"/>
                    <a:pt x="27923" y="11065"/>
                    <a:pt x="27923" y="11065"/>
                  </a:cubicBezTo>
                  <a:cubicBezTo>
                    <a:pt x="27923" y="11065"/>
                    <a:pt x="27923" y="8886"/>
                    <a:pt x="29972" y="7927"/>
                  </a:cubicBezTo>
                  <a:cubicBezTo>
                    <a:pt x="30401" y="7713"/>
                    <a:pt x="30857" y="7631"/>
                    <a:pt x="31307" y="7631"/>
                  </a:cubicBezTo>
                  <a:cubicBezTo>
                    <a:pt x="32858" y="7631"/>
                    <a:pt x="34332" y="8613"/>
                    <a:pt x="34332" y="8613"/>
                  </a:cubicBezTo>
                  <a:cubicBezTo>
                    <a:pt x="34332" y="8613"/>
                    <a:pt x="33787" y="7382"/>
                    <a:pt x="34735" y="5889"/>
                  </a:cubicBezTo>
                  <a:cubicBezTo>
                    <a:pt x="35562" y="4479"/>
                    <a:pt x="36785" y="4382"/>
                    <a:pt x="37107" y="4382"/>
                  </a:cubicBezTo>
                  <a:cubicBezTo>
                    <a:pt x="37159" y="4382"/>
                    <a:pt x="37187" y="4385"/>
                    <a:pt x="37187" y="4385"/>
                  </a:cubicBezTo>
                  <a:cubicBezTo>
                    <a:pt x="37187" y="4385"/>
                    <a:pt x="32673" y="1"/>
                    <a:pt x="30266" y="1"/>
                  </a:cubicBezTo>
                  <a:cubicBezTo>
                    <a:pt x="30164" y="1"/>
                    <a:pt x="30066" y="9"/>
                    <a:pt x="29972" y="25"/>
                  </a:cubicBezTo>
                  <a:cubicBezTo>
                    <a:pt x="27520" y="439"/>
                    <a:pt x="25068" y="3709"/>
                    <a:pt x="23291" y="5202"/>
                  </a:cubicBezTo>
                  <a:cubicBezTo>
                    <a:pt x="21995" y="6306"/>
                    <a:pt x="21063" y="6453"/>
                    <a:pt x="20659" y="6453"/>
                  </a:cubicBezTo>
                  <a:cubicBezTo>
                    <a:pt x="20513" y="6453"/>
                    <a:pt x="20436" y="6433"/>
                    <a:pt x="20436" y="6433"/>
                  </a:cubicBezTo>
                  <a:cubicBezTo>
                    <a:pt x="20436" y="6433"/>
                    <a:pt x="21929" y="3840"/>
                    <a:pt x="21253" y="3022"/>
                  </a:cubicBezTo>
                  <a:lnTo>
                    <a:pt x="21253" y="3022"/>
                  </a:lnTo>
                  <a:cubicBezTo>
                    <a:pt x="20436" y="3436"/>
                    <a:pt x="19749" y="4657"/>
                    <a:pt x="19749" y="4657"/>
                  </a:cubicBezTo>
                  <a:cubicBezTo>
                    <a:pt x="19379" y="4508"/>
                    <a:pt x="18967" y="4401"/>
                    <a:pt x="18536" y="4401"/>
                  </a:cubicBezTo>
                  <a:cubicBezTo>
                    <a:pt x="18179" y="4401"/>
                    <a:pt x="17809" y="4474"/>
                    <a:pt x="17439" y="4657"/>
                  </a:cubicBezTo>
                  <a:cubicBezTo>
                    <a:pt x="17439" y="4657"/>
                    <a:pt x="16752" y="3436"/>
                    <a:pt x="15935" y="3022"/>
                  </a:cubicBezTo>
                  <a:lnTo>
                    <a:pt x="15935" y="3022"/>
                  </a:lnTo>
                  <a:cubicBezTo>
                    <a:pt x="15259" y="3840"/>
                    <a:pt x="16752" y="6433"/>
                    <a:pt x="16752" y="6433"/>
                  </a:cubicBezTo>
                  <a:cubicBezTo>
                    <a:pt x="16752" y="6433"/>
                    <a:pt x="16675" y="6453"/>
                    <a:pt x="16529" y="6453"/>
                  </a:cubicBezTo>
                  <a:cubicBezTo>
                    <a:pt x="16125" y="6453"/>
                    <a:pt x="15193" y="6306"/>
                    <a:pt x="13897" y="5202"/>
                  </a:cubicBezTo>
                  <a:cubicBezTo>
                    <a:pt x="12120" y="3709"/>
                    <a:pt x="9668" y="439"/>
                    <a:pt x="7216" y="25"/>
                  </a:cubicBezTo>
                  <a:cubicBezTo>
                    <a:pt x="7122" y="9"/>
                    <a:pt x="7024" y="1"/>
                    <a:pt x="6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at Minitheme by Slidesgo">
  <a:themeElements>
    <a:clrScheme name="Simple Light">
      <a:dk1>
        <a:srgbClr val="16305B"/>
      </a:dk1>
      <a:lt1>
        <a:srgbClr val="E5D2F3"/>
      </a:lt1>
      <a:dk2>
        <a:srgbClr val="EFE3FA"/>
      </a:dk2>
      <a:lt2>
        <a:srgbClr val="F9F4FF"/>
      </a:lt2>
      <a:accent1>
        <a:srgbClr val="FEFCFF"/>
      </a:accent1>
      <a:accent2>
        <a:srgbClr val="EC9239"/>
      </a:accent2>
      <a:accent3>
        <a:srgbClr val="A07FBE"/>
      </a:accent3>
      <a:accent4>
        <a:srgbClr val="4B4390"/>
      </a:accent4>
      <a:accent5>
        <a:srgbClr val="211F57"/>
      </a:accent5>
      <a:accent6>
        <a:srgbClr val="FFFFFF"/>
      </a:accent6>
      <a:hlink>
        <a:srgbClr val="16305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29915CB9DA524289E62534DCFF5271" ma:contentTypeVersion="5" ma:contentTypeDescription="Create a new document." ma:contentTypeScope="" ma:versionID="e50ca5f27bfb971ea47dadb1be0c5e02">
  <xsd:schema xmlns:xsd="http://www.w3.org/2001/XMLSchema" xmlns:xs="http://www.w3.org/2001/XMLSchema" xmlns:p="http://schemas.microsoft.com/office/2006/metadata/properties" xmlns:ns3="32c9f755-8ebb-4637-83a2-714fc0f2e65b" targetNamespace="http://schemas.microsoft.com/office/2006/metadata/properties" ma:root="true" ma:fieldsID="63f1acfc3da17244efa949944360d629" ns3:_="">
    <xsd:import namespace="32c9f755-8ebb-4637-83a2-714fc0f2e65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c9f755-8ebb-4637-83a2-714fc0f2e65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05E6AC-E0B6-45E2-84F8-D9A0F11D9037}">
  <ds:schemaRefs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32c9f755-8ebb-4637-83a2-714fc0f2e65b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A0904E5-3E09-4DB4-8D31-EA0839EB9D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c9f755-8ebb-4637-83a2-714fc0f2e6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6A174E-E776-4961-9491-505094D073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Bis15L Presentation Group 7</Template>
  <TotalTime>256</TotalTime>
  <Words>497</Words>
  <Application>Microsoft Macintosh PowerPoint</Application>
  <PresentationFormat>On-screen Show (16:9)</PresentationFormat>
  <Paragraphs>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Darker Grotesque</vt:lpstr>
      <vt:lpstr>ADLaM Display</vt:lpstr>
      <vt:lpstr>Aclonica</vt:lpstr>
      <vt:lpstr>Darker Grotesque SemiBold</vt:lpstr>
      <vt:lpstr>Arial</vt:lpstr>
      <vt:lpstr>Darker Grotesque Medium</vt:lpstr>
      <vt:lpstr>Bat Minitheme by Slidesgo</vt:lpstr>
      <vt:lpstr>Canadian Bat Phenology</vt:lpstr>
      <vt:lpstr>Background &amp; Explorations</vt:lpstr>
      <vt:lpstr>Canada</vt:lpstr>
      <vt:lpstr>Dataset Intro</vt:lpstr>
      <vt:lpstr>PowerPoint Presentation</vt:lpstr>
      <vt:lpstr>Reproductive Status and Timing</vt:lpstr>
      <vt:lpstr>Forearm – Seasons &amp; Regions</vt:lpstr>
      <vt:lpstr>PowerPoint Presentation</vt:lpstr>
      <vt:lpstr>Mass– Seasons &amp; Regions</vt:lpstr>
      <vt:lpstr>Mass &amp; Forearm &amp; Ear Length</vt:lpstr>
      <vt:lpstr>Conclusion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Darius Arasteh</dc:creator>
  <cp:lastModifiedBy>Microsoft Office User</cp:lastModifiedBy>
  <cp:revision>10</cp:revision>
  <dcterms:created xsi:type="dcterms:W3CDTF">2026-03-10T17:45:39Z</dcterms:created>
  <dcterms:modified xsi:type="dcterms:W3CDTF">2026-03-12T19:10:18Z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0x010100CD29915CB9DA524289E62534DCFF5271</vt:lpwstr>
  </property>
</Properties>
</file>