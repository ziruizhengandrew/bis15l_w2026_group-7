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CFA838-1871-5942-97E1-D121F78E2D89}" type="datetimeFigureOut">
              <a:rPr lang="en-CN" smtClean="0"/>
              <a:t>2026/3/9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B764E3-5356-C342-9196-4D613A6DD57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61252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764E3-5356-C342-9196-4D613A6DD578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14311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7855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C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FFFFFF"/>
                </a:solidFill>
              </a:rPr>
              <a:t>Bat Reproductive Timing &amp; Seasonal Phenology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F58F15-74A4-E245-A6C7-DAC42F4653A3}"/>
              </a:ext>
            </a:extLst>
          </p:cNvPr>
          <p:cNvSpPr/>
          <p:nvPr/>
        </p:nvSpPr>
        <p:spPr>
          <a:xfrm>
            <a:off x="869790" y="1552376"/>
            <a:ext cx="10443251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Using acoustic detector data to understand </a:t>
            </a:r>
            <a:endParaRPr lang="en-US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when and where little brown bats are most active</a:t>
            </a:r>
            <a:endParaRPr lang="en-CN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C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Research Question &amp; Key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6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Research question: When does bat activity peak across the season, and how does it vary by location?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Acoustic data = recordings from detectors that capture bat calls at night.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Myotis detections = number of bat-call files recorded (higher = more activity).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Phenology = timing of seasonal events (spring arrival → summer peak → fall decline).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C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Key Terms: Site Codes &amp; Site Types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669280" cy="521208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92240" y="1097280"/>
            <a:ext cx="5669280" cy="521208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395E"/>
                </a:solidFill>
              </a:defRPr>
            </a:pPr>
            <a:r>
              <a:t>Site (e.g., NTBP, SSR-1)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dirty="0"/>
              <a:t>A short label for one detector location.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dirty="0"/>
              <a:t>Codes help researchers track where recordings came from.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rPr dirty="0"/>
              <a:t>Some sites are descriptive names (e.g., “Walk-in Cave”, “</a:t>
            </a:r>
            <a:r>
              <a:rPr dirty="0" err="1"/>
              <a:t>Thebacha</a:t>
            </a:r>
            <a:r>
              <a:rPr dirty="0"/>
              <a:t> maternity”).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395E"/>
                </a:solidFill>
              </a:defRPr>
            </a:pPr>
            <a:r>
              <a:t>Site type (habitat role)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7373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Foraging site: where bats feed on insects at night.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Hibernaculum: winter shelter where bats hibernate (usually low activity).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Maternity colony: summer roost where females give birth and raise pups (often high activity).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B97F36-9917-F5E6-A000-03C77F638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60" y="3429000"/>
            <a:ext cx="2641600" cy="1816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4DB3B2-3212-BE10-D01F-F98E40EFB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822700"/>
            <a:ext cx="334010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C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4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rPr dirty="0"/>
              <a:t>Graph 1: Monthly totals — shows when activity is highest during the year.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dirty="0"/>
              <a:t>Graph 2: Site / site type comparison — shows where activity is highest.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dirty="0"/>
              <a:t>Interactive Shiny app — filter by site, site type, and year to explore patterns quickly.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16374F-5A3D-2A01-07C2-259DFD5E6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76" y="2039324"/>
            <a:ext cx="6265940" cy="38033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8942CA-A189-FD49-2B93-4248ED64F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217" y="1862362"/>
            <a:ext cx="5499508" cy="45735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C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Shiny App Demo: How to Read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6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Filters: choose Site, Site type, and Year to narrow the dataset.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Nightly plot: shows day-by-day activity changes (spikes = more detections).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Monthly plot: summarizes the seasonal pattern (easy to spot peak months).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Goal: connect patterns to biology (feeding, maternity season, and winter dormancy).</a:t>
            </a:r>
          </a:p>
        </p:txBody>
      </p:sp>
      <p:sp>
        <p:nvSpPr>
          <p:cNvPr id="5" name="Oval 4">
            <a:hlinkClick r:id="rId3"/>
            <a:extLst>
              <a:ext uri="{FF2B5EF4-FFF2-40B4-BE49-F238E27FC236}">
                <a16:creationId xmlns:a16="http://schemas.microsoft.com/office/drawing/2014/main" id="{EB8904C5-E558-5928-F01D-3D886271AED0}"/>
              </a:ext>
            </a:extLst>
          </p:cNvPr>
          <p:cNvSpPr/>
          <p:nvPr/>
        </p:nvSpPr>
        <p:spPr>
          <a:xfrm>
            <a:off x="4708451" y="3083442"/>
            <a:ext cx="2775098" cy="280699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50FF9B-CD4F-AD0F-28A6-779C0E11945F}"/>
              </a:ext>
            </a:extLst>
          </p:cNvPr>
          <p:cNvSpPr/>
          <p:nvPr/>
        </p:nvSpPr>
        <p:spPr>
          <a:xfrm>
            <a:off x="4530514" y="4286885"/>
            <a:ext cx="3130971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Shiny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308</Words>
  <Application>Microsoft Macintosh PowerPoint</Application>
  <PresentationFormat>Widescreen</PresentationFormat>
  <Paragraphs>28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Wenliang Weng</cp:lastModifiedBy>
  <cp:revision>2</cp:revision>
  <dcterms:created xsi:type="dcterms:W3CDTF">2013-01-27T09:14:16Z</dcterms:created>
  <dcterms:modified xsi:type="dcterms:W3CDTF">2026-03-10T05:24:11Z</dcterms:modified>
  <cp:category/>
</cp:coreProperties>
</file>